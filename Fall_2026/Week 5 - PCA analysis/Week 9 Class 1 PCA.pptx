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5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7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8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9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0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1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12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13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notesSlides/notesSlide14.xml" ContentType="application/vnd.openxmlformats-officedocument.presentationml.notesSlide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15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16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17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18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ppt/ink/ink51.xml" ContentType="application/inkml+xml"/>
  <Override PartName="/ppt/notesSlides/notesSlide19.xml" ContentType="application/vnd.openxmlformats-officedocument.presentationml.notesSlide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notesSlides/notesSlide20.xml" ContentType="application/vnd.openxmlformats-officedocument.presentationml.notesSlide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notesSlides/notesSlide21.xml" ContentType="application/vnd.openxmlformats-officedocument.presentationml.notesSlide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notesSlides/notesSlide22.xml" ContentType="application/vnd.openxmlformats-officedocument.presentationml.notesSlide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notesSlides/notesSlide23.xml" ContentType="application/vnd.openxmlformats-officedocument.presentationml.notesSlide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notesSlides/notesSlide24.xml" ContentType="application/vnd.openxmlformats-officedocument.presentationml.notesSlide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notesSlides/notesSlide25.xml" ContentType="application/vnd.openxmlformats-officedocument.presentationml.notesSlide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notesSlides/notesSlide26.xml" ContentType="application/vnd.openxmlformats-officedocument.presentationml.notesSlide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notesSlides/notesSlide27.xml" ContentType="application/vnd.openxmlformats-officedocument.presentationml.notesSlide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notesSlides/notesSlide28.xml" ContentType="application/vnd.openxmlformats-officedocument.presentationml.notesSlide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328" r:id="rId2"/>
    <p:sldId id="373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23" r:id="rId15"/>
    <p:sldId id="419" r:id="rId16"/>
    <p:sldId id="420" r:id="rId17"/>
    <p:sldId id="421" r:id="rId18"/>
    <p:sldId id="422" r:id="rId19"/>
    <p:sldId id="375" r:id="rId20"/>
    <p:sldId id="425" r:id="rId21"/>
    <p:sldId id="426" r:id="rId22"/>
    <p:sldId id="424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95" r:id="rId32"/>
    <p:sldId id="402" r:id="rId33"/>
    <p:sldId id="396" r:id="rId34"/>
    <p:sldId id="403" r:id="rId35"/>
    <p:sldId id="384" r:id="rId36"/>
    <p:sldId id="385" r:id="rId37"/>
    <p:sldId id="386" r:id="rId38"/>
    <p:sldId id="404" r:id="rId39"/>
    <p:sldId id="387" r:id="rId40"/>
    <p:sldId id="406" r:id="rId41"/>
    <p:sldId id="405" r:id="rId42"/>
    <p:sldId id="407" r:id="rId43"/>
    <p:sldId id="374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471"/>
    <a:srgbClr val="A2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51D6D6-5C97-49DC-A86A-DF5DE4C5732A}" v="71" dt="2026-02-23T17:28:00.949"/>
  </p1510:revLst>
</p1510:revInfo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32"/>
    <p:restoredTop sz="85603" autoAdjust="0"/>
  </p:normalViewPr>
  <p:slideViewPr>
    <p:cSldViewPr snapToGrid="0" snapToObjects="1">
      <p:cViewPr varScale="1">
        <p:scale>
          <a:sx n="88" d="100"/>
          <a:sy n="88" d="100"/>
        </p:scale>
        <p:origin x="822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-27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iha Hossain" userId="6aa7d125-f4d1-4b59-9e05-e109224d2bd2" providerId="ADAL" clId="{907321D6-D07A-494C-A977-7A7DC7C5B0B5}"/>
    <pc:docChg chg="undo custSel addSld delSld modSld sldOrd">
      <pc:chgData name="Fariha Hossain" userId="6aa7d125-f4d1-4b59-9e05-e109224d2bd2" providerId="ADAL" clId="{907321D6-D07A-494C-A977-7A7DC7C5B0B5}" dt="2026-02-23T17:27:44.987" v="298" actId="122"/>
      <pc:docMkLst>
        <pc:docMk/>
      </pc:docMkLst>
      <pc:sldChg chg="addSp delSp modSp mod">
        <pc:chgData name="Fariha Hossain" userId="6aa7d125-f4d1-4b59-9e05-e109224d2bd2" providerId="ADAL" clId="{907321D6-D07A-494C-A977-7A7DC7C5B0B5}" dt="2026-02-23T17:19:37.382" v="207" actId="1076"/>
        <pc:sldMkLst>
          <pc:docMk/>
          <pc:sldMk cId="340947371" sldId="375"/>
        </pc:sldMkLst>
        <pc:spChg chg="add mod">
          <ac:chgData name="Fariha Hossain" userId="6aa7d125-f4d1-4b59-9e05-e109224d2bd2" providerId="ADAL" clId="{907321D6-D07A-494C-A977-7A7DC7C5B0B5}" dt="2026-02-23T17:19:19.871" v="204" actId="14100"/>
          <ac:spMkLst>
            <pc:docMk/>
            <pc:sldMk cId="340947371" sldId="375"/>
            <ac:spMk id="2" creationId="{4483A0B9-7203-AD16-E095-1F0F0185C3E5}"/>
          </ac:spMkLst>
        </pc:spChg>
        <pc:spChg chg="del">
          <ac:chgData name="Fariha Hossain" userId="6aa7d125-f4d1-4b59-9e05-e109224d2bd2" providerId="ADAL" clId="{907321D6-D07A-494C-A977-7A7DC7C5B0B5}" dt="2026-02-23T17:19:06.416" v="199" actId="478"/>
          <ac:spMkLst>
            <pc:docMk/>
            <pc:sldMk cId="340947371" sldId="375"/>
            <ac:spMk id="3" creationId="{5819CA59-D751-D1BB-6F8D-8195D39CCA25}"/>
          </ac:spMkLst>
        </pc:spChg>
        <pc:spChg chg="add mod">
          <ac:chgData name="Fariha Hossain" userId="6aa7d125-f4d1-4b59-9e05-e109224d2bd2" providerId="ADAL" clId="{907321D6-D07A-494C-A977-7A7DC7C5B0B5}" dt="2026-02-23T17:19:25.407" v="205"/>
          <ac:spMkLst>
            <pc:docMk/>
            <pc:sldMk cId="340947371" sldId="375"/>
            <ac:spMk id="4" creationId="{8FC03255-AA64-6535-4F30-01E358C19DDC}"/>
          </ac:spMkLst>
        </pc:spChg>
        <pc:spChg chg="add mod">
          <ac:chgData name="Fariha Hossain" userId="6aa7d125-f4d1-4b59-9e05-e109224d2bd2" providerId="ADAL" clId="{907321D6-D07A-494C-A977-7A7DC7C5B0B5}" dt="2026-02-23T17:19:37.382" v="207" actId="1076"/>
          <ac:spMkLst>
            <pc:docMk/>
            <pc:sldMk cId="340947371" sldId="375"/>
            <ac:spMk id="5" creationId="{E75903D5-5E9F-1DD2-0159-E9796F520375}"/>
          </ac:spMkLst>
        </pc:spChg>
      </pc:sldChg>
      <pc:sldChg chg="addSp delSp modSp mod">
        <pc:chgData name="Fariha Hossain" userId="6aa7d125-f4d1-4b59-9e05-e109224d2bd2" providerId="ADAL" clId="{907321D6-D07A-494C-A977-7A7DC7C5B0B5}" dt="2026-02-23T17:27:44.987" v="298" actId="122"/>
        <pc:sldMkLst>
          <pc:docMk/>
          <pc:sldMk cId="2625460370" sldId="407"/>
        </pc:sldMkLst>
        <pc:spChg chg="mod">
          <ac:chgData name="Fariha Hossain" userId="6aa7d125-f4d1-4b59-9e05-e109224d2bd2" providerId="ADAL" clId="{907321D6-D07A-494C-A977-7A7DC7C5B0B5}" dt="2026-02-23T16:30:58.391" v="19" actId="1076"/>
          <ac:spMkLst>
            <pc:docMk/>
            <pc:sldMk cId="2625460370" sldId="407"/>
            <ac:spMk id="4" creationId="{9D0AE303-72A1-91A5-5240-0337EEADC84C}"/>
          </ac:spMkLst>
        </pc:spChg>
        <pc:spChg chg="add del mod">
          <ac:chgData name="Fariha Hossain" userId="6aa7d125-f4d1-4b59-9e05-e109224d2bd2" providerId="ADAL" clId="{907321D6-D07A-494C-A977-7A7DC7C5B0B5}" dt="2026-02-23T17:26:51.659" v="225" actId="478"/>
          <ac:spMkLst>
            <pc:docMk/>
            <pc:sldMk cId="2625460370" sldId="407"/>
            <ac:spMk id="5" creationId="{5A9F7080-9EC0-8486-8D6B-B70CA7C91B58}"/>
          </ac:spMkLst>
        </pc:spChg>
        <pc:spChg chg="add mod">
          <ac:chgData name="Fariha Hossain" userId="6aa7d125-f4d1-4b59-9e05-e109224d2bd2" providerId="ADAL" clId="{907321D6-D07A-494C-A977-7A7DC7C5B0B5}" dt="2026-02-23T17:27:44.987" v="298" actId="122"/>
          <ac:spMkLst>
            <pc:docMk/>
            <pc:sldMk cId="2625460370" sldId="407"/>
            <ac:spMk id="6" creationId="{11ADD098-0FE2-4F5F-560B-FC771FCA2EE3}"/>
          </ac:spMkLst>
        </pc:spChg>
        <pc:picChg chg="del">
          <ac:chgData name="Fariha Hossain" userId="6aa7d125-f4d1-4b59-9e05-e109224d2bd2" providerId="ADAL" clId="{907321D6-D07A-494C-A977-7A7DC7C5B0B5}" dt="2026-02-23T16:30:59.663" v="20" actId="478"/>
          <ac:picMkLst>
            <pc:docMk/>
            <pc:sldMk cId="2625460370" sldId="407"/>
            <ac:picMk id="3" creationId="{CCB012A7-5D1E-9A5B-AFBD-6102F72C9FEF}"/>
          </ac:picMkLst>
        </pc:picChg>
      </pc:sldChg>
      <pc:sldChg chg="addSp delSp modSp add mod">
        <pc:chgData name="Fariha Hossain" userId="6aa7d125-f4d1-4b59-9e05-e109224d2bd2" providerId="ADAL" clId="{907321D6-D07A-494C-A977-7A7DC7C5B0B5}" dt="2026-02-23T16:58:02.296" v="46"/>
        <pc:sldMkLst>
          <pc:docMk/>
          <pc:sldMk cId="1070522467" sldId="408"/>
        </pc:sldMkLst>
        <pc:spChg chg="del">
          <ac:chgData name="Fariha Hossain" userId="6aa7d125-f4d1-4b59-9e05-e109224d2bd2" providerId="ADAL" clId="{907321D6-D07A-494C-A977-7A7DC7C5B0B5}" dt="2026-02-23T16:50:53.184" v="23" actId="478"/>
          <ac:spMkLst>
            <pc:docMk/>
            <pc:sldMk cId="1070522467" sldId="408"/>
            <ac:spMk id="2" creationId="{9BBBD36D-99D9-A08C-2772-0E8D8AE96554}"/>
          </ac:spMkLst>
        </pc:spChg>
        <pc:spChg chg="add mod">
          <ac:chgData name="Fariha Hossain" userId="6aa7d125-f4d1-4b59-9e05-e109224d2bd2" providerId="ADAL" clId="{907321D6-D07A-494C-A977-7A7DC7C5B0B5}" dt="2026-02-23T16:57:19.671" v="29" actId="120"/>
          <ac:spMkLst>
            <pc:docMk/>
            <pc:sldMk cId="1070522467" sldId="408"/>
            <ac:spMk id="3" creationId="{4691178C-9671-4531-1837-8075B810474D}"/>
          </ac:spMkLst>
        </pc:spChg>
        <pc:spChg chg="del">
          <ac:chgData name="Fariha Hossain" userId="6aa7d125-f4d1-4b59-9e05-e109224d2bd2" providerId="ADAL" clId="{907321D6-D07A-494C-A977-7A7DC7C5B0B5}" dt="2026-02-23T16:50:51.632" v="22" actId="478"/>
          <ac:spMkLst>
            <pc:docMk/>
            <pc:sldMk cId="1070522467" sldId="408"/>
            <ac:spMk id="4" creationId="{B3FEB186-C2C8-CBF2-89E4-37E0334BB894}"/>
          </ac:spMkLst>
        </pc:spChg>
        <pc:spChg chg="add mod">
          <ac:chgData name="Fariha Hossain" userId="6aa7d125-f4d1-4b59-9e05-e109224d2bd2" providerId="ADAL" clId="{907321D6-D07A-494C-A977-7A7DC7C5B0B5}" dt="2026-02-23T16:57:39.699" v="36" actId="1076"/>
          <ac:spMkLst>
            <pc:docMk/>
            <pc:sldMk cId="1070522467" sldId="408"/>
            <ac:spMk id="5" creationId="{49B3EE8B-D200-89D3-1CFB-E89ED0AF2CCB}"/>
          </ac:spMkLst>
        </pc:spChg>
        <pc:picChg chg="add mod">
          <ac:chgData name="Fariha Hossain" userId="6aa7d125-f4d1-4b59-9e05-e109224d2bd2" providerId="ADAL" clId="{907321D6-D07A-494C-A977-7A7DC7C5B0B5}" dt="2026-02-23T16:57:53.295" v="42" actId="1076"/>
          <ac:picMkLst>
            <pc:docMk/>
            <pc:sldMk cId="1070522467" sldId="408"/>
            <ac:picMk id="6" creationId="{0655FDC0-F21C-04E7-E9AE-06F7EEA5C37B}"/>
          </ac:picMkLst>
        </pc:picChg>
        <pc:picChg chg="add mod">
          <ac:chgData name="Fariha Hossain" userId="6aa7d125-f4d1-4b59-9e05-e109224d2bd2" providerId="ADAL" clId="{907321D6-D07A-494C-A977-7A7DC7C5B0B5}" dt="2026-02-23T16:58:01.869" v="43"/>
          <ac:picMkLst>
            <pc:docMk/>
            <pc:sldMk cId="1070522467" sldId="408"/>
            <ac:picMk id="8" creationId="{464336B1-A6D7-A77A-933E-AECE53F64BD7}"/>
          </ac:picMkLst>
        </pc:picChg>
        <pc:picChg chg="add mod">
          <ac:chgData name="Fariha Hossain" userId="6aa7d125-f4d1-4b59-9e05-e109224d2bd2" providerId="ADAL" clId="{907321D6-D07A-494C-A977-7A7DC7C5B0B5}" dt="2026-02-23T16:58:02.011" v="44"/>
          <ac:picMkLst>
            <pc:docMk/>
            <pc:sldMk cId="1070522467" sldId="408"/>
            <ac:picMk id="10" creationId="{E2EB7C2A-8D8E-4BED-E2C9-71CB6837D58C}"/>
          </ac:picMkLst>
        </pc:picChg>
        <pc:picChg chg="add mod">
          <ac:chgData name="Fariha Hossain" userId="6aa7d125-f4d1-4b59-9e05-e109224d2bd2" providerId="ADAL" clId="{907321D6-D07A-494C-A977-7A7DC7C5B0B5}" dt="2026-02-23T16:58:02.170" v="45"/>
          <ac:picMkLst>
            <pc:docMk/>
            <pc:sldMk cId="1070522467" sldId="408"/>
            <ac:picMk id="11" creationId="{CEA6A8C2-C1F3-4008-6E31-75960BA4F632}"/>
          </ac:picMkLst>
        </pc:picChg>
        <pc:picChg chg="add mod">
          <ac:chgData name="Fariha Hossain" userId="6aa7d125-f4d1-4b59-9e05-e109224d2bd2" providerId="ADAL" clId="{907321D6-D07A-494C-A977-7A7DC7C5B0B5}" dt="2026-02-23T16:58:02.296" v="46"/>
          <ac:picMkLst>
            <pc:docMk/>
            <pc:sldMk cId="1070522467" sldId="408"/>
            <ac:picMk id="12" creationId="{191280B0-6F21-ADF2-BF46-6AE9FA4F6C29}"/>
          </ac:picMkLst>
        </pc:picChg>
      </pc:sldChg>
      <pc:sldChg chg="del">
        <pc:chgData name="Fariha Hossain" userId="6aa7d125-f4d1-4b59-9e05-e109224d2bd2" providerId="ADAL" clId="{907321D6-D07A-494C-A977-7A7DC7C5B0B5}" dt="2026-02-23T16:30:44.282" v="1" actId="47"/>
        <pc:sldMkLst>
          <pc:docMk/>
          <pc:sldMk cId="2019161767" sldId="408"/>
        </pc:sldMkLst>
      </pc:sldChg>
      <pc:sldChg chg="addSp delSp modSp add mod">
        <pc:chgData name="Fariha Hossain" userId="6aa7d125-f4d1-4b59-9e05-e109224d2bd2" providerId="ADAL" clId="{907321D6-D07A-494C-A977-7A7DC7C5B0B5}" dt="2026-02-23T16:58:28.791" v="59" actId="207"/>
        <pc:sldMkLst>
          <pc:docMk/>
          <pc:sldMk cId="1696316921" sldId="409"/>
        </pc:sldMkLst>
        <pc:spChg chg="add mod">
          <ac:chgData name="Fariha Hossain" userId="6aa7d125-f4d1-4b59-9e05-e109224d2bd2" providerId="ADAL" clId="{907321D6-D07A-494C-A977-7A7DC7C5B0B5}" dt="2026-02-23T16:58:19.566" v="56" actId="120"/>
          <ac:spMkLst>
            <pc:docMk/>
            <pc:sldMk cId="1696316921" sldId="409"/>
            <ac:spMk id="2" creationId="{49A9AB56-8DE1-3835-8328-EAA8D7350398}"/>
          </ac:spMkLst>
        </pc:spChg>
        <pc:spChg chg="del">
          <ac:chgData name="Fariha Hossain" userId="6aa7d125-f4d1-4b59-9e05-e109224d2bd2" providerId="ADAL" clId="{907321D6-D07A-494C-A977-7A7DC7C5B0B5}" dt="2026-02-23T16:57:47.943" v="40" actId="478"/>
          <ac:spMkLst>
            <pc:docMk/>
            <pc:sldMk cId="1696316921" sldId="409"/>
            <ac:spMk id="3" creationId="{8D4FC054-8632-8977-88B8-23769E0D0B6A}"/>
          </ac:spMkLst>
        </pc:spChg>
        <pc:spChg chg="add mod">
          <ac:chgData name="Fariha Hossain" userId="6aa7d125-f4d1-4b59-9e05-e109224d2bd2" providerId="ADAL" clId="{907321D6-D07A-494C-A977-7A7DC7C5B0B5}" dt="2026-02-23T16:58:28.791" v="59" actId="207"/>
          <ac:spMkLst>
            <pc:docMk/>
            <pc:sldMk cId="1696316921" sldId="409"/>
            <ac:spMk id="4" creationId="{B7F32E45-C183-EA9E-B6E0-584A2DA319B5}"/>
          </ac:spMkLst>
        </pc:spChg>
        <pc:spChg chg="del">
          <ac:chgData name="Fariha Hossain" userId="6aa7d125-f4d1-4b59-9e05-e109224d2bd2" providerId="ADAL" clId="{907321D6-D07A-494C-A977-7A7DC7C5B0B5}" dt="2026-02-23T16:57:45.062" v="38" actId="478"/>
          <ac:spMkLst>
            <pc:docMk/>
            <pc:sldMk cId="1696316921" sldId="409"/>
            <ac:spMk id="5" creationId="{F2467EB1-1887-0B92-8294-E4F9E56C8CAB}"/>
          </ac:spMkLst>
        </pc:spChg>
        <pc:picChg chg="del">
          <ac:chgData name="Fariha Hossain" userId="6aa7d125-f4d1-4b59-9e05-e109224d2bd2" providerId="ADAL" clId="{907321D6-D07A-494C-A977-7A7DC7C5B0B5}" dt="2026-02-23T16:57:46.093" v="39" actId="478"/>
          <ac:picMkLst>
            <pc:docMk/>
            <pc:sldMk cId="1696316921" sldId="409"/>
            <ac:picMk id="6" creationId="{1DC941FE-1B9A-029E-03D3-5255FC6E441E}"/>
          </ac:picMkLst>
        </pc:pic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2642875963" sldId="410"/>
        </pc:sldMkLst>
      </pc:sldChg>
      <pc:sldChg chg="addSp modSp add mod">
        <pc:chgData name="Fariha Hossain" userId="6aa7d125-f4d1-4b59-9e05-e109224d2bd2" providerId="ADAL" clId="{907321D6-D07A-494C-A977-7A7DC7C5B0B5}" dt="2026-02-23T16:58:59.702" v="71" actId="1076"/>
        <pc:sldMkLst>
          <pc:docMk/>
          <pc:sldMk cId="2976462500" sldId="410"/>
        </pc:sldMkLst>
        <pc:spChg chg="add mod">
          <ac:chgData name="Fariha Hossain" userId="6aa7d125-f4d1-4b59-9e05-e109224d2bd2" providerId="ADAL" clId="{907321D6-D07A-494C-A977-7A7DC7C5B0B5}" dt="2026-02-23T16:58:42.809" v="62" actId="120"/>
          <ac:spMkLst>
            <pc:docMk/>
            <pc:sldMk cId="2976462500" sldId="410"/>
            <ac:spMk id="2" creationId="{0D13F75D-B404-BA57-3A37-CD0D69B561E8}"/>
          </ac:spMkLst>
        </pc:spChg>
        <pc:spChg chg="add mod">
          <ac:chgData name="Fariha Hossain" userId="6aa7d125-f4d1-4b59-9e05-e109224d2bd2" providerId="ADAL" clId="{907321D6-D07A-494C-A977-7A7DC7C5B0B5}" dt="2026-02-23T16:58:59.702" v="71" actId="1076"/>
          <ac:spMkLst>
            <pc:docMk/>
            <pc:sldMk cId="2976462500" sldId="410"/>
            <ac:spMk id="3" creationId="{35F491D3-BC85-B51F-81C2-8D1A67704A63}"/>
          </ac:spMkLst>
        </pc:spChg>
      </pc:sldChg>
      <pc:sldChg chg="addSp modSp add mod">
        <pc:chgData name="Fariha Hossain" userId="6aa7d125-f4d1-4b59-9e05-e109224d2bd2" providerId="ADAL" clId="{907321D6-D07A-494C-A977-7A7DC7C5B0B5}" dt="2026-02-23T16:59:27.008" v="85" actId="207"/>
        <pc:sldMkLst>
          <pc:docMk/>
          <pc:sldMk cId="1087507039" sldId="411"/>
        </pc:sldMkLst>
        <pc:spChg chg="add mod">
          <ac:chgData name="Fariha Hossain" userId="6aa7d125-f4d1-4b59-9e05-e109224d2bd2" providerId="ADAL" clId="{907321D6-D07A-494C-A977-7A7DC7C5B0B5}" dt="2026-02-23T16:59:13.668" v="75" actId="120"/>
          <ac:spMkLst>
            <pc:docMk/>
            <pc:sldMk cId="1087507039" sldId="411"/>
            <ac:spMk id="2" creationId="{8BD2998D-9CC2-3CDF-E76C-B08053A102A2}"/>
          </ac:spMkLst>
        </pc:spChg>
        <pc:spChg chg="add mod">
          <ac:chgData name="Fariha Hossain" userId="6aa7d125-f4d1-4b59-9e05-e109224d2bd2" providerId="ADAL" clId="{907321D6-D07A-494C-A977-7A7DC7C5B0B5}" dt="2026-02-23T16:59:27.008" v="85" actId="207"/>
          <ac:spMkLst>
            <pc:docMk/>
            <pc:sldMk cId="1087507039" sldId="411"/>
            <ac:spMk id="3" creationId="{78BA0E97-FCE2-0FA2-65DB-4F658371091B}"/>
          </ac:spMkLst>
        </pc:sp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1252748382" sldId="411"/>
        </pc:sldMkLst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1415266499" sldId="412"/>
        </pc:sldMkLst>
      </pc:sldChg>
      <pc:sldChg chg="addSp modSp add mod">
        <pc:chgData name="Fariha Hossain" userId="6aa7d125-f4d1-4b59-9e05-e109224d2bd2" providerId="ADAL" clId="{907321D6-D07A-494C-A977-7A7DC7C5B0B5}" dt="2026-02-23T17:01:21.875" v="104" actId="1076"/>
        <pc:sldMkLst>
          <pc:docMk/>
          <pc:sldMk cId="2358749980" sldId="412"/>
        </pc:sldMkLst>
        <pc:spChg chg="add mod">
          <ac:chgData name="Fariha Hossain" userId="6aa7d125-f4d1-4b59-9e05-e109224d2bd2" providerId="ADAL" clId="{907321D6-D07A-494C-A977-7A7DC7C5B0B5}" dt="2026-02-23T17:00:50.370" v="90" actId="403"/>
          <ac:spMkLst>
            <pc:docMk/>
            <pc:sldMk cId="2358749980" sldId="412"/>
            <ac:spMk id="2" creationId="{0B7A16EB-F51B-E807-DF96-81FDF9D2A1A9}"/>
          </ac:spMkLst>
        </pc:spChg>
        <pc:spChg chg="add mod">
          <ac:chgData name="Fariha Hossain" userId="6aa7d125-f4d1-4b59-9e05-e109224d2bd2" providerId="ADAL" clId="{907321D6-D07A-494C-A977-7A7DC7C5B0B5}" dt="2026-02-23T17:01:21.875" v="104" actId="1076"/>
          <ac:spMkLst>
            <pc:docMk/>
            <pc:sldMk cId="2358749980" sldId="412"/>
            <ac:spMk id="3" creationId="{5AC5BE78-3F69-6E36-D70B-AB6915B89257}"/>
          </ac:spMkLst>
        </pc:spChg>
        <pc:picChg chg="add mod">
          <ac:chgData name="Fariha Hossain" userId="6aa7d125-f4d1-4b59-9e05-e109224d2bd2" providerId="ADAL" clId="{907321D6-D07A-494C-A977-7A7DC7C5B0B5}" dt="2026-02-23T17:01:16.427" v="102" actId="1076"/>
          <ac:picMkLst>
            <pc:docMk/>
            <pc:sldMk cId="2358749980" sldId="412"/>
            <ac:picMk id="4" creationId="{3CA71740-1722-1B49-EA9C-B5516E038BA6}"/>
          </ac:picMkLst>
        </pc:picChg>
      </pc:sldChg>
      <pc:sldChg chg="addSp delSp modSp add mod">
        <pc:chgData name="Fariha Hossain" userId="6aa7d125-f4d1-4b59-9e05-e109224d2bd2" providerId="ADAL" clId="{907321D6-D07A-494C-A977-7A7DC7C5B0B5}" dt="2026-02-23T17:14:13.986" v="119" actId="1076"/>
        <pc:sldMkLst>
          <pc:docMk/>
          <pc:sldMk cId="391648751" sldId="413"/>
        </pc:sldMkLst>
        <pc:spChg chg="add mod">
          <ac:chgData name="Fariha Hossain" userId="6aa7d125-f4d1-4b59-9e05-e109224d2bd2" providerId="ADAL" clId="{907321D6-D07A-494C-A977-7A7DC7C5B0B5}" dt="2026-02-23T17:14:07.899" v="117" actId="403"/>
          <ac:spMkLst>
            <pc:docMk/>
            <pc:sldMk cId="391648751" sldId="413"/>
            <ac:spMk id="5" creationId="{945A9A3C-9291-83C0-11F3-93C37387AD83}"/>
          </ac:spMkLst>
        </pc:spChg>
        <pc:spChg chg="add mod">
          <ac:chgData name="Fariha Hossain" userId="6aa7d125-f4d1-4b59-9e05-e109224d2bd2" providerId="ADAL" clId="{907321D6-D07A-494C-A977-7A7DC7C5B0B5}" dt="2026-02-23T17:14:13.986" v="119" actId="1076"/>
          <ac:spMkLst>
            <pc:docMk/>
            <pc:sldMk cId="391648751" sldId="413"/>
            <ac:spMk id="6" creationId="{51EB8D05-FD4A-D86A-E8B5-8CB0BB045504}"/>
          </ac:spMkLst>
        </pc:spChg>
        <pc:picChg chg="add del mod">
          <ac:chgData name="Fariha Hossain" userId="6aa7d125-f4d1-4b59-9e05-e109224d2bd2" providerId="ADAL" clId="{907321D6-D07A-494C-A977-7A7DC7C5B0B5}" dt="2026-02-23T17:11:37.822" v="110" actId="478"/>
          <ac:picMkLst>
            <pc:docMk/>
            <pc:sldMk cId="391648751" sldId="413"/>
            <ac:picMk id="3" creationId="{9753145B-70FF-23D9-B298-24E64A0379C3}"/>
          </ac:picMkLst>
        </pc:pic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1908989223" sldId="413"/>
        </pc:sldMkLst>
      </pc:sldChg>
      <pc:sldChg chg="addSp modSp add mod">
        <pc:chgData name="Fariha Hossain" userId="6aa7d125-f4d1-4b59-9e05-e109224d2bd2" providerId="ADAL" clId="{907321D6-D07A-494C-A977-7A7DC7C5B0B5}" dt="2026-02-23T17:14:52.336" v="128" actId="1076"/>
        <pc:sldMkLst>
          <pc:docMk/>
          <pc:sldMk cId="1265832012" sldId="414"/>
        </pc:sldMkLst>
        <pc:spChg chg="add mod">
          <ac:chgData name="Fariha Hossain" userId="6aa7d125-f4d1-4b59-9e05-e109224d2bd2" providerId="ADAL" clId="{907321D6-D07A-494C-A977-7A7DC7C5B0B5}" dt="2026-02-23T17:14:34.436" v="124" actId="1076"/>
          <ac:spMkLst>
            <pc:docMk/>
            <pc:sldMk cId="1265832012" sldId="414"/>
            <ac:spMk id="2" creationId="{74B1C72F-4839-422D-1982-30197F20C469}"/>
          </ac:spMkLst>
        </pc:spChg>
        <pc:picChg chg="add mod">
          <ac:chgData name="Fariha Hossain" userId="6aa7d125-f4d1-4b59-9e05-e109224d2bd2" providerId="ADAL" clId="{907321D6-D07A-494C-A977-7A7DC7C5B0B5}" dt="2026-02-23T17:14:52.336" v="128" actId="1076"/>
          <ac:picMkLst>
            <pc:docMk/>
            <pc:sldMk cId="1265832012" sldId="414"/>
            <ac:picMk id="3" creationId="{2E2E0009-8FA9-79E9-2C67-1940FFAEE80C}"/>
          </ac:picMkLst>
        </pc:pic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2069686671" sldId="414"/>
        </pc:sldMkLst>
      </pc:sldChg>
      <pc:sldChg chg="add del">
        <pc:chgData name="Fariha Hossain" userId="6aa7d125-f4d1-4b59-9e05-e109224d2bd2" providerId="ADAL" clId="{907321D6-D07A-494C-A977-7A7DC7C5B0B5}" dt="2026-02-23T17:11:24.575" v="106" actId="47"/>
        <pc:sldMkLst>
          <pc:docMk/>
          <pc:sldMk cId="2627583028" sldId="414"/>
        </pc:sldMkLst>
      </pc:sldChg>
      <pc:sldChg chg="addSp modSp add mod">
        <pc:chgData name="Fariha Hossain" userId="6aa7d125-f4d1-4b59-9e05-e109224d2bd2" providerId="ADAL" clId="{907321D6-D07A-494C-A977-7A7DC7C5B0B5}" dt="2026-02-23T17:15:09.475" v="133" actId="1076"/>
        <pc:sldMkLst>
          <pc:docMk/>
          <pc:sldMk cId="92048058" sldId="415"/>
        </pc:sldMkLst>
        <pc:spChg chg="add mod">
          <ac:chgData name="Fariha Hossain" userId="6aa7d125-f4d1-4b59-9e05-e109224d2bd2" providerId="ADAL" clId="{907321D6-D07A-494C-A977-7A7DC7C5B0B5}" dt="2026-02-23T17:15:09.475" v="133" actId="1076"/>
          <ac:spMkLst>
            <pc:docMk/>
            <pc:sldMk cId="92048058" sldId="415"/>
            <ac:spMk id="2" creationId="{B3D8F1A1-CDF4-724C-4579-711EA6009443}"/>
          </ac:spMkLst>
        </pc:spChg>
        <pc:spChg chg="add mod">
          <ac:chgData name="Fariha Hossain" userId="6aa7d125-f4d1-4b59-9e05-e109224d2bd2" providerId="ADAL" clId="{907321D6-D07A-494C-A977-7A7DC7C5B0B5}" dt="2026-02-23T17:15:03.113" v="131" actId="207"/>
          <ac:spMkLst>
            <pc:docMk/>
            <pc:sldMk cId="92048058" sldId="415"/>
            <ac:spMk id="4" creationId="{E7E7077E-A68B-0FCD-4CCC-35BD185B2CD9}"/>
          </ac:spMkLst>
        </pc:spChg>
      </pc:sldChg>
      <pc:sldChg chg="add del">
        <pc:chgData name="Fariha Hossain" userId="6aa7d125-f4d1-4b59-9e05-e109224d2bd2" providerId="ADAL" clId="{907321D6-D07A-494C-A977-7A7DC7C5B0B5}" dt="2026-02-23T17:11:23.021" v="105" actId="47"/>
        <pc:sldMkLst>
          <pc:docMk/>
          <pc:sldMk cId="772535747" sldId="415"/>
        </pc:sldMkLst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2266589358" sldId="415"/>
        </pc:sldMkLst>
      </pc:sldChg>
      <pc:sldChg chg="addSp modSp add mod">
        <pc:chgData name="Fariha Hossain" userId="6aa7d125-f4d1-4b59-9e05-e109224d2bd2" providerId="ADAL" clId="{907321D6-D07A-494C-A977-7A7DC7C5B0B5}" dt="2026-02-23T17:15:38.145" v="140" actId="1076"/>
        <pc:sldMkLst>
          <pc:docMk/>
          <pc:sldMk cId="787449473" sldId="416"/>
        </pc:sldMkLst>
        <pc:spChg chg="add mod">
          <ac:chgData name="Fariha Hossain" userId="6aa7d125-f4d1-4b59-9e05-e109224d2bd2" providerId="ADAL" clId="{907321D6-D07A-494C-A977-7A7DC7C5B0B5}" dt="2026-02-23T17:15:36.082" v="139" actId="1076"/>
          <ac:spMkLst>
            <pc:docMk/>
            <pc:sldMk cId="787449473" sldId="416"/>
            <ac:spMk id="2" creationId="{1BA415B7-1409-4AB8-31B6-98DE957664F9}"/>
          </ac:spMkLst>
        </pc:spChg>
        <pc:picChg chg="add mod">
          <ac:chgData name="Fariha Hossain" userId="6aa7d125-f4d1-4b59-9e05-e109224d2bd2" providerId="ADAL" clId="{907321D6-D07A-494C-A977-7A7DC7C5B0B5}" dt="2026-02-23T17:15:38.145" v="140" actId="1076"/>
          <ac:picMkLst>
            <pc:docMk/>
            <pc:sldMk cId="787449473" sldId="416"/>
            <ac:picMk id="3" creationId="{2E64B11D-AA7F-824B-12F5-CAEBA045EA93}"/>
          </ac:picMkLst>
        </pc:pic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2737342074" sldId="416"/>
        </pc:sldMkLst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1143558767" sldId="417"/>
        </pc:sldMkLst>
      </pc:sldChg>
      <pc:sldChg chg="addSp modSp add mod">
        <pc:chgData name="Fariha Hossain" userId="6aa7d125-f4d1-4b59-9e05-e109224d2bd2" providerId="ADAL" clId="{907321D6-D07A-494C-A977-7A7DC7C5B0B5}" dt="2026-02-23T17:16:18.057" v="150" actId="20577"/>
        <pc:sldMkLst>
          <pc:docMk/>
          <pc:sldMk cId="2919557617" sldId="417"/>
        </pc:sldMkLst>
        <pc:spChg chg="add mod">
          <ac:chgData name="Fariha Hossain" userId="6aa7d125-f4d1-4b59-9e05-e109224d2bd2" providerId="ADAL" clId="{907321D6-D07A-494C-A977-7A7DC7C5B0B5}" dt="2026-02-23T17:16:00.904" v="146" actId="14100"/>
          <ac:spMkLst>
            <pc:docMk/>
            <pc:sldMk cId="2919557617" sldId="417"/>
            <ac:spMk id="2" creationId="{7FDD13A3-0681-B170-08A0-D1F29A319B0D}"/>
          </ac:spMkLst>
        </pc:spChg>
        <pc:spChg chg="add mod">
          <ac:chgData name="Fariha Hossain" userId="6aa7d125-f4d1-4b59-9e05-e109224d2bd2" providerId="ADAL" clId="{907321D6-D07A-494C-A977-7A7DC7C5B0B5}" dt="2026-02-23T17:16:18.057" v="150" actId="20577"/>
          <ac:spMkLst>
            <pc:docMk/>
            <pc:sldMk cId="2919557617" sldId="417"/>
            <ac:spMk id="3" creationId="{0A85D40A-9BFC-E7C3-32A0-E2B59E023F70}"/>
          </ac:spMkLst>
        </pc:spChg>
      </pc:sldChg>
      <pc:sldChg chg="addSp delSp modSp add mod">
        <pc:chgData name="Fariha Hossain" userId="6aa7d125-f4d1-4b59-9e05-e109224d2bd2" providerId="ADAL" clId="{907321D6-D07A-494C-A977-7A7DC7C5B0B5}" dt="2026-02-23T17:16:45.009" v="159" actId="1076"/>
        <pc:sldMkLst>
          <pc:docMk/>
          <pc:sldMk cId="3799048505" sldId="418"/>
        </pc:sldMkLst>
        <pc:spChg chg="del">
          <ac:chgData name="Fariha Hossain" userId="6aa7d125-f4d1-4b59-9e05-e109224d2bd2" providerId="ADAL" clId="{907321D6-D07A-494C-A977-7A7DC7C5B0B5}" dt="2026-02-23T17:15:53.566" v="143" actId="478"/>
          <ac:spMkLst>
            <pc:docMk/>
            <pc:sldMk cId="3799048505" sldId="418"/>
            <ac:spMk id="2" creationId="{00AA01F0-3074-F59E-7454-F9DA1F993E6E}"/>
          </ac:spMkLst>
        </pc:spChg>
        <pc:spChg chg="add mod">
          <ac:chgData name="Fariha Hossain" userId="6aa7d125-f4d1-4b59-9e05-e109224d2bd2" providerId="ADAL" clId="{907321D6-D07A-494C-A977-7A7DC7C5B0B5}" dt="2026-02-23T17:16:38.760" v="157" actId="207"/>
          <ac:spMkLst>
            <pc:docMk/>
            <pc:sldMk cId="3799048505" sldId="418"/>
            <ac:spMk id="3" creationId="{96AD72BE-54C7-2FC2-025A-1E49D020A60B}"/>
          </ac:spMkLst>
        </pc:spChg>
        <pc:spChg chg="add mod">
          <ac:chgData name="Fariha Hossain" userId="6aa7d125-f4d1-4b59-9e05-e109224d2bd2" providerId="ADAL" clId="{907321D6-D07A-494C-A977-7A7DC7C5B0B5}" dt="2026-02-23T17:16:45.009" v="159" actId="1076"/>
          <ac:spMkLst>
            <pc:docMk/>
            <pc:sldMk cId="3799048505" sldId="418"/>
            <ac:spMk id="4" creationId="{24A54117-77EF-1DBE-F426-6317F0374D28}"/>
          </ac:spMkLst>
        </pc:sp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3807293577" sldId="418"/>
        </pc:sldMkLst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3349277575" sldId="419"/>
        </pc:sldMkLst>
      </pc:sldChg>
      <pc:sldChg chg="addSp modSp add mod">
        <pc:chgData name="Fariha Hossain" userId="6aa7d125-f4d1-4b59-9e05-e109224d2bd2" providerId="ADAL" clId="{907321D6-D07A-494C-A977-7A7DC7C5B0B5}" dt="2026-02-23T17:17:34.429" v="172" actId="14100"/>
        <pc:sldMkLst>
          <pc:docMk/>
          <pc:sldMk cId="4253410704" sldId="419"/>
        </pc:sldMkLst>
        <pc:spChg chg="add mod">
          <ac:chgData name="Fariha Hossain" userId="6aa7d125-f4d1-4b59-9e05-e109224d2bd2" providerId="ADAL" clId="{907321D6-D07A-494C-A977-7A7DC7C5B0B5}" dt="2026-02-23T17:17:20.585" v="168" actId="14100"/>
          <ac:spMkLst>
            <pc:docMk/>
            <pc:sldMk cId="4253410704" sldId="419"/>
            <ac:spMk id="2" creationId="{F3B5763E-7017-73F1-3C0D-298BE3FBE38E}"/>
          </ac:spMkLst>
        </pc:spChg>
        <pc:spChg chg="add mod">
          <ac:chgData name="Fariha Hossain" userId="6aa7d125-f4d1-4b59-9e05-e109224d2bd2" providerId="ADAL" clId="{907321D6-D07A-494C-A977-7A7DC7C5B0B5}" dt="2026-02-23T17:17:34.429" v="172" actId="14100"/>
          <ac:spMkLst>
            <pc:docMk/>
            <pc:sldMk cId="4253410704" sldId="419"/>
            <ac:spMk id="3" creationId="{8E6862E4-95C3-F189-0BE9-2911D8C43761}"/>
          </ac:spMkLst>
        </pc:spChg>
        <pc:picChg chg="add mod">
          <ac:chgData name="Fariha Hossain" userId="6aa7d125-f4d1-4b59-9e05-e109224d2bd2" providerId="ADAL" clId="{907321D6-D07A-494C-A977-7A7DC7C5B0B5}" dt="2026-02-23T17:17:31.069" v="171" actId="1076"/>
          <ac:picMkLst>
            <pc:docMk/>
            <pc:sldMk cId="4253410704" sldId="419"/>
            <ac:picMk id="4" creationId="{88727EF6-54F8-1FDE-A41A-F3F1EB364D4C}"/>
          </ac:picMkLst>
        </pc:pic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1993974977" sldId="420"/>
        </pc:sldMkLst>
      </pc:sldChg>
      <pc:sldChg chg="addSp modSp add mod">
        <pc:chgData name="Fariha Hossain" userId="6aa7d125-f4d1-4b59-9e05-e109224d2bd2" providerId="ADAL" clId="{907321D6-D07A-494C-A977-7A7DC7C5B0B5}" dt="2026-02-23T17:17:59.963" v="176" actId="1076"/>
        <pc:sldMkLst>
          <pc:docMk/>
          <pc:sldMk cId="4199519065" sldId="420"/>
        </pc:sldMkLst>
        <pc:spChg chg="add mod">
          <ac:chgData name="Fariha Hossain" userId="6aa7d125-f4d1-4b59-9e05-e109224d2bd2" providerId="ADAL" clId="{907321D6-D07A-494C-A977-7A7DC7C5B0B5}" dt="2026-02-23T17:17:59.963" v="176" actId="1076"/>
          <ac:spMkLst>
            <pc:docMk/>
            <pc:sldMk cId="4199519065" sldId="420"/>
            <ac:spMk id="2" creationId="{E12E924B-402E-ED89-CC65-6DE914517BFF}"/>
          </ac:spMkLst>
        </pc:spChg>
      </pc:sldChg>
      <pc:sldChg chg="addSp modSp add mod">
        <pc:chgData name="Fariha Hossain" userId="6aa7d125-f4d1-4b59-9e05-e109224d2bd2" providerId="ADAL" clId="{907321D6-D07A-494C-A977-7A7DC7C5B0B5}" dt="2026-02-23T17:18:38.769" v="190" actId="1076"/>
        <pc:sldMkLst>
          <pc:docMk/>
          <pc:sldMk cId="541684918" sldId="421"/>
        </pc:sldMkLst>
        <pc:spChg chg="add mod">
          <ac:chgData name="Fariha Hossain" userId="6aa7d125-f4d1-4b59-9e05-e109224d2bd2" providerId="ADAL" clId="{907321D6-D07A-494C-A977-7A7DC7C5B0B5}" dt="2026-02-23T17:18:28.571" v="186" actId="1076"/>
          <ac:spMkLst>
            <pc:docMk/>
            <pc:sldMk cId="541684918" sldId="421"/>
            <ac:spMk id="2" creationId="{3F4CE273-0218-135F-9C26-4EBF01151E1B}"/>
          </ac:spMkLst>
        </pc:spChg>
        <pc:spChg chg="add mod">
          <ac:chgData name="Fariha Hossain" userId="6aa7d125-f4d1-4b59-9e05-e109224d2bd2" providerId="ADAL" clId="{907321D6-D07A-494C-A977-7A7DC7C5B0B5}" dt="2026-02-23T17:18:38.769" v="190" actId="1076"/>
          <ac:spMkLst>
            <pc:docMk/>
            <pc:sldMk cId="541684918" sldId="421"/>
            <ac:spMk id="3" creationId="{738F8722-E078-BDF8-EE7B-E870FD6C79DF}"/>
          </ac:spMkLst>
        </pc:sp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2756603562" sldId="421"/>
        </pc:sldMkLst>
      </pc:sldChg>
      <pc:sldChg chg="addSp modSp add mod">
        <pc:chgData name="Fariha Hossain" userId="6aa7d125-f4d1-4b59-9e05-e109224d2bd2" providerId="ADAL" clId="{907321D6-D07A-494C-A977-7A7DC7C5B0B5}" dt="2026-02-23T17:19:00.003" v="195" actId="14100"/>
        <pc:sldMkLst>
          <pc:docMk/>
          <pc:sldMk cId="1819086862" sldId="422"/>
        </pc:sldMkLst>
        <pc:spChg chg="add mod">
          <ac:chgData name="Fariha Hossain" userId="6aa7d125-f4d1-4b59-9e05-e109224d2bd2" providerId="ADAL" clId="{907321D6-D07A-494C-A977-7A7DC7C5B0B5}" dt="2026-02-23T17:18:51.236" v="192" actId="207"/>
          <ac:spMkLst>
            <pc:docMk/>
            <pc:sldMk cId="1819086862" sldId="422"/>
            <ac:spMk id="2" creationId="{7443FFBF-2B1C-7D01-208C-0537AE53EC18}"/>
          </ac:spMkLst>
        </pc:spChg>
        <pc:spChg chg="add mod">
          <ac:chgData name="Fariha Hossain" userId="6aa7d125-f4d1-4b59-9e05-e109224d2bd2" providerId="ADAL" clId="{907321D6-D07A-494C-A977-7A7DC7C5B0B5}" dt="2026-02-23T17:19:00.003" v="195" actId="14100"/>
          <ac:spMkLst>
            <pc:docMk/>
            <pc:sldMk cId="1819086862" sldId="422"/>
            <ac:spMk id="3" creationId="{60759EB9-8457-3374-0BC4-7BEAE7066A21}"/>
          </ac:spMkLst>
        </pc:sp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2417672324" sldId="422"/>
        </pc:sldMkLst>
      </pc:sldChg>
      <pc:sldChg chg="addSp modSp add mod">
        <pc:chgData name="Fariha Hossain" userId="6aa7d125-f4d1-4b59-9e05-e109224d2bd2" providerId="ADAL" clId="{907321D6-D07A-494C-A977-7A7DC7C5B0B5}" dt="2026-02-23T17:17:09.244" v="164" actId="1076"/>
        <pc:sldMkLst>
          <pc:docMk/>
          <pc:sldMk cId="1686514451" sldId="423"/>
        </pc:sldMkLst>
        <pc:spChg chg="add mod">
          <ac:chgData name="Fariha Hossain" userId="6aa7d125-f4d1-4b59-9e05-e109224d2bd2" providerId="ADAL" clId="{907321D6-D07A-494C-A977-7A7DC7C5B0B5}" dt="2026-02-23T17:16:57.044" v="162" actId="207"/>
          <ac:spMkLst>
            <pc:docMk/>
            <pc:sldMk cId="1686514451" sldId="423"/>
            <ac:spMk id="2" creationId="{FCA19FE9-A48B-731B-E0AF-35D3F76255CF}"/>
          </ac:spMkLst>
        </pc:spChg>
        <pc:spChg chg="add mod">
          <ac:chgData name="Fariha Hossain" userId="6aa7d125-f4d1-4b59-9e05-e109224d2bd2" providerId="ADAL" clId="{907321D6-D07A-494C-A977-7A7DC7C5B0B5}" dt="2026-02-23T17:17:09.244" v="164" actId="1076"/>
          <ac:spMkLst>
            <pc:docMk/>
            <pc:sldMk cId="1686514451" sldId="423"/>
            <ac:spMk id="5" creationId="{348BE098-965C-F7A3-1FB9-5D95BFEEC9AF}"/>
          </ac:spMkLst>
        </pc:spChg>
        <pc:graphicFrameChg chg="add mod">
          <ac:chgData name="Fariha Hossain" userId="6aa7d125-f4d1-4b59-9e05-e109224d2bd2" providerId="ADAL" clId="{907321D6-D07A-494C-A977-7A7DC7C5B0B5}" dt="2026-02-23T17:17:09.244" v="164" actId="1076"/>
          <ac:graphicFrameMkLst>
            <pc:docMk/>
            <pc:sldMk cId="1686514451" sldId="423"/>
            <ac:graphicFrameMk id="4" creationId="{1202A10B-54D4-CE27-671A-ED9A6FFAAEB6}"/>
          </ac:graphicFrameMkLst>
        </pc:graphicFrameChg>
        <pc:picChg chg="add mod">
          <ac:chgData name="Fariha Hossain" userId="6aa7d125-f4d1-4b59-9e05-e109224d2bd2" providerId="ADAL" clId="{907321D6-D07A-494C-A977-7A7DC7C5B0B5}" dt="2026-02-23T17:17:09.244" v="164" actId="1076"/>
          <ac:picMkLst>
            <pc:docMk/>
            <pc:sldMk cId="1686514451" sldId="423"/>
            <ac:picMk id="3" creationId="{B78E341D-E514-1485-98B1-850A56265A19}"/>
          </ac:picMkLst>
        </pc:pic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3964558366" sldId="423"/>
        </pc:sldMkLst>
      </pc:sldChg>
      <pc:sldChg chg="add ord">
        <pc:chgData name="Fariha Hossain" userId="6aa7d125-f4d1-4b59-9e05-e109224d2bd2" providerId="ADAL" clId="{907321D6-D07A-494C-A977-7A7DC7C5B0B5}" dt="2026-02-23T17:19:03.919" v="198"/>
        <pc:sldMkLst>
          <pc:docMk/>
          <pc:sldMk cId="448334937" sldId="424"/>
        </pc:sldMkLst>
      </pc:sldChg>
      <pc:sldChg chg="addSp modSp add mod">
        <pc:chgData name="Fariha Hossain" userId="6aa7d125-f4d1-4b59-9e05-e109224d2bd2" providerId="ADAL" clId="{907321D6-D07A-494C-A977-7A7DC7C5B0B5}" dt="2026-02-23T17:19:58.415" v="212" actId="1076"/>
        <pc:sldMkLst>
          <pc:docMk/>
          <pc:sldMk cId="1851231056" sldId="425"/>
        </pc:sldMkLst>
        <pc:spChg chg="add mod">
          <ac:chgData name="Fariha Hossain" userId="6aa7d125-f4d1-4b59-9e05-e109224d2bd2" providerId="ADAL" clId="{907321D6-D07A-494C-A977-7A7DC7C5B0B5}" dt="2026-02-23T17:19:48.682" v="210" actId="14100"/>
          <ac:spMkLst>
            <pc:docMk/>
            <pc:sldMk cId="1851231056" sldId="425"/>
            <ac:spMk id="2" creationId="{1807C555-A2E3-CF58-CDF3-120FB7DF6E5D}"/>
          </ac:spMkLst>
        </pc:spChg>
        <pc:spChg chg="add mod">
          <ac:chgData name="Fariha Hossain" userId="6aa7d125-f4d1-4b59-9e05-e109224d2bd2" providerId="ADAL" clId="{907321D6-D07A-494C-A977-7A7DC7C5B0B5}" dt="2026-02-23T17:19:58.415" v="212" actId="1076"/>
          <ac:spMkLst>
            <pc:docMk/>
            <pc:sldMk cId="1851231056" sldId="425"/>
            <ac:spMk id="3" creationId="{98EBE327-D286-A79F-42CC-1554A55C3BB2}"/>
          </ac:spMkLst>
        </pc:spChg>
        <pc:spChg chg="mod">
          <ac:chgData name="Fariha Hossain" userId="6aa7d125-f4d1-4b59-9e05-e109224d2bd2" providerId="ADAL" clId="{907321D6-D07A-494C-A977-7A7DC7C5B0B5}" dt="2026-02-23T17:19:54.780" v="211"/>
          <ac:spMkLst>
            <pc:docMk/>
            <pc:sldMk cId="1851231056" sldId="425"/>
            <ac:spMk id="6" creationId="{7FAE102B-1266-A607-1307-457B30803AC7}"/>
          </ac:spMkLst>
        </pc:spChg>
        <pc:spChg chg="mod">
          <ac:chgData name="Fariha Hossain" userId="6aa7d125-f4d1-4b59-9e05-e109224d2bd2" providerId="ADAL" clId="{907321D6-D07A-494C-A977-7A7DC7C5B0B5}" dt="2026-02-23T17:19:54.780" v="211"/>
          <ac:spMkLst>
            <pc:docMk/>
            <pc:sldMk cId="1851231056" sldId="425"/>
            <ac:spMk id="8" creationId="{E838C45E-968B-870A-88E8-6A8BC7EC0220}"/>
          </ac:spMkLst>
        </pc:spChg>
        <pc:spChg chg="mod">
          <ac:chgData name="Fariha Hossain" userId="6aa7d125-f4d1-4b59-9e05-e109224d2bd2" providerId="ADAL" clId="{907321D6-D07A-494C-A977-7A7DC7C5B0B5}" dt="2026-02-23T17:19:54.780" v="211"/>
          <ac:spMkLst>
            <pc:docMk/>
            <pc:sldMk cId="1851231056" sldId="425"/>
            <ac:spMk id="10" creationId="{5E77005C-C8AA-E802-CA82-0F5B40CC1533}"/>
          </ac:spMkLst>
        </pc:spChg>
        <pc:spChg chg="mod">
          <ac:chgData name="Fariha Hossain" userId="6aa7d125-f4d1-4b59-9e05-e109224d2bd2" providerId="ADAL" clId="{907321D6-D07A-494C-A977-7A7DC7C5B0B5}" dt="2026-02-23T17:19:54.780" v="211"/>
          <ac:spMkLst>
            <pc:docMk/>
            <pc:sldMk cId="1851231056" sldId="425"/>
            <ac:spMk id="15" creationId="{4239E29B-013A-46EA-B934-D6FDCA628A8E}"/>
          </ac:spMkLst>
        </pc:spChg>
        <pc:spChg chg="mod">
          <ac:chgData name="Fariha Hossain" userId="6aa7d125-f4d1-4b59-9e05-e109224d2bd2" providerId="ADAL" clId="{907321D6-D07A-494C-A977-7A7DC7C5B0B5}" dt="2026-02-23T17:19:54.780" v="211"/>
          <ac:spMkLst>
            <pc:docMk/>
            <pc:sldMk cId="1851231056" sldId="425"/>
            <ac:spMk id="22" creationId="{A44F8034-7D58-6440-6BB5-952AEF3E1CCE}"/>
          </ac:spMkLst>
        </pc:spChg>
        <pc:spChg chg="mod">
          <ac:chgData name="Fariha Hossain" userId="6aa7d125-f4d1-4b59-9e05-e109224d2bd2" providerId="ADAL" clId="{907321D6-D07A-494C-A977-7A7DC7C5B0B5}" dt="2026-02-23T17:19:54.780" v="211"/>
          <ac:spMkLst>
            <pc:docMk/>
            <pc:sldMk cId="1851231056" sldId="425"/>
            <ac:spMk id="23" creationId="{4BA22CDE-04EC-CAB6-017F-B58D66DC7BCB}"/>
          </ac:spMkLst>
        </pc:spChg>
        <pc:spChg chg="mod">
          <ac:chgData name="Fariha Hossain" userId="6aa7d125-f4d1-4b59-9e05-e109224d2bd2" providerId="ADAL" clId="{907321D6-D07A-494C-A977-7A7DC7C5B0B5}" dt="2026-02-23T17:19:54.780" v="211"/>
          <ac:spMkLst>
            <pc:docMk/>
            <pc:sldMk cId="1851231056" sldId="425"/>
            <ac:spMk id="27" creationId="{EAFFBC98-9634-1C80-B9AB-3842604E989C}"/>
          </ac:spMkLst>
        </pc:spChg>
        <pc:spChg chg="mod">
          <ac:chgData name="Fariha Hossain" userId="6aa7d125-f4d1-4b59-9e05-e109224d2bd2" providerId="ADAL" clId="{907321D6-D07A-494C-A977-7A7DC7C5B0B5}" dt="2026-02-23T17:19:54.780" v="211"/>
          <ac:spMkLst>
            <pc:docMk/>
            <pc:sldMk cId="1851231056" sldId="425"/>
            <ac:spMk id="28" creationId="{64F43AF4-6DC5-AA41-C369-461658C81ADE}"/>
          </ac:spMkLst>
        </pc:spChg>
        <pc:spChg chg="mod">
          <ac:chgData name="Fariha Hossain" userId="6aa7d125-f4d1-4b59-9e05-e109224d2bd2" providerId="ADAL" clId="{907321D6-D07A-494C-A977-7A7DC7C5B0B5}" dt="2026-02-23T17:19:58.415" v="212" actId="1076"/>
          <ac:spMkLst>
            <pc:docMk/>
            <pc:sldMk cId="1851231056" sldId="425"/>
            <ac:spMk id="29" creationId="{B4AF4B13-9CE5-DE9D-2D58-C7866E204F4F}"/>
          </ac:spMkLst>
        </pc:spChg>
        <pc:spChg chg="mod">
          <ac:chgData name="Fariha Hossain" userId="6aa7d125-f4d1-4b59-9e05-e109224d2bd2" providerId="ADAL" clId="{907321D6-D07A-494C-A977-7A7DC7C5B0B5}" dt="2026-02-23T17:19:58.415" v="212" actId="1076"/>
          <ac:spMkLst>
            <pc:docMk/>
            <pc:sldMk cId="1851231056" sldId="425"/>
            <ac:spMk id="30" creationId="{AC96241E-2AB3-7E6F-915F-52B9926F56FF}"/>
          </ac:spMkLst>
        </pc:spChg>
        <pc:spChg chg="mod">
          <ac:chgData name="Fariha Hossain" userId="6aa7d125-f4d1-4b59-9e05-e109224d2bd2" providerId="ADAL" clId="{907321D6-D07A-494C-A977-7A7DC7C5B0B5}" dt="2026-02-23T17:19:58.415" v="212" actId="1076"/>
          <ac:spMkLst>
            <pc:docMk/>
            <pc:sldMk cId="1851231056" sldId="425"/>
            <ac:spMk id="31" creationId="{F4DC7E63-CFC8-D414-829C-980A8D7019DA}"/>
          </ac:spMkLst>
        </pc:spChg>
        <pc:spChg chg="mod">
          <ac:chgData name="Fariha Hossain" userId="6aa7d125-f4d1-4b59-9e05-e109224d2bd2" providerId="ADAL" clId="{907321D6-D07A-494C-A977-7A7DC7C5B0B5}" dt="2026-02-23T17:19:58.415" v="212" actId="1076"/>
          <ac:spMkLst>
            <pc:docMk/>
            <pc:sldMk cId="1851231056" sldId="425"/>
            <ac:spMk id="33" creationId="{FCA6FCFF-075C-3319-0BE6-659464AEE793}"/>
          </ac:spMkLst>
        </pc:spChg>
        <pc:spChg chg="mod">
          <ac:chgData name="Fariha Hossain" userId="6aa7d125-f4d1-4b59-9e05-e109224d2bd2" providerId="ADAL" clId="{907321D6-D07A-494C-A977-7A7DC7C5B0B5}" dt="2026-02-23T17:19:58.415" v="212" actId="1076"/>
          <ac:spMkLst>
            <pc:docMk/>
            <pc:sldMk cId="1851231056" sldId="425"/>
            <ac:spMk id="35" creationId="{37DDD5DD-C0B0-518A-C3CC-5CCD0BED88D5}"/>
          </ac:spMkLst>
        </pc:spChg>
        <pc:spChg chg="mod">
          <ac:chgData name="Fariha Hossain" userId="6aa7d125-f4d1-4b59-9e05-e109224d2bd2" providerId="ADAL" clId="{907321D6-D07A-494C-A977-7A7DC7C5B0B5}" dt="2026-02-23T17:19:58.415" v="212" actId="1076"/>
          <ac:spMkLst>
            <pc:docMk/>
            <pc:sldMk cId="1851231056" sldId="425"/>
            <ac:spMk id="36" creationId="{9A695E7A-256D-0CA1-D078-6D6E9FB9389F}"/>
          </ac:spMkLst>
        </pc:spChg>
        <pc:spChg chg="mod">
          <ac:chgData name="Fariha Hossain" userId="6aa7d125-f4d1-4b59-9e05-e109224d2bd2" providerId="ADAL" clId="{907321D6-D07A-494C-A977-7A7DC7C5B0B5}" dt="2026-02-23T17:19:58.415" v="212" actId="1076"/>
          <ac:spMkLst>
            <pc:docMk/>
            <pc:sldMk cId="1851231056" sldId="425"/>
            <ac:spMk id="37" creationId="{30D0AD6C-F9BF-872E-744C-4DD6F6D86229}"/>
          </ac:spMkLst>
        </pc:spChg>
        <pc:spChg chg="add mod">
          <ac:chgData name="Fariha Hossain" userId="6aa7d125-f4d1-4b59-9e05-e109224d2bd2" providerId="ADAL" clId="{907321D6-D07A-494C-A977-7A7DC7C5B0B5}" dt="2026-02-23T17:19:58.415" v="212" actId="1076"/>
          <ac:spMkLst>
            <pc:docMk/>
            <pc:sldMk cId="1851231056" sldId="425"/>
            <ac:spMk id="38" creationId="{EB8D1903-AB4A-C98A-0D9B-7228E44F48CA}"/>
          </ac:spMkLst>
        </pc:spChg>
        <pc:spChg chg="mod">
          <ac:chgData name="Fariha Hossain" userId="6aa7d125-f4d1-4b59-9e05-e109224d2bd2" providerId="ADAL" clId="{907321D6-D07A-494C-A977-7A7DC7C5B0B5}" dt="2026-02-23T17:19:58.415" v="212" actId="1076"/>
          <ac:spMkLst>
            <pc:docMk/>
            <pc:sldMk cId="1851231056" sldId="425"/>
            <ac:spMk id="40" creationId="{23333DEC-636A-E75C-FA07-E7BB85F0EC18}"/>
          </ac:spMkLst>
        </pc:spChg>
      </pc:sldChg>
      <pc:sldChg chg="addSp modSp add mod">
        <pc:chgData name="Fariha Hossain" userId="6aa7d125-f4d1-4b59-9e05-e109224d2bd2" providerId="ADAL" clId="{907321D6-D07A-494C-A977-7A7DC7C5B0B5}" dt="2026-02-23T17:20:23.988" v="219" actId="1076"/>
        <pc:sldMkLst>
          <pc:docMk/>
          <pc:sldMk cId="559661445" sldId="426"/>
        </pc:sldMkLst>
        <pc:spChg chg="add mod">
          <ac:chgData name="Fariha Hossain" userId="6aa7d125-f4d1-4b59-9e05-e109224d2bd2" providerId="ADAL" clId="{907321D6-D07A-494C-A977-7A7DC7C5B0B5}" dt="2026-02-23T17:20:10.903" v="215" actId="207"/>
          <ac:spMkLst>
            <pc:docMk/>
            <pc:sldMk cId="559661445" sldId="426"/>
            <ac:spMk id="2" creationId="{9CA70273-9953-49FC-2F4F-7DA45CE3CA62}"/>
          </ac:spMkLst>
        </pc:spChg>
        <pc:spChg chg="add mod">
          <ac:chgData name="Fariha Hossain" userId="6aa7d125-f4d1-4b59-9e05-e109224d2bd2" providerId="ADAL" clId="{907321D6-D07A-494C-A977-7A7DC7C5B0B5}" dt="2026-02-23T17:20:23.988" v="219" actId="1076"/>
          <ac:spMkLst>
            <pc:docMk/>
            <pc:sldMk cId="559661445" sldId="426"/>
            <ac:spMk id="3" creationId="{3BEC975F-99BB-DCCB-7D1E-956AAC569C0A}"/>
          </ac:spMkLst>
        </pc:spChg>
      </pc:sldChg>
      <pc:sldChg chg="del">
        <pc:chgData name="Fariha Hossain" userId="6aa7d125-f4d1-4b59-9e05-e109224d2bd2" providerId="ADAL" clId="{907321D6-D07A-494C-A977-7A7DC7C5B0B5}" dt="2026-02-23T16:30:31.981" v="0" actId="47"/>
        <pc:sldMkLst>
          <pc:docMk/>
          <pc:sldMk cId="3459565570" sldId="429"/>
        </pc:sldMkLst>
      </pc:sldChg>
    </pc:docChg>
  </pc:docChgLst>
  <pc:docChgLst>
    <pc:chgData name="Fariha Hossain" userId="6aa7d125-f4d1-4b59-9e05-e109224d2bd2" providerId="ADAL" clId="{24D189ED-3557-4501-ACFE-1E2F0A62EA70}"/>
    <pc:docChg chg="custSel modSld">
      <pc:chgData name="Fariha Hossain" userId="6aa7d125-f4d1-4b59-9e05-e109224d2bd2" providerId="ADAL" clId="{24D189ED-3557-4501-ACFE-1E2F0A62EA70}" dt="2026-02-23T21:57:43.689" v="0" actId="7634"/>
      <pc:docMkLst>
        <pc:docMk/>
      </pc:docMkLst>
      <pc:sldChg chg="addSp mod">
        <pc:chgData name="Fariha Hossain" userId="6aa7d125-f4d1-4b59-9e05-e109224d2bd2" providerId="ADAL" clId="{24D189ED-3557-4501-ACFE-1E2F0A62EA70}" dt="2026-02-23T21:57:43.689" v="0" actId="7634"/>
        <pc:sldMkLst>
          <pc:docMk/>
          <pc:sldMk cId="3808484099" sldId="376"/>
        </pc:sldMkLst>
        <pc:inkChg chg="add">
          <ac:chgData name="Fariha Hossain" userId="6aa7d125-f4d1-4b59-9e05-e109224d2bd2" providerId="ADAL" clId="{24D189ED-3557-4501-ACFE-1E2F0A62EA70}" dt="2026-02-23T21:57:43.689" v="0" actId="7634"/>
          <ac:inkMkLst>
            <pc:docMk/>
            <pc:sldMk cId="3808484099" sldId="376"/>
            <ac:inkMk id="2" creationId="{97E75C7E-1C02-4173-F91A-81D33FA771CC}"/>
          </ac:inkMkLst>
        </pc:inkChg>
      </pc:sldChg>
      <pc:sldChg chg="addSp mod">
        <pc:chgData name="Fariha Hossain" userId="6aa7d125-f4d1-4b59-9e05-e109224d2bd2" providerId="ADAL" clId="{24D189ED-3557-4501-ACFE-1E2F0A62EA70}" dt="2026-02-23T21:57:43.689" v="0" actId="7634"/>
        <pc:sldMkLst>
          <pc:docMk/>
          <pc:sldMk cId="1378293829" sldId="377"/>
        </pc:sldMkLst>
        <pc:inkChg chg="add">
          <ac:chgData name="Fariha Hossain" userId="6aa7d125-f4d1-4b59-9e05-e109224d2bd2" providerId="ADAL" clId="{24D189ED-3557-4501-ACFE-1E2F0A62EA70}" dt="2026-02-23T21:57:43.689" v="0" actId="7634"/>
          <ac:inkMkLst>
            <pc:docMk/>
            <pc:sldMk cId="1378293829" sldId="377"/>
            <ac:inkMk id="2" creationId="{A7FA1E52-C656-947B-3D32-B478CA6D629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28272 12192 14614,'2'-69'0,"0"1"0,0-1 0,0 1 0,0-1 0,0 1 0,0 0 0,0-1 0,0 1 0,0-1 0,0 1 0,0 0 0,0-1 0,0 1 0,0-1 0,0 1 0,0-1 0,2 2 0,1 0 0,-1 0 0,1-1 0,0 1 0,0-1 0,1 1 0,0 0 0,0 0 0,0 0 0,0 0 0,1 1 0,0 0 0,0 0 0,1 1 0,-1 0 0,1 1 0,1-3 0,0 0 0,0 0 0,1 1 0,0 0 0,0 0 0,0 1 0,1 0 0,0 1 0,0-1 0,0 1 0,1 0 0,-1 1 0,2 0 0,-1-1 0,3-3 0,1 0 0,-1 0 0,1 0 0,-1 0 0,1 0 0,-1 0 0,1 0 0,-1 0 0,1-1 0,-1 1 0,1 0 0,-1 0 0</inkml:trace>
  <inkml:trace contextRef="#ctx0" brushRef="#br0">32366 13965 16189,'-66'-12'0,"0"0"0,1 0 0,-1 0 0,1 0 0,-1 0 0,1 0 0,5 0 0,0 0 0,0 0 0,0-1 0,0 1 0,-1 0 0,0 1 0,-1 0 0,-3 1 0,0 0 0,-1 1 0,0 0 0,0 0 0,-1 1 0,-1 0 0,0-1 0,3 1 0,0 0 0,-1-1 0,-1 1 0,0 0 0,0 0 0,-2 1 0,0 0 0,-1 0 0,6 1 0,-1 1 0,-1 0 0,0 0 0,-1 1 0,0-1 0,-1 1 0,0 1 0,-1-1 0,0 1 0,-1 0-389,7 1 0,-2 0 0,1-1 0,-2 2 0,1-1 0,-1 1 1,-1 0-1,1 0 0,0 0 0,0 1 0,0 0 0,0 1 0,0 0 389,-3 0 0,-1 1 0,1 1 0,-1 0 0,1 1 0,0 0 0</inkml:trace>
  <inkml:trace contextRef="#ctx0" brushRef="#br0">32266 17487 24575,'0'0'0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17144 8917 24575,'0'0'0</inkml:trace>
  <inkml:trace contextRef="#ctx0" brushRef="#br0">14192 5519 7588,'0'-12'-300,"-2"1"0,0 1 732,-3 2-78,-4-1 1,6-2 0,-4 2 0,0 2 2233,0 1-1453,5-3 0,-5 7-107,3-2-861,2 8 0,-3 3 0,5 7 0,0 3 0,0 3 0,0 4 0,0 0 1066,0 1-1104,0 6 1,-4 0 0,-1 6 0,3 1-1,0-1 1,1 0 0,-2 2 307,-1 2 1,-1 3-369,0 6 1,4 1 0,-4 1 0,0 2 0,1-2 0,1-2 149,2-5 1,-3-2-207,0-6 1,-4 0 0,3 1 0,1-1 0,0-1 0,-1-2 34,-2-1 0,4 2-35,-1 6 0,2-2 0,2 2 0,-1-3 1,-2-2-1,-1-1-147,1-2 138,2 0 1,1 0 0,0-1 0,-1-2-1,-2-1 1,-1 1 0,1 3-41,2 3 1,-1 1 0,0 1-1,-3-1 28,3 0 1,0 0-1,2-1 1,0-2 3,0 0 1,0-6 0,0 6-1,0-1 2,0-2 0,0 1 0,0-3 1,0 4-8,0 3 0,0 1 1,-1 0-1,-2 0 3,-1 1 0,0-5 1,4 0-1,0 0 5,0-1 1,-4-1-1,0-3 1,1 1 6,1-2 0,2 5 0,-1 1 1,-2 3-6,-1 1 1,-1 0 0,2 2 0,-3 1-1,0 1 0,3-4 0,-3-3 0,2 0-2,0 2 1,-4 1 0,4-1-1,-1-2-38,0-1 1,4 5 0,-5 6 0,2 1 8,0 2 1,0 0 0,4-7 0,0 1 32,0-1 1,0-1 0,0-3-1,0-2 4,0-1 0,0-4 0,0 4 0,0 0-21,0-1 0,0 2 1,1-3-1,2 0 22,1 4 1,0-5-1,-3-1 1,2-3 8,1-1 0,0-2 0,-4-1 0,0-2-12,0-2 0,0 0 0,0-3 0,0 1-27,0-1 1,0-1-1,-1-1 1,-2-1 1,-1 0 1,-1-1-1,2-1 1,-3-2 66,-1 2 1,3-4 0,-4-1 0,-2 1 0,-1-4 0,-1 5 0,0-1-30,-1-4 1,1 0 0,-1-2-1,1 0-24,0 0 0,-2 0 0,-1 0 0,-3 0 3,-2 0 1,0 0 0,-5 0 0,0 0-13,0 0 1,-5 1 0,-4 2 0,-5 2 20,-2 2 0,-5-2 0,3 1 0,1 1 17,-1 0 0,-3 1 0,5 5 0,0-1 40,-2 1 1,-3-1 0,-7 0-1,-5 1-20,-3-1 1,1 1 0,2-1 0,4 2-8,3 2 1,0-2 0,-1 3-1,-5-4-19,-4 0 1,2-1 0,-8 1 0,3-1 87,6 0 1,0 1 0,11-1 0,-5-1-63,-6-2 0,-8 2 0,-3-3 0,2 3-25,5 1 1,5-1 0,7-1 0,1-2 33,-1 2 1,-5-3 0,-3 0 0,-2 0 6,-3-1 0,4-3 1,5 1-1,9-2-53,5-2 1,-1 4-1,-3 0 1,-5-1-27,-6-2 0,-4-1 0,-3 0 0,1 0-1,3 0 0,0 0 0,7 0 0,2 0-30,-4 0 1,-3 4 0,-10 0-1,-3 1 4,0 0 0,3-2 1,9 4-1,6 0 52,4-1 1,2 1 0,-6 2 0,-1-4 25,-2 1 0,1-5 1,7 5-1,3-2-11,4 0 0,9 0 0,11-4 0,1 0 225,2 0-72,3 0 0,2-6 0,2-2 54,5-3 0,3 3 0,1 0 0,0-2-39,0-1 1,0-1 0,0-2 0,0-1 13,0-2 0,0-5 0,-1 1 0,-2-2-57,-1-2 1,-1 0-1,4-1 1,-2-3-97,-1-4 0,-5-4 0,2-3 0,-2-3-64,1-1 1,1-5 0,-2-7-1,0 1-17,0 0 0,-2-3 0,-2 3 0,1-1-32,-1-4 0,1-6 0,0-3 0,-1 0 33,1 3 1,-1-1 0,1-1-1,0-1 11,5 34 1,1-1-1,2-1 1,0 1-1,0-2 1,0 1-1,-1 0 1,0 0 17,-1 0 1,1-1 0,1 2 0,1-1 0,0 1 0,1 1 0,-1 0 0,1-1-6,0 1 0,0-1 0,-1-3 0,1 1 0,0-2 0,1 1 0,-1 1 0,0 0-5,0 2 1,1 1-1,-2-34 1,1 3-1,0 31 1,-1-1-5,2 0 1,0-1 0,0-1 0,0-1 0,1 1 0,0 0-1,0 2 1,0 1-89,0-34 0,0 1 0,0 1 1,0 30-1,-1 1 38,-1-3 0,0 0 1,1 3-1,0-1 0,-3-29 1,3 3 2,1 1 0,-1 0 0,-2 0 1,-1 0 56,1 0 1,0 4-1,0 1 1,-2 2 33,-2 3 1,3 7 0,-3 2 0,0 0-22,0-2 0,4-8 0,-2 1 0,1 2-54,0 3 1,0 3-1,4-3 1,0 3 3,0 2 0,0 4 0,0 7 0,0-1 5,0 0 1,0 1 0,0-4-1,0 3 59,0 2 1,0-3 0,0 4 0,1 3 16,3 4 1,-3 0-1,5 5 76,-1 2 0,-2 3 1,4 2-143,-1 2 0,-1 5-256,-1-1 0,3 3 0,6 1 43,-1 0 1,0 0 0,2 0 0,3 0 46,3 0 0,4 4 0,2 0 0,3-1 68,4-2 1,-1 0 0,1 2 0,0 1 111,-1-1 0,3 0 0,-3 0 1,0 1 55,-3-2 1,1 1-1,2 0 1,2 1 40,5-1 1,2-2-1,1 1 1,3 0 4,3 2 0,2 1 0,-2-5 0,-2 0-4,-5 0 0,-2 4 1,-1 0-1,2-1-33,1-2 1,6-1 0,0 0 0,4 0-26,3 0 0,2 0 0,-6 0 0,-6 0-1,-4 0 1,2 0 0,0 0 0,2 0 24,3 0 1,3 0-1,2 0 1,2-1 13,-2-3 1,-2 2 0,-5-2 0,-3 3-2,-4 1 1,0-5-1,0 1 1,2 2-8,2 0 0,4-2 0,0 0 0,2 1-20,2 2 0,-2-1 0,-2 0 0,-7-2 18,-4 1 0,1 1 0,-3 1 0,4-2-7,4-1 1,-1 0-1,6 4 1,-1 0 39,-1 0 0,3-1 0,-5-2 0,-2-1-15,-2 1 0,-5-3 0,0 2 0,3 0-30,4-1 0,0 2 0,6-4 1,1 2 16,1 2 1,1-3 0,0 2 0,-4 0-38,-3-2 0,-8 5 0,-2-4 1,-1 0-34,1 1 0,-3 0 1,4 4-1,2-1 22,0-3 0,5 2 1,-1-2-1,-3 3 14,0 1 0,-2 0 0,-1 0 0,-4 0-11,-3 0 0,-5-4 0,-2 0 1,1 1 9,-1 1 1,-3 2 0,4 0 0,-1 0-4,0 0 1,2 0 0,4 0-1,0 0-18,-1 0 0,1 0 0,0-1 1,0-2-11,0-1 0,4 0 0,-2 4 1,-2 0 11,-3 0 1,-3 0 0,3 0 0,-2 0-2,-2 0 0,-2 0 0,-3 0 0,-1 0-19,0 0 0,1 0 1,-1 0 4,1 0 0,-1 0 0,0 0 0,1 0-8,-1 0 1,1 0-1,-1 0 1,0 0 9,1 0 1,-1 4 0,1 0 0,0-1-5,4-2 1,-3-1 0,2 0 0,-2 0-1,-2 0 1,2 0-1,1 0 1,2 0-12,-2 0 1,-1 5 0,-2-1 0,1-2 32,-1 0 1,1-2 0,-1 1-1,0 2 63,1 1 1,-1 0 34,1-4 0,-1 4 3,0 0 0,-3 5 1,-2-4 21,-2 2 1,1 1 0,-4 5-1,2-1 55,-1 1 0,-1 3 0,-2 2 0,0 3-213,0 5 1,0 0-1,0 9 1,0 2-1393,0 3 0,0 1 1,0-4-1,0 0-3007,0 1 4424,0 4 0,18-14 0,8 0 0,1 3 0,1 1 0</inkml:trace>
  <inkml:trace contextRef="#ctx0" brushRef="#br0">13571 7342 7730,'20'-5'122,"-2"3"0,-6-3 0,2 1 176,2 0 0,-6-5 1,2 5-1,0 1 164,-1 2 0,-3-3 623,0 0 398,-5 0-1212,2 4 1,-12 0 0,-4 1 0,-5 2 0,-3 1 25,-3-1 1,-6 2 0,-2-1-216,-2-1 1,-1 3 0,-4-1 0,1 1 0,1-1 60,2-2 1,6 2 0,-2-1-205,3-1 1,2-1 0,3-1 0,5 2-173,2 1-192,7 0 1,3-4-627,8 0 1,-1 0-742,5 0 0,-4 0 1792,5 0 0,15 0 0,10 0 0</inkml:trace>
  <inkml:trace contextRef="#ctx0" brushRef="#br0">13373 7243 7738,'0'-8'236,"0"-1"1046,0 0-430,-6 3 0,5-5 0,-4 4 1813,-1 0-2359,5 2 0,-10 5 0,2 1 1,0 3-1,-1 3 0,2 3 891,-2 2-1037,-1-2 1,-1 8 0,1-6 0,1 1 0,2-1 0,0 1-1,-1-1 714,1 0-797,5 1 0,-2-1 0,3 1 0,0-1 0,-3 0 0,4-1 0,2-1 274,4-2-343,4 1 1,2-1-1,7-1 1,1-2 0,4-1-1,0 1 1,3-1-896,3-2 358,-3 0 1,5-2-1,-7 0 1,1 0-1,-1 1 1,-4 2 0,-3 1-5407,-3-1 5935,-7-2 0,-41 5 0,-14 1 0</inkml:trace>
  <inkml:trace contextRef="#ctx0" brushRef="#br0">10507 7491 7703,'-19'0'155,"3"0"0,2 0 0,1 0 1,1 0-1,0 0 1082,-1 0 1,6-1 133,3-3-1094,8 2 0,3-3 0,7 3 0,1-1 0,3-1 1,1 0-1,3 0 1177,2 0-1371,6-6 0,-4 8 0,5-5 0,-2 1 0,1 2 0,2 0 0,1 0 522,-2 1-835,0 2 0,-4 1 1,-1 0-1,-4 0 1,-2 0-1,-5 0-1817,-1 0 1338,-7 0 0,-2 1 0,-6 2 0,-3 1-2999,-5-1 3708,-2-2 0,-12-1 0,-3 0 0</inkml:trace>
  <inkml:trace contextRef="#ctx0" brushRef="#br0">10793 7280 8001,'0'-7'1752,"7"2"1,4 5 0,4 0-1301,0 0 0,3 1 0,0 2 1,0 2-228,0 2 1,-3 2-1,-6 4 1,-2 3 280,-1 0-507,-2 6 1,-7-7-1,-5 5 1,-9-1-1,-5-1 1,-2 1 0,-3-1-265,-2 0-808,3-2 1,0-5 0,5-1-1,1-3 1073,0-2 0,63-22 0,20-11 0</inkml:trace>
  <inkml:trace contextRef="#ctx0" brushRef="#br0">10011 7119 7775,'-12'1'686,"-1"3"0,5-2 0,0 2 0,-2-3 364,-1-1 1,6 0 0,5 0 312,6 0-1129,6-5 1,5 2 0,5-5 0,6-2 0,5 1 0,3-1 0,4 2 894,5-2-1123,-5 4 1,14-3 0,-10 3-1,2 1 1,-2-1 0,-3 2-1,-5 0-81,-6 0-470,-9 0 1,-3 4-2331,-6 0 1758,-5 0 1,-3 0-1,-8 0-2919,-4 0 4036,2 0 0,-5-17 0,5-3 0</inkml:trace>
  <inkml:trace contextRef="#ctx0" brushRef="#br0">10358 6896 7775,'-17'0'0,"3"-2"0,-3 0 0,3-3 1092,2 3 1,4 0 339,0 2 0,6 0-802,2 0 1,10 0 0,6 0-267,-1 0 1,5 0 0,0 0-1,4 2-204,1 2 0,-5-3 1,1 5-1,0-2-108,-2 0 0,3 4 0,-5-2 0,-1 1-148,2 2 0,-8 1 0,1 1 0,-4 0-131,-5 3 1,0 1 0,-4-1 0,-2 1-290,-4 1 1,-9 5 0,-2-4 0,-2-2-101,1-1 1,3 2-1,-2 1 1,0-2-2636,-1-1 3251,5-2 0,-14 11 0,3 4 0</inkml:trace>
  <inkml:trace contextRef="#ctx0" brushRef="#br0">9689 7776 7676,'-13'0'-296,"5"-1"1496,0-3 0,6 2-858,2-2 0,11 3 0,10-1 1,4 0-1,5-2 0,6 1 0,5 0 1,3 0-1,2-1 1163,-2 1-1506,-1 2 0,-6-3 0,0 0 0,0 1 0,-1 2 1,-3-1-1,-5 0-297,-6-3-2060,-4 1 0,-3 6 2358,-3 2 0,-35-8 0,-18 2 0</inkml:trace>
  <inkml:trace contextRef="#ctx0" brushRef="#br0">10048 7565 8084,'-7'-1'1220,"3"-3"1,7 1-1,3-4 1,0 2-853,4 2 1,5 0 0,3 0 0,0-1 360,0 2-703,4 0 0,-4 4 1,3 2-1,-5 5 1,-2 7-1,-3 4 1,-3 4 117,-4 0-358,-2 7 0,-4-1 0,-3 5 1,-7-2-1,-8 0 0,-3-2 0,-2-2-1831,0-3 1537,6-6 0,-5 2 0,5-6 508,0 0 0,-5-14 0,5-3 0</inkml:trace>
  <inkml:trace contextRef="#ctx0" brushRef="#br0">26225 5631 7678,'-32'16'228,"3"1"0,3 3 0,1-3 0,2-2 1,1-1-1,3-3 0,1-1 0,2-2 1488,3 1-1115,6-3 0,-3 5 1,5-4 966,-2 0-1416,4-2 1,-1-5 0,8 0-1,4 0 1,3-1 771,2-3-832,10-3 0,-1-10 0,13-1 0,5-2 0,8-5 0,10-4 0,-27 13 0,1 0 209,1-1 1,0 0-283,0-1 0,0 0 0,1-2 0,0-1 0,1-1 0,0 1 0,3-1 0,0 0 0,2-1 1,0 0-1,1 2 0,1 0 0,-3 2 0,0 0 150,-1 4 0,-3 0-182,22-11 1,-9 3-1,-13 2 1,-6 4 0,-9 4-1,-5 2 1,-2 1-66,-1 2-1052,1 5-1608,-7-3 1470,0 6 0,-12 2-416,-2 2 1,1-1 1683,-1 5 0,0-11 0,-5 2 0</inkml:trace>
  <inkml:trace contextRef="#ctx0" brushRef="#br0">26957 4961 7707,'-13'0'144,"1"0"1,0 0 219,-1 0 0,2-1 0,2-2 1072,0-1 0,8 0 0,1 4-691,7 0 0,5 0 0,3 0 0,3 0-551,2 0 0,0 0 1,5 1-1,-1 2-65,-4 1 0,4 0 0,-4-3 0,2 2 26,-1 1 1,1 6 0,-5-2 0,-1 5-45,2 3 1,-8 3-1,1 8 1,-4 0 40,-5 2 0,-6 5 1,-5 0-1,-5 0-34,-3-1 1,-3 2 0,2-7-1,0-1-135,0-5 1,1 0 0,5-6 0,0-2-991,-1-4 1,5-5-2981,0-5 3324,5 0 0,-3-1 663,6-3 0,6-3 0,1-6 0</inkml:trace>
  <inkml:trace contextRef="#ctx0" brushRef="#br0">26138 5804 7707,'-12'0'144,"-1"0"0,1 0 0,0 0 821,-1 0 0,1 0-185,-1 0-166,6 0 0,0 0 0,6 0 1109,1 0-1458,3 0 0,15-1 0,4-3 0,5-6 0,9-5 0,8-6 0,10-3 431,5-5 0,-26 11 0,1 0-616,-2-2 0,2-2 0,4-3 0,1-1 0,0 1 0,2 1 1,2-2-1,1 1 0,2-1 0,0-1 0,-1 2 0,0-1-111,-3 1 0,0 1 0,-4 2 1,-2 3-1,17-10-13,-12 2 1,-8 4-1,-10 2 1,-2 5 0,-4 3-843,-4 5-910,-6 3 238,-1 5 1,-12 1 685,-2 3 0,-3-1 0,-1 5 1,-1 0-982,1-1 0,-1 0 1853,1-3 0,-17-8 0,-4 3 0</inkml:trace>
  <inkml:trace contextRef="#ctx0" brushRef="#br0">26858 5073 7707,'-17'0'95,"1"-2"1,0-1 851,3-1 0,0 0 135,1 4 0,6 0 0,6-1-412,7-3 1,8 1 0,5-5 0,2-2 482,4-1-965,1 4 1,2-4 0,0 3 0,0-3 0,-1 0 0,-2 1 0,-3 3 16,1 2 0,-1 1 0,1 4 0,-4 0-200,-3 0 0,-3 11 1,-2 5-1,-1 8-78,-3 4 0,-2 0 1,-6 5-1,-1 2 116,-4 0 1,-1 5 0,-8-1 0,-1-5 107,-2-2 1,-5 1-1,3-4 1,-1-3-216,4-4 1,2-4 0,2-5-1553,-1-1-139,1 0 0,5-6-3048,3-6 4803,2 0 0,2-33 0,0-2 0</inkml:trace>
  <inkml:trace contextRef="#ctx0" brushRef="#br0">14229 5246 7685,'-8'0'1393,"-1"0"1,5 0 223,-4 0-1363,5 0 1,-2 2 0,5 2 0,0 4 0,0 3 40,0 1 0,0 2 0,0 3 1,0 5-183,0 5 1,0 8-1,1 9 1,2 8-41,1 7 1,0 1-1,-4 6 1,0-3-11,0-1 1,0 6 0,0 1 0,-1 0 24,-3-3 1,-2 1-1,-4-2 1,2-2-39,-1 1 1,-2-10-1,-2 5 1,1-3-36,-1 2 1,1 4 0,0 3-1,-1 0 45,1-5 1,-1-3 0,1-9 0,-1 0 8,1 2 1,4-3 0,1 7 0,0-3-8,0-2 1,0 1-1,-2-2 1,2-3-20,1-3 0,-2-4 0,4 0 1,0-1-60,-2 0 1,5-1 0,-3-2 0,2-1-53,2 2 1,0-3 0,0-2 0,0-3 32,0-3 1,0-6 0,0 2 0,0 1 21,0-2 0,0 5 1,0-5-1,0 2 113,0-1 1,0 1 0,0 4 0,0 0-24,0 0 1,0 1 0,-1 1 0,-2 4-26,-1 0 1,-2-2 0,4 3-1,-2-2 11,1-2 1,0-1 0,0 0 0,-1-1-23,1-3 0,2-1 1,0 3-1,-2 0-28,-1 0 0,0-2 0,2-1 0,-1-1 12,-1 1 0,0 3 0,4 2 0,-1 2-5,-3-1 0,2-2 1,-2-1-1,3-1 30,1 1 1,0 0 0,0-2-1,-2 0 37,-2-3 0,3 0 1,-3 0-1,2-2-5,2 0 0,0-4 1,0 2-1,-1-2-7,-3-1 0,3 0 0,-4 2 0,4 2-55,1-2 0,-1 0 0,-2 0 0,-1 3 5,1 2 0,0-4 0,0 3 0,-1 1-6,2-1 1,0 0 0,2 3-1,-1-1-15,-3 1 1,2 2 0,-2 0 0,3 1 60,1 0 1,-4-2-1,0-1 1,1-1 83,1 1 1,1-3 0,-2 1-1,-1-2 51,1-3 0,1 3 0,-1-2 1,-1-1 27,1-1 1,2-6 0,-1 1 93,-2 0 1,3-2 123,-3 2-316,2-7 1,2 5-70,0-3-53,0-2 1,-1 5-131,-3-3 1,2-2-1,-2 7-184,3 0 0,1-2 1,0 2-48,0 0 1,-4 2 0,-1 2-94,3-1 0,0-4 0,2 1-15,0 0 1,0-5-432,0-4 0,-1-7 0,-2-9 1,-1-6-898,1-6 1,2-9 1788,1-8 0,-8-4 0,-6-17 0,-3-6 0,1 1 0,2 9 0,0-1 0,0 1 0,1 0 0,-1 0 0</inkml:trace>
  <inkml:trace contextRef="#ctx0" brushRef="#br0">9093 5221 7964,'0'-8'1845,"0"0"1,0 8 0,0 3-1654,0 8 1,-4 9 0,0 1 0,1 5 3,2 7-157,1 0 1,0 17 0,0 1 0,0 10 0,0 7 0,0-31 0,0-1 0,0 2 0,0 0 205,0 1 1,0 1-204,0 0 1,0 1-1,0 4 1,0 1-1,0 0 1,0-1-1,0-1 1,0 0 0,0-1-1,0-2 1,0-1-1,0-1 1,0-1-1,0 0 231,0-1 1,0 0-213,0 32 1,0-33 0,0 0 0,0 31 0,0 1 0,0-1 0,0-2 0,0-2 478,0-1-489,0 0 1,0 6-1,0 2 1,0 0-1,0-2 1,0-6-1,-2-3 145,-2-2-143,3 3 0,-5 1 0,6 5 1,0-2-1,0-5 0,0-5 0,-1-3 520,-3-2-484,2 1 1,-3-5-1,5 2 1,0 3 0,0 2-1,0 0 1,0-2 183,0-5 1,-4 0-1,0-5 1,1 1-63,2-1 1,-1-2 0,-1 1 0,-1 1-84,1 1 1,2 6-1,1-3 1,0 2-56,0-1 0,-1-9 0,-2 1 0,-1-1 19,1 0 0,2 0 0,1-2 0,0-2 4,0-2 0,0 6 0,0 0 1,0 4-13,0 0 0,0-2 0,0-2 0,0-1 23,0-2 0,-2-6 0,0 2 0,-3-3-21,3-1 1,0 0 0,2 0 0,0 0-4,0-1 0,0 1 0,0 0 0,0 0 1,0 0 1,0-1-1,0 1 1,2 0-42,2 0 0,-3 0 0,3-1 0,-2 1-35,-2 0 0,0-4 1,1-2-1,2 0-38,1 1 0,0-5 0,-4 1 123,0-2 0,1-1 1,2-1-1,1 0 70,-1 1 1,-1-5-1,-2 0-61,0 2 1,0-3-1,0 1-3,0 2 1,0-3 0,1-1 257,3 0 767,-3-2-422,5-4-702,-6 0 0,0 0 0,5 2 0,6 0 0,9 5 0,9 4 0,18 0 0,12 10 0,-24-10 0,2 0 0,3 0 0,1 1 0,4 3 0,2-1 0,3 1 0,1-1 0,4 0 0,1 0-287,6-1 1,-1 0 0,-5-3-1,-2-1 1,-1 0 0,-1-1 0,-7-2-1,-2 0-1547,-4-1 0,0-2 0,-3 0 0,1-3 1834,29-8 0,0 1 0,0-5 0,-5 5 0</inkml:trace>
  <inkml:trace contextRef="#ctx0" brushRef="#br0">14279 6201 7760,'-17'-1'0,"-1"-2"22,-1-1 1,0 0 0,-4 4 0,3 0 296,-2 0 0,-3 0 0,-3 0 0,-1 0 192,2 0 1,5 0-1,3 0-181,1 0 0,5 0 1,9 0-1,5 0 1,12 0-1,8-2 0,10 0 854,8-2-1122,5-1 1,10 1-1,2-1 1,5-1-1,6-1 1,-30 4-1,-1-1 1,4 0-1,0 0 66,3 1 1,1-1-120,2-1 1,1-1-1,4 3 1,1 1 0,0-3-1,1 0 1,0 1 0,1 1-1,1 0 1,0 1 0,1 0-1,-1 0 1,-1-1 0,-1 1-1233,1 0 0,-2 0 1240,-1 0 1,-1 0-1,2 2 1,1 0-1,-4 0 1,0 0-1,-2 0 1,1 0 0,-1 0-1,-1-1 1,2 0-1,0-1 1,2 0-1,0 0 98,3 0 1,-1 1 0,-4 0 0,0 1-99,0 0 0,0 0 0,-2 0 0,0 0 0,1 0 1,0 0-1,1 0 0,1 0 0,0 0 0,-1 0 1,-3 0-1,0 0 138,-5 0 0,0 0-141,-1 0 0,0 0 1,0 0-1,-1 0 1,4 0-1,0 0 0,-1 0 1,0 0-1,-2 0 1,-1 0-1,31 0 0,-4 0-62,-3 0 45,-6 0 1,6 0 0,0 0 0,6-2 0,1 0 0,-6-3-1,-6 3-9,-8 0 1,-6-2 0,4 0 0,5 0 20,9-2 1,-1 5 0,4-3 0,-6 1-13,-3-1 1,-6 1 0,-4-4-1,-1 0 3,0 1 1,1 3 0,6-3 0,3 2-5,4 0 1,-4 0-1,-5 4 1,-7 0 601,-8 0 1,-4-4 0,-5 0 0,-1 1-596,-4 2 1,4 1 0,-4 0 0,4 0 52,1 0 0,-2 1 1,-2 2-1,-3 1-85,0-1 0,-3-1 1,4 1-1,-1 1 15,-3-1 1,-1 2 0,-2 0 0,1-3-13,-1 0 1,-5-1 0,-1 2 44,-1 1-222,-3 0-365,3-4 0,-6 0-864,-3 0 0,-3 0-2076,-6 0 3508,1-5 0,-1-13 0,1-8 0</inkml:trace>
  <inkml:trace contextRef="#ctx0" brushRef="#br0">19179 5755 7760,'-20'-9'90,"4"3"0,2-1 453,2 0 1,3 3-184,1-5 0,5 5 0,1-3 1,6 2 276,8 2 0,2 2 0,7 1 0,2 1 15,5 3 0,3-1 0,7 5 0,-1 2-417,0 1 0,-1 1 1,-2 1-1,-2 0-107,-2 4 0,-1 2 0,-5 6 0,-4 0 88,-3 0 1,-9 5 0,-4 3 0,-2 4 8,-2 5 1,-11 2 0,-6 4 0,-6-3-161,-6-3 1,1-5-1,-5-4 1,-1-4-112,-2-3 1,3-7 0,1-2 0,2-5-489,2-3 1,7-4-1,5-5 1,2 0-1162,2 0 0,3 0 1695,1 0 0,0-22 0,-5-5 0</inkml:trace>
  <inkml:trace contextRef="#ctx0" brushRef="#br0">21002 5941 7814,'-20'4'0,"0"0"-145,2-1 0,0 2 1,3-1-1,-1-1 196,1-1 0,-3-2 0,0 1 254,-2 3 1,5-3-1,-3 5 1,2-2 0,-1 0-1,1 0 1,-1 0-1,1 2 1808,1 1-1785,6-4 1,5 2 0,11-5-1,10 0 1102,10 0-1316,13-5 1,10 2-1,9-5 1,6-1-1,4 1 1,-34 4-1,0 0 1,0 0-1,0 0 330,1 0 1,0 1-427,0-3 0,1 1 0,0 3 0,0 1 0,1-2 1,-1-1-1,0 1 0,-1 0 0,31 1 0,-10-1 1,-14 0 149,-12-1-330,-15 0 1,-7 4 0,-13 0-1178,-4 0 0,1 0-336,-1 0 1,4 4 1674,-5 0 0,7 0 0,-4-4 0</inkml:trace>
  <inkml:trace contextRef="#ctx0" brushRef="#br0">21833 6462 7814,'-16'4'202,"-1"0"0,2-1 0,1-2 0,2-1 1,0 0 2908,-1 0-1847,6 0-1053,2 0 1,16-1 0,7-2 0,7-1 0,6 1 0,5 2 766,7 1-882,9-6 1,2 5-1,5-3 1,2 2 0,-2 2-1,3 0 1,3 0 330,5 0-477,-33 0 0,-1 0 0,2 0 0,-1 0 0,-1 0 0,1 0 0,32-1 0,-7-2 0,-8-1 0,-9 1-821,-8 2 743,-5 1 0,-13-4 1,-4-2 40,-5-1 290,-4 5 0,-12-4 0,-2 6-864,-3 0 82,4 0 1,-4 0-1,3 0 1,-2 1-1,0 2 579,2 1 0,-11 0 0,-8-4 0</inkml:trace>
  <inkml:trace contextRef="#ctx0" brushRef="#br0">22677 6834 7741,'-12'-9'-11,"-1"1"1,1 0-1,-2 0 1,0-1-1,0 1 1,3 0 973,0 0 0,0 1 1,0-3 327,3 2-877,3 5 1,-1-3-1,-1 8 1,0 3-1,3 8 871,3 6-1105,1 4 1,0 8-1,0 3 1,1 6 0,3 6-1,5 3 1,2 6 772,1 7-912,6 6 0,-8-33 0,1-1 0,2-1 0,1-1 0,16 27 0,1-7 0,0-5 0,0-7 160,-1-5-251,-1-11 0,-5-7 1,-2-7-1,-2-4 1,1 0-1,-2-3 0,-2-2-557,-3-1-443,-2 0 0,-4 0 1,0 0-2260,2 0 2403,-4-5 0,-1 2 0,-6-4 906,-3 1 0,-14-9 0,-8 1 0</inkml:trace>
  <inkml:trace contextRef="#ctx0" brushRef="#br0">22727 7541 7781,'-13'7'233,"5"2"1,1-3 1423,2 1 0,0-3-1191,5 4 0,2-1 0,1 3 0,2-2 1,3 1-1,5 2 0,3 2 0,2-1 0,2 1 369,-1-1 0,-3-1 0,4-1 1,-1-3 115,0-2-747,-4-1 1,3-4 0,-5 0 0,-1 0 0,-1-1 0,-3-3 0,-2-5-200,-1-2 1,-3-6-1,2-4 1,-3-3-743,-1 0 0,0-1 0,0-1 0,0-3-1414,0-4 1531,0 2 0,-4-3 0,0 5 1,1 1-1,2 2 620,1 1 0,5-10 0,2-4 0</inkml:trace>
  <inkml:trace contextRef="#ctx0" brushRef="#br0">20742 6933 7681,'-13'-24'0,"2"4"276,3 3 1,-2 3 0,6 2 0,0 1 1801,-1 3-1711,3 2 0,-3 8 0,5 2 0,1 4 1,2 4-1,1 5 0,-1 5 0,-2 6 1477,-1 5-1753,0 3 1,-5 2-1,-4 3 1,-2 5-1,-1 2 1,0 0 0,-1-1 238,1-1-305,-6-6 1,-1 1 0,-5-8 0,2-5 0,3-6 0,-1-7 0,3-5-119,-1-6-354,1-3 1,9-1-1,1-1-1522,1-3 482,2-3 1,10-2 1486,2 1 0,25-17 0,7-8 0</inkml:trace>
  <inkml:trace contextRef="#ctx0" brushRef="#br0">20407 7181 7719,'-13'0'696,"1"0"1,0 1 1371,-1 3-1667,1 3 1,5 6-1,3-1 1,2 1-1,2 0 1,0 3-1,0 1 1186,0 3 0,5-4-1234,-1 5 0,5-2 1,0 2-1,3-5 1,3-2-1,2-1 378,-2-1 1,0-5 0,0-2-478,2 1 1,1-5 0,-3 3-1,1-2 1,1-4-300,1-2 0,-3 0 0,6-7-662,1-3 0,-3-5 0,2 1 0,-1-1 0,1-2 0,-2 1 0,1-1 0,-1 0 707,3 2 0,23-21 0,8 0 0</inkml:trace>
  <inkml:trace contextRef="#ctx0" brushRef="#br0">21015 10778 8126,'-13'-6'1128,"6"-2"1,2-9 0,1-3-56,0-4 1,-5-6 0,4-5-815,-2-5 1,-3-4 0,-6-7 0,-5-2 0,-2-7-1,-4-4 1,13 29 0,0-1 0,-2 0 0,0-1-1,-1 1 1,1-1 342,-1 2 1,1 0-603,2 1 1,0 0-1,-3 3 1,0-1 0,1-1-1,1 0 1,0-1 0,0 0-1,-1 2 1,0 1 0,-14-23-1,-2 12 68,1 7-87,3 5 0,-5 12 0,7 5 1,4 8-1,2 4 0,5 1 0,1 0-262,2 0-63,5 5 0,-3-2 0,6 5 0,2 2 0,2 1 0,5 3 0,6 2-5024,4 5 4502,7-3 866,-2 5 0,26 2 0,7 7 0</inkml:trace>
  <inkml:trace contextRef="#ctx0" brushRef="#br0">20531 9525 7766,'-13'1'149,"1"4"1,-2 0-1,-1 6 1,-1 0 2938,0 3-2839,3 7 1,0 3 0,1 9 0,-1 3 0,2 1 0,3 1-1,4-1-778,3 0-207,1-5 0,0 2 736,0-5 0,16 0 0,5-4 0</inkml:trace>
  <inkml:trace contextRef="#ctx0" brushRef="#br0">20419 9537 8015,'-5'-6'2392,"5"0"2082,0 6-4276,5 0 1,9 1 0,4 4 0,5 3 0,6 3 0,2 3-1,2 1-1502,3 1 1304,-2 6 0,23 1 0,11 1 0,-21-4 0,0 0 0,0-1 0</inkml:trace>
  <inkml:trace contextRef="#ctx0" brushRef="#br0">22987 10716 7695,'-5'7'536,"-2"-2"1,-2-1 0,1 0-1,-1-1 1,-2-2 621,-2-1 1,-1-1 0,-1-2-1,-1-2 558,0-2-1446,-3-7 0,4-5 0,-6-7 1,-1-3-1,0-6 0,0-6 0,2-10 203,-3-10 1,12 25-1,-1-2-409,0-5 1,-1-1 0,1 3 0,1 1 0,0-2 0,1 1-1,2 3 1,1 0 0,-3-31 0,6 6 207,3 4 1,2 13 0,3 5-204,5 9 1,6 12-1,1 3 1,-2 3 0,-3 3-425,-3 3 0,1 2-486,3 6 1,-4 6-1,1 2 1,-1 3-757,-1 2 1,2 3 0,-3 2 749,1 1 1,-4-2 0,2 2 846,1-1 0,-5 21 0,4 1 0</inkml:trace>
  <inkml:trace contextRef="#ctx0" brushRef="#br0">22640 9798 8088,'-14'0'473,"-3"0"1,2 0 0,-4 0 0,0 1 1881,-1 3-2083,0 3 1,-1 11 0,2 3 0,-1 2 0,3 3 0,-1 2 0,2 1 918,3-1-1648,6-2 1,1-2 0,6 1-1,0 0 1,0-1 0,0-4-1,2-3 457,2-3 0,8-13 0,8-2 0</inkml:trace>
  <inkml:trace contextRef="#ctx0" brushRef="#br0">22541 9773 7744,'-9'-4'844,"2"-2"675,2 0-501,1-3 0,5 1 0,5 0 1,5-1-1,5 3 0,4 1 1,3 4 2729,5 1-3644,-2 0 1,5 1 0,-3 4 0,1 3 0,-2 3 0,-2 1 0,-3 1-2508,-1-1 1808,0 6 0,-2-4 1,-2 2-1,-4-2 1,0 0-1,-2 1 1,-2 2-5229,0-2 5823,-7-7 0,-18-3 0,-12-5 0</inkml:trace>
  <inkml:trace contextRef="#ctx0" brushRef="#br0">9341 12787 7747,'-12'0'896,"4"0"138,-1 0 1,5 0 522,-4 0-1231,5 0 0,-2 5 1,6 4-1,3 2 1,4 1-1,2 0 496,-2 1-919,3-1 0,-5 2 0,4 1 1,-2 0-1,0-2 0,0-4 1,-1 1-793,-1 1-730,3 1 0,-2-3 1619,6-1 0,10-27 0,3-3 0</inkml:trace>
  <inkml:trace contextRef="#ctx0" brushRef="#br0">9552 12402 7790,'-12'0'453,"-1"0"0,6-1 0,2-2 420,-1-1 1,5-1 116,-3 0-541,3 4 1,1-6 0,0 3 467,0-4-1149,0 2 0,1-3 0,3 4 0,3 1 0,1 0 0,0 0-3507,2 1 3739,1 2 0,35-10 0,7-3 0</inkml:trace>
  <inkml:trace contextRef="#ctx0" brushRef="#br0">9974 12328 12008,'12'0'534,"-3"5"1,-1 4-446,2 2 0,-4 1 1,3 1-338,0-1 1,-3 2 0,-1 1 0,-1 1 0,1 0 0,-1-3 0,0 0 247,0-1 0,0 6 0,-4 1 0</inkml:trace>
  <inkml:trace contextRef="#ctx0" brushRef="#br0">9012 13122 10380,'5'0'1274,"-1"0"-883,1 0 1,0 0-209,1 2 1,0 2-230,-2 2 1,-1-2-1,-3 0 1,0 1 0,-1 0-1,-1 0 1,-2-1 0,-2 0-67,0 0 213,0 1 0,0-4 0,-1 1 0,2-2 130,1-2 0,1-2-194,3-2 0,3 0 1,1 0-1,1 0 0,2 1 1,-1 1 84,0-1 0,0 2 0,0 0-72,1 0 1,-3 1 0,0 2-50,1 0 0,-2 0-11,-1 2 0,-2 2 1,-2 2-1,-3 0 1,-1 1-45,-2-1 1,1-1-1,-2 0 239,0-1 1,4-2-1,-1 2 1,1-2 628,-1 0-777,0-1 1,2-2 0,3-1 0,2-2-1,4-2-32,0 0-27,1 2 0,1-1 0,1 2 0,0-2 0,0 1 0,-2 0-185,1 1 1,-3 0 202,0 3 1,-3 1 61,-1 1 0,-1-1 0,-3 2 0,0 1 69,0-1 0,-1-1 1,1 1-1,0-1 322,0 0 0,2 0 40,-2-2-504,2 0 0,0-1 0,2 0 1,2-2-90,0-1 0,2 2-13,-2-2 1,2 2-373,-2-2 342,0 3 1,-2-2 109,-2 3 0,0 1 133,-2 1 0,2-1 261,-2 3 0,2-2 693,-2 0-395,2-2-302,-1 0-726,3-2-233,0 1-214,0-2 1,3-5 0,1-2 0</inkml:trace>
  <inkml:trace contextRef="#ctx0" brushRef="#br0">9397 12892 7407,'-3'0'781,"-1"0"1,3 0-289,-1-2 1,-1 1 0,1-2 310,-2 0-583,1 3 0,-3-4 0,2 3 1,-1-2-1,1 0 0,0-2 1,-1 1 615,-1 0 1,0 2-615,0-2 0,0 2 0,-1-2 1,1 2 622,0 0-901,3 2 0,0 0 0,3 2-117,3 3 1,0 0-1,3 1 129,0 0 1,1 1-1,-1-1 1,0 0 0,0 0 177,0 0 0,1 1 427,-1-1 1,-2-1-99,0 0 0,-3-5 0,2-5 0,-3 0-282,0-1 0,-2-1 0,-1 1 0,1-1 35,-1-1 1,0 1 0,2-1 0,-1 1-82,0 1 1,2 2-1,-1 0 1,0 1-623,-2-1 181,1 3 0,2-1 0,1 4 113,1 2 0,0 4 1,1 0-1,0 0 87,1-2 1,-3 1 0,2-1 0,-1 0 147,0 0 0,1-2 0,-2 1 344,1-1 0,0 0 230,-2 0 1,0-3-350,0-1 1,-2-3 0,0-3 0,-1-1-54,0 1 1,0 0 0,2 0 0,-1 0-71,0-1 1,0 3 0,0 0-305,0-1 0,1 3 0,0-1-1168,-2 0 480,1 2 0,2-1-214,0 4 1,0 2 94,0 2 1,1 0 0,0-2-2112,2 1 3077,-1-4 0,14-1 0,5-4 0</inkml:trace>
  <inkml:trace contextRef="#ctx0" brushRef="#br0">9744 12694 7948,'4'0'797,"-1"0"0,-3 1 1,-1 0-1,0 2-572,-2 0 0,-2 2 1,-1 2-1,-2 2 37,-2 1-190,0-2 1,-3 5-1,-1 0 1,-4 0-1,-2 1 1,-3 0-1,-3 1 109,-3 1 0,-1-3-169,1 2 0,0-2 1,4-1-1,3 0 1,3-1-1,3-1 216,1-1-250,2-1 1,0-2-1,-1 1 1,0 1-1,-1 0 1,1-1-1,-1 1-36,1 0 0,1-1 49,-2 1 1,4-1 0,-1-1 0,0 1 0,1-1 0,0-1 82,1 0 0,2 0 21,0-1 0,1 0 0,1-1 1,0 1-1,-1-2 633,1 1-704,0 2 0,2-4 0,0 3 0,-1-1-187,-1 1-861,3-3-2253,0 4 1638,3-1 1,1-1 1580,1-1 0,10-6 0,4-3 0</inkml:trace>
  <inkml:trace contextRef="#ctx0" brushRef="#br0">9093 13109 7818,'-10'3'0,"1"-2"0,3 2 0,0-1 1234,0 0 52,0 0 0,4-2-707,4 0 1,1 0 0,6 0 0,0 0-527,1 0 0,0 0 1,0 0-1,1 0-657,-2 0 1,2-1-1,-2 0 1,0-1-2674,0 0 3256,0-1 0,5-3 0,3-4 0</inkml:trace>
  <inkml:trace contextRef="#ctx0" brushRef="#br0">9639 12781 7947,'3'-4'-7,"1"-1"0,1 1 0,2-1 1,-1 0-1,-1 1 0,0-1 802,-1-1-654,0 3 1,3-3-1,-1 2 1,0 0-1,0-1 1,0 1 0,-2-1 525,1 2 1,-3 0 96,2 0 1,-3 3-280,-1-2 1,-5 2-316,-4 2 1,-1-1 0,0 3 0,-1 1 0,-2 1 82,-3 3 1,-1-3-1,-3 3-195,0-2 1,-6 1 0,1 0 0,-2 0 0,-1 1-138,2-1 1,0 2-1,1-1 52,-2 1 1,-1-3 0,0 2 0,0 0 0,1-1-12,0 0 0,0-2 0,3 1 16,1-1 0,3 0 1,3 0-1,1 1 0,-1 1 22,-1 0 1,-2 0-17,-5-2 0,1 1 1,-2 1-1,0 1 1,0 0-1,2 0 21,2 1 0,5-2 1,1 1-1,-2-1 20,0 0 1,-1 0-1,-1-1 1,-1-1 9,-1 0 1,0 0-1,-1 0 1,3 1 20,3-1 1,2-2 0,2 0 0,1 0 6,-1 0 1,1 1 0,0-3 0,1 1-15,1 0 0,-3 1 0,-3-1 0,-1-1 12,1 1 1,1 1 0,-1-1 0,1 0 107,-1 0 0,2 1 1,-1-1-1,3-1-47,2 1 0,-1 1 1,2-1-1,0 0 83,0-1 1,1 3 0,1-3 40,1 2 1,2-3-731,0 1-763,3-1 1,-2-1 153,6 0 1,0 0 0,3 0 272,0 0 1,1-2 0,-1-1 0,0-1 746,0-3 0,5-9 0,1-4 0,1-4 0,1 1 0</inkml:trace>
  <inkml:trace contextRef="#ctx0" brushRef="#br0">8553 12923 8151,'-2'-4'0,"0"1"618,-2 0 1,3 0 0,-2 2 1019,0-1 0,2 0-750,-3 2 0,2 0 0,-2 0-467,-1 0 0,1 2 1,-1 3-1,-1 0-98,-1 1 0,-4 3 1,0 2-1,0 1-60,-2 2 1,1 0 0,-1 2 0,0 0 11,-1 0 1,1 0 0,-1 0-1,2-1 57,2 0 1,0-1-1,-1-1 1,2-2 25,0-2 1,2-2 0,3-1-59,-1 0 0,3-3 1,2-1-160,4-1 0,1-1 1,2 0-1,2 0 158,1 0 1,4-1 0,4-1-1,2-2 3,5-1 0,3-1 0,3 1 1,0 1-318,0-1 0,0 2 0,-2 0 0,-2 0-338,-4 1 1,-7 2 0,-3 0 0,-4 0-808,-2 0 0,-5 0 200,-2 2 0,0-1 0,-4 2-133,-1 0 1,-1-2 0,0 2-2185,0 0 0,2-1 3201,-1-2 0,13-11 0,-1-2 0</inkml:trace>
  <inkml:trace contextRef="#ctx0" brushRef="#br0">19523 12664 7761,'-6'0'-96,"1"0"0,2 0 526,-2 0 1,2 0 507,-3 0 684,5 0-126,-7 0-1323,7 0 1,-1 0 0,5-1 0,5-2 0,4-2 0,3-3 102,5-3 0,5-2 0,4-3-234,4-1 0,-12 7 0,0-1 0,0 0 0,1-2 0,0 0 1,1-1-1,-2 0 0,1 0-76,-3 0 1,1-1-1,-1 2 1,1-1-1,17-11-108,0 1 0,-2 4 0,-1 2 0,-2 5 0,-6 1-187,-3 2 0,-5 3 21,-7 2 1,-5 3-502,-8-1 149,1 2 0,-4 1-240,2 0 1,3 1 0,-4 1-418,0 1 1317,3 0 0,-17 4 0,0 2 0</inkml:trace>
  <inkml:trace contextRef="#ctx0" brushRef="#br0">19531 12442 7762,'-5'0'369,"0"-1"1,1-1 0,3-4-1,1-1 450,2-1 0,7 2 0,4 2 0,3-1 119,0 0-792,4 4 1,-1-3 0,2 4 0,2 0-1,0 1 1,-1 2 0,-3 3 1452,-1 4-1526,-2-1 1,-4 7-1,-3-3 1,-3 2-1,-3 0 1,-1-3-1,-1 0-139,-1-2-174,0-1 1,-4 1 0,0 0-1,-2-4 1,1-1 0,-2-3-3038,0 2 898,2-3 2379,-2-1 0,10-19 0,-2-8 0</inkml:trace>
  <inkml:trace contextRef="#ctx0" brushRef="#br0">23781 12442 7949,'-8'-1'212,"-1"-1"1,2-1-1,1-2 1088,0-1 1,4-1 89,0-2-1107,1 5 0,2-3 0,1 4 0,4-1 0,1 0 1,1 3 1069,1 0-1248,2 1 1,1 0-1,3 1 1,-1 0 0,0 3-1,2 1 1,0 2 338,1 3-486,-5 3 1,4 3 0,-3 1 0,0-1-1,-3 1 1,-3 2 0,-2 1-153,-2 1 166,0-3 0,-3 1 1,0-4-1,0-2 0,0-2 1,-1 0-1,-1-2 5,-1-1-371,-3-4 0,4 0-289,-3-4-1255,3 0 1938,-2 0 0,12-4 0,1 0 0</inkml:trace>
  <inkml:trace contextRef="#ctx0" brushRef="#br0">17512 10332 7684,'-13'0'0,"-2"0"0,4 0 0,1 0-36,1 0 0,1 0 0,-1 0 0,1 0-204,0 0 842,3 0 0,-2 0 0,1 0 0,-1 0 0,-1 0-238,-1 0 0,1 1 0,0 1 1,-1 1-1,1-1 0,0 2 0,-1 1 513,1-1 0,3 1 0,0-2 93,1 2-673,1-1 1,3 1-1,0-3 1,1 3 1003,2 0-1150,-2-2 0,7-3 0,0 0 0,3 0 0,3 0 0,2 0 0,4 0 924,1 0-980,5 0 1,3-1 0,5 0 0,2-3 0,3-1 0,2-1 0,1-1-2,3 2 1,-21 1-1,1 0-157,3 1 0,0 1 0,-1-1 0,-1 1 1,0 0-1,0 0 0,-2-1 0,-1 1 0,18-2 1,-7 1-300,-5 1 1,-7 1 0,-4 0 173,-3-2 1,-3 2 0,-4-2 0,1 3-726,-1 0 2051,-4 0-355,0 0-2853,-4 0 1096,-7 0 0,1 0-499,-5 0 1,2 0-1805,1 0 3105,-1 0 0,1-12 0,0-1 0</inkml:trace>
  <inkml:trace contextRef="#ctx0" brushRef="#br0">14955 12254 7868,'-4'-2'160,"0"-1"314,1 0 1,1 1 0,0-1 154,0 1 1,-1 1 0,2-2-16,-1 0 0,1 3 0,3-2 0,2 1 0,5 1 1750,3 0-2222,6 0 0,9 0 0,5 1 1,2 0-1,-15 0 0,0 1 1,1 0-1,1-1 0,1 1 1,0 0 258,1 0 0,1 0-393,1 1 0,1-1 0,0 0 0,0-1 0,-1 1 0,-1 0 0,-2 0 0,0-1 0,-2 0 0,0 0 0,-1 0 0,0 1 0,0-1 0,-1 1 145,1-1 1,-1 0-239,1 1 1,0-2-1,14 0 1,-4 0-1,-5 0 1,-6 0 0,-7 0-213,-2 0 356,-6 0 0,-1 0-521,-4 0 1,-1 0-1,-4 0 1,1 0 0,0 0-1178,0 0 1,2 3 1155,0-1 0,-12-3 0,-4-3 0</inkml:trace>
  <inkml:trace contextRef="#ctx0" brushRef="#br0">14607 11882 7935,'-6'-6'440,"0"-1"1,3 3 101,0 0 1,3 1 0,3-1-214,1 1 1,4 3 0,3 0-1,3 0 1,3 0 0,3 0-1,3 2 1,4 1 0,5 0 67,-14-1 1,0 1 0,2 0-1,0-1 1,0 1 0,1 1-1,-1-1 1,-1 0-201,0 0 1,0 0 0,-1 0 0,-1 0 0,18 3 0,-2 0-83,-3-2-110,-4 2 0,-6-6 1,-3 2-1,-5-1-778,-5-1 279,-2 0 1,-14 0-1,0 1-2783,1 1 2857,0-2 1,2 9-1,0-2 1</inkml:trace>
  <inkml:trace contextRef="#ctx0" brushRef="#br0">15097 13147 7869,'-10'0'20,"0"0"0,1-1 0,0 0 0,0-1 0,1 0 0,1 1 3225,1-1-1668,3 1-1278,3-2 0,7 1 0,6 0 0,5 1 1,4 0-1,5 1 0,1-2 1658,3 0-1886,-13 1 1,0 0-1,2 1 1,1-1-1,3 1 1,0-1-1,2 0 1,-1 0-1,2 0 1,0 0-1,1 1 1,1 0-1,1 0 1,0-1-1313,3 0 0,0 0 1240,-3 1 1,0-1 0,-2 0 0,0 0 0,-7 0 0,-1 2 0,15-1 0,-6 0 0,-6 0 0,-5 0-501,-7 0 232,-2 0 1,-7 0-1,-2 0 1,-3 0-1,-3 0-468,-3 0 1,2 0 0,-3 0-84,1 0 1,-1 0 0,1 0 0,0 0 705,0 2 0,-8 2 0,1 2 0</inkml:trace>
  <inkml:trace contextRef="#ctx0" brushRef="#br0">14614 13475 8029,'2'-3'1656,"0"0"-870,2 1 0,2 0 0,4-1-581,1 0 0,5 0 0,7 1 0,7-1 0,-13 1 1,1 0-1,3 0 0,-1 0 0,1 0 0,0 1 0,-1-1 1,0 1-1,-2-1 0,0 1 1236,14 0-1920,-11 0 1,-1 0-1,-11 0-1277,-5-1 663,-4 0 1,-7 2 0,0 0 1021,-2 0 1,-18 8-1,-4 2 1</inkml:trace>
  <inkml:trace contextRef="#ctx0" brushRef="#br0">13454 13457 7886,'-7'-3'189,"1"-1"0,1 1 0,1-2 588,2 1 1,2 1 0,2 0-414,5 0 0,2 3 0,6-3 0,2 1 0,2 0 0,3 0 0,0 0 0,1-1 0,2 0 2912,2 0-3100,1 1 0,5 2 0,1 0 0,0 0 1,-1 0-1,-2 0 0,-4 0-109,-6 0-186,-5 0 0,-9 0 1,-5 0-2201,-5 0 1850,-3 0 1,-2 2 0,0 0 0,0 0 0,-1-2 0,0 0 0,0 0 165,-2 0 1,-1 0 0,0 0-1</inkml:trace>
  <inkml:trace contextRef="#ctx0" brushRef="#br0">12740 13085 7856,'-9'3'639,"0"-1"0,4-1 1,4-1-1,5 0 0,7 0 180,5 0 0,6 0 0,2 0 0,6 0 1075,5 0-1757,-17-1 1,1-1 0,5 1 0,0-1-1,1 0 1,0 0 0,0 0 0,1 0 0,0-1-1,-1 1 1,1 1 0,-1-1 0,1 1-1,-1-1-443,-1 1 0,1-1 355,-1 2 1,-2 0 0,10-3 0,-7 3 880,-8 0-1150,-9 0 1,-6 0 0,-6 0 0,-1 0 0,-1 0-1,-1 0-2257,1 0 1930,0 0 1,0 0 0,0 0 0,-1 0 0,2 1 0,0 0 254,1 1 0,5 0 1,0-2-1</inkml:trace>
  <inkml:trace contextRef="#ctx0" brushRef="#br0">14235 11770 7701,'0'-7'0,"0"0"800,0-2 0,0 1 1605,0 2-2096,0 3 1,0 0-1,0 6 1,0 1-1,0 3 1,0 2-1,0 2 1,0 1 0,0 2 1429,0 2-1600,0 4 1,0 5 0,0 5 0,0 4-1,-1-16 1,0 1 0,0 1 0,-1 0-1,1 2 1,0 1 584,-1 1 1,1 2-693,-2 2 0,1 2 0,2-2 0,-1 1 0,0 0 0,0 1 0,1-2 0,0-1 0,0-1 0,0 0 0,0-1 0,0 0 0,-1-1 0,1 0-1095,-1-1 1,0 0 1061,1-4 1,-1-1 0,-4 12 0,3-8 0,1-1 0,0-3 0,1-3 0,0-2 688,0-2-806,0-2 0,0 0-105,0-3-241,0-2 0,2-4 1,0-4-1,0-2 1,0-1-1,1 0 1,1-2-1176,0-1 1,0 2 1028,0 0 1,0-7 0,2-1 0</inkml:trace>
  <inkml:trace contextRef="#ctx0" brushRef="#br0">14341 12614 7696,'0'3'423,"2"-1"0,5-1 1,4 1-1,2 2 232,4-1 0,7 3 1,6-2-1,-13-1 0,2 0 707,1 0 1,0 0-1265,3-1 0,0-1 0,-2 1 0,0-1 0,0-1 0,0 0 0,-2 0 0,0 0 0,15-1 0,-3 0 0,-3-2 343,-3 0-516,1 1 0,-9 0 1,-2 1-1,-6-1-353,-7 0 0,-4 0 50,-4 2 1,0 0 0,-1 0 0,1 0 0,0 0-2900,0 0 2998,0 0 1,-1-5 0,1-2 0</inkml:trace>
  <inkml:trace contextRef="#ctx0" brushRef="#br0">16505 10852 7595,'0'-12'374,"0"0"1,0-1-1,0 1 1,0 2 0,0 2-1,1 2 1,0 1 0,2 1 2103,1 2-2404,0 0 1,3 7 0,1 3 0,2 5-1,2 3 1,1 6 0,2 3 34,1 4 1,-7-12 0,0 0-99,0 1 0,1 1 0,0 2 0,0 1 0,1 3 0,-2 1 0,1 1 0,-2 2 0,0 1 1,-1 2-1,0 2 0,-2 0-478,-2-9 0,0 1 0,-1-1 0,1 2 0,0 0 0,-1 1 475,-1 0 0,0 0 0,-1 0 0,1 2 0,-1 0 0,0 0 0,0-2 0,-1 1 0,0-1 0,0 2 0,0 0 0,-1 0 0,0 1 0,0 1 0,0-1 0,0 1 0,-1 1 1,0-1 136,1 0 1,-1 0 0,0 0 0,0 2 0,-1 0 0,-1 0-51,1-1 0,0-1 1,0 0-1,0 2 0,0 1 1,-1-1-1,0 0 0,-1 1 1,1-1-1,0 1 0,0 0 1,0-1-1,0 1 0,1-1 1,-1 1-1,1-1 0,0-1 1,0 1 142,0-1 1,1 1 0,-1-1 0,1 0 0,-1 0 0,0-1-1,1 1 1,1 0 0,-1 0-158,0 0 0,1 0 0,0 0 0,-1-2 0,1-1 0,0 1 0,0 0 0,0-1 0,0 1 0,0-3 0,1 1 1,-1 0-1,1-2 0,0 1 0,0-1 66,0 0 1,0 0 0,0-1 0,0 0 0,1 0 0,-1-1-58,1 10 1,0 0 0,0-2 0,0 0-1,0-4 1,0 0 0,0-2 0,0 0-1,0-1 1,1-1 0,0 0 0,0 0 373,1-1 1,0 0-386,0-2 1,1 0 0,4 12 0,-1-3 0,1-3 0,0-4 0,2-3 0,-2-3 5,0-2 0,-1-4 0,0-4-776,1-1 0,-4-4 0,-1-3-129,-1-4 1,-1-6 0,0-4 0,0-3-274,0-5 1,0-3 0,0-3 1092,0-3 0,-3 2 0,0-5 0</inkml:trace>
  <inkml:trace contextRef="#ctx0" brushRef="#br0">16971 10716 12017,'4'9'1208,"-1"2"1,1 3-971,-1 5 0,1 5 1,2 6-150,-2 2 1,-2-14 0,1 1 0,-2 2 0,0 0 0,1 0 0,-1 1 0,1 1 0,-1 0 0,0 0 0,-1 1 0,1 1-1,-1 0 1,0 0 0,0 1 0,0 1 0,-1-1 98,0 1 1,0 0-1,1 1 1,-1 1 0,-1-1-1,0 0 1,1 1-1,-1 1-1827,0 0 1,1 0 1655,-1 4 1,-1-1 0,1 0 0,0 0-1,0 1 1,0 1 0,0-2 0,-1 0-1,-1 1 1,1 0 0,0-11 0,0 1-1,0-1 1,0 1 0,-1 1 0,1-1 274,0 1 0,-1-1 0,0 1-248,0 0 0,0 1 0,0-1 0,-1 9 1,0 1-1,2-12 0,0 1 0,-1 0 1,1-1-1,0 1 0,0 0 0,0 1 1,0-1-1,0 0 0,0 1 0,0-1 0,0 0 1,0 0-1,0 0 0,1-1 294,-3 12 0,1 0-277,0-2 1,1 1 0,0-10-1,-1 0 1,1-1 0,-1 12-1,0 0 1,0 0 0,0 0-1,0-1 1,1-1 0,-1 0-1,1-1 1,1 0 0,0-1 477,-1 1 0,1 0-487,2 0 1,-1-1 0,-1 0-1,-1-1 1,2-2 0,0-1 0,0-1-1,1 0 1,-1-1 0,1 1 0,0 0-1,0 0 1,0 0 0,0-1-137,0-1 0,0-1 73,1-1 1,1-1 0,-1-1 0,1-1 0,1 1 0,1 0-1,-1 0 1,0 0 0,0 0 0,0 0 0,0-2 0,1-1 0,3 15-311,2-4 285,2-6 0,-4 3 1,4-3-1,-1 0 0,0-1 1,0-1-1,0-1 75,-1-4 0,-1 1 0,0-3 0,-1-2 86,-1-2 0,-2 0 0,0-3 0,-1 0 603,-2 0 0,0 0 0,1-1-609,0-1 0,0-2 1799,-2 2-1758,0-3 0,0 3 1750,0-2-1556,0-2 1,0 4-275,0-2 0,0-1-62,0 3 1,0-1-1,0 0-40,3 0 1,-3 2 159,2-1 1,0-1-1,-1 1 79,1 1 0,1-1 0,-2 0-217,1 1 0,0-2 0,-1 1 0,1 1 0,0 0 0,2 2 0,-3-3-1955,1 0 862,-1-3 1,-2 1 0,-1-4-2185,-2-2 3014,1-4 0,-4-10 0,-5-8 0,1 0 0,-1-4 0,1 1 1,-1-1-1</inkml:trace>
  <inkml:trace contextRef="#ctx0" brushRef="#br0">1340 2691 7736,'-44'7'-135,"2"-3"0,4 2 135,1-2 360,5 0 1,7-4-1,8 0 1,6 0-1,7 0 1,8 0-14,6 0 0,9 0 1,5 0-1,6 0-128,6 0-262,9 0 0,9 0 0,5 0 0,2 0 0,0 0 0,4-1 0,-31 0 0,2-1-18,2 0 1,1 0 93,7-3 0,0 0 0,3 4 0,0-1 0,6-1 1,2 0-1,3-1 0,1 1 0,5 0 0,1 0 1,-19 1-1,0-1 0,2 1 0,0 0 0,1 1 1,-1-1-1156,2 0 0,-1 0 0,1 0 1170,0 1 1,2-1 0,-2 1 0,-2 0 0,0-1 0,0 1 0,2-1-1,0 0 1,0 0 0,1 1 0,0-1 0,0 0 0,0 0 0,0 0 0,1 0-1,-1 1 1,-1 0 0,1-1 0,-1 1 0,-1 0 0,0-1 226,2 1 0,0-1 0,0 1-247,-2 0 0,0-1 1,0 1-1,4 1 0,0 0 1,0 0-1,-2 0 1,0 0-1,0 0 0,1 0 1,0-1-1,-1 1 1,-1-1-1,0 0 0,0 0 1,-1-1-1,1 1 1,-1 0-1,1 0 0,-1 0 1,1 0 40,-2 0 0,1 1 0,1-1-71,3 1 1,1 0-1,-2 0 1,-5 0 0,-1 0-1,0 0 1,3 0 0,0 0-1,0 0 1,-3 0 0,1 0-1,-1 0 1,-1 0 0,0 0-1,0 0 1,1 0 0,0 0-1,0 0 1,22 0 0,0 0 14,-3 0 1,-1 0 0,2 2 0,-1 1 0,-4-1-1,-1 0 1,1-1 0,-2 1 27,-3-2 1,0 1 0,3-1 0,-1 0-1,-2 0 1,-1 0 0,-2 0 0,0 0 5,-3 0 0,-2 0 1,-3 2-1,-2 0 0,-2 0 1,0 0-1,0 0 0,-1-1-3,3 0 0,-1-1 1,-4 1-1,-2 0 1,30 1-1,-12 4 31,-10 1 1,-6-4 0,-3 2 0,0-1-14,0 0 0,-5 5 0,-3-4 0,-3 1 158,-1-1 1,-6 5 1596,-2-2 1,-5 3-1645,-4 2 0,-2-5 911,-6 0-2169,0-5-207,-6 2 1,0-5-2161,-7 0 3452,1 0 0,-17-11 0,-4-2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44AA5-6D62-4F41-8793-87FA5AA4E3A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1FEA3-FA0C-3F44-AA37-890CF6AFB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8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6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8C8D-435B-4634-A986-B76233DF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F1830-294C-86DF-540F-E90A5A0D0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94C13-E275-6FB9-BD87-AE61A937E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273F3-7ED3-EF16-F66F-EF9B12BD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54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9AAE7-BB98-65F3-89D2-CC5E4B48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92B85-30AB-A338-2A6F-EFB6D606A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AC65D-868F-AB28-035D-7B75A83E1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561BC-AD76-F89E-CFD9-AD4AB6DB8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90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CF13-CAA9-7C1D-E12F-D07468CB8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14B1A-1E54-D86A-3415-A14F3392D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5B723-103B-1729-C63E-1994175D2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DDE7E-6A55-9572-25EA-D8D9095C1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62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D876B-40D9-DDAD-64E0-29E148450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543B4-4DD8-5A08-262A-F87D6BA07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5D9E0-570A-1EF5-0BD3-CFD865ABF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483FB-6942-3A0B-2BA4-BE02AD31B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74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84F7E-A86B-517F-369D-3F03A344D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8A5D5-6D08-6129-84D9-02CC75F42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EE850-3E4D-DC40-BAB0-BD4DAFF8D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C9ACD-5222-361A-8030-E37AC95AE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03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DD76-C57D-6E25-6A30-7D95B35A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D5B78-B1C8-E01A-EDB2-96047791F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629DD-91C0-B873-3741-D7B754703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7058E-F39C-4410-EEDE-F3785C55C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8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780AC-AC42-D0D5-A557-38F278305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3A186-28CB-2ABB-B75E-843F2B08D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0147E-8874-7C49-0481-F8FEF8786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BB729-BF3A-8377-15B2-4D174EF66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47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5B9C-E307-3002-FF55-645C7D85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EE69D-8EAA-6E91-4DDB-0B0922127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8AC5F-1F86-F3C0-CC0C-BD74C9EE2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40341-A6B8-2885-1515-9D79104D5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41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3CB41-B4B5-7D67-19B9-043807BA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2F135-6D38-4854-A5FC-7E3D830DB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0AE62-FA98-22AC-F8D0-19BDCBC06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6DA6D-2668-D03A-D765-F43941BF3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19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2849-2413-FBC5-FEE7-C87C0B92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BBDF2-DFCE-6072-984A-16894975B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30E33-334D-F039-5DB7-EBFD43DAB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FFE93-A3D3-EB78-216C-9D0F673A1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89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4F81-ED07-777E-4B35-3D340696E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D582B-7999-3189-91B4-9CC029082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3662B-CC6F-8901-F20F-8E971AF5E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32069-5203-0DB1-CCFE-AC8FBA3B6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9F1A2-B2D0-875E-DE6C-B32698D6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6C09E-9C4D-DE7E-8DF5-7DF6D5A91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28BB9-D675-91B2-2E09-A2BA5182B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9E98A-F544-7945-D9DA-74530E598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44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A29A-0292-F349-9575-95158265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80446-64CA-E4A7-CDD8-BA216FC24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02DA1-033F-E45F-420D-B32365BCF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D6513-57FA-2988-0504-9FB8B13A1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68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F37F3-31AF-9FFE-C5F2-2D38A79B0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4439B-DAE8-31BF-890C-842789B2A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7FBBC-D449-C925-9926-49E1ABBA2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04545-57D5-D9AB-B24C-23FB3655E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70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4D800-85F7-1FBD-09CF-187ED346B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33A08-F309-4C39-2E72-956A2D41F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E4381-0A3D-EADA-1077-F19A2EFA4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16A25-EB17-B2C4-1AA3-320978D58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97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17F45-1C0C-0D0E-1765-2A0D81C5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7352A-D1A2-352D-091F-8A5411004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EA85C-C95E-0059-C87B-7C0E8293E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56A5A-0DC2-AC43-501D-ACA982BD8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644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DB005-F134-02EB-1F54-E0C4D773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717ED-6443-A9F8-6F6E-A43D5ABFC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27230-C310-BF62-BC95-B4F091999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5087C-AE0F-3330-7437-4381BE5DD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80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62115-7C0B-7383-0F82-11011E28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25A2E-C8BE-2F6F-3EB1-2332B1803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04252-0751-7C47-51CE-8068B0DC6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EBE93-4B72-A10A-9941-D11B07574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418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32C37-DADE-EDF1-FF41-0C155C66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CA9F5-85F6-48CE-DFC8-6D3F969EF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4D69F-241E-55A1-9964-8AD479771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8DCC5-F3D1-CD6C-AF86-6F67CDEE1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47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05307-1657-9549-288C-365E2FF3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0F37-1C38-AAAA-CAEC-EF8A38F7B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2F91C-7AE8-50AF-7935-6DE32EC4F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118EC-1656-1C68-D6DB-A39B5A66F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25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7FFDD-FCC9-D9D3-62CB-ED4E0F5E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976E2-C012-7C9B-02C8-F9706117D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76811-B972-CEA9-C74F-2CEF6C3E3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6B239-9E45-07A3-5A1D-F8CBCC42F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317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203C2-92B2-AA46-86F6-97109B35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1479-0138-97C4-A5F0-3ADE74F8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C3963-8BB5-D920-845C-53B497CC3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BC088-B455-E47A-2A1E-190DF5711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884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1EB51-8D0D-4FA1-EDC9-64E7D9EA1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A7CE4-6B12-531B-3CFE-92924B251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F442B-7C37-B251-C5D0-459C49E41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D0A87-299B-35BC-513B-16E5BBD0D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0697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C6CF8-1C75-1B0B-1B0F-9A35141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75DD3-CF96-4439-935D-B1C968257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42264-4369-7D74-A454-D529593D9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9738A-B904-D775-42DC-DCE3285BB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07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A4BA-2186-8A71-7F63-5CD923F8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532A5-346C-B873-C41C-CFA0B0BD7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4EE4F-A2CA-E00B-7D70-163BC59F2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33888-9EAF-3A58-AFAC-B8FC944D8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394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46198-BF5F-4B85-290B-81D9E828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53F8B-EAC7-C0B9-196C-3A0D0B85E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1F8B9-CB44-9D68-37E4-3DCABBD3B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5C4B0-B16A-C3EF-94BD-5B3348789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2230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7AEB-6DED-8A3E-9FA2-6667FB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BBD5C-CB48-7AA7-B09C-2EB3269BB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81B34-C9E8-B7C1-D52F-2572CF444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2A50E-2B75-10E0-F897-5E611CB2E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67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D7297-17C0-C793-16FA-2F32076A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57412-0811-364F-4FF0-E8BDF4A9C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FCDB4-8107-F898-07B3-80CCD2542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872D7-C7DE-4A8D-FB0B-F015B87F9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425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FB6F5-32D1-5DA5-558B-9BF54AC8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08396-9237-1402-E396-D8DCF4D5D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1BC08-15A5-12D8-E6C4-E248B171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2B3A4-B69E-CA75-641D-89582A605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670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45B84-6025-CE44-F7C0-EEEB743BC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5B014-6E3F-E4F5-96C4-4E013AEEC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93F40-3FD7-8919-6F0E-62572B55D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BDB8D-D0E9-62E7-5B59-8556E6B2A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626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E7B82-A4E8-1CA3-7D4E-25CB9194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5F8F1-104B-5635-A222-C7D7F242D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36815-ECF2-6138-6564-A818EF2F6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5A9F7-BF42-DA5A-E771-6FE1FBC07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668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5112-258F-F2E6-3289-D42FAEC4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093AB-07D0-EA2C-2215-CB335A1C7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ADB76-35ED-393A-B780-9F6A54F77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B927D-18FE-5714-B631-61BECBEE0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785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64F99-F3E6-D0E6-0F94-28811BA4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A031D-5E13-04ED-6D6E-3AD6E74CE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47053-D18E-966A-DB9E-926931010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778C0-0AAD-6DA7-8B8E-E872CC3C0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512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4AFBB-2788-7CC2-DB69-E58AB8DC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61A08-4FBE-27AD-0A04-FB4DCCD54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98776-EAEE-2A07-5809-A81F6E16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F9598-B93A-FAB7-FFC0-0833C94F3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449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F579-3772-DBD2-2906-905F73B1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E23E7-5AC2-9DC0-5E24-2262A2F49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28109-8330-2427-50F4-5EEF7C2A5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37642-FF22-A7FD-6611-85AB38A35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551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98A11-9204-7804-A135-C44358E56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2149E-082E-6B6A-C45D-C06009CCB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6A360-C7C8-7609-A400-D688BE1C1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4A57A-A52E-1DC0-E858-F8099DD54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860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F8B1-D73E-3416-84F8-45FFFFAE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30B57-6FEB-EA10-D923-F5AEF60C6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9AA84-2A1D-E34A-F613-4A5A3DAB1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E24C3-C493-7434-DA8C-24555AE09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594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F2F8A-ACBD-C2F8-1F4B-F0BB80B7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23092-8E19-CA00-ED20-1C5ED83E3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9CAF6-6DBF-CB67-FEAC-10541BDF4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003D8-FEBB-3B03-C43B-3E6D3325C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37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C1AE-8A82-63FC-5D55-D44155B2A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8E99B-8042-921A-588F-D857213C7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8CE15-3741-303A-6BE9-40322034B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54F6E-DC73-7F3B-16D7-F51616411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050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1112-024D-854E-C6F5-8BC7E9239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29500-8221-540A-204D-3D7CE6E81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78B04-FE83-C1CA-371E-81B1DC11F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3B3D6-4DE3-FD15-4CD9-622B2EAB0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962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113B2-66FE-B9F4-63DE-54AECD3B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A4851-306D-B377-61B6-86BA3FFBB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91794-932F-63E4-F182-EC82B95DA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AD006-067A-6EA3-B03E-953B5BB1D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168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808A6-9045-3C72-A6A5-70F864A38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8CB0C-3DEB-7476-E6F6-111F592E4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63FF1-89B9-A2E3-A600-4EB73292C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6B50-F3E9-D620-BDF6-1A8A88260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0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2521" y="6376230"/>
            <a:ext cx="4545497" cy="365125"/>
          </a:xfrm>
        </p:spPr>
        <p:txBody>
          <a:bodyPr/>
          <a:lstStyle/>
          <a:p>
            <a:r>
              <a:rPr lang="en-US" dirty="0"/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89034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 472/572 – Unsupervised Machine Learning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8B4CA-17F6-EE51-7BD7-D3F74C78348A}"/>
              </a:ext>
            </a:extLst>
          </p:cNvPr>
          <p:cNvSpPr/>
          <p:nvPr userDrawn="1"/>
        </p:nvSpPr>
        <p:spPr>
          <a:xfrm>
            <a:off x="0" y="0"/>
            <a:ext cx="12192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14DD4-1F3A-9FA9-DAFC-3E32571E255C}"/>
              </a:ext>
            </a:extLst>
          </p:cNvPr>
          <p:cNvSpPr/>
          <p:nvPr userDrawn="1"/>
        </p:nvSpPr>
        <p:spPr>
          <a:xfrm>
            <a:off x="0" y="6282285"/>
            <a:ext cx="12192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1C8F53-0C1A-B315-0827-8FD2CC558E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10488" y="6397253"/>
            <a:ext cx="5757333" cy="345777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9156D0C-E4D3-6A9E-B7BD-9056880EAF06}"/>
              </a:ext>
            </a:extLst>
          </p:cNvPr>
          <p:cNvSpPr txBox="1">
            <a:spLocks/>
          </p:cNvSpPr>
          <p:nvPr userDrawn="1"/>
        </p:nvSpPr>
        <p:spPr>
          <a:xfrm>
            <a:off x="132520" y="6410739"/>
            <a:ext cx="3547659" cy="3452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i="0">
                <a:latin typeface="Arial Narrow" panose="020B0604020202020204" pitchFamily="34" charset="0"/>
                <a:cs typeface="Arial Narrow" panose="020B0604020202020204" pitchFamily="34" charset="0"/>
              </a:rPr>
              <a:t>CS 472/572 – Unsupervised Machine Learning</a:t>
            </a:r>
            <a:endParaRPr lang="en-US" sz="1100" b="0" i="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25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.xml"/><Relationship Id="rId10" Type="http://schemas.openxmlformats.org/officeDocument/2006/relationships/customXml" Target="../ink/ink3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.png"/><Relationship Id="rId5" Type="http://schemas.openxmlformats.org/officeDocument/2006/relationships/customXml" Target="../ink/ink5.xml"/><Relationship Id="rId10" Type="http://schemas.openxmlformats.org/officeDocument/2006/relationships/customXml" Target="../ink/ink6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8.xml"/><Relationship Id="rId10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1.xml"/><Relationship Id="rId10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4.xml"/><Relationship Id="rId10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.png"/><Relationship Id="rId5" Type="http://schemas.openxmlformats.org/officeDocument/2006/relationships/customXml" Target="../ink/ink17.xml"/><Relationship Id="rId10" Type="http://schemas.openxmlformats.org/officeDocument/2006/relationships/customXml" Target="../ink/ink18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0.xml"/><Relationship Id="rId10" Type="http://schemas.openxmlformats.org/officeDocument/2006/relationships/customXml" Target="../ink/ink21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6.jpg"/><Relationship Id="rId5" Type="http://schemas.openxmlformats.org/officeDocument/2006/relationships/customXml" Target="../ink/ink23.xml"/><Relationship Id="rId10" Type="http://schemas.openxmlformats.org/officeDocument/2006/relationships/customXml" Target="../ink/ink24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6.xml"/><Relationship Id="rId10" Type="http://schemas.openxmlformats.org/officeDocument/2006/relationships/customXml" Target="../ink/ink27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7.jpg"/><Relationship Id="rId5" Type="http://schemas.openxmlformats.org/officeDocument/2006/relationships/customXml" Target="../ink/ink29.xml"/><Relationship Id="rId10" Type="http://schemas.openxmlformats.org/officeDocument/2006/relationships/customXml" Target="../ink/ink30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2.xml"/><Relationship Id="rId10" Type="http://schemas.openxmlformats.org/officeDocument/2006/relationships/customXml" Target="../ink/ink33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5.xml"/><Relationship Id="rId10" Type="http://schemas.openxmlformats.org/officeDocument/2006/relationships/customXml" Target="../ink/ink36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.jpg"/><Relationship Id="rId5" Type="http://schemas.openxmlformats.org/officeDocument/2006/relationships/customXml" Target="../ink/ink38.xml"/><Relationship Id="rId10" Type="http://schemas.openxmlformats.org/officeDocument/2006/relationships/customXml" Target="../ink/ink39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9.jpg"/><Relationship Id="rId5" Type="http://schemas.openxmlformats.org/officeDocument/2006/relationships/customXml" Target="../ink/ink41.xml"/><Relationship Id="rId10" Type="http://schemas.openxmlformats.org/officeDocument/2006/relationships/customXml" Target="../ink/ink42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44.xml"/><Relationship Id="rId10" Type="http://schemas.openxmlformats.org/officeDocument/2006/relationships/customXml" Target="../ink/ink45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47.xml"/><Relationship Id="rId10" Type="http://schemas.openxmlformats.org/officeDocument/2006/relationships/customXml" Target="../ink/ink48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50.xml"/><Relationship Id="rId10" Type="http://schemas.openxmlformats.org/officeDocument/2006/relationships/customXml" Target="../ink/ink51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5.xml"/><Relationship Id="rId3" Type="http://schemas.openxmlformats.org/officeDocument/2006/relationships/customXml" Target="../ink/ink52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4.xml"/><Relationship Id="rId5" Type="http://schemas.openxmlformats.org/officeDocument/2006/relationships/customXml" Target="../ink/ink53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3" Type="http://schemas.openxmlformats.org/officeDocument/2006/relationships/customXml" Target="../ink/ink56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8.xml"/><Relationship Id="rId5" Type="http://schemas.openxmlformats.org/officeDocument/2006/relationships/customXml" Target="../ink/ink5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.xml"/><Relationship Id="rId3" Type="http://schemas.openxmlformats.org/officeDocument/2006/relationships/customXml" Target="../ink/ink60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2.xml"/><Relationship Id="rId5" Type="http://schemas.openxmlformats.org/officeDocument/2006/relationships/customXml" Target="../ink/ink6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7.xml"/><Relationship Id="rId3" Type="http://schemas.openxmlformats.org/officeDocument/2006/relationships/customXml" Target="../ink/ink64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6.xml"/><Relationship Id="rId5" Type="http://schemas.openxmlformats.org/officeDocument/2006/relationships/customXml" Target="../ink/ink65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1.xml"/><Relationship Id="rId13" Type="http://schemas.openxmlformats.org/officeDocument/2006/relationships/image" Target="../media/image11.png"/><Relationship Id="rId3" Type="http://schemas.openxmlformats.org/officeDocument/2006/relationships/customXml" Target="../ink/ink68.xml"/><Relationship Id="rId7" Type="http://schemas.openxmlformats.org/officeDocument/2006/relationships/image" Target="../media/image30.png"/><Relationship Id="rId12" Type="http://schemas.openxmlformats.org/officeDocument/2006/relationships/customXml" Target="../ink/ink7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0.xml"/><Relationship Id="rId11" Type="http://schemas.openxmlformats.org/officeDocument/2006/relationships/image" Target="../media/image10.png"/><Relationship Id="rId5" Type="http://schemas.openxmlformats.org/officeDocument/2006/relationships/customXml" Target="../ink/ink69.xml"/><Relationship Id="rId10" Type="http://schemas.openxmlformats.org/officeDocument/2006/relationships/customXml" Target="../ink/ink72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77.xml"/><Relationship Id="rId13" Type="http://schemas.openxmlformats.org/officeDocument/2006/relationships/image" Target="../media/image13.png"/><Relationship Id="rId3" Type="http://schemas.openxmlformats.org/officeDocument/2006/relationships/customXml" Target="../ink/ink74.xml"/><Relationship Id="rId7" Type="http://schemas.openxmlformats.org/officeDocument/2006/relationships/image" Target="../media/image30.png"/><Relationship Id="rId12" Type="http://schemas.openxmlformats.org/officeDocument/2006/relationships/customXml" Target="../ink/ink7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6.xml"/><Relationship Id="rId11" Type="http://schemas.openxmlformats.org/officeDocument/2006/relationships/image" Target="../media/image12.png"/><Relationship Id="rId5" Type="http://schemas.openxmlformats.org/officeDocument/2006/relationships/customXml" Target="../ink/ink75.xml"/><Relationship Id="rId10" Type="http://schemas.openxmlformats.org/officeDocument/2006/relationships/customXml" Target="../ink/ink78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3.xml"/><Relationship Id="rId3" Type="http://schemas.openxmlformats.org/officeDocument/2006/relationships/customXml" Target="../ink/ink80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2.xml"/><Relationship Id="rId11" Type="http://schemas.openxmlformats.org/officeDocument/2006/relationships/image" Target="../media/image14.png"/><Relationship Id="rId5" Type="http://schemas.openxmlformats.org/officeDocument/2006/relationships/customXml" Target="../ink/ink81.xml"/><Relationship Id="rId10" Type="http://schemas.openxmlformats.org/officeDocument/2006/relationships/customXml" Target="../ink/ink84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8.xml"/><Relationship Id="rId3" Type="http://schemas.openxmlformats.org/officeDocument/2006/relationships/customXml" Target="../ink/ink85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7.xml"/><Relationship Id="rId11" Type="http://schemas.openxmlformats.org/officeDocument/2006/relationships/image" Target="../media/image15.png"/><Relationship Id="rId5" Type="http://schemas.openxmlformats.org/officeDocument/2006/relationships/customXml" Target="../ink/ink86.xml"/><Relationship Id="rId10" Type="http://schemas.openxmlformats.org/officeDocument/2006/relationships/customXml" Target="../ink/ink89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3.xml"/><Relationship Id="rId3" Type="http://schemas.openxmlformats.org/officeDocument/2006/relationships/customXml" Target="../ink/ink90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2.xml"/><Relationship Id="rId11" Type="http://schemas.openxmlformats.org/officeDocument/2006/relationships/image" Target="../media/image16.png"/><Relationship Id="rId5" Type="http://schemas.openxmlformats.org/officeDocument/2006/relationships/customXml" Target="../ink/ink91.xml"/><Relationship Id="rId10" Type="http://schemas.openxmlformats.org/officeDocument/2006/relationships/customXml" Target="../ink/ink94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8.xml"/><Relationship Id="rId13" Type="http://schemas.openxmlformats.org/officeDocument/2006/relationships/image" Target="../media/image19.png"/><Relationship Id="rId3" Type="http://schemas.openxmlformats.org/officeDocument/2006/relationships/customXml" Target="../ink/ink95.xml"/><Relationship Id="rId7" Type="http://schemas.openxmlformats.org/officeDocument/2006/relationships/image" Target="../media/image30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7.xml"/><Relationship Id="rId11" Type="http://schemas.openxmlformats.org/officeDocument/2006/relationships/image" Target="../media/image17.png"/><Relationship Id="rId5" Type="http://schemas.openxmlformats.org/officeDocument/2006/relationships/customXml" Target="../ink/ink96.xml"/><Relationship Id="rId10" Type="http://schemas.openxmlformats.org/officeDocument/2006/relationships/customXml" Target="../ink/ink99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3.xml"/><Relationship Id="rId3" Type="http://schemas.openxmlformats.org/officeDocument/2006/relationships/customXml" Target="../ink/ink100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2.xml"/><Relationship Id="rId5" Type="http://schemas.openxmlformats.org/officeDocument/2006/relationships/customXml" Target="../ink/ink10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f_YmNWIPDwoWwXPMDJZnv0oQk6gNAGv-?usp=sharing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F9636B-809F-2140-9ABB-FED362148E3A}"/>
              </a:ext>
            </a:extLst>
          </p:cNvPr>
          <p:cNvSpPr/>
          <p:nvPr/>
        </p:nvSpPr>
        <p:spPr>
          <a:xfrm>
            <a:off x="152400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Welcome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6BAED58-4C1F-A14A-A44E-084F6FEC7936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88408-9045-BC39-17C3-679FA4304137}"/>
              </a:ext>
            </a:extLst>
          </p:cNvPr>
          <p:cNvSpPr txBox="1"/>
          <p:nvPr/>
        </p:nvSpPr>
        <p:spPr>
          <a:xfrm>
            <a:off x="3131876" y="1832346"/>
            <a:ext cx="61210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CS 472/572</a:t>
            </a:r>
          </a:p>
          <a:p>
            <a:pPr algn="ctr"/>
            <a:r>
              <a:rPr lang="en-US" sz="2800" b="1" dirty="0"/>
              <a:t>  Unsupervised Machine Learning</a:t>
            </a:r>
            <a:endParaRPr lang="en-US" sz="105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AF5713D-B244-5594-9CF6-D3BAD5B0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7866" y="4610631"/>
            <a:ext cx="6858000" cy="123148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r>
              <a:rPr sz="2000" dirty="0">
                <a:solidFill>
                  <a:schemeClr val="tx1"/>
                </a:solidFill>
              </a:rPr>
              <a:t>Fall 2025</a:t>
            </a:r>
          </a:p>
          <a:p>
            <a:r>
              <a:rPr sz="2000" dirty="0">
                <a:solidFill>
                  <a:schemeClr val="tx1"/>
                </a:solidFill>
              </a:rPr>
              <a:t>Instructor: Dr. Khondker Fariha Hossain</a:t>
            </a:r>
            <a:endParaRPr lang="en-US" sz="2000" dirty="0">
              <a:solidFill>
                <a:schemeClr val="tx1"/>
              </a:solidFill>
            </a:endParaRPr>
          </a:p>
          <a:p>
            <a:endParaRPr sz="2000" dirty="0">
              <a:solidFill>
                <a:schemeClr val="tx1"/>
              </a:solidFill>
            </a:endParaRPr>
          </a:p>
          <a:p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703FA-76C6-12E1-9BAC-B0BD06B886CA}"/>
              </a:ext>
            </a:extLst>
          </p:cNvPr>
          <p:cNvSpPr txBox="1"/>
          <p:nvPr/>
        </p:nvSpPr>
        <p:spPr>
          <a:xfrm>
            <a:off x="1524000" y="3045043"/>
            <a:ext cx="9144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PCA Analysis</a:t>
            </a:r>
          </a:p>
          <a:p>
            <a:pPr algn="ctr"/>
            <a:r>
              <a:rPr lang="en-US" sz="1600" b="1" dirty="0"/>
              <a:t>Week-9 -Class -1</a:t>
            </a:r>
            <a:endParaRPr lang="en-US" sz="400" b="1" dirty="0"/>
          </a:p>
          <a:p>
            <a:pPr algn="ctr"/>
            <a:endParaRPr lang="en-US" sz="1600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A215F2-D868-B017-77BF-32C60B3240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6C39-C607-D05A-A4A1-CAEA7BD6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A865AF2F-CB6F-2553-5428-949EF81A3F86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9ADE2-4A1D-9B18-0F2A-6433CCE7A4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708B7FD-5069-195A-9CE9-104310C5EA16}"/>
              </a:ext>
            </a:extLst>
          </p:cNvPr>
          <p:cNvSpPr txBox="1"/>
          <p:nvPr/>
        </p:nvSpPr>
        <p:spPr>
          <a:xfrm>
            <a:off x="364210" y="247723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Topics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826E3-FDBE-F6C5-597F-AAE9217865B1}"/>
              </a:ext>
            </a:extLst>
          </p:cNvPr>
          <p:cNvSpPr txBox="1"/>
          <p:nvPr/>
        </p:nvSpPr>
        <p:spPr>
          <a:xfrm>
            <a:off x="958787" y="2357749"/>
            <a:ext cx="92746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endParaRPr lang="en-US" sz="1600" b="0" i="0" u="none" strike="noStrike" baseline="0" dirty="0">
              <a:solidFill>
                <a:srgbClr val="000000"/>
              </a:solidFill>
              <a:latin typeface="ZVPYZA+ArialM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baseline="0" dirty="0">
                <a:solidFill>
                  <a:srgbClr val="000000"/>
                </a:solidFill>
                <a:latin typeface="ZVPYZA+ArialMT"/>
              </a:rPr>
              <a:t>Eigenvectors and eigenvalues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baseline="0" dirty="0">
                <a:solidFill>
                  <a:srgbClr val="000000"/>
                </a:solidFill>
                <a:latin typeface="ZVPYZA+ArialMT"/>
              </a:rPr>
              <a:t>Variance and multivariate Gaussian distributions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baseline="0" dirty="0">
                <a:solidFill>
                  <a:srgbClr val="000000"/>
                </a:solidFill>
                <a:latin typeface="ZVPYZA+ArialMT"/>
              </a:rPr>
              <a:t>Computing a covariance matrix from data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baseline="0" dirty="0">
                <a:solidFill>
                  <a:srgbClr val="000000"/>
                </a:solidFill>
                <a:latin typeface="ZVPYZA+ArialMT"/>
              </a:rPr>
              <a:t>Principal Components Analysis (PCA) </a:t>
            </a:r>
          </a:p>
        </p:txBody>
      </p:sp>
    </p:spTree>
    <p:extLst>
      <p:ext uri="{BB962C8B-B14F-4D97-AF65-F5344CB8AC3E}">
        <p14:creationId xmlns:p14="http://schemas.microsoft.com/office/powerpoint/2010/main" val="184537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DBA7F-7D24-8433-3391-6AA4DE4F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60D055AA-A951-2785-A1CA-78759E907368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EFEB4-FEA4-A388-A8B1-C11D1ED748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3DE208-3D84-0BE9-B039-263BAA62F0C0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2F5AAA6-3E15-37D7-CB3A-480087D46CC3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AAC3B5D-4498-FC43-6972-33C160BD6150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4691178C-9671-4531-1837-8075B810474D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3200">
                <a:solidFill>
                  <a:schemeClr val="bg1"/>
                </a:solidFill>
              </a:rPr>
              <a:t>Introduction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Google Shape;76;p15">
            <a:extLst>
              <a:ext uri="{FF2B5EF4-FFF2-40B4-BE49-F238E27FC236}">
                <a16:creationId xmlns:a16="http://schemas.microsoft.com/office/drawing/2014/main" id="{49B3EE8B-D200-89D3-1CFB-E89ED0AF2CCB}"/>
              </a:ext>
            </a:extLst>
          </p:cNvPr>
          <p:cNvSpPr txBox="1">
            <a:spLocks/>
          </p:cNvSpPr>
          <p:nvPr/>
        </p:nvSpPr>
        <p:spPr>
          <a:xfrm>
            <a:off x="458311" y="2161011"/>
            <a:ext cx="6568608" cy="39990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Principal Component Analysis, commonly referred to as PCA, is a powerful mathematical technique used in data analysis and statistics. At its core, PCA is designed to simplify complex datasets by transforming them into a more manageable form while retaining the most critical information.</a:t>
            </a:r>
          </a:p>
          <a:p>
            <a:pPr marL="457200" indent="-330200" algn="l">
              <a:spcBef>
                <a:spcPts val="1600"/>
              </a:spcBef>
              <a:buSzPts val="1600"/>
              <a:buFont typeface="Arial"/>
              <a:buChar char="-"/>
            </a:pPr>
            <a:r>
              <a:rPr lang="en-US" sz="1600" dirty="0">
                <a:solidFill>
                  <a:schemeClr val="tx1"/>
                </a:solidFill>
              </a:rPr>
              <a:t>reducing the dimensionality of dataset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1600" dirty="0">
                <a:solidFill>
                  <a:schemeClr val="tx1"/>
                </a:solidFill>
              </a:rPr>
              <a:t>Increasing interpretability without losing information</a:t>
            </a:r>
          </a:p>
        </p:txBody>
      </p:sp>
      <p:pic>
        <p:nvPicPr>
          <p:cNvPr id="6" name="Google Shape;78;p15">
            <a:extLst>
              <a:ext uri="{FF2B5EF4-FFF2-40B4-BE49-F238E27FC236}">
                <a16:creationId xmlns:a16="http://schemas.microsoft.com/office/drawing/2014/main" id="{0655FDC0-F21C-04E7-E9AE-06F7EEA5C37B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85997" y="2372930"/>
            <a:ext cx="4785075" cy="2202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052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CBEE4-42BC-E780-59B3-368ECB51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5FDFA3DA-6231-66A5-53F1-D8F2C16A5A81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ADBB1-58BE-D925-3785-E6C8B193195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1F9312E-1552-BC05-9471-97DF03B57F9C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9F9258-D136-B4B6-3203-4C7357561B77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BBE98C3-CB79-E1FA-962A-9684E8EE2E7A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49A9AB56-8DE1-3835-8328-EAA8D7350398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lang="en-US" sz="2200">
                <a:solidFill>
                  <a:schemeClr val="bg1"/>
                </a:solidFill>
                <a:latin typeface="Average"/>
                <a:ea typeface="Average"/>
                <a:cs typeface="Average"/>
                <a:sym typeface="Average"/>
              </a:rPr>
              <a:t>Dimensionality Reduction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Google Shape;84;p16">
            <a:extLst>
              <a:ext uri="{FF2B5EF4-FFF2-40B4-BE49-F238E27FC236}">
                <a16:creationId xmlns:a16="http://schemas.microsoft.com/office/drawing/2014/main" id="{B7F32E45-C183-EA9E-B6E0-584A2DA319B5}"/>
              </a:ext>
            </a:extLst>
          </p:cNvPr>
          <p:cNvSpPr txBox="1">
            <a:spLocks/>
          </p:cNvSpPr>
          <p:nvPr/>
        </p:nvSpPr>
        <p:spPr>
          <a:xfrm>
            <a:off x="1051929" y="2372930"/>
            <a:ext cx="8682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>
                <a:solidFill>
                  <a:schemeClr val="tx1"/>
                </a:solidFill>
              </a:rPr>
              <a:t>Dimensionality reduction refers to the techniques that reduce the number of input variables in a dataset.</a:t>
            </a:r>
          </a:p>
          <a:p>
            <a:pPr algn="l">
              <a:spcBef>
                <a:spcPts val="1600"/>
              </a:spcBef>
            </a:pPr>
            <a:r>
              <a:rPr lang="en-US" sz="1600">
                <a:solidFill>
                  <a:schemeClr val="tx1"/>
                </a:solidFill>
              </a:rPr>
              <a:t>Why DR?</a:t>
            </a:r>
          </a:p>
          <a:p>
            <a:pPr marL="457200" indent="-330200" algn="l">
              <a:spcBef>
                <a:spcPts val="1600"/>
              </a:spcBef>
              <a:buSzPts val="1600"/>
              <a:buFont typeface="Arial"/>
              <a:buChar char="-"/>
            </a:pPr>
            <a:r>
              <a:rPr lang="en-US" sz="1600">
                <a:solidFill>
                  <a:schemeClr val="tx1"/>
                </a:solidFill>
              </a:rPr>
              <a:t>Less dimensions for a given dataset means less computation or training time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1600">
                <a:solidFill>
                  <a:schemeClr val="tx1"/>
                </a:solidFill>
              </a:rPr>
              <a:t>Redundancy is removed after removing similar entries from the dataset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1600">
                <a:solidFill>
                  <a:schemeClr val="tx1"/>
                </a:solidFill>
              </a:rPr>
              <a:t>Data Compression (Reduce storage space)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1600">
                <a:solidFill>
                  <a:schemeClr val="tx1"/>
                </a:solidFill>
              </a:rPr>
              <a:t>It helps to find out the most significant features and skip the rest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1600">
                <a:solidFill>
                  <a:schemeClr val="tx1"/>
                </a:solidFill>
              </a:rPr>
              <a:t>Leads to better human interpretations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316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06EEB-402E-E5EA-0777-DE8DBBB95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5A388FBA-BD86-57AF-341E-A43951D8754E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557CF-C496-315C-1F66-B3D0C34E88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80986EF-EC4B-29B3-DB6C-2A8D73470246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00E3321-913E-D8F3-77A0-3AF4B8AA7654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6A660A6-D405-A2CD-2CFA-60FFB830DA9B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Google Shape;89;p17">
            <a:extLst>
              <a:ext uri="{FF2B5EF4-FFF2-40B4-BE49-F238E27FC236}">
                <a16:creationId xmlns:a16="http://schemas.microsoft.com/office/drawing/2014/main" id="{0D13F75D-B404-BA57-3A37-CD0D69B561E8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lang="en-US" sz="2200">
                <a:solidFill>
                  <a:schemeClr val="bg1"/>
                </a:solidFill>
                <a:latin typeface="Average"/>
                <a:ea typeface="Average"/>
                <a:cs typeface="Average"/>
                <a:sym typeface="Average"/>
              </a:rPr>
              <a:t>Why PCA?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Google Shape;90;p17">
            <a:extLst>
              <a:ext uri="{FF2B5EF4-FFF2-40B4-BE49-F238E27FC236}">
                <a16:creationId xmlns:a16="http://schemas.microsoft.com/office/drawing/2014/main" id="{35F491D3-BC85-B51F-81C2-8D1A67704A63}"/>
              </a:ext>
            </a:extLst>
          </p:cNvPr>
          <p:cNvSpPr txBox="1">
            <a:spLocks/>
          </p:cNvSpPr>
          <p:nvPr/>
        </p:nvSpPr>
        <p:spPr>
          <a:xfrm>
            <a:off x="825610" y="2161011"/>
            <a:ext cx="8682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400">
                <a:solidFill>
                  <a:schemeClr val="tx1"/>
                </a:solidFill>
              </a:rPr>
              <a:t>Dimensionality Reduction 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400">
                <a:solidFill>
                  <a:schemeClr val="tx1"/>
                </a:solidFill>
              </a:rPr>
              <a:t>Noise Reduction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400">
                <a:solidFill>
                  <a:schemeClr val="tx1"/>
                </a:solidFill>
              </a:rPr>
              <a:t>Visualization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400">
                <a:solidFill>
                  <a:schemeClr val="tx1"/>
                </a:solidFill>
              </a:rPr>
              <a:t>Feature Engineering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400">
                <a:solidFill>
                  <a:schemeClr val="tx1"/>
                </a:solidFill>
              </a:rPr>
              <a:t>Overfitting Problem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400">
                <a:solidFill>
                  <a:schemeClr val="tx1"/>
                </a:solidFill>
              </a:rPr>
              <a:t>Data Compression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 sz="2400">
                <a:solidFill>
                  <a:schemeClr val="tx1"/>
                </a:solidFill>
              </a:rPr>
              <a:t>Machine Learning Processing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462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F58F-ADA6-FEC9-C57F-45FDDA34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DF18403D-AF87-EE27-7730-BA5371349492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32BDB-105E-3376-1C96-CEFC5397A3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9EA84A-53E4-881F-963E-1F150A9C10F7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63F3637-2CFC-3ED8-E333-6CA6E76581BB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71DE23D-FBCA-655E-15BB-80190E803658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Google Shape;95;p18">
            <a:extLst>
              <a:ext uri="{FF2B5EF4-FFF2-40B4-BE49-F238E27FC236}">
                <a16:creationId xmlns:a16="http://schemas.microsoft.com/office/drawing/2014/main" id="{8BD2998D-9CC2-3CDF-E76C-B08053A102A2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lang="en-US" sz="2200">
                <a:solidFill>
                  <a:schemeClr val="bg1"/>
                </a:solidFill>
                <a:latin typeface="Average"/>
                <a:ea typeface="Average"/>
                <a:cs typeface="Average"/>
                <a:sym typeface="Average"/>
              </a:rPr>
              <a:t>Important Terminologies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Google Shape;96;p18">
            <a:extLst>
              <a:ext uri="{FF2B5EF4-FFF2-40B4-BE49-F238E27FC236}">
                <a16:creationId xmlns:a16="http://schemas.microsoft.com/office/drawing/2014/main" id="{78BA0E97-FCE2-0FA2-65DB-4F658371091B}"/>
              </a:ext>
            </a:extLst>
          </p:cNvPr>
          <p:cNvSpPr txBox="1">
            <a:spLocks/>
          </p:cNvSpPr>
          <p:nvPr/>
        </p:nvSpPr>
        <p:spPr>
          <a:xfrm>
            <a:off x="670928" y="2372930"/>
            <a:ext cx="8682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>
                <a:solidFill>
                  <a:schemeClr val="tx1"/>
                </a:solidFill>
              </a:rPr>
              <a:t>Variance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>
                <a:solidFill>
                  <a:schemeClr val="tx1"/>
                </a:solidFill>
              </a:rPr>
              <a:t>Covariance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>
                <a:solidFill>
                  <a:schemeClr val="tx1"/>
                </a:solidFill>
              </a:rPr>
              <a:t>Eigenvalues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>
                <a:solidFill>
                  <a:schemeClr val="tx1"/>
                </a:solidFill>
              </a:rPr>
              <a:t>Eigenvectors</a:t>
            </a:r>
          </a:p>
          <a:p>
            <a:pPr marL="457200" indent="-330200" algn="l">
              <a:spcBef>
                <a:spcPts val="0"/>
              </a:spcBef>
              <a:buSzPts val="1600"/>
              <a:buFont typeface="Arial"/>
              <a:buChar char="-"/>
            </a:pPr>
            <a:r>
              <a:rPr lang="en-US">
                <a:solidFill>
                  <a:schemeClr val="tx1"/>
                </a:solidFill>
              </a:rPr>
              <a:t>Principle Component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50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E52A3-EF0A-4DA8-0B57-C6239DA4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A2921D38-D33E-65F5-0E66-398151CA10A9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CC529-C7E1-4EEF-7B85-327C639039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AD0AABD-C455-5AE7-7B3D-B4551F8ABC88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480E7DE-F2B8-A701-1EA1-7B03A89D456C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3C22885-180E-D51C-AC8D-B96F6D5DED0E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Google Shape;146;p25">
            <a:extLst>
              <a:ext uri="{FF2B5EF4-FFF2-40B4-BE49-F238E27FC236}">
                <a16:creationId xmlns:a16="http://schemas.microsoft.com/office/drawing/2014/main" id="{0B7A16EB-F51B-E807-DF96-81FDF9D2A1A9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lang="en-US" sz="2800">
                <a:solidFill>
                  <a:schemeClr val="bg1"/>
                </a:solidFill>
                <a:latin typeface="Average"/>
                <a:ea typeface="Average"/>
                <a:cs typeface="Average"/>
                <a:sym typeface="Average"/>
              </a:rPr>
              <a:t>How does PCA work?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Google Shape;147;p25">
            <a:extLst>
              <a:ext uri="{FF2B5EF4-FFF2-40B4-BE49-F238E27FC236}">
                <a16:creationId xmlns:a16="http://schemas.microsoft.com/office/drawing/2014/main" id="{5AC5BE78-3F69-6E36-D70B-AB6915B89257}"/>
              </a:ext>
            </a:extLst>
          </p:cNvPr>
          <p:cNvSpPr txBox="1">
            <a:spLocks/>
          </p:cNvSpPr>
          <p:nvPr/>
        </p:nvSpPr>
        <p:spPr>
          <a:xfrm>
            <a:off x="98632" y="2475636"/>
            <a:ext cx="6862914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Step 1: Standardize the data.</a:t>
            </a:r>
          </a:p>
          <a:p>
            <a:pPr algn="l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Step 2: Calculate the covariance matrix.</a:t>
            </a:r>
          </a:p>
          <a:p>
            <a:pPr algn="l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Step 3: Compute the eigenvectors and eigenvalues.</a:t>
            </a:r>
          </a:p>
          <a:p>
            <a:pPr algn="l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Step 4: Select the principal components.</a:t>
            </a:r>
          </a:p>
          <a:p>
            <a:pPr algn="l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Step 5: Project data onto the new basis.</a:t>
            </a:r>
          </a:p>
          <a:p>
            <a:pPr algn="l">
              <a:spcBef>
                <a:spcPts val="0"/>
              </a:spcBef>
            </a:pPr>
            <a:endParaRPr lang="en-US" sz="2800" dirty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endParaRPr lang="en-US" sz="2800" dirty="0">
              <a:solidFill>
                <a:schemeClr val="tx1"/>
              </a:solidFill>
            </a:endParaRPr>
          </a:p>
          <a:p>
            <a:pPr marL="457200" algn="l">
              <a:spcBef>
                <a:spcPts val="0"/>
              </a:spcBef>
            </a:pPr>
            <a:endParaRPr lang="en-US" sz="2800" dirty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  <a:spcAft>
                <a:spcPts val="1600"/>
              </a:spcAft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4" name="Google Shape;149;p25">
            <a:extLst>
              <a:ext uri="{FF2B5EF4-FFF2-40B4-BE49-F238E27FC236}">
                <a16:creationId xmlns:a16="http://schemas.microsoft.com/office/drawing/2014/main" id="{3CA71740-1722-1B49-EA9C-B5516E038BA6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73892" y="2372930"/>
            <a:ext cx="4919476" cy="2358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8749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EB001-48F4-4487-8D52-BCD3E3199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675B985D-DB6A-9842-3764-1CB800EF320B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1908F-51B4-CB2D-4FF9-545581FC5F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75CEC8A-B4FA-01C7-2586-2C6DBC11A024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A245D4A-5CE3-AC41-D278-C4DAF9892FC3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5CC7BEB-ED11-A4A8-5FB7-C6E98628E046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45A9A3C-9291-83C0-11F3-93C37387AD83}"/>
              </a:ext>
            </a:extLst>
          </p:cNvPr>
          <p:cNvSpPr txBox="1"/>
          <p:nvPr/>
        </p:nvSpPr>
        <p:spPr>
          <a:xfrm>
            <a:off x="424543" y="49880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265" dirty="0">
                <a:solidFill>
                  <a:schemeClr val="bg1"/>
                </a:solidFill>
              </a:rPr>
              <a:t>Principal</a:t>
            </a:r>
            <a:r>
              <a:rPr lang="en-US" sz="2800" spc="155" dirty="0">
                <a:solidFill>
                  <a:schemeClr val="bg1"/>
                </a:solidFill>
              </a:rPr>
              <a:t> </a:t>
            </a:r>
            <a:r>
              <a:rPr lang="en-US" sz="2800" spc="280" dirty="0">
                <a:solidFill>
                  <a:schemeClr val="bg1"/>
                </a:solidFill>
              </a:rPr>
              <a:t>Component</a:t>
            </a:r>
            <a:r>
              <a:rPr lang="en-US" sz="2800" spc="160" dirty="0">
                <a:solidFill>
                  <a:schemeClr val="bg1"/>
                </a:solidFill>
              </a:rPr>
              <a:t> </a:t>
            </a:r>
            <a:r>
              <a:rPr lang="en-US" sz="2800" spc="220" dirty="0">
                <a:solidFill>
                  <a:schemeClr val="bg1"/>
                </a:solidFill>
              </a:rPr>
              <a:t>Analysis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1EB8D05-FD4A-D86A-E8B5-8CB0BB045504}"/>
              </a:ext>
            </a:extLst>
          </p:cNvPr>
          <p:cNvSpPr txBox="1">
            <a:spLocks/>
          </p:cNvSpPr>
          <p:nvPr/>
        </p:nvSpPr>
        <p:spPr>
          <a:xfrm>
            <a:off x="886424" y="2041711"/>
            <a:ext cx="8314055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2275" marR="5080" indent="-410209" algn="just">
              <a:lnSpc>
                <a:spcPct val="114599"/>
              </a:lnSpc>
              <a:spcBef>
                <a:spcPts val="100"/>
              </a:spcBef>
              <a:buFont typeface="Arial"/>
              <a:buChar char="●"/>
              <a:tabLst>
                <a:tab pos="424815" algn="l"/>
              </a:tabLst>
            </a:pP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lang="en-US" sz="2400" spc="-7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spc="-10">
                <a:solidFill>
                  <a:srgbClr val="666666"/>
                </a:solidFill>
                <a:latin typeface="Arial"/>
                <a:cs typeface="Arial"/>
              </a:rPr>
              <a:t>mathematical</a:t>
            </a:r>
            <a:r>
              <a:rPr lang="en-US" sz="2400" spc="-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procedure</a:t>
            </a:r>
            <a:r>
              <a:rPr lang="en-US" sz="2400" spc="-7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lang="en-US" sz="2400" spc="-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b="1" i="1">
                <a:solidFill>
                  <a:srgbClr val="990000"/>
                </a:solidFill>
                <a:latin typeface="Arial"/>
                <a:cs typeface="Arial"/>
              </a:rPr>
              <a:t>simple</a:t>
            </a:r>
            <a:r>
              <a:rPr lang="en-US" sz="2400" b="1" i="1" spc="-7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lang="en-US" sz="2400" b="1" i="1">
                <a:solidFill>
                  <a:srgbClr val="990000"/>
                </a:solidFill>
                <a:latin typeface="Arial"/>
                <a:cs typeface="Arial"/>
              </a:rPr>
              <a:t>matrix</a:t>
            </a:r>
            <a:r>
              <a:rPr lang="en-US" sz="2400" b="1" i="1" spc="-75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lang="en-US" sz="2400" b="1" i="1" spc="-10">
                <a:solidFill>
                  <a:srgbClr val="990000"/>
                </a:solidFill>
                <a:latin typeface="Arial"/>
                <a:cs typeface="Arial"/>
              </a:rPr>
              <a:t>operations 	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lang="en-US" sz="2400" spc="-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b="1" i="1">
                <a:solidFill>
                  <a:srgbClr val="990000"/>
                </a:solidFill>
                <a:latin typeface="Arial"/>
                <a:cs typeface="Arial"/>
              </a:rPr>
              <a:t>linear</a:t>
            </a:r>
            <a:r>
              <a:rPr lang="en-US" sz="2400" b="1" i="1" spc="-45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lang="en-US" sz="2400" b="1" i="1">
                <a:solidFill>
                  <a:srgbClr val="990000"/>
                </a:solidFill>
                <a:latin typeface="Arial"/>
                <a:cs typeface="Arial"/>
              </a:rPr>
              <a:t>algebra</a:t>
            </a:r>
            <a:r>
              <a:rPr lang="en-US" sz="2400" b="1" i="1" spc="-45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lang="en-US" sz="2400" b="1" i="1">
                <a:solidFill>
                  <a:srgbClr val="990000"/>
                </a:solidFill>
                <a:latin typeface="Arial"/>
                <a:cs typeface="Arial"/>
              </a:rPr>
              <a:t>and</a:t>
            </a:r>
            <a:r>
              <a:rPr lang="en-US" sz="2400" b="1" i="1" spc="-5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lang="en-US" sz="2400" b="1" i="1">
                <a:solidFill>
                  <a:srgbClr val="990000"/>
                </a:solidFill>
                <a:latin typeface="Arial"/>
                <a:cs typeface="Arial"/>
              </a:rPr>
              <a:t>statistics</a:t>
            </a:r>
            <a:r>
              <a:rPr lang="en-US" sz="2400" b="1" i="1" spc="-2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lang="en-US" sz="24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transform</a:t>
            </a:r>
            <a:r>
              <a:rPr lang="en-US" sz="2400" spc="-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lang="en-US" sz="2400" spc="-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spc="-10">
                <a:solidFill>
                  <a:srgbClr val="666666"/>
                </a:solidFill>
                <a:latin typeface="Arial"/>
                <a:cs typeface="Arial"/>
              </a:rPr>
              <a:t>number 	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lang="en-US" sz="2400" spc="-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i="1">
                <a:solidFill>
                  <a:srgbClr val="666666"/>
                </a:solidFill>
                <a:latin typeface="Arial"/>
                <a:cs typeface="Arial"/>
              </a:rPr>
              <a:t>correlated</a:t>
            </a:r>
            <a:r>
              <a:rPr lang="en-US" sz="2400" i="1" spc="-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i="1">
                <a:solidFill>
                  <a:srgbClr val="666666"/>
                </a:solidFill>
                <a:latin typeface="Arial"/>
                <a:cs typeface="Arial"/>
              </a:rPr>
              <a:t>variables</a:t>
            </a:r>
            <a:r>
              <a:rPr lang="en-US" sz="2400" i="1" spc="-7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i="1">
                <a:solidFill>
                  <a:srgbClr val="666666"/>
                </a:solidFill>
                <a:latin typeface="Arial"/>
                <a:cs typeface="Arial"/>
              </a:rPr>
              <a:t>into</a:t>
            </a:r>
            <a:r>
              <a:rPr lang="en-US" sz="2400" i="1" spc="-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i="1">
                <a:solidFill>
                  <a:srgbClr val="666666"/>
                </a:solidFill>
                <a:latin typeface="Arial"/>
                <a:cs typeface="Arial"/>
              </a:rPr>
              <a:t>smaller</a:t>
            </a:r>
            <a:r>
              <a:rPr lang="en-US" sz="2400" i="1" spc="-7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i="1">
                <a:solidFill>
                  <a:srgbClr val="666666"/>
                </a:solidFill>
                <a:latin typeface="Arial"/>
                <a:cs typeface="Arial"/>
              </a:rPr>
              <a:t>number</a:t>
            </a:r>
            <a:r>
              <a:rPr lang="en-US" sz="2400" i="1" spc="-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i="1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lang="en-US" sz="2400" i="1" spc="-7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i="1" spc="-10">
                <a:solidFill>
                  <a:srgbClr val="666666"/>
                </a:solidFill>
                <a:latin typeface="Arial"/>
                <a:cs typeface="Arial"/>
              </a:rPr>
              <a:t>uncorrelated 	</a:t>
            </a:r>
            <a:r>
              <a:rPr lang="en-US" sz="2400" i="1">
                <a:solidFill>
                  <a:srgbClr val="666666"/>
                </a:solidFill>
                <a:latin typeface="Arial"/>
                <a:cs typeface="Arial"/>
              </a:rPr>
              <a:t>variables</a:t>
            </a:r>
            <a:r>
              <a:rPr lang="en-US" sz="2400" i="1" spc="-1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called</a:t>
            </a:r>
            <a:r>
              <a:rPr lang="en-US" sz="2400" spc="-1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principal</a:t>
            </a:r>
            <a:r>
              <a:rPr lang="en-US" sz="2400" spc="-1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spc="-10">
                <a:solidFill>
                  <a:srgbClr val="666666"/>
                </a:solidFill>
                <a:latin typeface="Arial"/>
                <a:cs typeface="Arial"/>
              </a:rPr>
              <a:t>components.</a:t>
            </a:r>
            <a:endParaRPr lang="en-US" sz="2400">
              <a:latin typeface="Arial"/>
              <a:cs typeface="Arial"/>
            </a:endParaRPr>
          </a:p>
          <a:p>
            <a:pPr marL="424815" marR="582295" indent="-412750">
              <a:lnSpc>
                <a:spcPct val="114599"/>
              </a:lnSpc>
              <a:buFont typeface="Arial"/>
              <a:buChar char="●"/>
              <a:tabLst>
                <a:tab pos="424815" algn="l"/>
              </a:tabLst>
            </a:pP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Emphasize</a:t>
            </a:r>
            <a:r>
              <a:rPr lang="en-US" sz="2400" spc="-9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variation</a:t>
            </a:r>
            <a:r>
              <a:rPr lang="en-US" sz="24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lang="en-US" sz="2400" spc="-9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bring</a:t>
            </a:r>
            <a:r>
              <a:rPr lang="en-US" sz="24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out</a:t>
            </a:r>
            <a:r>
              <a:rPr lang="en-US" sz="2400" spc="-9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strong</a:t>
            </a:r>
            <a:r>
              <a:rPr lang="en-US" sz="24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patterns</a:t>
            </a:r>
            <a:r>
              <a:rPr lang="en-US" sz="2400" spc="-9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lang="en-US" sz="24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spc="-50">
                <a:solidFill>
                  <a:srgbClr val="666666"/>
                </a:solidFill>
                <a:latin typeface="Arial"/>
                <a:cs typeface="Arial"/>
              </a:rPr>
              <a:t>a </a:t>
            </a:r>
            <a:r>
              <a:rPr lang="en-US" sz="2400" spc="-10">
                <a:solidFill>
                  <a:srgbClr val="666666"/>
                </a:solidFill>
                <a:latin typeface="Arial"/>
                <a:cs typeface="Arial"/>
              </a:rPr>
              <a:t>dataset.</a:t>
            </a:r>
            <a:endParaRPr lang="en-US" sz="2400">
              <a:latin typeface="Arial"/>
              <a:cs typeface="Arial"/>
            </a:endParaRPr>
          </a:p>
          <a:p>
            <a:pPr marL="424815" indent="-412115">
              <a:spcBef>
                <a:spcPts val="420"/>
              </a:spcBef>
              <a:buFont typeface="Arial"/>
              <a:buChar char="●"/>
              <a:tabLst>
                <a:tab pos="424815" algn="l"/>
              </a:tabLst>
            </a:pP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lang="en-US" sz="2400" spc="-4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make</a:t>
            </a:r>
            <a:r>
              <a:rPr lang="en-US" sz="2400" spc="-4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data</a:t>
            </a:r>
            <a:r>
              <a:rPr lang="en-US" sz="2400" spc="-4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easy</a:t>
            </a:r>
            <a:r>
              <a:rPr lang="en-US" sz="24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lang="en-US" sz="24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b="1" i="1">
                <a:solidFill>
                  <a:srgbClr val="980000"/>
                </a:solidFill>
                <a:latin typeface="Arial"/>
                <a:cs typeface="Arial"/>
              </a:rPr>
              <a:t>explore</a:t>
            </a:r>
            <a:r>
              <a:rPr lang="en-US" sz="2400" b="1" i="1" spc="-4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sz="2400" b="1" i="1">
                <a:solidFill>
                  <a:srgbClr val="980000"/>
                </a:solidFill>
                <a:latin typeface="Arial"/>
                <a:cs typeface="Arial"/>
              </a:rPr>
              <a:t>and</a:t>
            </a:r>
            <a:r>
              <a:rPr lang="en-US" sz="2400" b="1" i="1" spc="-4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sz="2400" b="1" i="1" spc="-10">
                <a:solidFill>
                  <a:srgbClr val="980000"/>
                </a:solidFill>
                <a:latin typeface="Arial"/>
                <a:cs typeface="Arial"/>
              </a:rPr>
              <a:t>visualize</a:t>
            </a:r>
            <a:r>
              <a:rPr lang="en-US" sz="2400" spc="-10">
                <a:solidFill>
                  <a:srgbClr val="666666"/>
                </a:solidFill>
                <a:latin typeface="Arial"/>
                <a:cs typeface="Arial"/>
              </a:rPr>
              <a:t>.</a:t>
            </a:r>
            <a:endParaRPr lang="en-US" sz="2400">
              <a:latin typeface="Arial"/>
              <a:cs typeface="Arial"/>
            </a:endParaRPr>
          </a:p>
          <a:p>
            <a:pPr marL="424815" indent="-412115">
              <a:spcBef>
                <a:spcPts val="420"/>
              </a:spcBef>
              <a:buFont typeface="Arial"/>
              <a:buChar char="●"/>
              <a:tabLst>
                <a:tab pos="424815" algn="l"/>
              </a:tabLst>
            </a:pP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Still</a:t>
            </a:r>
            <a:r>
              <a:rPr lang="en-US" sz="2400" spc="-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contains</a:t>
            </a:r>
            <a:r>
              <a:rPr lang="en-US" sz="24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most</a:t>
            </a:r>
            <a:r>
              <a:rPr lang="en-US" sz="24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lang="en-US" sz="24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lang="en-US" sz="24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spc="-10">
                <a:solidFill>
                  <a:srgbClr val="666666"/>
                </a:solidFill>
                <a:latin typeface="Arial"/>
                <a:cs typeface="Arial"/>
              </a:rPr>
              <a:t>information</a:t>
            </a:r>
            <a:r>
              <a:rPr lang="en-US" sz="24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lang="en-US" sz="24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lang="en-US" sz="2400" spc="-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>
                <a:solidFill>
                  <a:srgbClr val="666666"/>
                </a:solidFill>
                <a:latin typeface="Arial"/>
                <a:cs typeface="Arial"/>
              </a:rPr>
              <a:t>large</a:t>
            </a:r>
            <a:r>
              <a:rPr lang="en-US" sz="2400" spc="-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n-US" sz="2400" spc="-20">
                <a:solidFill>
                  <a:srgbClr val="666666"/>
                </a:solidFill>
                <a:latin typeface="Arial"/>
                <a:cs typeface="Arial"/>
              </a:rPr>
              <a:t>set.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648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F3E5-5C49-9DF6-811A-6F16F0BDB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4122E5EE-4A1D-32F3-3070-C720015FAE54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6E2D7-F289-5CCA-6D9D-80316384E2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24897C6-4177-F9A5-C29B-60891B3A3380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99F689D-5B04-41CC-F124-6E9FE67F2675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559C1CD-8B0E-164E-73BE-32ED58F95FC9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4">
            <a:extLst>
              <a:ext uri="{FF2B5EF4-FFF2-40B4-BE49-F238E27FC236}">
                <a16:creationId xmlns:a16="http://schemas.microsoft.com/office/drawing/2014/main" id="{74B1C72F-4839-422D-1982-30197F20C469}"/>
              </a:ext>
            </a:extLst>
          </p:cNvPr>
          <p:cNvSpPr txBox="1"/>
          <p:nvPr/>
        </p:nvSpPr>
        <p:spPr>
          <a:xfrm>
            <a:off x="1164771" y="5280470"/>
            <a:ext cx="8141334" cy="5207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latin typeface="Proxima Nova Rg"/>
                <a:cs typeface="Proxima Nova Rg"/>
              </a:rPr>
              <a:t>Figure</a:t>
            </a:r>
            <a:r>
              <a:rPr sz="1400" spc="-15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1A: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The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data</a:t>
            </a:r>
            <a:r>
              <a:rPr sz="1400" spc="-15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are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represented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in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the</a:t>
            </a:r>
            <a:r>
              <a:rPr sz="1400" spc="-15" dirty="0">
                <a:latin typeface="Proxima Nova Rg"/>
                <a:cs typeface="Proxima Nova Rg"/>
              </a:rPr>
              <a:t> </a:t>
            </a:r>
            <a:r>
              <a:rPr sz="1400" spc="-10" dirty="0">
                <a:latin typeface="Proxima Nova Rg"/>
                <a:cs typeface="Proxima Nova Rg"/>
              </a:rPr>
              <a:t>X-</a:t>
            </a:r>
            <a:r>
              <a:rPr sz="1400" dirty="0">
                <a:latin typeface="Proxima Nova Rg"/>
                <a:cs typeface="Proxima Nova Rg"/>
              </a:rPr>
              <a:t>Y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coordinate</a:t>
            </a:r>
            <a:r>
              <a:rPr sz="1400" spc="-10" dirty="0">
                <a:latin typeface="Proxima Nova Rg"/>
                <a:cs typeface="Proxima Nova Rg"/>
              </a:rPr>
              <a:t> system</a:t>
            </a:r>
            <a:endParaRPr sz="1400" dirty="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latin typeface="Proxima Nova Rg"/>
                <a:cs typeface="Proxima Nova Rg"/>
              </a:rPr>
              <a:t>Figure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1B: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The</a:t>
            </a:r>
            <a:r>
              <a:rPr sz="1400" spc="-15" dirty="0">
                <a:latin typeface="Proxima Nova Rg"/>
                <a:cs typeface="Proxima Nova Rg"/>
              </a:rPr>
              <a:t> </a:t>
            </a:r>
            <a:r>
              <a:rPr sz="1400" i="1" dirty="0">
                <a:latin typeface="Proxima Nova Rg"/>
                <a:cs typeface="Proxima Nova Rg"/>
              </a:rPr>
              <a:t>PC1</a:t>
            </a:r>
            <a:r>
              <a:rPr sz="1400" i="1" spc="-5" dirty="0">
                <a:latin typeface="Proxima Nova Rg"/>
                <a:cs typeface="Proxima Nova Rg"/>
              </a:rPr>
              <a:t> </a:t>
            </a:r>
            <a:r>
              <a:rPr sz="1400" i="1" dirty="0">
                <a:latin typeface="Proxima Nova Rg"/>
                <a:cs typeface="Proxima Nova Rg"/>
              </a:rPr>
              <a:t>axis</a:t>
            </a:r>
            <a:r>
              <a:rPr sz="1400" i="1" spc="-15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is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the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b="1" dirty="0">
                <a:latin typeface="Proxima Nova Rg"/>
                <a:cs typeface="Proxima Nova Rg"/>
              </a:rPr>
              <a:t>first</a:t>
            </a:r>
            <a:r>
              <a:rPr sz="1400" b="1" spc="-10" dirty="0">
                <a:latin typeface="Proxima Nova Rg"/>
                <a:cs typeface="Proxima Nova Rg"/>
              </a:rPr>
              <a:t> </a:t>
            </a:r>
            <a:r>
              <a:rPr sz="1400" b="1" dirty="0">
                <a:latin typeface="Proxima Nova Rg"/>
                <a:cs typeface="Proxima Nova Rg"/>
              </a:rPr>
              <a:t>principal</a:t>
            </a:r>
            <a:r>
              <a:rPr sz="1400" b="1" spc="-10" dirty="0">
                <a:latin typeface="Proxima Nova Rg"/>
                <a:cs typeface="Proxima Nova Rg"/>
              </a:rPr>
              <a:t> </a:t>
            </a:r>
            <a:r>
              <a:rPr sz="1400" b="1" dirty="0">
                <a:latin typeface="Proxima Nova Rg"/>
                <a:cs typeface="Proxima Nova Rg"/>
              </a:rPr>
              <a:t>direction</a:t>
            </a:r>
            <a:r>
              <a:rPr sz="1400" b="1" spc="-15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along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which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the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samples</a:t>
            </a:r>
            <a:r>
              <a:rPr sz="1400" spc="-5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show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the</a:t>
            </a:r>
            <a:r>
              <a:rPr sz="1400" spc="-10" dirty="0">
                <a:latin typeface="Proxima Nova Rg"/>
                <a:cs typeface="Proxima Nova Rg"/>
              </a:rPr>
              <a:t> </a:t>
            </a:r>
            <a:r>
              <a:rPr sz="1400" dirty="0">
                <a:latin typeface="Proxima Nova Rg"/>
                <a:cs typeface="Proxima Nova Rg"/>
              </a:rPr>
              <a:t>largest</a:t>
            </a:r>
            <a:r>
              <a:rPr sz="1400" spc="-5" dirty="0">
                <a:latin typeface="Proxima Nova Rg"/>
                <a:cs typeface="Proxima Nova Rg"/>
              </a:rPr>
              <a:t> </a:t>
            </a:r>
            <a:r>
              <a:rPr sz="1400" spc="-10" dirty="0">
                <a:latin typeface="Proxima Nova Rg"/>
                <a:cs typeface="Proxima Nova Rg"/>
              </a:rPr>
              <a:t>variation</a:t>
            </a:r>
            <a:endParaRPr sz="1400" dirty="0">
              <a:latin typeface="Proxima Nova Rg"/>
              <a:cs typeface="Proxima Nova Rg"/>
            </a:endParaRP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2E2E0009-8FA9-79E9-2C67-1940FFAEE80C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58427" y="1756323"/>
            <a:ext cx="6841565" cy="324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32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E402-C46F-D196-1715-836B87F3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603C5C96-485F-0B01-3BB2-53D863046249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21AFE-5841-5D69-D42A-EC4264587D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399C7FA-7B02-2373-4CA6-820A90B4BC52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C4C195A-97D2-5636-9597-7854A3FD9E87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FB87BCD-036F-2316-6D60-15E809D7AA2B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object 2">
            <a:extLst>
              <a:ext uri="{FF2B5EF4-FFF2-40B4-BE49-F238E27FC236}">
                <a16:creationId xmlns:a16="http://schemas.microsoft.com/office/drawing/2014/main" id="{E7E7077E-A68B-0FCD-4CCC-35BD185B2CD9}"/>
              </a:ext>
            </a:extLst>
          </p:cNvPr>
          <p:cNvSpPr txBox="1">
            <a:spLocks/>
          </p:cNvSpPr>
          <p:nvPr/>
        </p:nvSpPr>
        <p:spPr>
          <a:xfrm>
            <a:off x="348343" y="596121"/>
            <a:ext cx="864424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FF5722"/>
                </a:solidFill>
                <a:latin typeface="Palatino Linotype"/>
                <a:ea typeface="+mj-ea"/>
                <a:cs typeface="Palatino Linotype"/>
              </a:defRPr>
            </a:lvl1pPr>
          </a:lstStyle>
          <a:p>
            <a:pPr marL="147320">
              <a:spcBef>
                <a:spcPts val="100"/>
              </a:spcBef>
            </a:pPr>
            <a:r>
              <a:rPr lang="en-US" spc="210" dirty="0">
                <a:solidFill>
                  <a:schemeClr val="bg1"/>
                </a:solidFill>
              </a:rPr>
              <a:t>Goals</a:t>
            </a:r>
            <a:r>
              <a:rPr lang="en-US" spc="155" dirty="0">
                <a:solidFill>
                  <a:schemeClr val="bg1"/>
                </a:solidFill>
              </a:rPr>
              <a:t> </a:t>
            </a:r>
            <a:r>
              <a:rPr lang="en-US" spc="195" dirty="0">
                <a:solidFill>
                  <a:schemeClr val="bg1"/>
                </a:solidFill>
              </a:rPr>
              <a:t>of</a:t>
            </a:r>
            <a:r>
              <a:rPr lang="en-US" spc="160" dirty="0">
                <a:solidFill>
                  <a:schemeClr val="bg1"/>
                </a:solidFill>
              </a:rPr>
              <a:t> </a:t>
            </a:r>
            <a:r>
              <a:rPr lang="en-US" spc="140" dirty="0">
                <a:solidFill>
                  <a:schemeClr val="bg1"/>
                </a:solidFill>
              </a:rPr>
              <a:t>PCA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3D8F1A1-CDF4-724C-4579-711EA6009443}"/>
              </a:ext>
            </a:extLst>
          </p:cNvPr>
          <p:cNvSpPr txBox="1"/>
          <p:nvPr/>
        </p:nvSpPr>
        <p:spPr>
          <a:xfrm>
            <a:off x="784416" y="2219105"/>
            <a:ext cx="8206105" cy="17018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24815" indent="-412115">
              <a:lnSpc>
                <a:spcPct val="100000"/>
              </a:lnSpc>
              <a:spcBef>
                <a:spcPts val="520"/>
              </a:spcBef>
              <a:buFont typeface="Arial"/>
              <a:buChar char="●"/>
              <a:tabLst>
                <a:tab pos="424815" algn="l"/>
              </a:tabLst>
            </a:pPr>
            <a:r>
              <a:rPr sz="2400" dirty="0">
                <a:latin typeface="Proxima Nova Rg"/>
                <a:cs typeface="Proxima Nova Rg"/>
              </a:rPr>
              <a:t>To</a:t>
            </a:r>
            <a:r>
              <a:rPr sz="2400" spc="-35" dirty="0">
                <a:latin typeface="Proxima Nova Rg"/>
                <a:cs typeface="Proxima Nova Rg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Proxima Nova Rg"/>
                <a:cs typeface="Proxima Nova Rg"/>
              </a:rPr>
              <a:t>identify</a:t>
            </a:r>
            <a:r>
              <a:rPr sz="2400" b="1" i="1" spc="-35" dirty="0">
                <a:solidFill>
                  <a:srgbClr val="FF0000"/>
                </a:solidFill>
                <a:latin typeface="Proxima Nova Rg"/>
                <a:cs typeface="Proxima Nova Rg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Proxima Nova Rg"/>
                <a:cs typeface="Proxima Nova Rg"/>
              </a:rPr>
              <a:t>hidden</a:t>
            </a:r>
            <a:r>
              <a:rPr sz="2400" b="1" i="1" spc="-35" dirty="0">
                <a:solidFill>
                  <a:srgbClr val="FF0000"/>
                </a:solidFill>
                <a:latin typeface="Proxima Nova Rg"/>
                <a:cs typeface="Proxima Nova Rg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Proxima Nova Rg"/>
                <a:cs typeface="Proxima Nova Rg"/>
              </a:rPr>
              <a:t>pattern</a:t>
            </a:r>
            <a:r>
              <a:rPr sz="2400" b="1" i="1" spc="-30" dirty="0">
                <a:solidFill>
                  <a:srgbClr val="FF0000"/>
                </a:solidFill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in</a:t>
            </a:r>
            <a:r>
              <a:rPr sz="2400" spc="-3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a</a:t>
            </a:r>
            <a:r>
              <a:rPr sz="2400" spc="-3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data</a:t>
            </a:r>
            <a:r>
              <a:rPr sz="2400" spc="-35" dirty="0">
                <a:latin typeface="Proxima Nova Rg"/>
                <a:cs typeface="Proxima Nova Rg"/>
              </a:rPr>
              <a:t> </a:t>
            </a:r>
            <a:r>
              <a:rPr sz="2400" spc="-25" dirty="0">
                <a:latin typeface="Proxima Nova Rg"/>
                <a:cs typeface="Proxima Nova Rg"/>
              </a:rPr>
              <a:t>set</a:t>
            </a:r>
            <a:endParaRPr sz="2400" dirty="0">
              <a:latin typeface="Proxima Nova Rg"/>
              <a:cs typeface="Proxima Nova Rg"/>
            </a:endParaRPr>
          </a:p>
          <a:p>
            <a:pPr marL="424815" marR="5080" indent="-412750">
              <a:lnSpc>
                <a:spcPct val="114599"/>
              </a:lnSpc>
              <a:buFont typeface="Arial"/>
              <a:buChar char="●"/>
              <a:tabLst>
                <a:tab pos="424815" algn="l"/>
              </a:tabLst>
            </a:pPr>
            <a:r>
              <a:rPr sz="2400" dirty="0">
                <a:latin typeface="Proxima Nova Rg"/>
                <a:cs typeface="Proxima Nova Rg"/>
              </a:rPr>
              <a:t>To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b="1" i="1" dirty="0">
                <a:solidFill>
                  <a:srgbClr val="1B39A9"/>
                </a:solidFill>
                <a:latin typeface="Proxima Nova Rg"/>
                <a:cs typeface="Proxima Nova Rg"/>
              </a:rPr>
              <a:t>reduce the</a:t>
            </a:r>
            <a:r>
              <a:rPr sz="2400" b="1" i="1" spc="-5" dirty="0">
                <a:solidFill>
                  <a:srgbClr val="1B39A9"/>
                </a:solidFill>
                <a:latin typeface="Proxima Nova Rg"/>
                <a:cs typeface="Proxima Nova Rg"/>
              </a:rPr>
              <a:t> </a:t>
            </a:r>
            <a:r>
              <a:rPr sz="2400" b="1" i="1" spc="-10" dirty="0">
                <a:solidFill>
                  <a:srgbClr val="1B39A9"/>
                </a:solidFill>
                <a:latin typeface="Proxima Nova Rg"/>
                <a:cs typeface="Proxima Nova Rg"/>
              </a:rPr>
              <a:t>dimensionality</a:t>
            </a:r>
            <a:r>
              <a:rPr sz="2400" b="1" i="1" dirty="0">
                <a:solidFill>
                  <a:srgbClr val="1B39A9"/>
                </a:solidFill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of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the data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by removing </a:t>
            </a:r>
            <a:r>
              <a:rPr sz="2400" spc="-25" dirty="0">
                <a:latin typeface="Proxima Nova Rg"/>
                <a:cs typeface="Proxima Nova Rg"/>
              </a:rPr>
              <a:t>the </a:t>
            </a:r>
            <a:r>
              <a:rPr sz="2400" dirty="0">
                <a:latin typeface="Proxima Nova Rg"/>
                <a:cs typeface="Proxima Nova Rg"/>
              </a:rPr>
              <a:t>noise and redundancy in the </a:t>
            </a:r>
            <a:r>
              <a:rPr sz="2400" spc="-20" dirty="0">
                <a:latin typeface="Proxima Nova Rg"/>
                <a:cs typeface="Proxima Nova Rg"/>
              </a:rPr>
              <a:t>data</a:t>
            </a:r>
            <a:endParaRPr sz="2400" dirty="0">
              <a:latin typeface="Proxima Nova Rg"/>
              <a:cs typeface="Proxima Nova Rg"/>
            </a:endParaRPr>
          </a:p>
          <a:p>
            <a:pPr marL="424815" indent="-41211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424815" algn="l"/>
              </a:tabLst>
            </a:pPr>
            <a:r>
              <a:rPr sz="2400" dirty="0">
                <a:latin typeface="Proxima Nova Rg"/>
                <a:cs typeface="Proxima Nova Rg"/>
              </a:rPr>
              <a:t>To</a:t>
            </a:r>
            <a:r>
              <a:rPr sz="2400" spc="-40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identify</a:t>
            </a:r>
            <a:r>
              <a:rPr sz="2400" spc="-40" dirty="0">
                <a:latin typeface="Proxima Nova Rg"/>
                <a:cs typeface="Proxima Nova Rg"/>
              </a:rPr>
              <a:t> </a:t>
            </a:r>
            <a:r>
              <a:rPr sz="2400" b="1" i="1" dirty="0">
                <a:solidFill>
                  <a:srgbClr val="5B0F00"/>
                </a:solidFill>
                <a:latin typeface="Proxima Nova Rg"/>
                <a:cs typeface="Proxima Nova Rg"/>
              </a:rPr>
              <a:t>correlated</a:t>
            </a:r>
            <a:r>
              <a:rPr sz="2400" b="1" i="1" spc="-35" dirty="0">
                <a:solidFill>
                  <a:srgbClr val="5B0F00"/>
                </a:solidFill>
                <a:latin typeface="Proxima Nova Rg"/>
                <a:cs typeface="Proxima Nova Rg"/>
              </a:rPr>
              <a:t> </a:t>
            </a:r>
            <a:r>
              <a:rPr sz="2400" b="1" i="1" spc="-10" dirty="0">
                <a:solidFill>
                  <a:srgbClr val="5B0F00"/>
                </a:solidFill>
                <a:latin typeface="Proxima Nova Rg"/>
                <a:cs typeface="Proxima Nova Rg"/>
              </a:rPr>
              <a:t>variables</a:t>
            </a:r>
            <a:endParaRPr sz="2400" dirty="0">
              <a:latin typeface="Proxima Nova Rg"/>
              <a:cs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92048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D443D-8D53-6078-9A6A-FF39069FA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6A8D24A9-E985-D512-6678-F2D2C2037950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66EF0-F5F8-2A1F-F380-9EF9B02D7E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CEF2852-1ABC-A28F-E1D2-493A017709A2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5B54518-AC96-6D72-AB8C-9F08FA5EEEF3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6D5BE8A-F0C2-02B8-3FF8-ABB3AEDCCDF8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3">
            <a:extLst>
              <a:ext uri="{FF2B5EF4-FFF2-40B4-BE49-F238E27FC236}">
                <a16:creationId xmlns:a16="http://schemas.microsoft.com/office/drawing/2014/main" id="{1BA415B7-1409-4AB8-31B6-98DE957664F9}"/>
              </a:ext>
            </a:extLst>
          </p:cNvPr>
          <p:cNvSpPr txBox="1"/>
          <p:nvPr/>
        </p:nvSpPr>
        <p:spPr>
          <a:xfrm>
            <a:off x="915180" y="1603649"/>
            <a:ext cx="10356037" cy="15672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82550" indent="-367030">
              <a:lnSpc>
                <a:spcPct val="1145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latin typeface="Proxima Nova Rg"/>
                <a:cs typeface="Proxima Nova Rg"/>
              </a:rPr>
              <a:t>PCA</a:t>
            </a:r>
            <a:r>
              <a:rPr sz="1800" spc="-1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method</a:t>
            </a:r>
            <a:r>
              <a:rPr sz="1800" spc="-1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is</a:t>
            </a:r>
            <a:r>
              <a:rPr sz="1800" spc="-1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particularly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spc="-10" dirty="0">
                <a:latin typeface="Proxima Nova Rg"/>
                <a:cs typeface="Proxima Nova Rg"/>
              </a:rPr>
              <a:t>useful </a:t>
            </a:r>
            <a:r>
              <a:rPr sz="1800" dirty="0">
                <a:latin typeface="Proxima Nova Rg"/>
                <a:cs typeface="Proxima Nova Rg"/>
              </a:rPr>
              <a:t>when</a:t>
            </a:r>
            <a:r>
              <a:rPr sz="1800" spc="-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the</a:t>
            </a:r>
            <a:r>
              <a:rPr sz="1800" spc="-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variables</a:t>
            </a:r>
            <a:r>
              <a:rPr sz="1800" spc="-1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within</a:t>
            </a:r>
            <a:r>
              <a:rPr sz="1800" spc="-20" dirty="0">
                <a:latin typeface="Proxima Nova Rg"/>
                <a:cs typeface="Proxima Nova Rg"/>
              </a:rPr>
              <a:t> </a:t>
            </a:r>
            <a:r>
              <a:rPr sz="1800" spc="-25" dirty="0">
                <a:latin typeface="Proxima Nova Rg"/>
                <a:cs typeface="Proxima Nova Rg"/>
              </a:rPr>
              <a:t>the </a:t>
            </a:r>
            <a:r>
              <a:rPr sz="1800" dirty="0">
                <a:latin typeface="Proxima Nova Rg"/>
                <a:cs typeface="Proxima Nova Rg"/>
              </a:rPr>
              <a:t>data</a:t>
            </a:r>
            <a:r>
              <a:rPr sz="1800" spc="-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set</a:t>
            </a:r>
            <a:r>
              <a:rPr sz="1800" spc="-1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are</a:t>
            </a:r>
            <a:r>
              <a:rPr sz="1800" spc="-1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highly</a:t>
            </a:r>
            <a:r>
              <a:rPr sz="1800" spc="-15" dirty="0">
                <a:latin typeface="Proxima Nova Rg"/>
                <a:cs typeface="Proxima Nova Rg"/>
              </a:rPr>
              <a:t> </a:t>
            </a:r>
            <a:r>
              <a:rPr sz="1800" spc="-10" dirty="0">
                <a:latin typeface="Proxima Nova Rg"/>
                <a:cs typeface="Proxima Nova Rg"/>
              </a:rPr>
              <a:t>correlated.</a:t>
            </a:r>
            <a:endParaRPr sz="1800" dirty="0">
              <a:latin typeface="Proxima Nova Rg"/>
              <a:cs typeface="Proxima Nova Rg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latin typeface="Proxima Nova Rg"/>
                <a:cs typeface="Proxima Nova Rg"/>
              </a:rPr>
              <a:t>Correlation</a:t>
            </a:r>
            <a:r>
              <a:rPr sz="1800" b="1" spc="-2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indicates</a:t>
            </a:r>
            <a:r>
              <a:rPr sz="1800" spc="-2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that</a:t>
            </a:r>
            <a:r>
              <a:rPr sz="1800" spc="-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there</a:t>
            </a:r>
            <a:r>
              <a:rPr sz="1800" spc="-25" dirty="0">
                <a:latin typeface="Proxima Nova Rg"/>
                <a:cs typeface="Proxima Nova Rg"/>
              </a:rPr>
              <a:t> is</a:t>
            </a:r>
            <a:endParaRPr sz="1800" dirty="0">
              <a:latin typeface="Proxima Nova Rg"/>
              <a:cs typeface="Proxima Nova Rg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latin typeface="Proxima Nova Rg"/>
                <a:cs typeface="Proxima Nova Rg"/>
              </a:rPr>
              <a:t>redundancy </a:t>
            </a:r>
            <a:r>
              <a:rPr sz="1800" dirty="0">
                <a:latin typeface="Proxima Nova Rg"/>
                <a:cs typeface="Proxima Nova Rg"/>
              </a:rPr>
              <a:t>in the </a:t>
            </a:r>
            <a:r>
              <a:rPr sz="1800" spc="-10" dirty="0">
                <a:latin typeface="Proxima Nova Rg"/>
                <a:cs typeface="Proxima Nova Rg"/>
              </a:rPr>
              <a:t>data.</a:t>
            </a:r>
            <a:endParaRPr sz="1800" dirty="0">
              <a:latin typeface="Proxima Nova Rg"/>
              <a:cs typeface="Proxima Nova Rg"/>
            </a:endParaRPr>
          </a:p>
          <a:p>
            <a:pPr marL="379095" marR="5080" indent="-367030">
              <a:lnSpc>
                <a:spcPct val="114599"/>
              </a:lnSpc>
              <a:buFont typeface="Arial"/>
              <a:buChar char="●"/>
              <a:tabLst>
                <a:tab pos="379095" algn="l"/>
              </a:tabLst>
            </a:pPr>
            <a:r>
              <a:rPr sz="1800" dirty="0">
                <a:latin typeface="Proxima Nova Rg"/>
                <a:cs typeface="Proxima Nova Rg"/>
              </a:rPr>
              <a:t>PCA</a:t>
            </a:r>
            <a:r>
              <a:rPr sz="1800" spc="-1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can</a:t>
            </a:r>
            <a:r>
              <a:rPr sz="1800" spc="-1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be</a:t>
            </a:r>
            <a:r>
              <a:rPr sz="1800" spc="-1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used</a:t>
            </a:r>
            <a:r>
              <a:rPr sz="1800" spc="-1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to</a:t>
            </a:r>
            <a:r>
              <a:rPr sz="1800" spc="-1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reduce</a:t>
            </a:r>
            <a:r>
              <a:rPr sz="1800" spc="-10" dirty="0">
                <a:latin typeface="Proxima Nova Rg"/>
                <a:cs typeface="Proxima Nova Rg"/>
              </a:rPr>
              <a:t> </a:t>
            </a:r>
            <a:r>
              <a:rPr sz="1800" spc="-25" dirty="0">
                <a:latin typeface="Proxima Nova Rg"/>
                <a:cs typeface="Proxima Nova Rg"/>
              </a:rPr>
              <a:t>the </a:t>
            </a:r>
            <a:r>
              <a:rPr sz="1800" dirty="0">
                <a:latin typeface="Proxima Nova Rg"/>
                <a:cs typeface="Proxima Nova Rg"/>
              </a:rPr>
              <a:t>original</a:t>
            </a:r>
            <a:r>
              <a:rPr sz="1800" spc="-2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variables</a:t>
            </a:r>
            <a:r>
              <a:rPr sz="1800" spc="-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into</a:t>
            </a:r>
            <a:r>
              <a:rPr sz="1800" spc="-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a</a:t>
            </a:r>
            <a:r>
              <a:rPr sz="1800" spc="-20" dirty="0">
                <a:latin typeface="Proxima Nova Rg"/>
                <a:cs typeface="Proxima Nova Rg"/>
              </a:rPr>
              <a:t> </a:t>
            </a:r>
            <a:r>
              <a:rPr sz="1800" spc="-10" dirty="0">
                <a:latin typeface="Proxima Nova Rg"/>
                <a:cs typeface="Proxima Nova Rg"/>
              </a:rPr>
              <a:t>smaller </a:t>
            </a:r>
            <a:r>
              <a:rPr sz="1800" dirty="0">
                <a:latin typeface="Proxima Nova Rg"/>
                <a:cs typeface="Proxima Nova Rg"/>
              </a:rPr>
              <a:t>number</a:t>
            </a:r>
            <a:r>
              <a:rPr sz="1800" spc="-1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of</a:t>
            </a:r>
            <a:r>
              <a:rPr sz="1800" spc="-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new</a:t>
            </a:r>
            <a:r>
              <a:rPr sz="1800" spc="-1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variables</a:t>
            </a:r>
            <a:r>
              <a:rPr sz="1800" spc="-1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(</a:t>
            </a:r>
            <a:r>
              <a:rPr sz="1800" spc="-15" dirty="0">
                <a:latin typeface="Proxima Nova Rg"/>
                <a:cs typeface="Proxima Nova Rg"/>
              </a:rPr>
              <a:t> </a:t>
            </a:r>
            <a:r>
              <a:rPr sz="1800" spc="-50" dirty="0">
                <a:latin typeface="Proxima Nova Rg"/>
                <a:cs typeface="Proxima Nova Rg"/>
              </a:rPr>
              <a:t>= </a:t>
            </a:r>
            <a:r>
              <a:rPr sz="1800" b="1" dirty="0">
                <a:latin typeface="Proxima Nova Rg"/>
                <a:cs typeface="Proxima Nova Rg"/>
              </a:rPr>
              <a:t>principal</a:t>
            </a:r>
            <a:r>
              <a:rPr sz="1800" b="1" spc="-60" dirty="0">
                <a:latin typeface="Proxima Nova Rg"/>
                <a:cs typeface="Proxima Nova Rg"/>
              </a:rPr>
              <a:t> </a:t>
            </a:r>
            <a:r>
              <a:rPr sz="1800" b="1" dirty="0">
                <a:latin typeface="Proxima Nova Rg"/>
                <a:cs typeface="Proxima Nova Rg"/>
              </a:rPr>
              <a:t>components</a:t>
            </a:r>
            <a:r>
              <a:rPr sz="1800" dirty="0">
                <a:latin typeface="Proxima Nova Rg"/>
                <a:cs typeface="Proxima Nova Rg"/>
              </a:rPr>
              <a:t>)</a:t>
            </a:r>
            <a:r>
              <a:rPr sz="1800" spc="-55" dirty="0">
                <a:latin typeface="Proxima Nova Rg"/>
                <a:cs typeface="Proxima Nova Rg"/>
              </a:rPr>
              <a:t> </a:t>
            </a:r>
            <a:r>
              <a:rPr sz="1800" spc="-10" dirty="0">
                <a:latin typeface="Proxima Nova Rg"/>
                <a:cs typeface="Proxima Nova Rg"/>
              </a:rPr>
              <a:t>explaining </a:t>
            </a:r>
            <a:r>
              <a:rPr sz="1800" dirty="0">
                <a:latin typeface="Proxima Nova Rg"/>
                <a:cs typeface="Proxima Nova Rg"/>
              </a:rPr>
              <a:t>most of the variance in </a:t>
            </a:r>
            <a:r>
              <a:rPr sz="1800" spc="-25" dirty="0">
                <a:latin typeface="Proxima Nova Rg"/>
                <a:cs typeface="Proxima Nova Rg"/>
              </a:rPr>
              <a:t>the </a:t>
            </a:r>
            <a:r>
              <a:rPr sz="1800" dirty="0">
                <a:latin typeface="Proxima Nova Rg"/>
                <a:cs typeface="Proxima Nova Rg"/>
              </a:rPr>
              <a:t>original </a:t>
            </a:r>
            <a:r>
              <a:rPr sz="1800" spc="-10" dirty="0">
                <a:latin typeface="Proxima Nova Rg"/>
                <a:cs typeface="Proxima Nova Rg"/>
              </a:rPr>
              <a:t>variables.</a:t>
            </a:r>
            <a:endParaRPr sz="1800" dirty="0">
              <a:latin typeface="Proxima Nova Rg"/>
              <a:cs typeface="Proxima Nova Rg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2E64B11D-AA7F-824B-12F5-CAEBA045EA93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742255" y="3687128"/>
            <a:ext cx="4267199" cy="198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49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14645-F487-FE55-31A7-C87FF4231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26014F55-68FA-011E-581E-CFE64A4CB78F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37434-FFA2-3F5B-F43D-5256AABBEC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C6A2434-1DBC-5DD9-A3BC-2F3FE482DE24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47D5B85-FF97-F178-4A86-FB316581D5B2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589841B-97D6-5174-12A1-65E5FCD80841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2">
            <a:extLst>
              <a:ext uri="{FF2B5EF4-FFF2-40B4-BE49-F238E27FC236}">
                <a16:creationId xmlns:a16="http://schemas.microsoft.com/office/drawing/2014/main" id="{7FDD13A3-0681-B170-08A0-D1F29A319B0D}"/>
              </a:ext>
            </a:extLst>
          </p:cNvPr>
          <p:cNvSpPr txBox="1">
            <a:spLocks/>
          </p:cNvSpPr>
          <p:nvPr/>
        </p:nvSpPr>
        <p:spPr>
          <a:xfrm>
            <a:off x="249875" y="399144"/>
            <a:ext cx="10995068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7320">
              <a:spcBef>
                <a:spcPts val="100"/>
              </a:spcBef>
            </a:pPr>
            <a:r>
              <a:rPr lang="en-US" spc="320" dirty="0">
                <a:solidFill>
                  <a:schemeClr val="bg1"/>
                </a:solidFill>
              </a:rPr>
              <a:t>Steps</a:t>
            </a:r>
            <a:r>
              <a:rPr lang="en-US" spc="155" dirty="0">
                <a:solidFill>
                  <a:schemeClr val="bg1"/>
                </a:solidFill>
              </a:rPr>
              <a:t> </a:t>
            </a:r>
            <a:r>
              <a:rPr lang="en-US" spc="310" dirty="0">
                <a:solidFill>
                  <a:schemeClr val="bg1"/>
                </a:solidFill>
              </a:rPr>
              <a:t>to</a:t>
            </a:r>
            <a:r>
              <a:rPr lang="en-US" spc="160" dirty="0">
                <a:solidFill>
                  <a:schemeClr val="bg1"/>
                </a:solidFill>
              </a:rPr>
              <a:t> </a:t>
            </a:r>
            <a:r>
              <a:rPr lang="en-US" spc="305" dirty="0">
                <a:solidFill>
                  <a:schemeClr val="bg1"/>
                </a:solidFill>
              </a:rPr>
              <a:t>implement</a:t>
            </a:r>
            <a:r>
              <a:rPr lang="en-US" spc="160" dirty="0">
                <a:solidFill>
                  <a:schemeClr val="bg1"/>
                </a:solidFill>
              </a:rPr>
              <a:t> </a:t>
            </a:r>
            <a:r>
              <a:rPr lang="en-US" spc="165" dirty="0">
                <a:solidFill>
                  <a:schemeClr val="bg1"/>
                </a:solidFill>
              </a:rPr>
              <a:t>PCA</a:t>
            </a:r>
            <a:r>
              <a:rPr lang="en-US" spc="160" dirty="0">
                <a:solidFill>
                  <a:schemeClr val="bg1"/>
                </a:solidFill>
              </a:rPr>
              <a:t> </a:t>
            </a:r>
            <a:r>
              <a:rPr lang="en-US" spc="245" dirty="0">
                <a:solidFill>
                  <a:schemeClr val="bg1"/>
                </a:solidFill>
              </a:rPr>
              <a:t>in</a:t>
            </a:r>
            <a:r>
              <a:rPr lang="en-US" spc="160" dirty="0">
                <a:solidFill>
                  <a:schemeClr val="bg1"/>
                </a:solidFill>
              </a:rPr>
              <a:t> </a:t>
            </a:r>
            <a:r>
              <a:rPr lang="en-US" spc="245" dirty="0">
                <a:solidFill>
                  <a:schemeClr val="bg1"/>
                </a:solidFill>
              </a:rPr>
              <a:t>2D</a:t>
            </a:r>
            <a:r>
              <a:rPr lang="en-US" spc="155" dirty="0">
                <a:solidFill>
                  <a:schemeClr val="bg1"/>
                </a:solidFill>
              </a:rPr>
              <a:t> </a:t>
            </a:r>
            <a:r>
              <a:rPr lang="en-US" spc="300" dirty="0">
                <a:solidFill>
                  <a:schemeClr val="bg1"/>
                </a:solidFill>
              </a:rPr>
              <a:t>dataset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A85D40A-9BFC-E7C3-32A0-E2B59E023F70}"/>
              </a:ext>
            </a:extLst>
          </p:cNvPr>
          <p:cNvSpPr txBox="1"/>
          <p:nvPr/>
        </p:nvSpPr>
        <p:spPr>
          <a:xfrm>
            <a:off x="844535" y="2018151"/>
            <a:ext cx="10400408" cy="28933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Step</a:t>
            </a:r>
            <a:r>
              <a:rPr sz="1800" b="1" spc="-3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1:</a:t>
            </a:r>
            <a:r>
              <a:rPr sz="1800" b="1" spc="-3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CC0000"/>
                </a:solidFill>
                <a:latin typeface="Proxima Nova Rg"/>
                <a:cs typeface="Proxima Nova Rg"/>
              </a:rPr>
              <a:t>Normalize</a:t>
            </a:r>
            <a:r>
              <a:rPr sz="1800" b="1" spc="-30" dirty="0">
                <a:solidFill>
                  <a:srgbClr val="CC0000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the</a:t>
            </a:r>
            <a:r>
              <a:rPr sz="1800" spc="-3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spc="-20" dirty="0">
                <a:solidFill>
                  <a:srgbClr val="666666"/>
                </a:solidFill>
                <a:latin typeface="Proxima Nova Rg"/>
                <a:cs typeface="Proxima Nova Rg"/>
              </a:rPr>
              <a:t>data</a:t>
            </a:r>
            <a:endParaRPr sz="1800" dirty="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Step</a:t>
            </a:r>
            <a:r>
              <a:rPr sz="1800" b="1" spc="-3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2:</a:t>
            </a:r>
            <a:r>
              <a:rPr sz="1800" b="1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Calculate</a:t>
            </a:r>
            <a:r>
              <a:rPr sz="1800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the</a:t>
            </a:r>
            <a:r>
              <a:rPr sz="1800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CC4125"/>
                </a:solidFill>
                <a:latin typeface="Proxima Nova Rg"/>
                <a:cs typeface="Proxima Nova Rg"/>
              </a:rPr>
              <a:t>covariance</a:t>
            </a:r>
            <a:r>
              <a:rPr sz="1800" b="1" spc="-25" dirty="0">
                <a:solidFill>
                  <a:srgbClr val="CC4125"/>
                </a:solidFill>
                <a:latin typeface="Proxima Nova Rg"/>
                <a:cs typeface="Proxima Nova Rg"/>
              </a:rPr>
              <a:t> </a:t>
            </a:r>
            <a:r>
              <a:rPr sz="1800" b="1" spc="-10" dirty="0">
                <a:solidFill>
                  <a:srgbClr val="CC4125"/>
                </a:solidFill>
                <a:latin typeface="Proxima Nova Rg"/>
                <a:cs typeface="Proxima Nova Rg"/>
              </a:rPr>
              <a:t>matrix</a:t>
            </a:r>
            <a:endParaRPr sz="1800" dirty="0">
              <a:latin typeface="Proxima Nova Rg"/>
              <a:cs typeface="Proxima Nova Rg"/>
            </a:endParaRPr>
          </a:p>
          <a:p>
            <a:pPr marL="12700" marR="5080">
              <a:lnSpc>
                <a:spcPct val="187500"/>
              </a:lnSpc>
            </a:pP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Step</a:t>
            </a:r>
            <a:r>
              <a:rPr sz="1800" b="1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3:</a:t>
            </a:r>
            <a:r>
              <a:rPr sz="1800" b="1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Calculate</a:t>
            </a:r>
            <a:r>
              <a:rPr sz="18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the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20124D"/>
                </a:solidFill>
                <a:latin typeface="Proxima Nova Rg"/>
                <a:cs typeface="Proxima Nova Rg"/>
              </a:rPr>
              <a:t>eigenvalues</a:t>
            </a:r>
            <a:r>
              <a:rPr sz="1800" b="1" spc="-10" dirty="0">
                <a:solidFill>
                  <a:srgbClr val="20124D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20124D"/>
                </a:solidFill>
                <a:latin typeface="Proxima Nova Rg"/>
                <a:cs typeface="Proxima Nova Rg"/>
              </a:rPr>
              <a:t>and</a:t>
            </a:r>
            <a:r>
              <a:rPr sz="1800" b="1" spc="-10" dirty="0">
                <a:solidFill>
                  <a:srgbClr val="20124D"/>
                </a:solidFill>
                <a:latin typeface="Proxima Nova Rg"/>
                <a:cs typeface="Proxima Nova Rg"/>
              </a:rPr>
              <a:t> eigenvectors </a:t>
            </a:r>
            <a:endParaRPr lang="en-US" sz="1800" b="1" spc="-10" dirty="0">
              <a:solidFill>
                <a:srgbClr val="20124D"/>
              </a:solidFill>
              <a:latin typeface="Proxima Nova Rg"/>
              <a:cs typeface="Proxima Nova Rg"/>
            </a:endParaRPr>
          </a:p>
          <a:p>
            <a:pPr marL="12700" marR="5080">
              <a:lnSpc>
                <a:spcPct val="187500"/>
              </a:lnSpc>
            </a:pP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Step</a:t>
            </a:r>
            <a:r>
              <a:rPr sz="1800" b="1" spc="-3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4:</a:t>
            </a:r>
            <a:r>
              <a:rPr sz="1800" b="1" spc="-3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FF00FF"/>
                </a:solidFill>
                <a:latin typeface="Proxima Nova Rg"/>
                <a:cs typeface="Proxima Nova Rg"/>
              </a:rPr>
              <a:t>Choosing</a:t>
            </a:r>
            <a:r>
              <a:rPr sz="1800" b="1" spc="-30" dirty="0">
                <a:solidFill>
                  <a:srgbClr val="FF00FF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principal</a:t>
            </a:r>
            <a:r>
              <a:rPr sz="1800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spc="-10" dirty="0">
                <a:solidFill>
                  <a:srgbClr val="666666"/>
                </a:solidFill>
                <a:latin typeface="Proxima Nova Rg"/>
                <a:cs typeface="Proxima Nova Rg"/>
              </a:rPr>
              <a:t>components</a:t>
            </a:r>
            <a:endParaRPr sz="1800" dirty="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Step</a:t>
            </a:r>
            <a:r>
              <a:rPr sz="1800" b="1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5:</a:t>
            </a:r>
            <a:r>
              <a:rPr sz="1800" b="1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Forming</a:t>
            </a:r>
            <a:r>
              <a:rPr sz="1800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a</a:t>
            </a:r>
            <a:r>
              <a:rPr sz="1800" spc="-3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FF5722"/>
                </a:solidFill>
                <a:latin typeface="Proxima Nova Rg"/>
                <a:cs typeface="Proxima Nova Rg"/>
              </a:rPr>
              <a:t>feature</a:t>
            </a:r>
            <a:r>
              <a:rPr sz="1800" b="1" spc="-25" dirty="0">
                <a:solidFill>
                  <a:srgbClr val="FF5722"/>
                </a:solidFill>
                <a:latin typeface="Proxima Nova Rg"/>
                <a:cs typeface="Proxima Nova Rg"/>
              </a:rPr>
              <a:t> </a:t>
            </a:r>
            <a:r>
              <a:rPr sz="1800" b="1" spc="-10" dirty="0">
                <a:solidFill>
                  <a:srgbClr val="FF5722"/>
                </a:solidFill>
                <a:latin typeface="Proxima Nova Rg"/>
                <a:cs typeface="Proxima Nova Rg"/>
              </a:rPr>
              <a:t>vector</a:t>
            </a:r>
            <a:endParaRPr sz="1800" dirty="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Step</a:t>
            </a:r>
            <a:r>
              <a:rPr sz="1800" b="1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666666"/>
                </a:solidFill>
                <a:latin typeface="Proxima Nova Rg"/>
                <a:cs typeface="Proxima Nova Rg"/>
              </a:rPr>
              <a:t>6:</a:t>
            </a:r>
            <a:r>
              <a:rPr sz="1800" b="1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274E13"/>
                </a:solidFill>
                <a:latin typeface="Proxima Nova Rg"/>
                <a:cs typeface="Proxima Nova Rg"/>
              </a:rPr>
              <a:t>Forming</a:t>
            </a:r>
            <a:r>
              <a:rPr sz="1800" b="1" spc="-10" dirty="0">
                <a:solidFill>
                  <a:srgbClr val="274E13"/>
                </a:solidFill>
                <a:latin typeface="Proxima Nova Rg"/>
                <a:cs typeface="Proxima Nova Rg"/>
              </a:rPr>
              <a:t> </a:t>
            </a:r>
            <a:r>
              <a:rPr sz="1800" b="1" dirty="0">
                <a:solidFill>
                  <a:srgbClr val="274E13"/>
                </a:solidFill>
                <a:latin typeface="Proxima Nova Rg"/>
                <a:cs typeface="Proxima Nova Rg"/>
              </a:rPr>
              <a:t>Principal</a:t>
            </a:r>
            <a:r>
              <a:rPr sz="1800" b="1" spc="-15" dirty="0">
                <a:solidFill>
                  <a:srgbClr val="274E13"/>
                </a:solidFill>
                <a:latin typeface="Proxima Nova Rg"/>
                <a:cs typeface="Proxima Nova Rg"/>
              </a:rPr>
              <a:t> </a:t>
            </a:r>
            <a:r>
              <a:rPr sz="1800" b="1" spc="-10" dirty="0">
                <a:solidFill>
                  <a:srgbClr val="274E13"/>
                </a:solidFill>
                <a:latin typeface="Proxima Nova Rg"/>
                <a:cs typeface="Proxima Nova Rg"/>
              </a:rPr>
              <a:t>Components</a:t>
            </a:r>
            <a:endParaRPr sz="1800" dirty="0">
              <a:latin typeface="Proxima Nova Rg"/>
              <a:cs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919557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AC994-8E77-1AF7-26A7-734AA4A0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4724CDCD-2DC4-FBBD-ACDC-1A07DE77435D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C408A-491E-7054-7B36-04DF3812AB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A2C237A-30F5-FDE4-DAAD-43AA633DD7E0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86D20A1-5F28-B818-8734-EDF2037C5D16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179EDBC-43F0-BB2C-CF8C-8211D56D3474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object 2">
            <a:extLst>
              <a:ext uri="{FF2B5EF4-FFF2-40B4-BE49-F238E27FC236}">
                <a16:creationId xmlns:a16="http://schemas.microsoft.com/office/drawing/2014/main" id="{96AD72BE-54C7-2FC2-025A-1E49D020A60B}"/>
              </a:ext>
            </a:extLst>
          </p:cNvPr>
          <p:cNvSpPr txBox="1">
            <a:spLocks/>
          </p:cNvSpPr>
          <p:nvPr/>
        </p:nvSpPr>
        <p:spPr>
          <a:xfrm>
            <a:off x="249875" y="399144"/>
            <a:ext cx="864424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7320">
              <a:spcBef>
                <a:spcPts val="100"/>
              </a:spcBef>
            </a:pPr>
            <a:r>
              <a:rPr lang="en-US" spc="330">
                <a:solidFill>
                  <a:schemeClr val="bg1"/>
                </a:solidFill>
              </a:rPr>
              <a:t>Step</a:t>
            </a:r>
            <a:r>
              <a:rPr lang="en-US" spc="175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1:</a:t>
            </a:r>
            <a:r>
              <a:rPr lang="en-US" spc="180">
                <a:solidFill>
                  <a:schemeClr val="bg1"/>
                </a:solidFill>
              </a:rPr>
              <a:t> </a:t>
            </a:r>
            <a:r>
              <a:rPr lang="en-US" spc="270">
                <a:solidFill>
                  <a:schemeClr val="bg1"/>
                </a:solidFill>
              </a:rPr>
              <a:t>Normalization</a:t>
            </a:r>
            <a:endParaRPr lang="en-US" spc="270" dirty="0">
              <a:solidFill>
                <a:schemeClr val="bg1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4A54117-77EF-1DBE-F426-6317F0374D28}"/>
              </a:ext>
            </a:extLst>
          </p:cNvPr>
          <p:cNvSpPr txBox="1"/>
          <p:nvPr/>
        </p:nvSpPr>
        <p:spPr>
          <a:xfrm>
            <a:off x="598811" y="2099396"/>
            <a:ext cx="8417560" cy="282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latin typeface="Proxima Nova Rg"/>
                <a:cs typeface="Proxima Nova Rg"/>
              </a:rPr>
              <a:t>This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is done by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subtracting the respective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means from the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numbers in </a:t>
            </a:r>
            <a:r>
              <a:rPr sz="1800" spc="-25" dirty="0">
                <a:latin typeface="Proxima Nova Rg"/>
                <a:cs typeface="Proxima Nova Rg"/>
              </a:rPr>
              <a:t>the </a:t>
            </a:r>
            <a:r>
              <a:rPr sz="1800" dirty="0">
                <a:latin typeface="Proxima Nova Rg"/>
                <a:cs typeface="Proxima Nova Rg"/>
              </a:rPr>
              <a:t>respective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column.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So if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we have two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dimensions X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and Y,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all X become</a:t>
            </a:r>
            <a:r>
              <a:rPr sz="1800" spc="-10" dirty="0">
                <a:latin typeface="Proxima Nova Rg"/>
                <a:cs typeface="Proxima Nova Rg"/>
              </a:rPr>
              <a:t> </a:t>
            </a:r>
            <a:r>
              <a:rPr sz="1800" spc="-145" dirty="0">
                <a:latin typeface="Cambria"/>
                <a:cs typeface="Cambria"/>
              </a:rPr>
              <a:t>𝔁</a:t>
            </a:r>
            <a:r>
              <a:rPr sz="1800" spc="-145" dirty="0">
                <a:latin typeface="Proxima Nova Rg"/>
                <a:cs typeface="Proxima Nova Rg"/>
              </a:rPr>
              <a:t>-</a:t>
            </a:r>
            <a:r>
              <a:rPr sz="1800" dirty="0">
                <a:latin typeface="Proxima Nova Rg"/>
                <a:cs typeface="Proxima Nova Rg"/>
              </a:rPr>
              <a:t> and all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spc="-50" dirty="0">
                <a:latin typeface="Proxima Nova Rg"/>
                <a:cs typeface="Proxima Nova Rg"/>
              </a:rPr>
              <a:t>Y </a:t>
            </a:r>
            <a:r>
              <a:rPr sz="1800" dirty="0">
                <a:latin typeface="Proxima Nova Rg"/>
                <a:cs typeface="Proxima Nova Rg"/>
              </a:rPr>
              <a:t>become</a:t>
            </a:r>
            <a:r>
              <a:rPr sz="1800" spc="10" dirty="0">
                <a:latin typeface="Proxima Nova Rg"/>
                <a:cs typeface="Proxima Nova Rg"/>
              </a:rPr>
              <a:t> </a:t>
            </a:r>
            <a:r>
              <a:rPr sz="1800" spc="-145" dirty="0">
                <a:latin typeface="Cambria"/>
                <a:cs typeface="Cambria"/>
              </a:rPr>
              <a:t>𝒚</a:t>
            </a:r>
            <a:r>
              <a:rPr sz="1800" spc="-145" dirty="0">
                <a:latin typeface="Proxima Nova Rg"/>
                <a:cs typeface="Proxima Nova Rg"/>
              </a:rPr>
              <a:t>-</a:t>
            </a:r>
            <a:r>
              <a:rPr sz="1800" spc="-50" dirty="0">
                <a:latin typeface="Proxima Nova Rg"/>
                <a:cs typeface="Proxima Nova Rg"/>
              </a:rPr>
              <a:t>.</a:t>
            </a:r>
            <a:endParaRPr sz="1800" dirty="0">
              <a:latin typeface="Proxima Nova Rg"/>
              <a:cs typeface="Proxima Nova Rg"/>
            </a:endParaRPr>
          </a:p>
          <a:p>
            <a:pPr marL="38100">
              <a:lnSpc>
                <a:spcPts val="2865"/>
              </a:lnSpc>
              <a:spcBef>
                <a:spcPts val="1864"/>
              </a:spcBef>
            </a:pPr>
            <a:r>
              <a:rPr sz="1800" dirty="0">
                <a:latin typeface="Proxima Nova Rg"/>
                <a:cs typeface="Proxima Nova Rg"/>
              </a:rPr>
              <a:t>For all X;</a:t>
            </a:r>
            <a:r>
              <a:rPr sz="1800" spc="459" dirty="0">
                <a:latin typeface="Proxima Nova Rg"/>
                <a:cs typeface="Proxima Nova Rg"/>
              </a:rPr>
              <a:t> </a:t>
            </a:r>
            <a:r>
              <a:rPr sz="1800" spc="-145" dirty="0">
                <a:latin typeface="Cambria"/>
                <a:cs typeface="Cambria"/>
              </a:rPr>
              <a:t>𝔁</a:t>
            </a:r>
            <a:r>
              <a:rPr sz="1800" spc="-145" dirty="0">
                <a:latin typeface="Proxima Nova Rg"/>
                <a:cs typeface="Proxima Nova Rg"/>
              </a:rPr>
              <a:t>-</a:t>
            </a:r>
            <a:r>
              <a:rPr sz="1800" dirty="0">
                <a:latin typeface="Proxima Nova Rg"/>
                <a:cs typeface="Proxima Nova Rg"/>
              </a:rPr>
              <a:t> = X- </a:t>
            </a:r>
            <a:r>
              <a:rPr sz="2400" spc="-25" dirty="0">
                <a:latin typeface="Roboto"/>
                <a:cs typeface="Roboto"/>
              </a:rPr>
              <a:t>μ</a:t>
            </a:r>
            <a:r>
              <a:rPr sz="2400" spc="-37" baseline="-31250" dirty="0">
                <a:latin typeface="Roboto"/>
                <a:cs typeface="Roboto"/>
              </a:rPr>
              <a:t>x</a:t>
            </a:r>
            <a:endParaRPr sz="2400" baseline="-31250" dirty="0">
              <a:latin typeface="Roboto"/>
              <a:cs typeface="Roboto"/>
            </a:endParaRPr>
          </a:p>
          <a:p>
            <a:pPr marL="38100">
              <a:lnSpc>
                <a:spcPts val="2865"/>
              </a:lnSpc>
            </a:pPr>
            <a:r>
              <a:rPr sz="1800" dirty="0">
                <a:latin typeface="Proxima Nova Rg"/>
                <a:cs typeface="Proxima Nova Rg"/>
              </a:rPr>
              <a:t>For all Y;</a:t>
            </a:r>
            <a:r>
              <a:rPr sz="1800" spc="459" dirty="0">
                <a:latin typeface="Proxima Nova Rg"/>
                <a:cs typeface="Proxima Nova Rg"/>
              </a:rPr>
              <a:t> </a:t>
            </a:r>
            <a:r>
              <a:rPr sz="1800" spc="-145" dirty="0">
                <a:latin typeface="Cambria"/>
                <a:cs typeface="Cambria"/>
              </a:rPr>
              <a:t>𝒚</a:t>
            </a:r>
            <a:r>
              <a:rPr sz="1800" spc="-145" dirty="0">
                <a:latin typeface="Proxima Nova Rg"/>
                <a:cs typeface="Proxima Nova Rg"/>
              </a:rPr>
              <a:t>-</a:t>
            </a:r>
            <a:r>
              <a:rPr sz="1800" dirty="0">
                <a:latin typeface="Proxima Nova Rg"/>
                <a:cs typeface="Proxima Nova Rg"/>
              </a:rPr>
              <a:t> = Y- </a:t>
            </a:r>
            <a:r>
              <a:rPr sz="2400" spc="-25" dirty="0">
                <a:latin typeface="Roboto"/>
                <a:cs typeface="Roboto"/>
              </a:rPr>
              <a:t>μ</a:t>
            </a:r>
            <a:r>
              <a:rPr sz="2400" spc="-37" baseline="-31250" dirty="0">
                <a:latin typeface="Roboto"/>
                <a:cs typeface="Roboto"/>
              </a:rPr>
              <a:t>y</a:t>
            </a:r>
            <a:endParaRPr sz="2400" baseline="-312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8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80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latin typeface="Proxima Nova Rg"/>
                <a:cs typeface="Proxima Nova Rg"/>
              </a:rPr>
              <a:t>This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produces a dataset</a:t>
            </a:r>
            <a:r>
              <a:rPr sz="1800" spc="-5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whose mean is </a:t>
            </a:r>
            <a:r>
              <a:rPr sz="1800" spc="-10" dirty="0">
                <a:latin typeface="Proxima Nova Rg"/>
                <a:cs typeface="Proxima Nova Rg"/>
              </a:rPr>
              <a:t>zero.</a:t>
            </a:r>
            <a:endParaRPr sz="1800" dirty="0">
              <a:latin typeface="Proxima Nova Rg"/>
              <a:cs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799048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4619-D068-BF89-26F0-7A61717E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4FD75D7C-68E6-432C-BD80-A6C60EDA10AF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19681-5AE0-088C-E0B6-30A35B56BD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377C952-3840-03EF-DE3F-CA2D9508117D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AF97C54-143C-EF3E-4AE5-C0C410638355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FD8B02C-B256-E776-C58B-C58B5B285E82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2">
            <a:extLst>
              <a:ext uri="{FF2B5EF4-FFF2-40B4-BE49-F238E27FC236}">
                <a16:creationId xmlns:a16="http://schemas.microsoft.com/office/drawing/2014/main" id="{FCA19FE9-A48B-731B-E0AF-35D3F76255CF}"/>
              </a:ext>
            </a:extLst>
          </p:cNvPr>
          <p:cNvSpPr txBox="1">
            <a:spLocks/>
          </p:cNvSpPr>
          <p:nvPr/>
        </p:nvSpPr>
        <p:spPr>
          <a:xfrm>
            <a:off x="249875" y="399144"/>
            <a:ext cx="1017827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pc="330">
                <a:solidFill>
                  <a:schemeClr val="bg1"/>
                </a:solidFill>
              </a:rPr>
              <a:t>Step</a:t>
            </a:r>
            <a:r>
              <a:rPr lang="en-US" spc="165">
                <a:solidFill>
                  <a:schemeClr val="bg1"/>
                </a:solidFill>
              </a:rPr>
              <a:t> </a:t>
            </a:r>
            <a:r>
              <a:rPr lang="en-US" spc="210">
                <a:solidFill>
                  <a:schemeClr val="bg1"/>
                </a:solidFill>
              </a:rPr>
              <a:t>2:</a:t>
            </a:r>
            <a:r>
              <a:rPr lang="en-US" spc="170">
                <a:solidFill>
                  <a:schemeClr val="bg1"/>
                </a:solidFill>
              </a:rPr>
              <a:t> </a:t>
            </a:r>
            <a:r>
              <a:rPr lang="en-US" spc="245">
                <a:solidFill>
                  <a:schemeClr val="bg1"/>
                </a:solidFill>
              </a:rPr>
              <a:t>Calculation</a:t>
            </a:r>
            <a:r>
              <a:rPr lang="en-US" spc="170">
                <a:solidFill>
                  <a:schemeClr val="bg1"/>
                </a:solidFill>
              </a:rPr>
              <a:t> </a:t>
            </a:r>
            <a:r>
              <a:rPr lang="en-US" spc="195">
                <a:solidFill>
                  <a:schemeClr val="bg1"/>
                </a:solidFill>
              </a:rPr>
              <a:t>of</a:t>
            </a:r>
            <a:r>
              <a:rPr lang="en-US" spc="170">
                <a:solidFill>
                  <a:schemeClr val="bg1"/>
                </a:solidFill>
              </a:rPr>
              <a:t> </a:t>
            </a:r>
            <a:r>
              <a:rPr lang="en-US" spc="290">
                <a:solidFill>
                  <a:schemeClr val="bg1"/>
                </a:solidFill>
              </a:rPr>
              <a:t>correlation</a:t>
            </a:r>
            <a:endParaRPr lang="en-US" spc="290" dirty="0">
              <a:solidFill>
                <a:schemeClr val="bg1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78E341D-E514-1485-98B1-850A56265A19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71791" y="1756323"/>
            <a:ext cx="5734049" cy="1426699"/>
          </a:xfrm>
          <a:prstGeom prst="rect">
            <a:avLst/>
          </a:prstGeom>
        </p:spPr>
      </p:pic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1202A10B-54D4-CE27-671A-ED9A6FFAA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796569"/>
              </p:ext>
            </p:extLst>
          </p:nvPr>
        </p:nvGraphicFramePr>
        <p:xfrm>
          <a:off x="1651991" y="3775819"/>
          <a:ext cx="6789419" cy="1215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9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7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8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770"/>
                        </a:lnSpc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Sepal.Length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770"/>
                        </a:lnSpc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Sepal.Width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1770"/>
                        </a:lnSpc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Petal.Length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1770"/>
                        </a:lnSpc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Petal.Width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marL="31750">
                        <a:lnSpc>
                          <a:spcPts val="1850"/>
                        </a:lnSpc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Sepal.Length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0.69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-0.04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1.27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0.52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marL="31750">
                        <a:lnSpc>
                          <a:spcPts val="1850"/>
                        </a:lnSpc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Sepal.Width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-0.04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0.19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-0.33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-0.12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31750">
                        <a:lnSpc>
                          <a:spcPts val="1850"/>
                        </a:lnSpc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Petal.Length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1.27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-0.33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3.12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1.30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31750">
                        <a:lnSpc>
                          <a:spcPts val="1770"/>
                        </a:lnSpc>
                      </a:pPr>
                      <a:r>
                        <a:rPr sz="1600" b="1" i="1" spc="-10" dirty="0">
                          <a:latin typeface="Arial"/>
                          <a:cs typeface="Arial"/>
                        </a:rPr>
                        <a:t>Petal.Width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177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0.52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77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-0.12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ts val="177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1.30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177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0.58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348BE098-965C-F7A3-1FB9-5D95BFEEC9AF}"/>
              </a:ext>
            </a:extLst>
          </p:cNvPr>
          <p:cNvSpPr txBox="1"/>
          <p:nvPr/>
        </p:nvSpPr>
        <p:spPr>
          <a:xfrm>
            <a:off x="1671041" y="3239171"/>
            <a:ext cx="32543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Covariance</a:t>
            </a:r>
            <a:r>
              <a:rPr sz="1600" b="1" u="heavy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Matrix</a:t>
            </a:r>
            <a:r>
              <a:rPr sz="1600" b="1" u="heavy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600" b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Iris</a:t>
            </a:r>
            <a:r>
              <a:rPr sz="1600" b="1" u="heavy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Dataset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6514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A37D-F9F2-A6CA-F07A-8B409CF6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44893780-7E81-5343-E99E-1B8A3E11DD33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8AC72-56D2-FD9F-AF70-CD6031D3D2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0B549A2-AC43-900C-D657-9C8BFD7EBE39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BCDDBA8-1517-DBA6-E6C6-B93310F02814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44EED9C-1143-3BBB-D5E6-B5A43CA1010D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2">
            <a:extLst>
              <a:ext uri="{FF2B5EF4-FFF2-40B4-BE49-F238E27FC236}">
                <a16:creationId xmlns:a16="http://schemas.microsoft.com/office/drawing/2014/main" id="{F3B5763E-7017-73F1-3C0D-298BE3FBE38E}"/>
              </a:ext>
            </a:extLst>
          </p:cNvPr>
          <p:cNvSpPr txBox="1">
            <a:spLocks/>
          </p:cNvSpPr>
          <p:nvPr/>
        </p:nvSpPr>
        <p:spPr>
          <a:xfrm>
            <a:off x="249875" y="399144"/>
            <a:ext cx="10668496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n-US" spc="245">
                <a:solidFill>
                  <a:schemeClr val="bg1"/>
                </a:solidFill>
              </a:rPr>
              <a:t>Calculation</a:t>
            </a:r>
            <a:r>
              <a:rPr lang="en-US" spc="175">
                <a:solidFill>
                  <a:schemeClr val="bg1"/>
                </a:solidFill>
              </a:rPr>
              <a:t> </a:t>
            </a:r>
            <a:r>
              <a:rPr lang="en-US" spc="195">
                <a:solidFill>
                  <a:schemeClr val="bg1"/>
                </a:solidFill>
              </a:rPr>
              <a:t>of</a:t>
            </a:r>
            <a:r>
              <a:rPr lang="en-US" spc="180">
                <a:solidFill>
                  <a:schemeClr val="bg1"/>
                </a:solidFill>
              </a:rPr>
              <a:t> </a:t>
            </a:r>
            <a:r>
              <a:rPr lang="en-US" spc="225">
                <a:solidFill>
                  <a:schemeClr val="bg1"/>
                </a:solidFill>
              </a:rPr>
              <a:t>correlation(contd...)</a:t>
            </a:r>
            <a:endParaRPr lang="en-US" spc="225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E6862E4-95C3-F189-0BE9-2911D8C43761}"/>
              </a:ext>
            </a:extLst>
          </p:cNvPr>
          <p:cNvSpPr txBox="1"/>
          <p:nvPr/>
        </p:nvSpPr>
        <p:spPr>
          <a:xfrm>
            <a:off x="657000" y="1965686"/>
            <a:ext cx="7071857" cy="241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6530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latin typeface="Proxima Nova Rg"/>
                <a:cs typeface="Proxima Nova Rg"/>
              </a:rPr>
              <a:t>If</a:t>
            </a:r>
            <a:r>
              <a:rPr sz="2000" spc="-10" dirty="0">
                <a:latin typeface="Proxima Nova Rg"/>
                <a:cs typeface="Proxima Nova Rg"/>
              </a:rPr>
              <a:t> </a:t>
            </a:r>
            <a:r>
              <a:rPr sz="2000" b="1" dirty="0">
                <a:latin typeface="Proxima Nova Rg"/>
                <a:cs typeface="Proxima Nova Rg"/>
              </a:rPr>
              <a:t>x </a:t>
            </a:r>
            <a:r>
              <a:rPr sz="2000" dirty="0">
                <a:latin typeface="Proxima Nova Rg"/>
                <a:cs typeface="Proxima Nova Rg"/>
              </a:rPr>
              <a:t>and</a:t>
            </a:r>
            <a:r>
              <a:rPr sz="2000" spc="-5" dirty="0">
                <a:latin typeface="Proxima Nova Rg"/>
                <a:cs typeface="Proxima Nova Rg"/>
              </a:rPr>
              <a:t> </a:t>
            </a:r>
            <a:r>
              <a:rPr sz="2000" b="1" dirty="0">
                <a:latin typeface="Proxima Nova Rg"/>
                <a:cs typeface="Proxima Nova Rg"/>
              </a:rPr>
              <a:t>y</a:t>
            </a:r>
            <a:r>
              <a:rPr sz="2000" b="1" spc="-5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be two variables</a:t>
            </a:r>
            <a:r>
              <a:rPr sz="2000" spc="-5" dirty="0">
                <a:latin typeface="Proxima Nova Rg"/>
                <a:cs typeface="Proxima Nova Rg"/>
              </a:rPr>
              <a:t> </a:t>
            </a:r>
            <a:r>
              <a:rPr sz="2000" spc="-20" dirty="0">
                <a:latin typeface="Proxima Nova Rg"/>
                <a:cs typeface="Proxima Nova Rg"/>
              </a:rPr>
              <a:t>with </a:t>
            </a:r>
            <a:r>
              <a:rPr sz="2000" dirty="0">
                <a:latin typeface="Proxima Nova Rg"/>
                <a:cs typeface="Proxima Nova Rg"/>
              </a:rPr>
              <a:t>length </a:t>
            </a:r>
            <a:r>
              <a:rPr sz="2000" spc="-25" dirty="0">
                <a:latin typeface="Proxima Nova Rg"/>
                <a:cs typeface="Proxima Nova Rg"/>
              </a:rPr>
              <a:t>n,</a:t>
            </a:r>
            <a:endParaRPr sz="2000" dirty="0">
              <a:latin typeface="Proxima Nova Rg"/>
              <a:cs typeface="Proxima Nova Rg"/>
            </a:endParaRPr>
          </a:p>
          <a:p>
            <a:pPr marL="25400" marR="17780" algn="just">
              <a:lnSpc>
                <a:spcPct val="115599"/>
              </a:lnSpc>
              <a:spcBef>
                <a:spcPts val="1575"/>
              </a:spcBef>
            </a:pPr>
            <a:r>
              <a:rPr sz="2000" dirty="0">
                <a:latin typeface="Proxima Nova Rg"/>
                <a:cs typeface="Proxima Nova Rg"/>
              </a:rPr>
              <a:t>The</a:t>
            </a:r>
            <a:r>
              <a:rPr sz="2000" spc="-10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variance</a:t>
            </a:r>
            <a:r>
              <a:rPr sz="2000" spc="-5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of</a:t>
            </a:r>
            <a:r>
              <a:rPr sz="2000" spc="-20" dirty="0">
                <a:latin typeface="Proxima Nova Rg"/>
                <a:cs typeface="Proxima Nova Rg"/>
              </a:rPr>
              <a:t> </a:t>
            </a:r>
            <a:r>
              <a:rPr sz="2000" b="1" dirty="0">
                <a:latin typeface="Proxima Nova Rg"/>
                <a:cs typeface="Proxima Nova Rg"/>
              </a:rPr>
              <a:t>x</a:t>
            </a:r>
            <a:r>
              <a:rPr sz="2000" b="1" spc="-5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,</a:t>
            </a:r>
            <a:r>
              <a:rPr sz="2000" spc="-5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variance</a:t>
            </a:r>
            <a:r>
              <a:rPr sz="2000" spc="-10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of</a:t>
            </a:r>
            <a:r>
              <a:rPr sz="2000" spc="-10" dirty="0">
                <a:latin typeface="Proxima Nova Rg"/>
                <a:cs typeface="Proxima Nova Rg"/>
              </a:rPr>
              <a:t> </a:t>
            </a:r>
            <a:r>
              <a:rPr sz="2000" b="1" spc="-50" dirty="0">
                <a:latin typeface="Proxima Nova Rg"/>
                <a:cs typeface="Proxima Nova Rg"/>
              </a:rPr>
              <a:t>y </a:t>
            </a:r>
            <a:r>
              <a:rPr sz="2000" dirty="0">
                <a:latin typeface="Proxima Nova Rg"/>
                <a:cs typeface="Proxima Nova Rg"/>
              </a:rPr>
              <a:t>and</a:t>
            </a:r>
            <a:r>
              <a:rPr sz="2000" spc="-5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variance</a:t>
            </a:r>
            <a:r>
              <a:rPr sz="2000" spc="-5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of</a:t>
            </a:r>
            <a:r>
              <a:rPr sz="2000" spc="-15" dirty="0">
                <a:latin typeface="Proxima Nova Rg"/>
                <a:cs typeface="Proxima Nova Rg"/>
              </a:rPr>
              <a:t> </a:t>
            </a:r>
            <a:r>
              <a:rPr sz="2000" b="1" dirty="0">
                <a:latin typeface="Proxima Nova Rg"/>
                <a:cs typeface="Proxima Nova Rg"/>
              </a:rPr>
              <a:t>x &amp;</a:t>
            </a:r>
            <a:r>
              <a:rPr sz="2000" b="1" spc="-5" dirty="0">
                <a:latin typeface="Proxima Nova Rg"/>
                <a:cs typeface="Proxima Nova Rg"/>
              </a:rPr>
              <a:t> </a:t>
            </a:r>
            <a:r>
              <a:rPr sz="2000" b="1" dirty="0">
                <a:latin typeface="Proxima Nova Rg"/>
                <a:cs typeface="Proxima Nova Rg"/>
              </a:rPr>
              <a:t>y</a:t>
            </a:r>
            <a:r>
              <a:rPr sz="2000" b="1" spc="-5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is given</a:t>
            </a:r>
            <a:r>
              <a:rPr sz="2000" spc="-5" dirty="0">
                <a:latin typeface="Proxima Nova Rg"/>
                <a:cs typeface="Proxima Nova Rg"/>
              </a:rPr>
              <a:t> </a:t>
            </a:r>
            <a:r>
              <a:rPr sz="2000" spc="-25" dirty="0">
                <a:latin typeface="Proxima Nova Rg"/>
                <a:cs typeface="Proxima Nova Rg"/>
              </a:rPr>
              <a:t>by </a:t>
            </a:r>
            <a:r>
              <a:rPr sz="2000" dirty="0">
                <a:latin typeface="Proxima Nova Rg"/>
                <a:cs typeface="Proxima Nova Rg"/>
              </a:rPr>
              <a:t>following</a:t>
            </a:r>
            <a:r>
              <a:rPr sz="2000" spc="-80" dirty="0">
                <a:latin typeface="Proxima Nova Rg"/>
                <a:cs typeface="Proxima Nova Rg"/>
              </a:rPr>
              <a:t> </a:t>
            </a:r>
            <a:r>
              <a:rPr sz="2000" spc="-10" dirty="0">
                <a:latin typeface="Proxima Nova Rg"/>
                <a:cs typeface="Proxima Nova Rg"/>
              </a:rPr>
              <a:t>equations.</a:t>
            </a:r>
            <a:endParaRPr sz="2000" dirty="0">
              <a:latin typeface="Proxima Nova Rg"/>
              <a:cs typeface="Proxima Nova Rg"/>
            </a:endParaRPr>
          </a:p>
          <a:p>
            <a:pPr marL="25400" algn="just">
              <a:lnSpc>
                <a:spcPct val="100000"/>
              </a:lnSpc>
              <a:spcBef>
                <a:spcPts val="1950"/>
              </a:spcBef>
            </a:pPr>
            <a:r>
              <a:rPr sz="2000" b="1" i="1" dirty="0">
                <a:latin typeface="Proxima Nova Rg"/>
                <a:cs typeface="Proxima Nova Rg"/>
              </a:rPr>
              <a:t>m</a:t>
            </a:r>
            <a:r>
              <a:rPr sz="1950" b="1" i="1" baseline="-32051" dirty="0">
                <a:latin typeface="Proxima Nova Rg"/>
                <a:cs typeface="Proxima Nova Rg"/>
              </a:rPr>
              <a:t>x</a:t>
            </a:r>
            <a:r>
              <a:rPr sz="1950" b="1" i="1" spc="262" baseline="-32051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:</a:t>
            </a:r>
            <a:r>
              <a:rPr sz="2000" spc="-5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mean</a:t>
            </a:r>
            <a:r>
              <a:rPr sz="2000" spc="-5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of</a:t>
            </a:r>
            <a:r>
              <a:rPr sz="2000" spc="-5" dirty="0">
                <a:latin typeface="Proxima Nova Rg"/>
                <a:cs typeface="Proxima Nova Rg"/>
              </a:rPr>
              <a:t> </a:t>
            </a:r>
            <a:r>
              <a:rPr sz="2000" b="1" dirty="0">
                <a:latin typeface="Proxima Nova Rg"/>
                <a:cs typeface="Proxima Nova Rg"/>
              </a:rPr>
              <a:t>x</a:t>
            </a:r>
            <a:r>
              <a:rPr sz="2000" b="1" spc="-5" dirty="0">
                <a:latin typeface="Proxima Nova Rg"/>
                <a:cs typeface="Proxima Nova Rg"/>
              </a:rPr>
              <a:t> </a:t>
            </a:r>
            <a:r>
              <a:rPr sz="2000" spc="-10" dirty="0">
                <a:latin typeface="Proxima Nova Rg"/>
                <a:cs typeface="Proxima Nova Rg"/>
              </a:rPr>
              <a:t>variables</a:t>
            </a:r>
            <a:endParaRPr sz="2000" dirty="0">
              <a:latin typeface="Proxima Nova Rg"/>
              <a:cs typeface="Proxima Nova Rg"/>
            </a:endParaRPr>
          </a:p>
          <a:p>
            <a:pPr marL="25400" algn="just">
              <a:lnSpc>
                <a:spcPct val="100000"/>
              </a:lnSpc>
              <a:spcBef>
                <a:spcPts val="1950"/>
              </a:spcBef>
            </a:pPr>
            <a:r>
              <a:rPr sz="2000" b="1" i="1" dirty="0">
                <a:latin typeface="Proxima Nova Rg"/>
                <a:cs typeface="Proxima Nova Rg"/>
              </a:rPr>
              <a:t>m</a:t>
            </a:r>
            <a:r>
              <a:rPr sz="1950" b="1" i="1" baseline="-32051" dirty="0">
                <a:latin typeface="Proxima Nova Rg"/>
                <a:cs typeface="Proxima Nova Rg"/>
              </a:rPr>
              <a:t>y</a:t>
            </a:r>
            <a:r>
              <a:rPr sz="1950" b="1" i="1" spc="262" baseline="-32051" dirty="0">
                <a:latin typeface="Proxima Nova Rg"/>
                <a:cs typeface="Proxima Nova Rg"/>
              </a:rPr>
              <a:t> </a:t>
            </a:r>
            <a:r>
              <a:rPr sz="2000" dirty="0">
                <a:latin typeface="Proxima Nova Rg"/>
                <a:cs typeface="Proxima Nova Rg"/>
              </a:rPr>
              <a:t>: mean of</a:t>
            </a:r>
            <a:r>
              <a:rPr sz="2000" spc="-10" dirty="0">
                <a:latin typeface="Proxima Nova Rg"/>
                <a:cs typeface="Proxima Nova Rg"/>
              </a:rPr>
              <a:t> </a:t>
            </a:r>
            <a:r>
              <a:rPr sz="2000" b="1" dirty="0">
                <a:latin typeface="Proxima Nova Rg"/>
                <a:cs typeface="Proxima Nova Rg"/>
              </a:rPr>
              <a:t>y </a:t>
            </a:r>
            <a:r>
              <a:rPr sz="2000" spc="-10" dirty="0">
                <a:latin typeface="Proxima Nova Rg"/>
                <a:cs typeface="Proxima Nova Rg"/>
              </a:rPr>
              <a:t>variables</a:t>
            </a:r>
            <a:endParaRPr sz="2000" dirty="0">
              <a:latin typeface="Proxima Nova Rg"/>
              <a:cs typeface="Proxima Nova Rg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8727EF6-54F8-1FDE-A41A-F3F1EB364D4C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02655" y="1965686"/>
            <a:ext cx="3071556" cy="285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10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7E72-AE86-E985-88D0-C26CEFEF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9C90B0C5-99DA-CE2E-D2BE-3931EE2D7C70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9C47-E24E-7E35-53FA-C734DAC4E0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8BAB02F-0799-1CAF-9217-3D8BDFB33655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BA90798-01C8-DFAF-1FC0-95D6C7682C71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19ADD97-281C-A7C4-CAAF-12CFC2D8BE3C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3">
            <a:extLst>
              <a:ext uri="{FF2B5EF4-FFF2-40B4-BE49-F238E27FC236}">
                <a16:creationId xmlns:a16="http://schemas.microsoft.com/office/drawing/2014/main" id="{E12E924B-402E-ED89-CC65-6DE914517BFF}"/>
              </a:ext>
            </a:extLst>
          </p:cNvPr>
          <p:cNvSpPr txBox="1"/>
          <p:nvPr/>
        </p:nvSpPr>
        <p:spPr>
          <a:xfrm>
            <a:off x="345219" y="2320070"/>
            <a:ext cx="11468573" cy="2415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Correlation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is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the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index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to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measure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how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strongly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two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variable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are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related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to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each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other.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The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value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of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the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same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ranges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for</a:t>
            </a:r>
            <a:r>
              <a:rPr sz="2000" spc="-3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spc="-10" dirty="0">
                <a:solidFill>
                  <a:srgbClr val="666666"/>
                </a:solidFill>
                <a:latin typeface="Proxima Nova Rg"/>
                <a:cs typeface="Proxima Nova Rg"/>
              </a:rPr>
              <a:t>-</a:t>
            </a:r>
            <a:r>
              <a:rPr sz="2000" b="1" i="1" dirty="0">
                <a:solidFill>
                  <a:srgbClr val="666666"/>
                </a:solidFill>
                <a:latin typeface="Proxima Nova Rg"/>
                <a:cs typeface="Proxima Nova Rg"/>
              </a:rPr>
              <a:t>1</a:t>
            </a:r>
            <a:r>
              <a:rPr sz="2000" b="1" i="1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to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666666"/>
                </a:solidFill>
                <a:latin typeface="Proxima Nova Rg"/>
                <a:cs typeface="Proxima Nova Rg"/>
              </a:rPr>
              <a:t>+1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.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(i.e.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-1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&lt;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r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&lt;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spc="-25" dirty="0">
                <a:solidFill>
                  <a:srgbClr val="666666"/>
                </a:solidFill>
                <a:latin typeface="Proxima Nova Rg"/>
                <a:cs typeface="Proxima Nova Rg"/>
              </a:rPr>
              <a:t>1)</a:t>
            </a:r>
            <a:endParaRPr sz="2000" dirty="0">
              <a:latin typeface="Proxima Nova Rg"/>
              <a:cs typeface="Proxima Nova Rg"/>
            </a:endParaRPr>
          </a:p>
          <a:p>
            <a:pPr marL="469900" marR="281305">
              <a:lnSpc>
                <a:spcPct val="115599"/>
              </a:lnSpc>
              <a:spcBef>
                <a:spcPts val="1575"/>
              </a:spcBef>
            </a:pP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If</a:t>
            </a:r>
            <a:r>
              <a:rPr sz="2000" spc="-2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r&lt;0,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variables</a:t>
            </a:r>
            <a:r>
              <a:rPr sz="2000" spc="-2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are</a:t>
            </a:r>
            <a:r>
              <a:rPr sz="2000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274E13"/>
                </a:solidFill>
                <a:latin typeface="Proxima Nova Rg"/>
                <a:cs typeface="Proxima Nova Rg"/>
              </a:rPr>
              <a:t>negatively</a:t>
            </a:r>
            <a:r>
              <a:rPr sz="2000" b="1" i="1" spc="-20" dirty="0">
                <a:solidFill>
                  <a:srgbClr val="274E13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274E13"/>
                </a:solidFill>
                <a:latin typeface="Proxima Nova Rg"/>
                <a:cs typeface="Proxima Nova Rg"/>
              </a:rPr>
              <a:t>correlated</a:t>
            </a:r>
            <a:r>
              <a:rPr sz="2000" b="1" i="1" spc="-20" dirty="0">
                <a:solidFill>
                  <a:srgbClr val="274E13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(e.g.</a:t>
            </a:r>
            <a:r>
              <a:rPr sz="2000" spc="-2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x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increases</a:t>
            </a:r>
            <a:r>
              <a:rPr sz="2000" spc="-2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when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spc="-50" dirty="0">
                <a:solidFill>
                  <a:srgbClr val="666666"/>
                </a:solidFill>
                <a:latin typeface="Proxima Nova Rg"/>
                <a:cs typeface="Proxima Nova Rg"/>
              </a:rPr>
              <a:t>y 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increases)</a:t>
            </a:r>
            <a:endParaRPr sz="2000" dirty="0">
              <a:latin typeface="Proxima Nova Rg"/>
              <a:cs typeface="Proxima Nova Rg"/>
            </a:endParaRPr>
          </a:p>
          <a:p>
            <a:pPr marL="469900" marR="387350">
              <a:lnSpc>
                <a:spcPct val="115599"/>
              </a:lnSpc>
              <a:spcBef>
                <a:spcPts val="1575"/>
              </a:spcBef>
            </a:pP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If</a:t>
            </a:r>
            <a:r>
              <a:rPr sz="2000" spc="-2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r&gt;0,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variables</a:t>
            </a:r>
            <a:r>
              <a:rPr sz="2000" spc="-2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are</a:t>
            </a:r>
            <a:r>
              <a:rPr sz="2000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20124D"/>
                </a:solidFill>
                <a:latin typeface="Proxima Nova Rg"/>
                <a:cs typeface="Proxima Nova Rg"/>
              </a:rPr>
              <a:t>positively</a:t>
            </a:r>
            <a:r>
              <a:rPr sz="2000" b="1" i="1" spc="-20" dirty="0">
                <a:solidFill>
                  <a:srgbClr val="20124D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20124D"/>
                </a:solidFill>
                <a:latin typeface="Proxima Nova Rg"/>
                <a:cs typeface="Proxima Nova Rg"/>
              </a:rPr>
              <a:t>correlated</a:t>
            </a:r>
            <a:r>
              <a:rPr sz="2000" b="1" i="1" spc="-20" dirty="0">
                <a:solidFill>
                  <a:srgbClr val="20124D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(e.g.</a:t>
            </a:r>
            <a:r>
              <a:rPr sz="2000" spc="-2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x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increases</a:t>
            </a:r>
            <a:r>
              <a:rPr sz="2000" spc="-2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when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spc="-50" dirty="0">
                <a:solidFill>
                  <a:srgbClr val="666666"/>
                </a:solidFill>
                <a:latin typeface="Proxima Nova Rg"/>
                <a:cs typeface="Proxima Nova Rg"/>
              </a:rPr>
              <a:t>y 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decreases)</a:t>
            </a:r>
            <a:endParaRPr sz="2000" dirty="0">
              <a:latin typeface="Proxima Nova Rg"/>
              <a:cs typeface="Proxima Nova Rg"/>
            </a:endParaRPr>
          </a:p>
          <a:p>
            <a:pPr marL="469900">
              <a:lnSpc>
                <a:spcPct val="100000"/>
              </a:lnSpc>
              <a:spcBef>
                <a:spcPts val="1950"/>
              </a:spcBef>
            </a:pP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If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r=0,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variables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has</a:t>
            </a:r>
            <a:r>
              <a:rPr sz="2000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4C1130"/>
                </a:solidFill>
                <a:latin typeface="Proxima Nova Rg"/>
                <a:cs typeface="Proxima Nova Rg"/>
              </a:rPr>
              <a:t>no</a:t>
            </a:r>
            <a:r>
              <a:rPr sz="2000" b="1" i="1" spc="-10" dirty="0">
                <a:solidFill>
                  <a:srgbClr val="4C1130"/>
                </a:solidFill>
                <a:latin typeface="Proxima Nova Rg"/>
                <a:cs typeface="Proxima Nova Rg"/>
              </a:rPr>
              <a:t> correlation</a:t>
            </a:r>
            <a:endParaRPr sz="2000" dirty="0">
              <a:latin typeface="Proxima Nova Rg"/>
              <a:cs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4199519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D671B-1540-C89A-9F11-1072BFC5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DC76982C-053F-BF5E-AF9B-926E06013770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E784F-6126-EF7B-A677-79F498F29B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8B82CA9-580C-AB86-CC44-CC07B1B056F1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A97CE61-0C2B-9504-9CFD-40FF0C6ED4D5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33DA9-0F6A-AB51-0C61-17434CD6E8FB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2">
            <a:extLst>
              <a:ext uri="{FF2B5EF4-FFF2-40B4-BE49-F238E27FC236}">
                <a16:creationId xmlns:a16="http://schemas.microsoft.com/office/drawing/2014/main" id="{3F4CE273-0218-135F-9C26-4EBF01151E1B}"/>
              </a:ext>
            </a:extLst>
          </p:cNvPr>
          <p:cNvSpPr txBox="1">
            <a:spLocks/>
          </p:cNvSpPr>
          <p:nvPr/>
        </p:nvSpPr>
        <p:spPr>
          <a:xfrm>
            <a:off x="232325" y="407021"/>
            <a:ext cx="13254714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spcBef>
                <a:spcPts val="100"/>
              </a:spcBef>
            </a:pPr>
            <a:r>
              <a:rPr lang="en-US" sz="3200" spc="330">
                <a:solidFill>
                  <a:schemeClr val="bg1"/>
                </a:solidFill>
              </a:rPr>
              <a:t>Step</a:t>
            </a:r>
            <a:r>
              <a:rPr lang="en-US" sz="3200" spc="170">
                <a:solidFill>
                  <a:schemeClr val="bg1"/>
                </a:solidFill>
              </a:rPr>
              <a:t> </a:t>
            </a:r>
            <a:r>
              <a:rPr lang="en-US" sz="3200" spc="165">
                <a:solidFill>
                  <a:schemeClr val="bg1"/>
                </a:solidFill>
              </a:rPr>
              <a:t>3:</a:t>
            </a:r>
            <a:r>
              <a:rPr lang="en-US" sz="3200" spc="170">
                <a:solidFill>
                  <a:schemeClr val="bg1"/>
                </a:solidFill>
              </a:rPr>
              <a:t> </a:t>
            </a:r>
            <a:r>
              <a:rPr lang="en-US" sz="3200" spc="245">
                <a:solidFill>
                  <a:schemeClr val="bg1"/>
                </a:solidFill>
              </a:rPr>
              <a:t>Calculation</a:t>
            </a:r>
            <a:r>
              <a:rPr lang="en-US" sz="3200" spc="170">
                <a:solidFill>
                  <a:schemeClr val="bg1"/>
                </a:solidFill>
              </a:rPr>
              <a:t> </a:t>
            </a:r>
            <a:r>
              <a:rPr lang="en-US" sz="3200" spc="195">
                <a:solidFill>
                  <a:schemeClr val="bg1"/>
                </a:solidFill>
              </a:rPr>
              <a:t>of</a:t>
            </a:r>
            <a:r>
              <a:rPr lang="en-US" sz="3200" spc="175">
                <a:solidFill>
                  <a:schemeClr val="bg1"/>
                </a:solidFill>
              </a:rPr>
              <a:t> </a:t>
            </a:r>
            <a:r>
              <a:rPr lang="en-US" sz="3200" spc="265">
                <a:solidFill>
                  <a:schemeClr val="bg1"/>
                </a:solidFill>
              </a:rPr>
              <a:t>Eigenvalue</a:t>
            </a:r>
            <a:r>
              <a:rPr lang="en-US" sz="3200" spc="170">
                <a:solidFill>
                  <a:schemeClr val="bg1"/>
                </a:solidFill>
              </a:rPr>
              <a:t> </a:t>
            </a:r>
            <a:r>
              <a:rPr lang="en-US" sz="3200" spc="245">
                <a:solidFill>
                  <a:schemeClr val="bg1"/>
                </a:solidFill>
              </a:rPr>
              <a:t>and </a:t>
            </a:r>
            <a:r>
              <a:rPr lang="en-US" sz="3200" spc="290">
                <a:solidFill>
                  <a:schemeClr val="bg1"/>
                </a:solidFill>
              </a:rPr>
              <a:t>Eigenvector</a:t>
            </a:r>
            <a:endParaRPr lang="en-US" sz="3200" spc="29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38F8722-E078-BDF8-EE7B-E870FD6C79DF}"/>
              </a:ext>
            </a:extLst>
          </p:cNvPr>
          <p:cNvSpPr txBox="1"/>
          <p:nvPr/>
        </p:nvSpPr>
        <p:spPr>
          <a:xfrm>
            <a:off x="1092297" y="2322799"/>
            <a:ext cx="10511874" cy="2417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Calculate Eigenvalue and Eigenvector of the covariance matrix using </a:t>
            </a:r>
            <a:r>
              <a:rPr sz="1800" spc="-10" dirty="0">
                <a:solidFill>
                  <a:srgbClr val="666666"/>
                </a:solidFill>
                <a:latin typeface="Proxima Nova Rg"/>
                <a:cs typeface="Proxima Nova Rg"/>
              </a:rPr>
              <a:t>power method:</a:t>
            </a:r>
            <a:endParaRPr sz="1800" dirty="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b="1" dirty="0">
                <a:latin typeface="Proxima Nova Rg"/>
                <a:cs typeface="Proxima Nova Rg"/>
              </a:rPr>
              <a:t>|λ</a:t>
            </a:r>
            <a:r>
              <a:rPr sz="1800" b="1" spc="-10" dirty="0">
                <a:latin typeface="Proxima Nova Rg"/>
                <a:cs typeface="Proxima Nova Rg"/>
              </a:rPr>
              <a:t> </a:t>
            </a:r>
            <a:r>
              <a:rPr sz="1800" b="1" dirty="0">
                <a:latin typeface="Proxima Nova Rg"/>
                <a:cs typeface="Proxima Nova Rg"/>
              </a:rPr>
              <a:t>-</a:t>
            </a:r>
            <a:r>
              <a:rPr sz="1800" b="1" spc="-5" dirty="0">
                <a:latin typeface="Proxima Nova Rg"/>
                <a:cs typeface="Proxima Nova Rg"/>
              </a:rPr>
              <a:t> </a:t>
            </a:r>
            <a:r>
              <a:rPr sz="1800" b="1" dirty="0">
                <a:latin typeface="Proxima Nova Rg"/>
                <a:cs typeface="Proxima Nova Rg"/>
              </a:rPr>
              <a:t>AI|</a:t>
            </a:r>
            <a:r>
              <a:rPr sz="1800" b="1" spc="-5" dirty="0">
                <a:latin typeface="Proxima Nova Rg"/>
                <a:cs typeface="Proxima Nova Rg"/>
              </a:rPr>
              <a:t> </a:t>
            </a:r>
            <a:r>
              <a:rPr sz="1800" b="1" dirty="0">
                <a:latin typeface="Proxima Nova Rg"/>
                <a:cs typeface="Proxima Nova Rg"/>
              </a:rPr>
              <a:t>=</a:t>
            </a:r>
            <a:r>
              <a:rPr sz="1800" b="1" spc="-5" dirty="0">
                <a:latin typeface="Proxima Nova Rg"/>
                <a:cs typeface="Proxima Nova Rg"/>
              </a:rPr>
              <a:t> </a:t>
            </a:r>
            <a:r>
              <a:rPr sz="1800" b="1" spc="-50" dirty="0">
                <a:latin typeface="Proxima Nova Rg"/>
                <a:cs typeface="Proxima Nova Rg"/>
              </a:rPr>
              <a:t>0</a:t>
            </a:r>
            <a:endParaRPr sz="1800" dirty="0">
              <a:latin typeface="Proxima Nova Rg"/>
              <a:cs typeface="Proxima Nova Rg"/>
            </a:endParaRPr>
          </a:p>
          <a:p>
            <a:pPr marL="12700" marR="2284095">
              <a:lnSpc>
                <a:spcPct val="114599"/>
              </a:lnSpc>
              <a:spcBef>
                <a:spcPts val="1575"/>
              </a:spcBef>
            </a:pP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Where,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I is an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identity matrix of same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dimension as </a:t>
            </a:r>
            <a:r>
              <a:rPr sz="1800" spc="-50" dirty="0">
                <a:solidFill>
                  <a:srgbClr val="666666"/>
                </a:solidFill>
                <a:latin typeface="Proxima Nova Rg"/>
                <a:cs typeface="Proxima Nova Rg"/>
              </a:rPr>
              <a:t>A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λ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is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spc="-10" dirty="0">
                <a:solidFill>
                  <a:srgbClr val="666666"/>
                </a:solidFill>
                <a:latin typeface="Proxima Nova Rg"/>
                <a:cs typeface="Proxima Nova Rg"/>
              </a:rPr>
              <a:t>eigenvalue.</a:t>
            </a:r>
            <a:endParaRPr sz="1800" dirty="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For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each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value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of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λ,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corresponding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eigenvector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‘v’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is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dirty="0">
                <a:solidFill>
                  <a:srgbClr val="666666"/>
                </a:solidFill>
                <a:latin typeface="Proxima Nova Rg"/>
                <a:cs typeface="Proxima Nova Rg"/>
              </a:rPr>
              <a:t>obtained by</a:t>
            </a:r>
            <a:r>
              <a:rPr sz="1800" spc="-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1800" spc="-10" dirty="0">
                <a:solidFill>
                  <a:srgbClr val="666666"/>
                </a:solidFill>
                <a:latin typeface="Proxima Nova Rg"/>
                <a:cs typeface="Proxima Nova Rg"/>
              </a:rPr>
              <a:t>solving:</a:t>
            </a:r>
            <a:endParaRPr sz="1800" dirty="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b="1" dirty="0">
                <a:latin typeface="Proxima Nova Rg"/>
                <a:cs typeface="Proxima Nova Rg"/>
              </a:rPr>
              <a:t>(λ</a:t>
            </a:r>
            <a:r>
              <a:rPr sz="1800" b="1" spc="-10" dirty="0">
                <a:latin typeface="Proxima Nova Rg"/>
                <a:cs typeface="Proxima Nova Rg"/>
              </a:rPr>
              <a:t> </a:t>
            </a:r>
            <a:r>
              <a:rPr sz="1800" b="1" dirty="0">
                <a:latin typeface="Proxima Nova Rg"/>
                <a:cs typeface="Proxima Nova Rg"/>
              </a:rPr>
              <a:t>-</a:t>
            </a:r>
            <a:r>
              <a:rPr sz="1800" b="1" spc="-5" dirty="0">
                <a:latin typeface="Proxima Nova Rg"/>
                <a:cs typeface="Proxima Nova Rg"/>
              </a:rPr>
              <a:t> </a:t>
            </a:r>
            <a:r>
              <a:rPr sz="1800" b="1" dirty="0">
                <a:latin typeface="Proxima Nova Rg"/>
                <a:cs typeface="Proxima Nova Rg"/>
              </a:rPr>
              <a:t>AI)v</a:t>
            </a:r>
            <a:r>
              <a:rPr sz="1800" b="1" spc="-5" dirty="0">
                <a:latin typeface="Proxima Nova Rg"/>
                <a:cs typeface="Proxima Nova Rg"/>
              </a:rPr>
              <a:t> </a:t>
            </a:r>
            <a:r>
              <a:rPr sz="1800" b="1" dirty="0">
                <a:latin typeface="Proxima Nova Rg"/>
                <a:cs typeface="Proxima Nova Rg"/>
              </a:rPr>
              <a:t>=</a:t>
            </a:r>
            <a:r>
              <a:rPr sz="1800" b="1" spc="-5" dirty="0">
                <a:latin typeface="Proxima Nova Rg"/>
                <a:cs typeface="Proxima Nova Rg"/>
              </a:rPr>
              <a:t> </a:t>
            </a:r>
            <a:r>
              <a:rPr sz="1800" b="1" spc="-50" dirty="0">
                <a:latin typeface="Proxima Nova Rg"/>
                <a:cs typeface="Proxima Nova Rg"/>
              </a:rPr>
              <a:t>0</a:t>
            </a:r>
            <a:endParaRPr sz="1800" dirty="0">
              <a:latin typeface="Proxima Nova Rg"/>
              <a:cs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541684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77183-247F-B736-9F6F-C5A143F7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BE134FEF-7C3C-8F1C-B766-EC00F2512596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2B7E3-5F5C-5887-40DC-6599126B29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97F3A6B-8B8C-281D-B0FD-7805D0FD8B65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B93FEEB-5EF9-918E-F585-65C13B3E6352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540752A-900C-6014-D0E3-3D13854DD459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2">
            <a:extLst>
              <a:ext uri="{FF2B5EF4-FFF2-40B4-BE49-F238E27FC236}">
                <a16:creationId xmlns:a16="http://schemas.microsoft.com/office/drawing/2014/main" id="{7443FFBF-2B1C-7D01-208C-0537AE53EC18}"/>
              </a:ext>
            </a:extLst>
          </p:cNvPr>
          <p:cNvSpPr txBox="1">
            <a:spLocks/>
          </p:cNvSpPr>
          <p:nvPr/>
        </p:nvSpPr>
        <p:spPr>
          <a:xfrm>
            <a:off x="249875" y="399144"/>
            <a:ext cx="864424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7320">
              <a:spcBef>
                <a:spcPts val="100"/>
              </a:spcBef>
            </a:pPr>
            <a:r>
              <a:rPr lang="en-US" spc="330">
                <a:solidFill>
                  <a:schemeClr val="bg1"/>
                </a:solidFill>
              </a:rPr>
              <a:t>Step</a:t>
            </a:r>
            <a:r>
              <a:rPr lang="en-US" spc="160">
                <a:solidFill>
                  <a:schemeClr val="bg1"/>
                </a:solidFill>
              </a:rPr>
              <a:t> </a:t>
            </a:r>
            <a:r>
              <a:rPr lang="en-US" spc="280">
                <a:solidFill>
                  <a:schemeClr val="bg1"/>
                </a:solidFill>
              </a:rPr>
              <a:t>4:</a:t>
            </a:r>
            <a:r>
              <a:rPr lang="en-US" spc="165">
                <a:solidFill>
                  <a:schemeClr val="bg1"/>
                </a:solidFill>
              </a:rPr>
              <a:t> </a:t>
            </a:r>
            <a:r>
              <a:rPr lang="en-US" spc="235">
                <a:solidFill>
                  <a:schemeClr val="bg1"/>
                </a:solidFill>
              </a:rPr>
              <a:t>Choosing</a:t>
            </a:r>
            <a:r>
              <a:rPr lang="en-US" spc="165">
                <a:solidFill>
                  <a:schemeClr val="bg1"/>
                </a:solidFill>
              </a:rPr>
              <a:t> </a:t>
            </a:r>
            <a:r>
              <a:rPr lang="en-US" spc="270">
                <a:solidFill>
                  <a:schemeClr val="bg1"/>
                </a:solidFill>
              </a:rPr>
              <a:t>Component</a:t>
            </a:r>
            <a:endParaRPr lang="en-US" spc="27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0759EB9-8457-3374-0BC4-7BEAE7066A21}"/>
              </a:ext>
            </a:extLst>
          </p:cNvPr>
          <p:cNvSpPr txBox="1"/>
          <p:nvPr/>
        </p:nvSpPr>
        <p:spPr>
          <a:xfrm>
            <a:off x="679596" y="2146733"/>
            <a:ext cx="1129469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815" marR="5080" indent="-412750">
              <a:lnSpc>
                <a:spcPct val="114599"/>
              </a:lnSpc>
              <a:spcBef>
                <a:spcPts val="100"/>
              </a:spcBef>
              <a:buFont typeface="Arial"/>
              <a:buChar char="●"/>
              <a:tabLst>
                <a:tab pos="424815" algn="l"/>
              </a:tabLst>
            </a:pPr>
            <a:r>
              <a:rPr sz="2400" dirty="0">
                <a:latin typeface="Proxima Nova Rg"/>
                <a:cs typeface="Proxima Nova Rg"/>
              </a:rPr>
              <a:t>Eigenvalues from largest to smallest so that it gives us </a:t>
            </a:r>
            <a:r>
              <a:rPr sz="2400" spc="-25" dirty="0">
                <a:latin typeface="Proxima Nova Rg"/>
                <a:cs typeface="Proxima Nova Rg"/>
              </a:rPr>
              <a:t>the </a:t>
            </a:r>
            <a:r>
              <a:rPr sz="2400" dirty="0">
                <a:latin typeface="Proxima Nova Rg"/>
                <a:cs typeface="Proxima Nova Rg"/>
              </a:rPr>
              <a:t>components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in</a:t>
            </a:r>
            <a:r>
              <a:rPr sz="2400" spc="-1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order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or </a:t>
            </a:r>
            <a:r>
              <a:rPr sz="2400" spc="-10" dirty="0">
                <a:latin typeface="Proxima Nova Rg"/>
                <a:cs typeface="Proxima Nova Rg"/>
              </a:rPr>
              <a:t>significance.</a:t>
            </a:r>
            <a:endParaRPr sz="2400" dirty="0">
              <a:latin typeface="Proxima Nova Rg"/>
              <a:cs typeface="Proxima Nova Rg"/>
            </a:endParaRPr>
          </a:p>
          <a:p>
            <a:pPr marL="424815" marR="426720" indent="-412750">
              <a:lnSpc>
                <a:spcPct val="114599"/>
              </a:lnSpc>
              <a:buFont typeface="Arial"/>
              <a:buChar char="●"/>
              <a:tabLst>
                <a:tab pos="424815" algn="l"/>
              </a:tabLst>
            </a:pPr>
            <a:r>
              <a:rPr sz="2400" dirty="0">
                <a:latin typeface="Proxima Nova Rg"/>
                <a:cs typeface="Proxima Nova Rg"/>
              </a:rPr>
              <a:t>If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we have a dataset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with </a:t>
            </a:r>
            <a:r>
              <a:rPr sz="2400" i="1" dirty="0">
                <a:latin typeface="Proxima Nova Rg"/>
                <a:cs typeface="Proxima Nova Rg"/>
              </a:rPr>
              <a:t>n </a:t>
            </a:r>
            <a:r>
              <a:rPr sz="2400" dirty="0">
                <a:latin typeface="Proxima Nova Rg"/>
                <a:cs typeface="Proxima Nova Rg"/>
              </a:rPr>
              <a:t>variables, then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we have </a:t>
            </a:r>
            <a:r>
              <a:rPr sz="2400" spc="-25" dirty="0">
                <a:latin typeface="Proxima Nova Rg"/>
                <a:cs typeface="Proxima Nova Rg"/>
              </a:rPr>
              <a:t>the </a:t>
            </a:r>
            <a:r>
              <a:rPr sz="2400" dirty="0">
                <a:latin typeface="Proxima Nova Rg"/>
                <a:cs typeface="Proxima Nova Rg"/>
              </a:rPr>
              <a:t>corresponding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i="1" dirty="0">
                <a:latin typeface="Proxima Nova Rg"/>
                <a:cs typeface="Proxima Nova Rg"/>
              </a:rPr>
              <a:t>n</a:t>
            </a:r>
            <a:r>
              <a:rPr sz="2400" i="1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eigenvalues and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spc="-10" dirty="0">
                <a:latin typeface="Proxima Nova Rg"/>
                <a:cs typeface="Proxima Nova Rg"/>
              </a:rPr>
              <a:t>eigenvectors.</a:t>
            </a:r>
            <a:endParaRPr sz="2400" dirty="0">
              <a:latin typeface="Proxima Nova Rg"/>
              <a:cs typeface="Proxima Nova Rg"/>
            </a:endParaRPr>
          </a:p>
          <a:p>
            <a:pPr marL="424815" marR="160655" indent="-412750">
              <a:lnSpc>
                <a:spcPct val="114599"/>
              </a:lnSpc>
              <a:buFont typeface="Arial"/>
              <a:buChar char="●"/>
              <a:tabLst>
                <a:tab pos="424815" algn="l"/>
              </a:tabLst>
            </a:pPr>
            <a:r>
              <a:rPr sz="2400" dirty="0">
                <a:latin typeface="Proxima Nova Rg"/>
                <a:cs typeface="Proxima Nova Rg"/>
              </a:rPr>
              <a:t>Eigenvector</a:t>
            </a:r>
            <a:r>
              <a:rPr sz="2400" spc="-10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(v)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corresponding</a:t>
            </a:r>
            <a:r>
              <a:rPr sz="2400" spc="-10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to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largest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eigenvalue</a:t>
            </a:r>
            <a:r>
              <a:rPr sz="2400" spc="-10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(λ)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spc="-25" dirty="0">
                <a:latin typeface="Proxima Nova Rg"/>
                <a:cs typeface="Proxima Nova Rg"/>
              </a:rPr>
              <a:t>is </a:t>
            </a:r>
            <a:r>
              <a:rPr sz="2400" dirty="0">
                <a:latin typeface="Proxima Nova Rg"/>
                <a:cs typeface="Proxima Nova Rg"/>
              </a:rPr>
              <a:t>called first principal </a:t>
            </a:r>
            <a:r>
              <a:rPr sz="2400" spc="-10" dirty="0">
                <a:latin typeface="Proxima Nova Rg"/>
                <a:cs typeface="Proxima Nova Rg"/>
              </a:rPr>
              <a:t>component.</a:t>
            </a:r>
            <a:endParaRPr sz="2400" dirty="0">
              <a:latin typeface="Proxima Nova Rg"/>
              <a:cs typeface="Proxima Nova Rg"/>
            </a:endParaRPr>
          </a:p>
          <a:p>
            <a:pPr marL="424815" indent="-412115">
              <a:lnSpc>
                <a:spcPct val="100000"/>
              </a:lnSpc>
              <a:spcBef>
                <a:spcPts val="415"/>
              </a:spcBef>
              <a:buFont typeface="Arial"/>
              <a:buChar char="●"/>
              <a:tabLst>
                <a:tab pos="424815" algn="l"/>
              </a:tabLst>
            </a:pPr>
            <a:r>
              <a:rPr sz="2400" dirty="0">
                <a:latin typeface="Proxima Nova Rg"/>
                <a:cs typeface="Proxima Nova Rg"/>
              </a:rPr>
              <a:t>To reduce the dimensions, we choose the first </a:t>
            </a:r>
            <a:r>
              <a:rPr sz="2400" i="1" spc="-50" dirty="0">
                <a:latin typeface="Proxima Nova Rg"/>
                <a:cs typeface="Proxima Nova Rg"/>
              </a:rPr>
              <a:t>p</a:t>
            </a:r>
            <a:endParaRPr sz="2400" dirty="0">
              <a:latin typeface="Proxima Nova Rg"/>
              <a:cs typeface="Proxima Nova Rg"/>
            </a:endParaRPr>
          </a:p>
          <a:p>
            <a:pPr marL="424815">
              <a:lnSpc>
                <a:spcPct val="100000"/>
              </a:lnSpc>
              <a:spcBef>
                <a:spcPts val="420"/>
              </a:spcBef>
            </a:pPr>
            <a:r>
              <a:rPr sz="2400" dirty="0">
                <a:latin typeface="Proxima Nova Rg"/>
                <a:cs typeface="Proxima Nova Rg"/>
              </a:rPr>
              <a:t>eigenvalues and ignore the </a:t>
            </a:r>
            <a:r>
              <a:rPr sz="2400" spc="-10" dirty="0">
                <a:latin typeface="Proxima Nova Rg"/>
                <a:cs typeface="Proxima Nova Rg"/>
              </a:rPr>
              <a:t>rest.</a:t>
            </a:r>
            <a:endParaRPr sz="2400" dirty="0">
              <a:latin typeface="Proxima Nova Rg"/>
              <a:cs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1819086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CB710-1338-61F1-416B-F1FFCC5A2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C7693962-1DEB-27D1-6A53-592DED26BCF4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A05A0-7414-8C32-41A8-F924D7FB4C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39C9782-E5BC-FFCC-4F90-09FEC6206836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60831EA-8904-C73B-518A-23C775C80345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6ABAD68-7441-A8F3-BF7D-A38FAE78B60B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7F816B-C878-41A5-E0A9-941FBAA36B6B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6CA4EA5-8F1D-C5A1-64D7-4E60F83972CE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2">
            <a:extLst>
              <a:ext uri="{FF2B5EF4-FFF2-40B4-BE49-F238E27FC236}">
                <a16:creationId xmlns:a16="http://schemas.microsoft.com/office/drawing/2014/main" id="{4483A0B9-7203-AD16-E095-1F0F0185C3E5}"/>
              </a:ext>
            </a:extLst>
          </p:cNvPr>
          <p:cNvSpPr txBox="1">
            <a:spLocks/>
          </p:cNvSpPr>
          <p:nvPr/>
        </p:nvSpPr>
        <p:spPr>
          <a:xfrm>
            <a:off x="249875" y="399144"/>
            <a:ext cx="10853554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7320">
              <a:spcBef>
                <a:spcPts val="100"/>
              </a:spcBef>
            </a:pPr>
            <a:r>
              <a:rPr lang="en-US" spc="330">
                <a:solidFill>
                  <a:schemeClr val="bg1"/>
                </a:solidFill>
              </a:rPr>
              <a:t>Step</a:t>
            </a:r>
            <a:r>
              <a:rPr lang="en-US" spc="160">
                <a:solidFill>
                  <a:schemeClr val="bg1"/>
                </a:solidFill>
              </a:rPr>
              <a:t> </a:t>
            </a:r>
            <a:r>
              <a:rPr lang="en-US" spc="210">
                <a:solidFill>
                  <a:schemeClr val="bg1"/>
                </a:solidFill>
              </a:rPr>
              <a:t>5:</a:t>
            </a:r>
            <a:r>
              <a:rPr lang="en-US" spc="160">
                <a:solidFill>
                  <a:schemeClr val="bg1"/>
                </a:solidFill>
              </a:rPr>
              <a:t> </a:t>
            </a:r>
            <a:r>
              <a:rPr lang="en-US" spc="290">
                <a:solidFill>
                  <a:schemeClr val="bg1"/>
                </a:solidFill>
              </a:rPr>
              <a:t>Forming</a:t>
            </a:r>
            <a:r>
              <a:rPr lang="en-US" spc="165">
                <a:solidFill>
                  <a:schemeClr val="bg1"/>
                </a:solidFill>
              </a:rPr>
              <a:t> </a:t>
            </a:r>
            <a:r>
              <a:rPr lang="en-US" spc="345">
                <a:solidFill>
                  <a:schemeClr val="bg1"/>
                </a:solidFill>
              </a:rPr>
              <a:t>a</a:t>
            </a:r>
            <a:r>
              <a:rPr lang="en-US" spc="160">
                <a:solidFill>
                  <a:schemeClr val="bg1"/>
                </a:solidFill>
              </a:rPr>
              <a:t> </a:t>
            </a:r>
            <a:r>
              <a:rPr lang="en-US" spc="305">
                <a:solidFill>
                  <a:schemeClr val="bg1"/>
                </a:solidFill>
              </a:rPr>
              <a:t>feature</a:t>
            </a:r>
            <a:r>
              <a:rPr lang="en-US" spc="165">
                <a:solidFill>
                  <a:schemeClr val="bg1"/>
                </a:solidFill>
              </a:rPr>
              <a:t> </a:t>
            </a:r>
            <a:r>
              <a:rPr lang="en-US" spc="305">
                <a:solidFill>
                  <a:schemeClr val="bg1"/>
                </a:solidFill>
              </a:rPr>
              <a:t>vector</a:t>
            </a:r>
            <a:endParaRPr lang="en-US" spc="305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FC03255-AA64-6535-4F30-01E358C19DDC}"/>
              </a:ext>
            </a:extLst>
          </p:cNvPr>
          <p:cNvSpPr txBox="1"/>
          <p:nvPr/>
        </p:nvSpPr>
        <p:spPr>
          <a:xfrm>
            <a:off x="841925" y="1661033"/>
            <a:ext cx="7421245" cy="1010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roxima Nova Rg"/>
                <a:cs typeface="Proxima Nova Rg"/>
              </a:rPr>
              <a:t>Form</a:t>
            </a:r>
            <a:r>
              <a:rPr sz="2400" spc="-10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a</a:t>
            </a:r>
            <a:r>
              <a:rPr sz="2400" spc="-10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feature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vector</a:t>
            </a:r>
            <a:r>
              <a:rPr sz="2400" spc="-10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consists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of</a:t>
            </a:r>
            <a:r>
              <a:rPr sz="2400" spc="-10" dirty="0">
                <a:latin typeface="Proxima Nova Rg"/>
                <a:cs typeface="Proxima Nova Rg"/>
              </a:rPr>
              <a:t> </a:t>
            </a:r>
            <a:r>
              <a:rPr sz="2400" dirty="0">
                <a:latin typeface="Proxima Nova Rg"/>
                <a:cs typeface="Proxima Nova Rg"/>
              </a:rPr>
              <a:t>selected</a:t>
            </a:r>
            <a:r>
              <a:rPr sz="2400" spc="-5" dirty="0">
                <a:latin typeface="Proxima Nova Rg"/>
                <a:cs typeface="Proxima Nova Rg"/>
              </a:rPr>
              <a:t> </a:t>
            </a:r>
            <a:r>
              <a:rPr sz="2400" spc="-10" dirty="0">
                <a:latin typeface="Proxima Nova Rg"/>
                <a:cs typeface="Proxima Nova Rg"/>
              </a:rPr>
              <a:t>eigenvectors</a:t>
            </a:r>
            <a:endParaRPr sz="2400" dirty="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2400" b="1" i="1" dirty="0">
                <a:latin typeface="Proxima Nova Rg"/>
                <a:cs typeface="Proxima Nova Rg"/>
              </a:rPr>
              <a:t>Feature</a:t>
            </a:r>
            <a:r>
              <a:rPr sz="2400" b="1" i="1" spc="-25" dirty="0">
                <a:latin typeface="Proxima Nova Rg"/>
                <a:cs typeface="Proxima Nova Rg"/>
              </a:rPr>
              <a:t> </a:t>
            </a:r>
            <a:r>
              <a:rPr sz="2400" b="1" i="1" dirty="0">
                <a:latin typeface="Proxima Nova Rg"/>
                <a:cs typeface="Proxima Nova Rg"/>
              </a:rPr>
              <a:t>Vector</a:t>
            </a:r>
            <a:r>
              <a:rPr sz="2400" b="1" i="1" spc="-25" dirty="0">
                <a:latin typeface="Proxima Nova Rg"/>
                <a:cs typeface="Proxima Nova Rg"/>
              </a:rPr>
              <a:t> </a:t>
            </a:r>
            <a:r>
              <a:rPr sz="2400" b="1" i="1" dirty="0">
                <a:latin typeface="Proxima Nova Rg"/>
                <a:cs typeface="Proxima Nova Rg"/>
              </a:rPr>
              <a:t>=</a:t>
            </a:r>
            <a:r>
              <a:rPr sz="2400" b="1" i="1" spc="-25" dirty="0">
                <a:latin typeface="Proxima Nova Rg"/>
                <a:cs typeface="Proxima Nova Rg"/>
              </a:rPr>
              <a:t> </a:t>
            </a:r>
            <a:r>
              <a:rPr sz="2400" b="1" i="1" dirty="0">
                <a:latin typeface="Proxima Nova Rg"/>
                <a:cs typeface="Proxima Nova Rg"/>
              </a:rPr>
              <a:t>(eig1,</a:t>
            </a:r>
            <a:r>
              <a:rPr sz="2400" b="1" i="1" spc="-25" dirty="0">
                <a:latin typeface="Proxima Nova Rg"/>
                <a:cs typeface="Proxima Nova Rg"/>
              </a:rPr>
              <a:t> </a:t>
            </a:r>
            <a:r>
              <a:rPr sz="2400" b="1" i="1" spc="-10" dirty="0">
                <a:latin typeface="Proxima Nova Rg"/>
                <a:cs typeface="Proxima Nova Rg"/>
              </a:rPr>
              <a:t>eig2)</a:t>
            </a:r>
            <a:endParaRPr sz="2400" dirty="0">
              <a:latin typeface="Proxima Nova Rg"/>
              <a:cs typeface="Proxima Nova Rg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75903D5-5E9F-1DD2-0159-E9796F520375}"/>
              </a:ext>
            </a:extLst>
          </p:cNvPr>
          <p:cNvSpPr txBox="1"/>
          <p:nvPr/>
        </p:nvSpPr>
        <p:spPr>
          <a:xfrm>
            <a:off x="756653" y="3013978"/>
            <a:ext cx="8453120" cy="2903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Proxima Nova Rg"/>
                <a:cs typeface="Proxima Nova Rg"/>
              </a:rPr>
              <a:t>NewData</a:t>
            </a:r>
            <a:r>
              <a:rPr sz="2400" b="1" spc="-10" dirty="0">
                <a:latin typeface="Proxima Nova Rg"/>
                <a:cs typeface="Proxima Nova Rg"/>
              </a:rPr>
              <a:t> </a:t>
            </a:r>
            <a:r>
              <a:rPr sz="2400" b="1" dirty="0">
                <a:latin typeface="Proxima Nova Rg"/>
                <a:cs typeface="Proxima Nova Rg"/>
              </a:rPr>
              <a:t>=</a:t>
            </a:r>
            <a:r>
              <a:rPr sz="2400" b="1" spc="-5" dirty="0">
                <a:latin typeface="Proxima Nova Rg"/>
                <a:cs typeface="Proxima Nova Rg"/>
              </a:rPr>
              <a:t> </a:t>
            </a:r>
            <a:r>
              <a:rPr sz="2400" b="1" dirty="0">
                <a:latin typeface="Proxima Nova Rg"/>
                <a:cs typeface="Proxima Nova Rg"/>
              </a:rPr>
              <a:t>FeatureVector</a:t>
            </a:r>
            <a:r>
              <a:rPr sz="2400" b="1" baseline="31250" dirty="0">
                <a:latin typeface="Proxima Nova Rg"/>
                <a:cs typeface="Proxima Nova Rg"/>
              </a:rPr>
              <a:t>T</a:t>
            </a:r>
            <a:r>
              <a:rPr sz="2400" b="1" spc="292" baseline="31250" dirty="0">
                <a:latin typeface="Proxima Nova Rg"/>
                <a:cs typeface="Proxima Nova Rg"/>
              </a:rPr>
              <a:t> </a:t>
            </a:r>
            <a:r>
              <a:rPr sz="2400" b="1" dirty="0">
                <a:latin typeface="Proxima Nova Rg"/>
                <a:cs typeface="Proxima Nova Rg"/>
              </a:rPr>
              <a:t>x</a:t>
            </a:r>
            <a:r>
              <a:rPr sz="2400" b="1" spc="-5" dirty="0">
                <a:latin typeface="Proxima Nova Rg"/>
                <a:cs typeface="Proxima Nova Rg"/>
              </a:rPr>
              <a:t> </a:t>
            </a:r>
            <a:r>
              <a:rPr sz="2400" b="1" spc="-10" dirty="0">
                <a:latin typeface="Proxima Nova Rg"/>
                <a:cs typeface="Proxima Nova Rg"/>
              </a:rPr>
              <a:t>ScaledData</a:t>
            </a:r>
            <a:r>
              <a:rPr sz="2400" b="1" spc="-15" baseline="31250" dirty="0">
                <a:latin typeface="Proxima Nova Rg"/>
                <a:cs typeface="Proxima Nova Rg"/>
              </a:rPr>
              <a:t>T</a:t>
            </a:r>
            <a:endParaRPr sz="2400" baseline="31250" dirty="0">
              <a:latin typeface="Proxima Nova Rg"/>
              <a:cs typeface="Proxima Nova Rg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400" dirty="0">
              <a:latin typeface="Proxima Nova Rg"/>
              <a:cs typeface="Proxima Nova Rg"/>
            </a:endParaRPr>
          </a:p>
          <a:p>
            <a:pPr marL="76200">
              <a:lnSpc>
                <a:spcPct val="100000"/>
              </a:lnSpc>
            </a:pPr>
            <a:r>
              <a:rPr sz="1800" b="1" i="1" dirty="0">
                <a:latin typeface="Proxima Nova Rg"/>
                <a:cs typeface="Proxima Nova Rg"/>
              </a:rPr>
              <a:t>NewData </a:t>
            </a:r>
            <a:r>
              <a:rPr sz="1800" dirty="0">
                <a:latin typeface="Proxima Nova Rg"/>
                <a:cs typeface="Proxima Nova Rg"/>
              </a:rPr>
              <a:t>is the Matrix consisting of the principal </a:t>
            </a:r>
            <a:r>
              <a:rPr sz="1800" spc="-10" dirty="0">
                <a:latin typeface="Proxima Nova Rg"/>
                <a:cs typeface="Proxima Nova Rg"/>
              </a:rPr>
              <a:t>components,</a:t>
            </a:r>
            <a:endParaRPr sz="1800" dirty="0">
              <a:latin typeface="Proxima Nova Rg"/>
              <a:cs typeface="Proxima Nova Rg"/>
            </a:endParaRPr>
          </a:p>
          <a:p>
            <a:pPr marL="76200" marR="30480">
              <a:lnSpc>
                <a:spcPct val="166700"/>
              </a:lnSpc>
              <a:spcBef>
                <a:spcPts val="900"/>
              </a:spcBef>
            </a:pPr>
            <a:r>
              <a:rPr sz="1800" b="1" i="1" dirty="0">
                <a:latin typeface="Proxima Nova Rg"/>
                <a:cs typeface="Proxima Nova Rg"/>
              </a:rPr>
              <a:t>FeatureVector</a:t>
            </a:r>
            <a:r>
              <a:rPr sz="1800" b="1" i="1" spc="1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is</a:t>
            </a:r>
            <a:r>
              <a:rPr sz="1800" spc="114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the</a:t>
            </a:r>
            <a:r>
              <a:rPr sz="1800" spc="114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matrix</a:t>
            </a:r>
            <a:r>
              <a:rPr sz="1800" spc="1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we</a:t>
            </a:r>
            <a:r>
              <a:rPr sz="1800" spc="114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formed</a:t>
            </a:r>
            <a:r>
              <a:rPr sz="1800" spc="114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using</a:t>
            </a:r>
            <a:r>
              <a:rPr sz="1800" spc="1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the</a:t>
            </a:r>
            <a:r>
              <a:rPr sz="1800" spc="114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eigenvectors</a:t>
            </a:r>
            <a:r>
              <a:rPr sz="1800" spc="114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we</a:t>
            </a:r>
            <a:r>
              <a:rPr sz="1800" spc="120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chose</a:t>
            </a:r>
            <a:r>
              <a:rPr sz="1800" spc="114" dirty="0">
                <a:latin typeface="Proxima Nova Rg"/>
                <a:cs typeface="Proxima Nova Rg"/>
              </a:rPr>
              <a:t> </a:t>
            </a:r>
            <a:r>
              <a:rPr sz="1800" dirty="0">
                <a:latin typeface="Proxima Nova Rg"/>
                <a:cs typeface="Proxima Nova Rg"/>
              </a:rPr>
              <a:t>to</a:t>
            </a:r>
            <a:r>
              <a:rPr sz="1800" spc="114" dirty="0">
                <a:latin typeface="Proxima Nova Rg"/>
                <a:cs typeface="Proxima Nova Rg"/>
              </a:rPr>
              <a:t> </a:t>
            </a:r>
            <a:r>
              <a:rPr sz="1800" spc="-10" dirty="0">
                <a:latin typeface="Proxima Nova Rg"/>
                <a:cs typeface="Proxima Nova Rg"/>
              </a:rPr>
              <a:t>keep, </a:t>
            </a:r>
            <a:r>
              <a:rPr sz="1800" spc="-25" dirty="0">
                <a:latin typeface="Proxima Nova Rg"/>
                <a:cs typeface="Proxima Nova Rg"/>
              </a:rPr>
              <a:t>and</a:t>
            </a:r>
            <a:endParaRPr sz="1800" dirty="0">
              <a:latin typeface="Proxima Nova Rg"/>
              <a:cs typeface="Proxima Nova Rg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800" dirty="0">
              <a:latin typeface="Proxima Nova Rg"/>
              <a:cs typeface="Proxima Nova Rg"/>
            </a:endParaRPr>
          </a:p>
          <a:p>
            <a:pPr marL="76200">
              <a:lnSpc>
                <a:spcPct val="100000"/>
              </a:lnSpc>
            </a:pPr>
            <a:r>
              <a:rPr sz="1800" b="1" i="1" dirty="0">
                <a:latin typeface="Proxima Nova Rg"/>
                <a:cs typeface="Proxima Nova Rg"/>
              </a:rPr>
              <a:t>ScaledData </a:t>
            </a:r>
            <a:r>
              <a:rPr sz="1800" dirty="0">
                <a:latin typeface="Proxima Nova Rg"/>
                <a:cs typeface="Proxima Nova Rg"/>
              </a:rPr>
              <a:t>is the scaled version of original </a:t>
            </a:r>
            <a:r>
              <a:rPr sz="1800" spc="-10" dirty="0">
                <a:latin typeface="Proxima Nova Rg"/>
                <a:cs typeface="Proxima Nova Rg"/>
              </a:rPr>
              <a:t>dataset</a:t>
            </a:r>
            <a:endParaRPr sz="1800" dirty="0">
              <a:latin typeface="Proxima Nova Rg"/>
              <a:cs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40947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48BA9-F60D-3B97-EC75-25467C94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B9875D6E-C61B-A0A9-D235-4C5E06047F4C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3F1EA-C80D-F508-6033-FCE819F24C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34E0750-EC23-AF01-3D9A-918BA15EBCCB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3BD682E2-C851-37C4-285C-0D78ED1F44CB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0C5E868-467E-0408-A57A-436B569F64CC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8945BE-D592-CE8E-918B-DFFFAEA90009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BA19702-974E-E07F-9B65-CBEF4C703CD8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2">
            <a:extLst>
              <a:ext uri="{FF2B5EF4-FFF2-40B4-BE49-F238E27FC236}">
                <a16:creationId xmlns:a16="http://schemas.microsoft.com/office/drawing/2014/main" id="{1807C555-A2E3-CF58-CDF3-120FB7DF6E5D}"/>
              </a:ext>
            </a:extLst>
          </p:cNvPr>
          <p:cNvSpPr txBox="1">
            <a:spLocks/>
          </p:cNvSpPr>
          <p:nvPr/>
        </p:nvSpPr>
        <p:spPr>
          <a:xfrm>
            <a:off x="249875" y="399144"/>
            <a:ext cx="1116923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7320">
              <a:spcBef>
                <a:spcPts val="100"/>
              </a:spcBef>
            </a:pPr>
            <a:r>
              <a:rPr lang="en-US" spc="310">
                <a:solidFill>
                  <a:schemeClr val="bg1"/>
                </a:solidFill>
              </a:rPr>
              <a:t>Sample</a:t>
            </a:r>
            <a:r>
              <a:rPr lang="en-US" spc="170">
                <a:solidFill>
                  <a:schemeClr val="bg1"/>
                </a:solidFill>
              </a:rPr>
              <a:t> </a:t>
            </a:r>
            <a:r>
              <a:rPr lang="en-US" spc="300">
                <a:solidFill>
                  <a:schemeClr val="bg1"/>
                </a:solidFill>
              </a:rPr>
              <a:t>Implementation</a:t>
            </a:r>
            <a:r>
              <a:rPr lang="en-US" spc="175">
                <a:solidFill>
                  <a:schemeClr val="bg1"/>
                </a:solidFill>
              </a:rPr>
              <a:t> </a:t>
            </a:r>
            <a:r>
              <a:rPr lang="en-US" spc="305">
                <a:solidFill>
                  <a:schemeClr val="bg1"/>
                </a:solidFill>
              </a:rPr>
              <a:t>with</a:t>
            </a:r>
            <a:r>
              <a:rPr lang="en-US" spc="175">
                <a:solidFill>
                  <a:schemeClr val="bg1"/>
                </a:solidFill>
              </a:rPr>
              <a:t> </a:t>
            </a:r>
            <a:r>
              <a:rPr lang="en-US" spc="305">
                <a:solidFill>
                  <a:schemeClr val="bg1"/>
                </a:solidFill>
              </a:rPr>
              <a:t>sklearn</a:t>
            </a:r>
            <a:endParaRPr lang="en-US" spc="305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8EBE327-D286-A79F-42CC-1554A55C3BB2}"/>
              </a:ext>
            </a:extLst>
          </p:cNvPr>
          <p:cNvSpPr txBox="1"/>
          <p:nvPr/>
        </p:nvSpPr>
        <p:spPr>
          <a:xfrm>
            <a:off x="7776738" y="1877679"/>
            <a:ext cx="717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Proxima Nova Rg"/>
                <a:cs typeface="Proxima Nova Rg"/>
              </a:rPr>
              <a:t>Output</a:t>
            </a:r>
            <a:endParaRPr sz="1800">
              <a:latin typeface="Proxima Nova Rg"/>
              <a:cs typeface="Proxima Nova Rg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9448617-FEA5-1A5B-E47D-C020AB841C72}"/>
              </a:ext>
            </a:extLst>
          </p:cNvPr>
          <p:cNvGrpSpPr/>
          <p:nvPr/>
        </p:nvGrpSpPr>
        <p:grpSpPr>
          <a:xfrm>
            <a:off x="1595013" y="1944274"/>
            <a:ext cx="4343400" cy="3421379"/>
            <a:chOff x="495300" y="1255425"/>
            <a:chExt cx="4343400" cy="3421379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67C3E69-EE5C-BC12-C0EC-76442C971817}"/>
                </a:ext>
              </a:extLst>
            </p:cNvPr>
            <p:cNvSpPr/>
            <p:nvPr/>
          </p:nvSpPr>
          <p:spPr>
            <a:xfrm>
              <a:off x="975799" y="1255425"/>
              <a:ext cx="3862704" cy="3421379"/>
            </a:xfrm>
            <a:custGeom>
              <a:avLst/>
              <a:gdLst/>
              <a:ahLst/>
              <a:cxnLst/>
              <a:rect l="l" t="t" r="r" b="b"/>
              <a:pathLst>
                <a:path w="3862704" h="3421379">
                  <a:moveTo>
                    <a:pt x="0" y="3421349"/>
                  </a:moveTo>
                  <a:lnTo>
                    <a:pt x="3862449" y="3421349"/>
                  </a:lnTo>
                  <a:lnTo>
                    <a:pt x="3862449" y="0"/>
                  </a:lnTo>
                  <a:lnTo>
                    <a:pt x="0" y="0"/>
                  </a:lnTo>
                  <a:lnTo>
                    <a:pt x="0" y="3421349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FAE102B-1266-A607-1307-457B30803AC7}"/>
                </a:ext>
              </a:extLst>
            </p:cNvPr>
            <p:cNvSpPr/>
            <p:nvPr/>
          </p:nvSpPr>
          <p:spPr>
            <a:xfrm>
              <a:off x="495300" y="1255425"/>
              <a:ext cx="480695" cy="3421379"/>
            </a:xfrm>
            <a:custGeom>
              <a:avLst/>
              <a:gdLst/>
              <a:ahLst/>
              <a:cxnLst/>
              <a:rect l="l" t="t" r="r" b="b"/>
              <a:pathLst>
                <a:path w="480694" h="3421379">
                  <a:moveTo>
                    <a:pt x="480499" y="3421349"/>
                  </a:moveTo>
                  <a:lnTo>
                    <a:pt x="0" y="3421349"/>
                  </a:lnTo>
                  <a:lnTo>
                    <a:pt x="0" y="0"/>
                  </a:lnTo>
                  <a:lnTo>
                    <a:pt x="480499" y="0"/>
                  </a:lnTo>
                  <a:lnTo>
                    <a:pt x="480499" y="3421349"/>
                  </a:lnTo>
                  <a:close/>
                </a:path>
              </a:pathLst>
            </a:custGeom>
            <a:solidFill>
              <a:srgbClr val="DE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838C45E-968B-870A-88E8-6A8BC7EC0220}"/>
                </a:ext>
              </a:extLst>
            </p:cNvPr>
            <p:cNvSpPr/>
            <p:nvPr/>
          </p:nvSpPr>
          <p:spPr>
            <a:xfrm>
              <a:off x="726654" y="1341150"/>
              <a:ext cx="69215" cy="137160"/>
            </a:xfrm>
            <a:custGeom>
              <a:avLst/>
              <a:gdLst/>
              <a:ahLst/>
              <a:cxnLst/>
              <a:rect l="l" t="t" r="r" b="b"/>
              <a:pathLst>
                <a:path w="69215" h="137159">
                  <a:moveTo>
                    <a:pt x="68591" y="137160"/>
                  </a:moveTo>
                  <a:lnTo>
                    <a:pt x="0" y="137160"/>
                  </a:lnTo>
                  <a:lnTo>
                    <a:pt x="0" y="0"/>
                  </a:lnTo>
                  <a:lnTo>
                    <a:pt x="68591" y="0"/>
                  </a:lnTo>
                  <a:lnTo>
                    <a:pt x="68591" y="13716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5E77005C-C8AA-E802-CA82-0F5B40CC1533}"/>
                </a:ext>
              </a:extLst>
            </p:cNvPr>
            <p:cNvSpPr/>
            <p:nvPr/>
          </p:nvSpPr>
          <p:spPr>
            <a:xfrm>
              <a:off x="726654" y="1503075"/>
              <a:ext cx="69215" cy="137160"/>
            </a:xfrm>
            <a:custGeom>
              <a:avLst/>
              <a:gdLst/>
              <a:ahLst/>
              <a:cxnLst/>
              <a:rect l="l" t="t" r="r" b="b"/>
              <a:pathLst>
                <a:path w="69215" h="137160">
                  <a:moveTo>
                    <a:pt x="68591" y="137159"/>
                  </a:moveTo>
                  <a:lnTo>
                    <a:pt x="0" y="137159"/>
                  </a:lnTo>
                  <a:lnTo>
                    <a:pt x="0" y="0"/>
                  </a:lnTo>
                  <a:lnTo>
                    <a:pt x="68591" y="0"/>
                  </a:lnTo>
                  <a:lnTo>
                    <a:pt x="68591" y="137159"/>
                  </a:lnTo>
                  <a:close/>
                </a:path>
              </a:pathLst>
            </a:custGeom>
            <a:solidFill>
              <a:srgbClr val="C8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09B146C3-4F07-7B2B-7F57-03D68929C9CF}"/>
                </a:ext>
              </a:extLst>
            </p:cNvPr>
            <p:cNvSpPr/>
            <p:nvPr/>
          </p:nvSpPr>
          <p:spPr>
            <a:xfrm>
              <a:off x="726654" y="1665000"/>
              <a:ext cx="69215" cy="137160"/>
            </a:xfrm>
            <a:custGeom>
              <a:avLst/>
              <a:gdLst/>
              <a:ahLst/>
              <a:cxnLst/>
              <a:rect l="l" t="t" r="r" b="b"/>
              <a:pathLst>
                <a:path w="69215" h="137160">
                  <a:moveTo>
                    <a:pt x="68591" y="137159"/>
                  </a:moveTo>
                  <a:lnTo>
                    <a:pt x="0" y="137159"/>
                  </a:lnTo>
                  <a:lnTo>
                    <a:pt x="0" y="0"/>
                  </a:lnTo>
                  <a:lnTo>
                    <a:pt x="68591" y="0"/>
                  </a:lnTo>
                  <a:lnTo>
                    <a:pt x="68591" y="137159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3063C43B-192D-973B-D9DA-90A78906CB49}"/>
                </a:ext>
              </a:extLst>
            </p:cNvPr>
            <p:cNvSpPr/>
            <p:nvPr/>
          </p:nvSpPr>
          <p:spPr>
            <a:xfrm>
              <a:off x="726654" y="1826925"/>
              <a:ext cx="69215" cy="137160"/>
            </a:xfrm>
            <a:custGeom>
              <a:avLst/>
              <a:gdLst/>
              <a:ahLst/>
              <a:cxnLst/>
              <a:rect l="l" t="t" r="r" b="b"/>
              <a:pathLst>
                <a:path w="69215" h="137160">
                  <a:moveTo>
                    <a:pt x="68591" y="137159"/>
                  </a:moveTo>
                  <a:lnTo>
                    <a:pt x="0" y="137159"/>
                  </a:lnTo>
                  <a:lnTo>
                    <a:pt x="0" y="0"/>
                  </a:lnTo>
                  <a:lnTo>
                    <a:pt x="68591" y="0"/>
                  </a:lnTo>
                  <a:lnTo>
                    <a:pt x="68591" y="137159"/>
                  </a:lnTo>
                  <a:close/>
                </a:path>
              </a:pathLst>
            </a:custGeom>
            <a:solidFill>
              <a:srgbClr val="C8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4239E29B-013A-46EA-B934-D6FDCA628A8E}"/>
                </a:ext>
              </a:extLst>
            </p:cNvPr>
            <p:cNvSpPr/>
            <p:nvPr/>
          </p:nvSpPr>
          <p:spPr>
            <a:xfrm>
              <a:off x="726654" y="1988850"/>
              <a:ext cx="69215" cy="137160"/>
            </a:xfrm>
            <a:custGeom>
              <a:avLst/>
              <a:gdLst/>
              <a:ahLst/>
              <a:cxnLst/>
              <a:rect l="l" t="t" r="r" b="b"/>
              <a:pathLst>
                <a:path w="69215" h="137160">
                  <a:moveTo>
                    <a:pt x="68591" y="137159"/>
                  </a:moveTo>
                  <a:lnTo>
                    <a:pt x="0" y="137159"/>
                  </a:lnTo>
                  <a:lnTo>
                    <a:pt x="0" y="0"/>
                  </a:lnTo>
                  <a:lnTo>
                    <a:pt x="68591" y="0"/>
                  </a:lnTo>
                  <a:lnTo>
                    <a:pt x="68591" y="137159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8ACAC91E-B70F-2BCF-7760-312E04C05883}"/>
                </a:ext>
              </a:extLst>
            </p:cNvPr>
            <p:cNvSpPr/>
            <p:nvPr/>
          </p:nvSpPr>
          <p:spPr>
            <a:xfrm>
              <a:off x="726654" y="2150775"/>
              <a:ext cx="69215" cy="137160"/>
            </a:xfrm>
            <a:custGeom>
              <a:avLst/>
              <a:gdLst/>
              <a:ahLst/>
              <a:cxnLst/>
              <a:rect l="l" t="t" r="r" b="b"/>
              <a:pathLst>
                <a:path w="69215" h="137160">
                  <a:moveTo>
                    <a:pt x="68591" y="137159"/>
                  </a:moveTo>
                  <a:lnTo>
                    <a:pt x="0" y="137159"/>
                  </a:lnTo>
                  <a:lnTo>
                    <a:pt x="0" y="0"/>
                  </a:lnTo>
                  <a:lnTo>
                    <a:pt x="68591" y="0"/>
                  </a:lnTo>
                  <a:lnTo>
                    <a:pt x="68591" y="137159"/>
                  </a:lnTo>
                  <a:close/>
                </a:path>
              </a:pathLst>
            </a:custGeom>
            <a:solidFill>
              <a:srgbClr val="C8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6329A7AA-7AF1-7A2D-CAD8-5A6742F63A7C}"/>
                </a:ext>
              </a:extLst>
            </p:cNvPr>
            <p:cNvSpPr/>
            <p:nvPr/>
          </p:nvSpPr>
          <p:spPr>
            <a:xfrm>
              <a:off x="726654" y="2312700"/>
              <a:ext cx="69215" cy="137160"/>
            </a:xfrm>
            <a:custGeom>
              <a:avLst/>
              <a:gdLst/>
              <a:ahLst/>
              <a:cxnLst/>
              <a:rect l="l" t="t" r="r" b="b"/>
              <a:pathLst>
                <a:path w="69215" h="137160">
                  <a:moveTo>
                    <a:pt x="68591" y="137159"/>
                  </a:moveTo>
                  <a:lnTo>
                    <a:pt x="0" y="137159"/>
                  </a:lnTo>
                  <a:lnTo>
                    <a:pt x="0" y="0"/>
                  </a:lnTo>
                  <a:lnTo>
                    <a:pt x="68591" y="0"/>
                  </a:lnTo>
                  <a:lnTo>
                    <a:pt x="68591" y="137159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4">
            <a:extLst>
              <a:ext uri="{FF2B5EF4-FFF2-40B4-BE49-F238E27FC236}">
                <a16:creationId xmlns:a16="http://schemas.microsoft.com/office/drawing/2014/main" id="{721E5A6D-FE47-6B40-2C1D-490F2C17CADE}"/>
              </a:ext>
            </a:extLst>
          </p:cNvPr>
          <p:cNvSpPr txBox="1"/>
          <p:nvPr/>
        </p:nvSpPr>
        <p:spPr>
          <a:xfrm>
            <a:off x="1813667" y="1987962"/>
            <a:ext cx="94615" cy="11588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900" spc="-50" dirty="0">
                <a:solidFill>
                  <a:srgbClr val="555555"/>
                </a:solidFill>
                <a:latin typeface="Courier New"/>
                <a:cs typeface="Courier New"/>
              </a:rPr>
              <a:t>3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50" dirty="0">
                <a:solidFill>
                  <a:srgbClr val="555555"/>
                </a:solidFill>
                <a:latin typeface="Courier New"/>
                <a:cs typeface="Courier New"/>
              </a:rPr>
              <a:t>4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50" dirty="0">
                <a:solidFill>
                  <a:srgbClr val="555555"/>
                </a:solidFill>
                <a:latin typeface="Courier New"/>
                <a:cs typeface="Courier New"/>
              </a:rPr>
              <a:t>5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50" dirty="0">
                <a:solidFill>
                  <a:srgbClr val="555555"/>
                </a:solidFill>
                <a:latin typeface="Courier New"/>
                <a:cs typeface="Courier New"/>
              </a:rPr>
              <a:t>6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50" dirty="0">
                <a:solidFill>
                  <a:srgbClr val="555555"/>
                </a:solidFill>
                <a:latin typeface="Courier New"/>
                <a:cs typeface="Courier New"/>
              </a:rPr>
              <a:t>7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50" dirty="0">
                <a:solidFill>
                  <a:srgbClr val="555555"/>
                </a:solidFill>
                <a:latin typeface="Courier New"/>
                <a:cs typeface="Courier New"/>
              </a:rPr>
              <a:t>8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50" dirty="0">
                <a:solidFill>
                  <a:srgbClr val="555555"/>
                </a:solidFill>
                <a:latin typeface="Courier New"/>
                <a:cs typeface="Courier New"/>
              </a:rPr>
              <a:t>9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1" name="object 15">
            <a:extLst>
              <a:ext uri="{FF2B5EF4-FFF2-40B4-BE49-F238E27FC236}">
                <a16:creationId xmlns:a16="http://schemas.microsoft.com/office/drawing/2014/main" id="{93FF7CA6-A63D-0652-2AAE-548C72997162}"/>
              </a:ext>
            </a:extLst>
          </p:cNvPr>
          <p:cNvGrpSpPr/>
          <p:nvPr/>
        </p:nvGrpSpPr>
        <p:grpSpPr>
          <a:xfrm>
            <a:off x="1792071" y="3163474"/>
            <a:ext cx="137795" cy="1108710"/>
            <a:chOff x="692358" y="2474625"/>
            <a:chExt cx="137795" cy="1108710"/>
          </a:xfrm>
        </p:grpSpPr>
        <p:sp>
          <p:nvSpPr>
            <p:cNvPr id="22" name="object 16">
              <a:extLst>
                <a:ext uri="{FF2B5EF4-FFF2-40B4-BE49-F238E27FC236}">
                  <a16:creationId xmlns:a16="http://schemas.microsoft.com/office/drawing/2014/main" id="{A44F8034-7D58-6440-6BB5-952AEF3E1CCE}"/>
                </a:ext>
              </a:extLst>
            </p:cNvPr>
            <p:cNvSpPr/>
            <p:nvPr/>
          </p:nvSpPr>
          <p:spPr>
            <a:xfrm>
              <a:off x="692358" y="2474625"/>
              <a:ext cx="137795" cy="137160"/>
            </a:xfrm>
            <a:custGeom>
              <a:avLst/>
              <a:gdLst/>
              <a:ahLst/>
              <a:cxnLst/>
              <a:rect l="l" t="t" r="r" b="b"/>
              <a:pathLst>
                <a:path w="137794" h="137160">
                  <a:moveTo>
                    <a:pt x="137182" y="137160"/>
                  </a:moveTo>
                  <a:lnTo>
                    <a:pt x="0" y="137160"/>
                  </a:lnTo>
                  <a:lnTo>
                    <a:pt x="0" y="0"/>
                  </a:lnTo>
                  <a:lnTo>
                    <a:pt x="137182" y="0"/>
                  </a:lnTo>
                  <a:lnTo>
                    <a:pt x="137182" y="137160"/>
                  </a:lnTo>
                  <a:close/>
                </a:path>
              </a:pathLst>
            </a:custGeom>
            <a:solidFill>
              <a:srgbClr val="C8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7">
              <a:extLst>
                <a:ext uri="{FF2B5EF4-FFF2-40B4-BE49-F238E27FC236}">
                  <a16:creationId xmlns:a16="http://schemas.microsoft.com/office/drawing/2014/main" id="{4BA22CDE-04EC-CAB6-017F-B58D66DC7BCB}"/>
                </a:ext>
              </a:extLst>
            </p:cNvPr>
            <p:cNvSpPr/>
            <p:nvPr/>
          </p:nvSpPr>
          <p:spPr>
            <a:xfrm>
              <a:off x="692358" y="2636550"/>
              <a:ext cx="137795" cy="137160"/>
            </a:xfrm>
            <a:custGeom>
              <a:avLst/>
              <a:gdLst/>
              <a:ahLst/>
              <a:cxnLst/>
              <a:rect l="l" t="t" r="r" b="b"/>
              <a:pathLst>
                <a:path w="137794" h="137160">
                  <a:moveTo>
                    <a:pt x="137182" y="137160"/>
                  </a:moveTo>
                  <a:lnTo>
                    <a:pt x="0" y="137160"/>
                  </a:lnTo>
                  <a:lnTo>
                    <a:pt x="0" y="0"/>
                  </a:lnTo>
                  <a:lnTo>
                    <a:pt x="137182" y="0"/>
                  </a:lnTo>
                  <a:lnTo>
                    <a:pt x="137182" y="13716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8">
              <a:extLst>
                <a:ext uri="{FF2B5EF4-FFF2-40B4-BE49-F238E27FC236}">
                  <a16:creationId xmlns:a16="http://schemas.microsoft.com/office/drawing/2014/main" id="{F8A12A13-23AF-0DE2-681D-41C5EC75FB2E}"/>
                </a:ext>
              </a:extLst>
            </p:cNvPr>
            <p:cNvSpPr/>
            <p:nvPr/>
          </p:nvSpPr>
          <p:spPr>
            <a:xfrm>
              <a:off x="692358" y="2798475"/>
              <a:ext cx="137795" cy="137160"/>
            </a:xfrm>
            <a:custGeom>
              <a:avLst/>
              <a:gdLst/>
              <a:ahLst/>
              <a:cxnLst/>
              <a:rect l="l" t="t" r="r" b="b"/>
              <a:pathLst>
                <a:path w="137794" h="137160">
                  <a:moveTo>
                    <a:pt x="137182" y="137160"/>
                  </a:moveTo>
                  <a:lnTo>
                    <a:pt x="0" y="137160"/>
                  </a:lnTo>
                  <a:lnTo>
                    <a:pt x="0" y="0"/>
                  </a:lnTo>
                  <a:lnTo>
                    <a:pt x="137182" y="0"/>
                  </a:lnTo>
                  <a:lnTo>
                    <a:pt x="137182" y="137160"/>
                  </a:lnTo>
                  <a:close/>
                </a:path>
              </a:pathLst>
            </a:custGeom>
            <a:solidFill>
              <a:srgbClr val="C8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9">
              <a:extLst>
                <a:ext uri="{FF2B5EF4-FFF2-40B4-BE49-F238E27FC236}">
                  <a16:creationId xmlns:a16="http://schemas.microsoft.com/office/drawing/2014/main" id="{7FEE6604-49FB-F514-5BE5-EF6028CE45C9}"/>
                </a:ext>
              </a:extLst>
            </p:cNvPr>
            <p:cNvSpPr/>
            <p:nvPr/>
          </p:nvSpPr>
          <p:spPr>
            <a:xfrm>
              <a:off x="692358" y="2960400"/>
              <a:ext cx="137795" cy="137160"/>
            </a:xfrm>
            <a:custGeom>
              <a:avLst/>
              <a:gdLst/>
              <a:ahLst/>
              <a:cxnLst/>
              <a:rect l="l" t="t" r="r" b="b"/>
              <a:pathLst>
                <a:path w="137794" h="137160">
                  <a:moveTo>
                    <a:pt x="137182" y="137160"/>
                  </a:moveTo>
                  <a:lnTo>
                    <a:pt x="0" y="137160"/>
                  </a:lnTo>
                  <a:lnTo>
                    <a:pt x="0" y="0"/>
                  </a:lnTo>
                  <a:lnTo>
                    <a:pt x="137182" y="0"/>
                  </a:lnTo>
                  <a:lnTo>
                    <a:pt x="137182" y="13716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0">
              <a:extLst>
                <a:ext uri="{FF2B5EF4-FFF2-40B4-BE49-F238E27FC236}">
                  <a16:creationId xmlns:a16="http://schemas.microsoft.com/office/drawing/2014/main" id="{5894F02F-A284-B463-3CE9-F05E48C27272}"/>
                </a:ext>
              </a:extLst>
            </p:cNvPr>
            <p:cNvSpPr/>
            <p:nvPr/>
          </p:nvSpPr>
          <p:spPr>
            <a:xfrm>
              <a:off x="692358" y="3122325"/>
              <a:ext cx="137795" cy="137160"/>
            </a:xfrm>
            <a:custGeom>
              <a:avLst/>
              <a:gdLst/>
              <a:ahLst/>
              <a:cxnLst/>
              <a:rect l="l" t="t" r="r" b="b"/>
              <a:pathLst>
                <a:path w="137794" h="137160">
                  <a:moveTo>
                    <a:pt x="137182" y="137160"/>
                  </a:moveTo>
                  <a:lnTo>
                    <a:pt x="0" y="137160"/>
                  </a:lnTo>
                  <a:lnTo>
                    <a:pt x="0" y="0"/>
                  </a:lnTo>
                  <a:lnTo>
                    <a:pt x="137182" y="0"/>
                  </a:lnTo>
                  <a:lnTo>
                    <a:pt x="137182" y="137160"/>
                  </a:lnTo>
                  <a:close/>
                </a:path>
              </a:pathLst>
            </a:custGeom>
            <a:solidFill>
              <a:srgbClr val="C8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1">
              <a:extLst>
                <a:ext uri="{FF2B5EF4-FFF2-40B4-BE49-F238E27FC236}">
                  <a16:creationId xmlns:a16="http://schemas.microsoft.com/office/drawing/2014/main" id="{EAFFBC98-9634-1C80-B9AB-3842604E989C}"/>
                </a:ext>
              </a:extLst>
            </p:cNvPr>
            <p:cNvSpPr/>
            <p:nvPr/>
          </p:nvSpPr>
          <p:spPr>
            <a:xfrm>
              <a:off x="692358" y="3284250"/>
              <a:ext cx="137795" cy="137160"/>
            </a:xfrm>
            <a:custGeom>
              <a:avLst/>
              <a:gdLst/>
              <a:ahLst/>
              <a:cxnLst/>
              <a:rect l="l" t="t" r="r" b="b"/>
              <a:pathLst>
                <a:path w="137794" h="137160">
                  <a:moveTo>
                    <a:pt x="137182" y="137160"/>
                  </a:moveTo>
                  <a:lnTo>
                    <a:pt x="0" y="137160"/>
                  </a:lnTo>
                  <a:lnTo>
                    <a:pt x="0" y="0"/>
                  </a:lnTo>
                  <a:lnTo>
                    <a:pt x="137182" y="0"/>
                  </a:lnTo>
                  <a:lnTo>
                    <a:pt x="137182" y="13716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2">
              <a:extLst>
                <a:ext uri="{FF2B5EF4-FFF2-40B4-BE49-F238E27FC236}">
                  <a16:creationId xmlns:a16="http://schemas.microsoft.com/office/drawing/2014/main" id="{64F43AF4-6DC5-AA41-C369-461658C81ADE}"/>
                </a:ext>
              </a:extLst>
            </p:cNvPr>
            <p:cNvSpPr/>
            <p:nvPr/>
          </p:nvSpPr>
          <p:spPr>
            <a:xfrm>
              <a:off x="692358" y="3446175"/>
              <a:ext cx="137795" cy="137160"/>
            </a:xfrm>
            <a:custGeom>
              <a:avLst/>
              <a:gdLst/>
              <a:ahLst/>
              <a:cxnLst/>
              <a:rect l="l" t="t" r="r" b="b"/>
              <a:pathLst>
                <a:path w="137794" h="137160">
                  <a:moveTo>
                    <a:pt x="137182" y="137160"/>
                  </a:moveTo>
                  <a:lnTo>
                    <a:pt x="0" y="137160"/>
                  </a:lnTo>
                  <a:lnTo>
                    <a:pt x="0" y="0"/>
                  </a:lnTo>
                  <a:lnTo>
                    <a:pt x="137182" y="0"/>
                  </a:lnTo>
                  <a:lnTo>
                    <a:pt x="137182" y="137160"/>
                  </a:lnTo>
                  <a:close/>
                </a:path>
              </a:pathLst>
            </a:custGeom>
            <a:solidFill>
              <a:srgbClr val="C8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3">
            <a:extLst>
              <a:ext uri="{FF2B5EF4-FFF2-40B4-BE49-F238E27FC236}">
                <a16:creationId xmlns:a16="http://schemas.microsoft.com/office/drawing/2014/main" id="{B4AF4B13-9CE5-DE9D-2D58-C7866E204F4F}"/>
              </a:ext>
            </a:extLst>
          </p:cNvPr>
          <p:cNvSpPr txBox="1"/>
          <p:nvPr/>
        </p:nvSpPr>
        <p:spPr>
          <a:xfrm>
            <a:off x="1779371" y="3121437"/>
            <a:ext cx="162560" cy="11588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900" spc="-25" dirty="0">
                <a:solidFill>
                  <a:srgbClr val="555555"/>
                </a:solidFill>
                <a:latin typeface="Courier New"/>
                <a:cs typeface="Courier New"/>
              </a:rPr>
              <a:t>10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25" dirty="0">
                <a:solidFill>
                  <a:srgbClr val="555555"/>
                </a:solidFill>
                <a:latin typeface="Courier New"/>
                <a:cs typeface="Courier New"/>
              </a:rPr>
              <a:t>11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25" dirty="0">
                <a:solidFill>
                  <a:srgbClr val="555555"/>
                </a:solidFill>
                <a:latin typeface="Courier New"/>
                <a:cs typeface="Courier New"/>
              </a:rPr>
              <a:t>12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25" dirty="0">
                <a:solidFill>
                  <a:srgbClr val="555555"/>
                </a:solidFill>
                <a:latin typeface="Courier New"/>
                <a:cs typeface="Courier New"/>
              </a:rPr>
              <a:t>13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25" dirty="0">
                <a:solidFill>
                  <a:srgbClr val="555555"/>
                </a:solidFill>
                <a:latin typeface="Courier New"/>
                <a:cs typeface="Courier New"/>
              </a:rPr>
              <a:t>14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25" dirty="0">
                <a:solidFill>
                  <a:srgbClr val="555555"/>
                </a:solidFill>
                <a:latin typeface="Courier New"/>
                <a:cs typeface="Courier New"/>
              </a:rPr>
              <a:t>15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25" dirty="0">
                <a:solidFill>
                  <a:srgbClr val="555555"/>
                </a:solidFill>
                <a:latin typeface="Courier New"/>
                <a:cs typeface="Courier New"/>
              </a:rPr>
              <a:t>16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0" name="object 24">
            <a:extLst>
              <a:ext uri="{FF2B5EF4-FFF2-40B4-BE49-F238E27FC236}">
                <a16:creationId xmlns:a16="http://schemas.microsoft.com/office/drawing/2014/main" id="{AC96241E-2AB3-7E6F-915F-52B9926F56FF}"/>
              </a:ext>
            </a:extLst>
          </p:cNvPr>
          <p:cNvSpPr/>
          <p:nvPr/>
        </p:nvSpPr>
        <p:spPr>
          <a:xfrm>
            <a:off x="2212029" y="2220506"/>
            <a:ext cx="1972310" cy="3025140"/>
          </a:xfrm>
          <a:custGeom>
            <a:avLst/>
            <a:gdLst/>
            <a:ahLst/>
            <a:cxnLst/>
            <a:rect l="l" t="t" r="r" b="b"/>
            <a:pathLst>
              <a:path w="1972310" h="3025140">
                <a:moveTo>
                  <a:pt x="685914" y="2857500"/>
                </a:moveTo>
                <a:lnTo>
                  <a:pt x="0" y="2857500"/>
                </a:lnTo>
                <a:lnTo>
                  <a:pt x="0" y="3025140"/>
                </a:lnTo>
                <a:lnTo>
                  <a:pt x="685914" y="3025140"/>
                </a:lnTo>
                <a:lnTo>
                  <a:pt x="685914" y="2857500"/>
                </a:lnTo>
                <a:close/>
              </a:path>
              <a:path w="1972310" h="3025140">
                <a:moveTo>
                  <a:pt x="685914" y="762000"/>
                </a:moveTo>
                <a:lnTo>
                  <a:pt x="0" y="762000"/>
                </a:lnTo>
                <a:lnTo>
                  <a:pt x="0" y="929640"/>
                </a:lnTo>
                <a:lnTo>
                  <a:pt x="685914" y="929640"/>
                </a:lnTo>
                <a:lnTo>
                  <a:pt x="685914" y="762000"/>
                </a:lnTo>
                <a:close/>
              </a:path>
              <a:path w="1972310" h="3025140">
                <a:moveTo>
                  <a:pt x="857389" y="1524000"/>
                </a:moveTo>
                <a:lnTo>
                  <a:pt x="0" y="1524000"/>
                </a:lnTo>
                <a:lnTo>
                  <a:pt x="0" y="1691640"/>
                </a:lnTo>
                <a:lnTo>
                  <a:pt x="857389" y="1691640"/>
                </a:lnTo>
                <a:lnTo>
                  <a:pt x="857389" y="1524000"/>
                </a:lnTo>
                <a:close/>
              </a:path>
              <a:path w="1972310" h="3025140">
                <a:moveTo>
                  <a:pt x="1028865" y="1143000"/>
                </a:moveTo>
                <a:lnTo>
                  <a:pt x="0" y="1143000"/>
                </a:lnTo>
                <a:lnTo>
                  <a:pt x="0" y="1310640"/>
                </a:lnTo>
                <a:lnTo>
                  <a:pt x="1028865" y="1310640"/>
                </a:lnTo>
                <a:lnTo>
                  <a:pt x="1028865" y="1143000"/>
                </a:lnTo>
                <a:close/>
              </a:path>
              <a:path w="1972310" h="3025140">
                <a:moveTo>
                  <a:pt x="1371828" y="2476500"/>
                </a:moveTo>
                <a:lnTo>
                  <a:pt x="0" y="2476500"/>
                </a:lnTo>
                <a:lnTo>
                  <a:pt x="0" y="2644140"/>
                </a:lnTo>
                <a:lnTo>
                  <a:pt x="1371828" y="2644140"/>
                </a:lnTo>
                <a:lnTo>
                  <a:pt x="1371828" y="2476500"/>
                </a:lnTo>
                <a:close/>
              </a:path>
              <a:path w="1972310" h="3025140">
                <a:moveTo>
                  <a:pt x="1457566" y="381000"/>
                </a:moveTo>
                <a:lnTo>
                  <a:pt x="0" y="381000"/>
                </a:lnTo>
                <a:lnTo>
                  <a:pt x="0" y="548640"/>
                </a:lnTo>
                <a:lnTo>
                  <a:pt x="1457566" y="548640"/>
                </a:lnTo>
                <a:lnTo>
                  <a:pt x="1457566" y="381000"/>
                </a:lnTo>
                <a:close/>
              </a:path>
              <a:path w="1972310" h="3025140">
                <a:moveTo>
                  <a:pt x="1886254" y="2095500"/>
                </a:moveTo>
                <a:lnTo>
                  <a:pt x="0" y="2095500"/>
                </a:lnTo>
                <a:lnTo>
                  <a:pt x="0" y="2263140"/>
                </a:lnTo>
                <a:lnTo>
                  <a:pt x="1886254" y="2263140"/>
                </a:lnTo>
                <a:lnTo>
                  <a:pt x="1886254" y="2095500"/>
                </a:lnTo>
                <a:close/>
              </a:path>
              <a:path w="1972310" h="3025140">
                <a:moveTo>
                  <a:pt x="1971992" y="0"/>
                </a:moveTo>
                <a:lnTo>
                  <a:pt x="0" y="0"/>
                </a:lnTo>
                <a:lnTo>
                  <a:pt x="0" y="167640"/>
                </a:lnTo>
                <a:lnTo>
                  <a:pt x="1971992" y="167640"/>
                </a:lnTo>
                <a:lnTo>
                  <a:pt x="1971992" y="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DC7E63-CFC8-D414-829C-980A8D7019DA}"/>
              </a:ext>
            </a:extLst>
          </p:cNvPr>
          <p:cNvSpPr txBox="1"/>
          <p:nvPr/>
        </p:nvSpPr>
        <p:spPr>
          <a:xfrm>
            <a:off x="2199338" y="1988850"/>
            <a:ext cx="3462020" cy="326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27100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#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Principal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Component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Analysis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numpy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import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array</a:t>
            </a:r>
            <a:endParaRPr sz="1100" dirty="0">
              <a:latin typeface="Courier New"/>
              <a:cs typeface="Courier New"/>
            </a:endParaRPr>
          </a:p>
          <a:p>
            <a:pPr marL="12700" marR="340360">
              <a:lnSpc>
                <a:spcPct val="113599"/>
              </a:lnSpc>
            </a:pP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sklearn.decomposition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import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PCA </a:t>
            </a:r>
            <a:r>
              <a:rPr sz="1100" dirty="0">
                <a:latin typeface="Courier New"/>
                <a:cs typeface="Courier New"/>
              </a:rPr>
              <a:t>#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define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matrix</a:t>
            </a:r>
            <a:endParaRPr sz="11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=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array([[1,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2],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[3,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4],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[5,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6]])</a:t>
            </a:r>
            <a:endParaRPr sz="11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00" spc="-10" dirty="0">
                <a:latin typeface="Courier New"/>
                <a:cs typeface="Courier New"/>
              </a:rPr>
              <a:t>print(A)</a:t>
            </a:r>
            <a:endParaRPr sz="1100" dirty="0">
              <a:latin typeface="Courier New"/>
              <a:cs typeface="Courier New"/>
            </a:endParaRPr>
          </a:p>
          <a:p>
            <a:pPr marL="12700" marR="1346200">
              <a:lnSpc>
                <a:spcPct val="113599"/>
              </a:lnSpc>
            </a:pPr>
            <a:r>
              <a:rPr sz="1100" dirty="0">
                <a:latin typeface="Courier New"/>
                <a:cs typeface="Courier New"/>
              </a:rPr>
              <a:t>#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create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PCA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instance </a:t>
            </a:r>
            <a:r>
              <a:rPr sz="1100" dirty="0">
                <a:latin typeface="Courier New"/>
                <a:cs typeface="Courier New"/>
              </a:rPr>
              <a:t>pca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=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PCA(2)</a:t>
            </a:r>
            <a:endParaRPr sz="1100" dirty="0">
              <a:latin typeface="Courier New"/>
              <a:cs typeface="Courier New"/>
            </a:endParaRPr>
          </a:p>
          <a:p>
            <a:pPr marL="12700" marR="2352040">
              <a:lnSpc>
                <a:spcPct val="113599"/>
              </a:lnSpc>
            </a:pPr>
            <a:r>
              <a:rPr sz="1100" dirty="0">
                <a:latin typeface="Courier New"/>
                <a:cs typeface="Courier New"/>
              </a:rPr>
              <a:t>#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20" dirty="0">
                <a:latin typeface="Courier New"/>
                <a:cs typeface="Courier New"/>
              </a:rPr>
              <a:t> data </a:t>
            </a:r>
            <a:r>
              <a:rPr sz="1100" spc="-10" dirty="0">
                <a:latin typeface="Courier New"/>
                <a:cs typeface="Courier New"/>
              </a:rPr>
              <a:t>pca.fit(A)</a:t>
            </a:r>
            <a:endParaRPr sz="1100" dirty="0">
              <a:latin typeface="Courier New"/>
              <a:cs typeface="Courier New"/>
            </a:endParaRPr>
          </a:p>
          <a:p>
            <a:pPr marL="12700" marR="5080">
              <a:lnSpc>
                <a:spcPct val="113599"/>
              </a:lnSpc>
            </a:pPr>
            <a:r>
              <a:rPr sz="1100" dirty="0">
                <a:latin typeface="Courier New"/>
                <a:cs typeface="Courier New"/>
              </a:rPr>
              <a:t>#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access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values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vectors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ie.covariance matrix</a:t>
            </a:r>
            <a:endParaRPr sz="1100" dirty="0">
              <a:latin typeface="Courier New"/>
              <a:cs typeface="Courier New"/>
            </a:endParaRPr>
          </a:p>
          <a:p>
            <a:pPr marL="12700" marR="927100">
              <a:lnSpc>
                <a:spcPct val="113599"/>
              </a:lnSpc>
            </a:pPr>
            <a:r>
              <a:rPr sz="1100" spc="-10" dirty="0">
                <a:latin typeface="Courier New"/>
                <a:cs typeface="Courier New"/>
              </a:rPr>
              <a:t>print(pca.components_) print(pca.explained_variance_) </a:t>
            </a:r>
            <a:r>
              <a:rPr sz="1100" dirty="0">
                <a:latin typeface="Courier New"/>
                <a:cs typeface="Courier New"/>
              </a:rPr>
              <a:t>#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transform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data</a:t>
            </a:r>
            <a:endParaRPr sz="1100" dirty="0">
              <a:latin typeface="Courier New"/>
              <a:cs typeface="Courier New"/>
            </a:endParaRPr>
          </a:p>
          <a:p>
            <a:pPr marL="12700" marR="1765300">
              <a:lnSpc>
                <a:spcPct val="113599"/>
              </a:lnSpc>
            </a:pPr>
            <a:r>
              <a:rPr sz="1100" dirty="0">
                <a:latin typeface="Courier New"/>
                <a:cs typeface="Courier New"/>
              </a:rPr>
              <a:t>B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=</a:t>
            </a:r>
            <a:r>
              <a:rPr sz="1100" spc="-10" dirty="0">
                <a:latin typeface="Courier New"/>
                <a:cs typeface="Courier New"/>
              </a:rPr>
              <a:t> pca.transform(A) print(B)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33" name="object 26">
            <a:extLst>
              <a:ext uri="{FF2B5EF4-FFF2-40B4-BE49-F238E27FC236}">
                <a16:creationId xmlns:a16="http://schemas.microsoft.com/office/drawing/2014/main" id="{FCA6FCFF-075C-3319-0BE6-659464AEE793}"/>
              </a:ext>
            </a:extLst>
          </p:cNvPr>
          <p:cNvSpPr txBox="1"/>
          <p:nvPr/>
        </p:nvSpPr>
        <p:spPr>
          <a:xfrm>
            <a:off x="5957938" y="2772236"/>
            <a:ext cx="183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urier New"/>
                <a:cs typeface="Courier New"/>
              </a:rPr>
              <a:t>[[1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2][3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4][5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6]]</a:t>
            </a:r>
            <a:endParaRPr sz="1400">
              <a:latin typeface="Courier New"/>
              <a:cs typeface="Courier New"/>
            </a:endParaRPr>
          </a:p>
        </p:txBody>
      </p:sp>
      <p:graphicFrame>
        <p:nvGraphicFramePr>
          <p:cNvPr id="34" name="object 27">
            <a:extLst>
              <a:ext uri="{FF2B5EF4-FFF2-40B4-BE49-F238E27FC236}">
                <a16:creationId xmlns:a16="http://schemas.microsoft.com/office/drawing/2014/main" id="{E535356C-3054-5381-3471-FFB8E77BC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743407"/>
              </p:ext>
            </p:extLst>
          </p:nvPr>
        </p:nvGraphicFramePr>
        <p:xfrm>
          <a:off x="5938888" y="3233814"/>
          <a:ext cx="2943860" cy="4102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104">
                <a:tc>
                  <a:txBody>
                    <a:bodyPr/>
                    <a:lstStyle/>
                    <a:p>
                      <a:pPr marR="45720" algn="r">
                        <a:lnSpc>
                          <a:spcPts val="1445"/>
                        </a:lnSpc>
                      </a:pPr>
                      <a:r>
                        <a:rPr sz="1400" spc="-25" dirty="0">
                          <a:latin typeface="Courier New"/>
                          <a:cs typeface="Courier New"/>
                        </a:rPr>
                        <a:t>[[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0.70710678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4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0.70710678]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R="45085" algn="r">
                        <a:lnSpc>
                          <a:spcPts val="1480"/>
                        </a:lnSpc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[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0.70710678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480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-0.70710678]]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object 28">
            <a:extLst>
              <a:ext uri="{FF2B5EF4-FFF2-40B4-BE49-F238E27FC236}">
                <a16:creationId xmlns:a16="http://schemas.microsoft.com/office/drawing/2014/main" id="{37DDD5DD-C0B0-518A-C3CC-5CCD0BED88D5}"/>
              </a:ext>
            </a:extLst>
          </p:cNvPr>
          <p:cNvSpPr txBox="1"/>
          <p:nvPr/>
        </p:nvSpPr>
        <p:spPr>
          <a:xfrm>
            <a:off x="5957938" y="3819986"/>
            <a:ext cx="183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105" algn="l"/>
              </a:tabLst>
            </a:pPr>
            <a:r>
              <a:rPr sz="1400" spc="-50" dirty="0">
                <a:latin typeface="Courier New"/>
                <a:cs typeface="Courier New"/>
              </a:rPr>
              <a:t>[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spc="-10" dirty="0">
                <a:latin typeface="Courier New"/>
                <a:cs typeface="Courier New"/>
              </a:rPr>
              <a:t>8.00000000e+00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6" name="object 29">
            <a:extLst>
              <a:ext uri="{FF2B5EF4-FFF2-40B4-BE49-F238E27FC236}">
                <a16:creationId xmlns:a16="http://schemas.microsoft.com/office/drawing/2014/main" id="{9A695E7A-256D-0CA1-D078-6D6E9FB9389F}"/>
              </a:ext>
            </a:extLst>
          </p:cNvPr>
          <p:cNvSpPr txBox="1"/>
          <p:nvPr/>
        </p:nvSpPr>
        <p:spPr>
          <a:xfrm>
            <a:off x="8091538" y="3819986"/>
            <a:ext cx="1625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urier New"/>
                <a:cs typeface="Courier New"/>
              </a:rPr>
              <a:t>2.25080839e-</a:t>
            </a:r>
            <a:r>
              <a:rPr sz="1400" spc="-25" dirty="0">
                <a:latin typeface="Courier New"/>
                <a:cs typeface="Courier New"/>
              </a:rPr>
              <a:t>33]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7" name="object 30">
            <a:extLst>
              <a:ext uri="{FF2B5EF4-FFF2-40B4-BE49-F238E27FC236}">
                <a16:creationId xmlns:a16="http://schemas.microsoft.com/office/drawing/2014/main" id="{30D0AD6C-F9BF-872E-744C-4DD6F6D86229}"/>
              </a:ext>
            </a:extLst>
          </p:cNvPr>
          <p:cNvSpPr txBox="1"/>
          <p:nvPr/>
        </p:nvSpPr>
        <p:spPr>
          <a:xfrm>
            <a:off x="5957938" y="4239086"/>
            <a:ext cx="19456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urier New"/>
                <a:cs typeface="Courier New"/>
              </a:rPr>
              <a:t>[[</a:t>
            </a:r>
            <a:r>
              <a:rPr sz="1400" spc="-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-2.82842712e+00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8" name="object 31">
            <a:extLst>
              <a:ext uri="{FF2B5EF4-FFF2-40B4-BE49-F238E27FC236}">
                <a16:creationId xmlns:a16="http://schemas.microsoft.com/office/drawing/2014/main" id="{EB8D1903-AB4A-C98A-0D9B-7228E44F48CA}"/>
              </a:ext>
            </a:extLst>
          </p:cNvPr>
          <p:cNvSpPr txBox="1"/>
          <p:nvPr/>
        </p:nvSpPr>
        <p:spPr>
          <a:xfrm>
            <a:off x="8198218" y="4239086"/>
            <a:ext cx="162560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spc="-10" dirty="0">
                <a:latin typeface="Courier New"/>
                <a:cs typeface="Courier New"/>
              </a:rPr>
              <a:t>2.22044605e-</a:t>
            </a:r>
            <a:r>
              <a:rPr sz="1400" spc="-25" dirty="0">
                <a:latin typeface="Courier New"/>
                <a:cs typeface="Courier New"/>
              </a:rPr>
              <a:t>16]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64"/>
              </a:lnSpc>
            </a:pPr>
            <a:r>
              <a:rPr sz="1400" spc="-10" dirty="0">
                <a:latin typeface="Courier New"/>
                <a:cs typeface="Courier New"/>
              </a:rPr>
              <a:t>0.00000000e+00]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9" name="object 32">
            <a:extLst>
              <a:ext uri="{FF2B5EF4-FFF2-40B4-BE49-F238E27FC236}">
                <a16:creationId xmlns:a16="http://schemas.microsoft.com/office/drawing/2014/main" id="{B3EA8FF2-EA3A-3D21-1794-42995C33D852}"/>
              </a:ext>
            </a:extLst>
          </p:cNvPr>
          <p:cNvSpPr txBox="1"/>
          <p:nvPr/>
        </p:nvSpPr>
        <p:spPr>
          <a:xfrm>
            <a:off x="6064618" y="4448636"/>
            <a:ext cx="183896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  <a:tabLst>
                <a:tab pos="332105" algn="l"/>
              </a:tabLst>
            </a:pPr>
            <a:r>
              <a:rPr sz="1400" spc="-50" dirty="0">
                <a:latin typeface="Courier New"/>
                <a:cs typeface="Courier New"/>
              </a:rPr>
              <a:t>[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spc="-10" dirty="0">
                <a:latin typeface="Courier New"/>
                <a:cs typeface="Courier New"/>
              </a:rPr>
              <a:t>0.00000000e+00 </a:t>
            </a:r>
            <a:r>
              <a:rPr sz="1400" spc="-50" dirty="0">
                <a:latin typeface="Courier New"/>
                <a:cs typeface="Courier New"/>
              </a:rPr>
              <a:t>[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spc="-10" dirty="0">
                <a:latin typeface="Courier New"/>
                <a:cs typeface="Courier New"/>
              </a:rPr>
              <a:t>2.82842712e+00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0" name="object 33">
            <a:extLst>
              <a:ext uri="{FF2B5EF4-FFF2-40B4-BE49-F238E27FC236}">
                <a16:creationId xmlns:a16="http://schemas.microsoft.com/office/drawing/2014/main" id="{23333DEC-636A-E75C-FA07-E7BB85F0EC18}"/>
              </a:ext>
            </a:extLst>
          </p:cNvPr>
          <p:cNvSpPr txBox="1"/>
          <p:nvPr/>
        </p:nvSpPr>
        <p:spPr>
          <a:xfrm>
            <a:off x="5957938" y="4867736"/>
            <a:ext cx="183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urier New"/>
                <a:cs typeface="Courier New"/>
              </a:rPr>
              <a:t>-2.22044605e-</a:t>
            </a:r>
            <a:r>
              <a:rPr sz="1400" spc="-20" dirty="0">
                <a:latin typeface="Courier New"/>
                <a:cs typeface="Courier New"/>
              </a:rPr>
              <a:t>16]]</a:t>
            </a:r>
            <a:endParaRPr sz="1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51231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E11A-E9FF-9430-42D3-BCFC541A9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E7B37F96-DDD2-69A7-5E8A-7A8CC28A8309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19C47-42D6-9A42-1904-5D7EDE327F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0761666-22B1-CE5F-8D45-9532A19EEFF5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299F544-C731-0B8A-051B-22B0E36C709F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7396444-2668-3F92-F70E-C35D286FBC6B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5E55328-01C1-0184-8A7C-572AEEEBF9DD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6797EFC-FAB5-689F-0729-82789DB8D835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object 2">
            <a:extLst>
              <a:ext uri="{FF2B5EF4-FFF2-40B4-BE49-F238E27FC236}">
                <a16:creationId xmlns:a16="http://schemas.microsoft.com/office/drawing/2014/main" id="{9CA70273-9953-49FC-2F4F-7DA45CE3CA62}"/>
              </a:ext>
            </a:extLst>
          </p:cNvPr>
          <p:cNvSpPr txBox="1">
            <a:spLocks/>
          </p:cNvSpPr>
          <p:nvPr/>
        </p:nvSpPr>
        <p:spPr>
          <a:xfrm>
            <a:off x="249875" y="399144"/>
            <a:ext cx="864424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7320" algn="l">
              <a:spcBef>
                <a:spcPts val="100"/>
              </a:spcBef>
            </a:pPr>
            <a:r>
              <a:rPr lang="en-US" spc="225">
                <a:solidFill>
                  <a:schemeClr val="bg1"/>
                </a:solidFill>
              </a:rPr>
              <a:t>Applications</a:t>
            </a:r>
            <a:r>
              <a:rPr lang="en-US" spc="165">
                <a:solidFill>
                  <a:schemeClr val="bg1"/>
                </a:solidFill>
              </a:rPr>
              <a:t> </a:t>
            </a:r>
            <a:r>
              <a:rPr lang="en-US" spc="195">
                <a:solidFill>
                  <a:schemeClr val="bg1"/>
                </a:solidFill>
              </a:rPr>
              <a:t>of</a:t>
            </a:r>
            <a:r>
              <a:rPr lang="en-US" spc="165">
                <a:solidFill>
                  <a:schemeClr val="bg1"/>
                </a:solidFill>
              </a:rPr>
              <a:t> </a:t>
            </a:r>
            <a:r>
              <a:rPr lang="en-US" spc="140">
                <a:solidFill>
                  <a:schemeClr val="bg1"/>
                </a:solidFill>
              </a:rPr>
              <a:t>PCA</a:t>
            </a:r>
            <a:endParaRPr lang="en-US" spc="14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BEC975F-99BB-DCCB-7D1E-956AAC569C0A}"/>
              </a:ext>
            </a:extLst>
          </p:cNvPr>
          <p:cNvSpPr txBox="1"/>
          <p:nvPr/>
        </p:nvSpPr>
        <p:spPr>
          <a:xfrm>
            <a:off x="1183045" y="2623415"/>
            <a:ext cx="8181340" cy="206146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81635" indent="-381635">
              <a:lnSpc>
                <a:spcPct val="100000"/>
              </a:lnSpc>
              <a:spcBef>
                <a:spcPts val="475"/>
              </a:spcBef>
              <a:buFont typeface="Arial"/>
              <a:buChar char="●"/>
              <a:tabLst>
                <a:tab pos="381635" algn="l"/>
              </a:tabLst>
            </a:pP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Commonly</a:t>
            </a:r>
            <a:r>
              <a:rPr sz="2000" b="1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used</a:t>
            </a:r>
            <a:r>
              <a:rPr sz="2000" b="1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dimensionality</a:t>
            </a:r>
            <a:r>
              <a:rPr sz="2000" b="1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reduction</a:t>
            </a:r>
            <a:r>
              <a:rPr sz="2000" b="1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technique</a:t>
            </a:r>
            <a:r>
              <a:rPr sz="2000" b="1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in</a:t>
            </a:r>
            <a:r>
              <a:rPr sz="2000" b="1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domains</a:t>
            </a:r>
            <a:r>
              <a:rPr sz="2000" b="1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spc="-20" dirty="0">
                <a:solidFill>
                  <a:srgbClr val="666666"/>
                </a:solidFill>
                <a:latin typeface="Proxima Nova Rg"/>
                <a:cs typeface="Proxima Nova Rg"/>
              </a:rPr>
              <a:t>like</a:t>
            </a:r>
            <a:endParaRPr sz="2000" dirty="0">
              <a:latin typeface="Proxima Nova Rg"/>
              <a:cs typeface="Proxima Nova Rg"/>
            </a:endParaRPr>
          </a:p>
          <a:p>
            <a:pPr marR="526415">
              <a:lnSpc>
                <a:spcPct val="100000"/>
              </a:lnSpc>
              <a:spcBef>
                <a:spcPts val="375"/>
              </a:spcBef>
            </a:pPr>
            <a:r>
              <a:rPr sz="2000" b="1" i="1" dirty="0">
                <a:solidFill>
                  <a:srgbClr val="990000"/>
                </a:solidFill>
                <a:latin typeface="Proxima Nova Rg"/>
                <a:cs typeface="Proxima Nova Rg"/>
              </a:rPr>
              <a:t>facial</a:t>
            </a:r>
            <a:r>
              <a:rPr sz="2000" b="1" i="1" spc="-30" dirty="0">
                <a:solidFill>
                  <a:srgbClr val="990000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990000"/>
                </a:solidFill>
                <a:latin typeface="Proxima Nova Rg"/>
                <a:cs typeface="Proxima Nova Rg"/>
              </a:rPr>
              <a:t>recognition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,</a:t>
            </a:r>
            <a:r>
              <a:rPr sz="2000" b="1" spc="-3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0C343D"/>
                </a:solidFill>
                <a:latin typeface="Proxima Nova Rg"/>
                <a:cs typeface="Proxima Nova Rg"/>
              </a:rPr>
              <a:t>computer</a:t>
            </a:r>
            <a:r>
              <a:rPr sz="2000" b="1" i="1" spc="-25" dirty="0">
                <a:solidFill>
                  <a:srgbClr val="0C343D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0C343D"/>
                </a:solidFill>
                <a:latin typeface="Proxima Nova Rg"/>
                <a:cs typeface="Proxima Nova Rg"/>
              </a:rPr>
              <a:t>vision</a:t>
            </a:r>
            <a:r>
              <a:rPr sz="2000" b="1" i="1" spc="-35" dirty="0">
                <a:solidFill>
                  <a:srgbClr val="0C343D"/>
                </a:solidFill>
                <a:latin typeface="Proxima Nova Rg"/>
                <a:cs typeface="Proxima Nova Rg"/>
              </a:rPr>
              <a:t> 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and</a:t>
            </a:r>
            <a:r>
              <a:rPr sz="2000" b="1" spc="-3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20124D"/>
                </a:solidFill>
                <a:latin typeface="Proxima Nova Rg"/>
                <a:cs typeface="Proxima Nova Rg"/>
              </a:rPr>
              <a:t>image</a:t>
            </a:r>
            <a:r>
              <a:rPr sz="2000" b="1" i="1" spc="-25" dirty="0">
                <a:solidFill>
                  <a:srgbClr val="20124D"/>
                </a:solidFill>
                <a:latin typeface="Proxima Nova Rg"/>
                <a:cs typeface="Proxima Nova Rg"/>
              </a:rPr>
              <a:t> </a:t>
            </a:r>
            <a:r>
              <a:rPr sz="2000" b="1" i="1" spc="-10" dirty="0">
                <a:solidFill>
                  <a:srgbClr val="20124D"/>
                </a:solidFill>
                <a:latin typeface="Proxima Nova Rg"/>
                <a:cs typeface="Proxima Nova Rg"/>
              </a:rPr>
              <a:t>compression.</a:t>
            </a:r>
            <a:endParaRPr sz="2000" dirty="0">
              <a:latin typeface="Proxima Nova Rg"/>
              <a:cs typeface="Proxima Nova Rg"/>
            </a:endParaRPr>
          </a:p>
          <a:p>
            <a:pPr marL="381635" marR="508000" indent="-381635">
              <a:lnSpc>
                <a:spcPct val="100000"/>
              </a:lnSpc>
              <a:spcBef>
                <a:spcPts val="375"/>
              </a:spcBef>
              <a:buFont typeface="Arial"/>
              <a:buChar char="●"/>
              <a:tabLst>
                <a:tab pos="381635" algn="l"/>
              </a:tabLst>
            </a:pP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Used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in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666666"/>
                </a:solidFill>
                <a:latin typeface="Proxima Nova Rg"/>
                <a:cs typeface="Proxima Nova Rg"/>
              </a:rPr>
              <a:t>finding</a:t>
            </a:r>
            <a:r>
              <a:rPr sz="2000" b="1" i="1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666666"/>
                </a:solidFill>
                <a:latin typeface="Proxima Nova Rg"/>
                <a:cs typeface="Proxima Nova Rg"/>
              </a:rPr>
              <a:t>patterns</a:t>
            </a:r>
            <a:r>
              <a:rPr sz="2000" b="1" i="1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666666"/>
                </a:solidFill>
                <a:latin typeface="Proxima Nova Rg"/>
                <a:cs typeface="Proxima Nova Rg"/>
              </a:rPr>
              <a:t>in</a:t>
            </a:r>
            <a:r>
              <a:rPr sz="2000" b="1" i="1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666666"/>
                </a:solidFill>
                <a:latin typeface="Proxima Nova Rg"/>
                <a:cs typeface="Proxima Nova Rg"/>
              </a:rPr>
              <a:t>data</a:t>
            </a:r>
            <a:r>
              <a:rPr sz="2000" b="1" i="1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666666"/>
                </a:solidFill>
                <a:latin typeface="Proxima Nova Rg"/>
                <a:cs typeface="Proxima Nova Rg"/>
              </a:rPr>
              <a:t>of</a:t>
            </a:r>
            <a:r>
              <a:rPr sz="2000" b="1" i="1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666666"/>
                </a:solidFill>
                <a:latin typeface="Proxima Nova Rg"/>
                <a:cs typeface="Proxima Nova Rg"/>
              </a:rPr>
              <a:t>high</a:t>
            </a:r>
            <a:r>
              <a:rPr sz="2000" b="1" i="1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666666"/>
                </a:solidFill>
                <a:latin typeface="Proxima Nova Rg"/>
                <a:cs typeface="Proxima Nova Rg"/>
              </a:rPr>
              <a:t>dimension</a:t>
            </a:r>
            <a:r>
              <a:rPr sz="2000" b="1" i="1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in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the</a:t>
            </a:r>
            <a:r>
              <a:rPr sz="2000" spc="-10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dirty="0">
                <a:solidFill>
                  <a:srgbClr val="666666"/>
                </a:solidFill>
                <a:latin typeface="Proxima Nova Rg"/>
                <a:cs typeface="Proxima Nova Rg"/>
              </a:rPr>
              <a:t>field</a:t>
            </a:r>
            <a:r>
              <a:rPr sz="2000" spc="-1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spc="-25" dirty="0">
                <a:solidFill>
                  <a:srgbClr val="666666"/>
                </a:solidFill>
                <a:latin typeface="Proxima Nova Rg"/>
                <a:cs typeface="Proxima Nova Rg"/>
              </a:rPr>
              <a:t>of</a:t>
            </a:r>
            <a:endParaRPr sz="2000" dirty="0">
              <a:latin typeface="Proxima Nova Rg"/>
              <a:cs typeface="Proxima Nova Rg"/>
            </a:endParaRPr>
          </a:p>
          <a:p>
            <a:pPr marR="1725930">
              <a:lnSpc>
                <a:spcPct val="100000"/>
              </a:lnSpc>
              <a:spcBef>
                <a:spcPts val="375"/>
              </a:spcBef>
            </a:pPr>
            <a:r>
              <a:rPr sz="2000" b="1" i="1" dirty="0">
                <a:solidFill>
                  <a:srgbClr val="990000"/>
                </a:solidFill>
                <a:latin typeface="Proxima Nova Rg"/>
                <a:cs typeface="Proxima Nova Rg"/>
              </a:rPr>
              <a:t>finance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,</a:t>
            </a:r>
            <a:r>
              <a:rPr sz="2000" b="1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063763"/>
                </a:solidFill>
                <a:latin typeface="Proxima Nova Rg"/>
                <a:cs typeface="Proxima Nova Rg"/>
              </a:rPr>
              <a:t>data</a:t>
            </a:r>
            <a:r>
              <a:rPr sz="2000" b="1" i="1" spc="-20" dirty="0">
                <a:solidFill>
                  <a:srgbClr val="063763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063763"/>
                </a:solidFill>
                <a:latin typeface="Proxima Nova Rg"/>
                <a:cs typeface="Proxima Nova Rg"/>
              </a:rPr>
              <a:t>mining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,</a:t>
            </a:r>
            <a:r>
              <a:rPr sz="2000" b="1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dirty="0">
                <a:solidFill>
                  <a:srgbClr val="4C1130"/>
                </a:solidFill>
                <a:latin typeface="Proxima Nova Rg"/>
                <a:cs typeface="Proxima Nova Rg"/>
              </a:rPr>
              <a:t>bioinformatics</a:t>
            </a:r>
            <a:r>
              <a:rPr sz="2000" b="1" dirty="0">
                <a:solidFill>
                  <a:srgbClr val="666666"/>
                </a:solidFill>
                <a:latin typeface="Proxima Nova Rg"/>
                <a:cs typeface="Proxima Nova Rg"/>
              </a:rPr>
              <a:t>,</a:t>
            </a:r>
            <a:r>
              <a:rPr sz="2000" b="1" spc="-25" dirty="0">
                <a:solidFill>
                  <a:srgbClr val="666666"/>
                </a:solidFill>
                <a:latin typeface="Proxima Nova Rg"/>
                <a:cs typeface="Proxima Nova Rg"/>
              </a:rPr>
              <a:t> </a:t>
            </a:r>
            <a:r>
              <a:rPr sz="2000" b="1" i="1" spc="-10" dirty="0">
                <a:solidFill>
                  <a:srgbClr val="0000FF"/>
                </a:solidFill>
                <a:latin typeface="Proxima Nova Rg"/>
                <a:cs typeface="Proxima Nova Rg"/>
              </a:rPr>
              <a:t>psychology</a:t>
            </a:r>
            <a:r>
              <a:rPr sz="2000" b="1" i="1" spc="-10" dirty="0">
                <a:solidFill>
                  <a:srgbClr val="666666"/>
                </a:solidFill>
                <a:latin typeface="Proxima Nova Rg"/>
                <a:cs typeface="Proxima Nova Rg"/>
              </a:rPr>
              <a:t>.</a:t>
            </a:r>
            <a:endParaRPr sz="2000" dirty="0">
              <a:latin typeface="Proxima Nova Rg"/>
              <a:cs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559661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9D97-C05A-8557-CD53-A1587A50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4CDDF608-1980-EAEE-CB6E-F55529A5D3D8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387D7-DADE-036C-3453-08B580EFBB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27370FD-1B8B-1F53-0888-86717DF580A4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DE642A4D-BC12-77BD-8B59-B0527437D70A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3060C6-57B6-B610-CCDF-94BE09C6E939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2B32B5-6E8E-A38E-A3F8-9736341D27CD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4F38683-D7EB-E166-DA19-9AF945675F36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1184E02-3A10-26BE-9468-908C4A766543}"/>
              </a:ext>
            </a:extLst>
          </p:cNvPr>
          <p:cNvSpPr txBox="1"/>
          <p:nvPr/>
        </p:nvSpPr>
        <p:spPr>
          <a:xfrm>
            <a:off x="2592415" y="3233839"/>
            <a:ext cx="74676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Eigenvectors and eigenvalues </a:t>
            </a:r>
          </a:p>
        </p:txBody>
      </p:sp>
    </p:spTree>
    <p:extLst>
      <p:ext uri="{BB962C8B-B14F-4D97-AF65-F5344CB8AC3E}">
        <p14:creationId xmlns:p14="http://schemas.microsoft.com/office/powerpoint/2010/main" val="448334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2B3F8-880F-3BB0-E4FB-BA83BFEA5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AD3D526D-95BE-3FF3-F444-0C42479F700D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53EB7-EACE-593A-3F71-0BD02D2B069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EBFCBD8-8507-3797-2574-4E91982E976C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A4E28736-06B5-B79D-715E-9C9ECC6831CD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23C9DC-244A-FD03-4C15-4ECDB2AB5F5E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61C4F0-9EED-7707-379D-EFE660795DB6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18F205-7D33-A90D-01E1-E083198BC52C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D51CA47-C6B8-6E12-9B79-9514D43D6D33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310C682-E683-554E-0875-684B22B900F0}"/>
              </a:ext>
            </a:extLst>
          </p:cNvPr>
          <p:cNvSpPr txBox="1"/>
          <p:nvPr/>
        </p:nvSpPr>
        <p:spPr>
          <a:xfrm>
            <a:off x="330655" y="34770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Matrix transformations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87E4A-6501-A40B-5925-FFAEFFA47C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2370" y="1612223"/>
            <a:ext cx="7294272" cy="42618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E75C7E-1C02-4173-F91A-81D33FA771CC}"/>
                  </a:ext>
                </a:extLst>
              </p14:cNvPr>
              <p14:cNvContentPartPr/>
              <p14:nvPr/>
            </p14:nvContentPartPr>
            <p14:xfrm>
              <a:off x="10177920" y="2897640"/>
              <a:ext cx="1474200" cy="339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E75C7E-1C02-4173-F91A-81D33FA771C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68560" y="2888280"/>
                <a:ext cx="1492920" cy="341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8484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B7D4-E2E5-A23C-71F0-14E89427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F1C5FDDB-9893-32ED-FE21-4C4AC3E417A4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4FC17-FA73-FA06-E95E-FD96922B8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9C5E81-F25A-0B88-AB43-C6121C9E3408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BCD325EF-FAE5-92A3-28E0-45D1CE214A0D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059C21E-E927-618C-BAF6-6C7CC114773B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B85AC-F363-0EBF-0955-368D7C6B727D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80D5E61-EB97-232A-7D49-02DB6B8E851B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B083E63-FA6B-4756-293A-FA32B4D6A987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BEA497C-0923-08FE-8772-0777EE1E9097}"/>
              </a:ext>
            </a:extLst>
          </p:cNvPr>
          <p:cNvSpPr txBox="1"/>
          <p:nvPr/>
        </p:nvSpPr>
        <p:spPr>
          <a:xfrm>
            <a:off x="331309" y="3605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Eigenvectors and eigenvalues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FCF78-714F-E1F6-CE14-91F38DC529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9018" y="1513113"/>
            <a:ext cx="6318641" cy="45284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FA1E52-C656-947B-3D32-B478CA6D6292}"/>
                  </a:ext>
                </a:extLst>
              </p14:cNvPr>
              <p14:cNvContentPartPr/>
              <p14:nvPr/>
            </p14:nvContentPartPr>
            <p14:xfrm>
              <a:off x="392400" y="937440"/>
              <a:ext cx="9410760" cy="4207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FA1E52-C656-947B-3D32-B478CA6D629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3040" y="928080"/>
                <a:ext cx="9429480" cy="422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293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57F4-11A0-850B-9C5C-36426843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CCAF62E9-B4D4-8A8A-7F2D-F422DAD0661F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4D979-B842-B555-C1A3-38381C92A43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60365B4-F22F-A15E-FF80-15E690E75AFB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2EFC9A5-B4C9-BA6F-9AE4-DBA3632A92E9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F53C0B4-25A0-3610-7C25-06353777D7A4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EF35642-B423-F42B-5AA9-0824F9514956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C1C29FE-7A7A-1433-1743-EE469948BFDF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7130316-2E14-289F-0AE3-DB0084FA6CE8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5DE48DC-3369-9691-0C9D-7CC9FBE550C8}"/>
              </a:ext>
            </a:extLst>
          </p:cNvPr>
          <p:cNvSpPr txBox="1"/>
          <p:nvPr/>
        </p:nvSpPr>
        <p:spPr>
          <a:xfrm>
            <a:off x="331309" y="3605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Eigenvectors and eigenvalues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1E77E-7DAF-9093-9236-89B40E391E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2414" y="1484741"/>
            <a:ext cx="6911011" cy="448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159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97B1-6B00-F70C-ED26-BC587A54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ACAD7A8C-5328-446E-0E2F-A98C5C5BA6F8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12B4B-020E-838A-CABF-6F3FBE9903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A8D4C9E-E561-A71F-32BE-8D2B42B877F4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DC15AB47-AC63-8598-CD40-E350A21CB3F6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F6D91B0-AF11-D5FC-B661-51524286195F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C4CCFA9-4925-26F0-0FC0-71B51C7A9CA0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3868018-3385-EAD0-5495-4D4783D2BAA1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C171342-362F-1827-5272-18D8045B1F88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FB05603-1CA7-7D23-881E-E06FCB5F527E}"/>
              </a:ext>
            </a:extLst>
          </p:cNvPr>
          <p:cNvSpPr txBox="1"/>
          <p:nvPr/>
        </p:nvSpPr>
        <p:spPr>
          <a:xfrm>
            <a:off x="331309" y="3605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Eigenvectors and eigenvalues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FD305-E9AE-089C-D51A-F1CCC351D0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9185" y="1395172"/>
            <a:ext cx="7535313" cy="47770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D8FAC0-4BDB-1F04-6A5B-77135D57BE52}"/>
              </a:ext>
            </a:extLst>
          </p:cNvPr>
          <p:cNvSpPr/>
          <p:nvPr/>
        </p:nvSpPr>
        <p:spPr>
          <a:xfrm>
            <a:off x="8995925" y="5567186"/>
            <a:ext cx="653143" cy="544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835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ADA2-1EF7-D2F1-BB68-3F7BC757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CB384A3C-A92E-F5D6-F02D-2F11368CF07E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44670-F670-8D5C-C641-352F1159A4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81AD71-125B-F3EE-9338-9C05B914F9D9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F25CEA8-31E2-41F9-57F5-BB31082356E1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659DF6D-B505-63A3-3CF1-152BF6FE5D2C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3809BF-A46B-9E59-EE13-D5F577C6EFAB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3EB4EF7-D586-7DE5-EE52-83738A212BB5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88F4618-1189-450E-34CE-7EF3D04853A3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5BF4DC7-0E70-1B74-9312-ED8A4A65D238}"/>
              </a:ext>
            </a:extLst>
          </p:cNvPr>
          <p:cNvSpPr txBox="1"/>
          <p:nvPr/>
        </p:nvSpPr>
        <p:spPr>
          <a:xfrm>
            <a:off x="331309" y="3605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Eigenvectors and eigenvalues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5C914-FDFE-6592-7A6A-E404513610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6615" y="1480794"/>
            <a:ext cx="6869414" cy="470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023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C3AF-6F27-9C01-1302-8E52CAA6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A887B6F1-3E2E-9BD2-AAB6-E146BBD1E729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0F680-99E5-6DD2-0E9A-6217B70DE7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FA7BE24-6D59-E1C8-9F08-C6BD983A0D04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7BE7C7A-DA92-EEBA-6641-51562B303ABC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45BE1A3-CEA9-BBDD-9D7A-48CD81EF0C32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CB7DAE-DF50-E06A-57DE-D178D7983D93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15D6DEB-854F-00BA-4DB8-6C15DD2AFFD5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855" y="427943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5AF96C3-EA90-A850-EBB8-C571CF3ADC04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0A885D8-DAFC-2E72-02A6-8DBC383527F7}"/>
              </a:ext>
            </a:extLst>
          </p:cNvPr>
          <p:cNvSpPr txBox="1"/>
          <p:nvPr/>
        </p:nvSpPr>
        <p:spPr>
          <a:xfrm>
            <a:off x="331309" y="3605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Eigenvectors and eigenvalues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B3D73-4323-BBBA-DCAE-B0C4FA5148F9}"/>
              </a:ext>
            </a:extLst>
          </p:cNvPr>
          <p:cNvSpPr txBox="1"/>
          <p:nvPr/>
        </p:nvSpPr>
        <p:spPr>
          <a:xfrm>
            <a:off x="330655" y="1571837"/>
            <a:ext cx="11121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ZSMIWW+Avenir-Book"/>
              </a:rPr>
              <a:t>What are the eigenvectors and eigenvalues of our rotated transformation matrix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D6277B-547F-9E59-A47C-EFEB2269BA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2415" y="1982068"/>
            <a:ext cx="6658904" cy="2943636"/>
          </a:xfrm>
          <a:prstGeom prst="rect">
            <a:avLst/>
          </a:prstGeom>
        </p:spPr>
      </p:pic>
      <p:sp>
        <p:nvSpPr>
          <p:cNvPr id="8" name="object 42">
            <a:extLst>
              <a:ext uri="{FF2B5EF4-FFF2-40B4-BE49-F238E27FC236}">
                <a16:creationId xmlns:a16="http://schemas.microsoft.com/office/drawing/2014/main" id="{E302E3A9-2619-525D-11B8-BFABBDDBA134}"/>
              </a:ext>
            </a:extLst>
          </p:cNvPr>
          <p:cNvSpPr txBox="1"/>
          <p:nvPr/>
        </p:nvSpPr>
        <p:spPr>
          <a:xfrm>
            <a:off x="3107649" y="5033812"/>
            <a:ext cx="1421130" cy="101346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2000" spc="-10" dirty="0">
                <a:latin typeface="Arial MT"/>
                <a:cs typeface="Arial MT"/>
              </a:rPr>
              <a:t>eigenvalues</a:t>
            </a:r>
            <a:endParaRPr sz="2000">
              <a:latin typeface="Arial MT"/>
              <a:cs typeface="Arial MT"/>
            </a:endParaRPr>
          </a:p>
          <a:p>
            <a:pPr marR="62865" algn="ctr">
              <a:lnSpc>
                <a:spcPct val="100000"/>
              </a:lnSpc>
              <a:spcBef>
                <a:spcPts val="1405"/>
              </a:spcBef>
            </a:pPr>
            <a:r>
              <a:rPr sz="2300" i="1" dirty="0">
                <a:latin typeface="Times New Roman"/>
                <a:cs typeface="Times New Roman"/>
              </a:rPr>
              <a:t>a</a:t>
            </a:r>
            <a:r>
              <a:rPr sz="2025" i="1" baseline="-24691" dirty="0">
                <a:latin typeface="Times New Roman"/>
                <a:cs typeface="Times New Roman"/>
              </a:rPr>
              <a:t>i</a:t>
            </a:r>
            <a:r>
              <a:rPr sz="2025" i="1" spc="209" baseline="-24691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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Symbol"/>
                <a:cs typeface="Symbol"/>
              </a:rPr>
              <a:t></a:t>
            </a:r>
            <a:r>
              <a:rPr sz="2025" i="1" spc="-37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10" name="object 43">
            <a:extLst>
              <a:ext uri="{FF2B5EF4-FFF2-40B4-BE49-F238E27FC236}">
                <a16:creationId xmlns:a16="http://schemas.microsoft.com/office/drawing/2014/main" id="{CE9CA329-38C5-5F38-129F-FF446792AA18}"/>
              </a:ext>
            </a:extLst>
          </p:cNvPr>
          <p:cNvSpPr txBox="1"/>
          <p:nvPr/>
        </p:nvSpPr>
        <p:spPr>
          <a:xfrm>
            <a:off x="5530207" y="5012627"/>
            <a:ext cx="1529715" cy="103378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5"/>
              </a:spcBef>
            </a:pPr>
            <a:r>
              <a:rPr sz="2000" spc="-10" dirty="0">
                <a:latin typeface="Arial MT"/>
                <a:cs typeface="Arial MT"/>
              </a:rPr>
              <a:t>eigenvectors</a:t>
            </a:r>
            <a:endParaRPr sz="2000">
              <a:latin typeface="Arial MT"/>
              <a:cs typeface="Arial MT"/>
            </a:endParaRPr>
          </a:p>
          <a:p>
            <a:pPr marL="272415">
              <a:lnSpc>
                <a:spcPct val="100000"/>
              </a:lnSpc>
              <a:spcBef>
                <a:spcPts val="1465"/>
              </a:spcBef>
            </a:pPr>
            <a:r>
              <a:rPr sz="2350" i="1" dirty="0">
                <a:latin typeface="Times New Roman"/>
                <a:cs typeface="Times New Roman"/>
              </a:rPr>
              <a:t>x</a:t>
            </a:r>
            <a:r>
              <a:rPr sz="2025" i="1" baseline="-24691" dirty="0">
                <a:latin typeface="Times New Roman"/>
                <a:cs typeface="Times New Roman"/>
              </a:rPr>
              <a:t>i</a:t>
            </a:r>
            <a:r>
              <a:rPr sz="2025" i="1" spc="405" baseline="-24691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130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Symbol"/>
                <a:cs typeface="Symbol"/>
              </a:rPr>
              <a:t></a:t>
            </a:r>
            <a:r>
              <a:rPr sz="2350" i="1" spc="-20" dirty="0">
                <a:latin typeface="Times New Roman"/>
                <a:cs typeface="Times New Roman"/>
              </a:rPr>
              <a:t>e</a:t>
            </a:r>
            <a:r>
              <a:rPr sz="3525" spc="-30" baseline="4728" dirty="0">
                <a:latin typeface="Times New Roman"/>
                <a:cs typeface="Times New Roman"/>
              </a:rPr>
              <a:t>ˆ</a:t>
            </a:r>
            <a:r>
              <a:rPr sz="2025" i="1" spc="-30" baseline="-24691" dirty="0">
                <a:latin typeface="Times New Roman"/>
                <a:cs typeface="Times New Roman"/>
              </a:rPr>
              <a:t>i</a:t>
            </a:r>
            <a:endParaRPr sz="2025" baseline="-24691">
              <a:latin typeface="Times New Roman"/>
              <a:cs typeface="Times New Roman"/>
            </a:endParaRPr>
          </a:p>
        </p:txBody>
      </p:sp>
      <p:grpSp>
        <p:nvGrpSpPr>
          <p:cNvPr id="11" name="object 44">
            <a:extLst>
              <a:ext uri="{FF2B5EF4-FFF2-40B4-BE49-F238E27FC236}">
                <a16:creationId xmlns:a16="http://schemas.microsoft.com/office/drawing/2014/main" id="{9616ACC7-BC12-18EB-DD7A-40C64861A615}"/>
              </a:ext>
            </a:extLst>
          </p:cNvPr>
          <p:cNvGrpSpPr/>
          <p:nvPr/>
        </p:nvGrpSpPr>
        <p:grpSpPr>
          <a:xfrm>
            <a:off x="5290396" y="5422456"/>
            <a:ext cx="2692400" cy="821690"/>
            <a:chOff x="3869266" y="5990166"/>
            <a:chExt cx="2692400" cy="821690"/>
          </a:xfrm>
        </p:grpSpPr>
        <p:pic>
          <p:nvPicPr>
            <p:cNvPr id="12" name="object 45">
              <a:extLst>
                <a:ext uri="{FF2B5EF4-FFF2-40B4-BE49-F238E27FC236}">
                  <a16:creationId xmlns:a16="http://schemas.microsoft.com/office/drawing/2014/main" id="{A6301DF2-F86F-704C-3A61-C357B31D8F2E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16032" y="5990166"/>
              <a:ext cx="1045633" cy="533400"/>
            </a:xfrm>
            <a:prstGeom prst="rect">
              <a:avLst/>
            </a:prstGeom>
          </p:spPr>
        </p:pic>
        <p:sp>
          <p:nvSpPr>
            <p:cNvPr id="15" name="object 46">
              <a:extLst>
                <a:ext uri="{FF2B5EF4-FFF2-40B4-BE49-F238E27FC236}">
                  <a16:creationId xmlns:a16="http://schemas.microsoft.com/office/drawing/2014/main" id="{80183E43-C401-069F-6915-5496B35E0738}"/>
                </a:ext>
              </a:extLst>
            </p:cNvPr>
            <p:cNvSpPr/>
            <p:nvPr/>
          </p:nvSpPr>
          <p:spPr>
            <a:xfrm>
              <a:off x="5689411" y="6018697"/>
              <a:ext cx="826135" cy="334645"/>
            </a:xfrm>
            <a:custGeom>
              <a:avLst/>
              <a:gdLst/>
              <a:ahLst/>
              <a:cxnLst/>
              <a:rect l="l" t="t" r="r" b="b"/>
              <a:pathLst>
                <a:path w="826134" h="334645">
                  <a:moveTo>
                    <a:pt x="815975" y="0"/>
                  </a:moveTo>
                  <a:lnTo>
                    <a:pt x="71501" y="269265"/>
                  </a:lnTo>
                  <a:lnTo>
                    <a:pt x="106298" y="227596"/>
                  </a:lnTo>
                  <a:lnTo>
                    <a:pt x="105486" y="218579"/>
                  </a:lnTo>
                  <a:lnTo>
                    <a:pt x="93370" y="208470"/>
                  </a:lnTo>
                  <a:lnTo>
                    <a:pt x="84353" y="209283"/>
                  </a:lnTo>
                  <a:lnTo>
                    <a:pt x="0" y="310324"/>
                  </a:lnTo>
                  <a:lnTo>
                    <a:pt x="129476" y="334022"/>
                  </a:lnTo>
                  <a:lnTo>
                    <a:pt x="136918" y="328879"/>
                  </a:lnTo>
                  <a:lnTo>
                    <a:pt x="139763" y="313359"/>
                  </a:lnTo>
                  <a:lnTo>
                    <a:pt x="134620" y="305904"/>
                  </a:lnTo>
                  <a:lnTo>
                    <a:pt x="81216" y="296138"/>
                  </a:lnTo>
                  <a:lnTo>
                    <a:pt x="825690" y="26873"/>
                  </a:lnTo>
                  <a:lnTo>
                    <a:pt x="8159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47">
              <a:extLst>
                <a:ext uri="{FF2B5EF4-FFF2-40B4-BE49-F238E27FC236}">
                  <a16:creationId xmlns:a16="http://schemas.microsoft.com/office/drawing/2014/main" id="{8D03D107-F8FE-FFE5-2C29-4234BB6F502D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69266" y="6117166"/>
              <a:ext cx="1943100" cy="694266"/>
            </a:xfrm>
            <a:prstGeom prst="rect">
              <a:avLst/>
            </a:prstGeom>
          </p:spPr>
        </p:pic>
        <p:sp>
          <p:nvSpPr>
            <p:cNvPr id="20" name="object 48">
              <a:extLst>
                <a:ext uri="{FF2B5EF4-FFF2-40B4-BE49-F238E27FC236}">
                  <a16:creationId xmlns:a16="http://schemas.microsoft.com/office/drawing/2014/main" id="{27C7CB27-D640-2339-F5E5-6EA876589D2E}"/>
                </a:ext>
              </a:extLst>
            </p:cNvPr>
            <p:cNvSpPr/>
            <p:nvPr/>
          </p:nvSpPr>
          <p:spPr>
            <a:xfrm>
              <a:off x="3931127" y="6154303"/>
              <a:ext cx="1817370" cy="575310"/>
            </a:xfrm>
            <a:custGeom>
              <a:avLst/>
              <a:gdLst/>
              <a:ahLst/>
              <a:cxnLst/>
              <a:rect l="l" t="t" r="r" b="b"/>
              <a:pathLst>
                <a:path w="1817370" h="575309">
                  <a:moveTo>
                    <a:pt x="0" y="287433"/>
                  </a:moveTo>
                  <a:lnTo>
                    <a:pt x="10800" y="242981"/>
                  </a:lnTo>
                  <a:lnTo>
                    <a:pt x="42125" y="200675"/>
                  </a:lnTo>
                  <a:lnTo>
                    <a:pt x="92358" y="161027"/>
                  </a:lnTo>
                  <a:lnTo>
                    <a:pt x="159883" y="124549"/>
                  </a:lnTo>
                  <a:lnTo>
                    <a:pt x="199625" y="107658"/>
                  </a:lnTo>
                  <a:lnTo>
                    <a:pt x="243084" y="91751"/>
                  </a:lnTo>
                  <a:lnTo>
                    <a:pt x="290058" y="76892"/>
                  </a:lnTo>
                  <a:lnTo>
                    <a:pt x="340345" y="63145"/>
                  </a:lnTo>
                  <a:lnTo>
                    <a:pt x="393742" y="50574"/>
                  </a:lnTo>
                  <a:lnTo>
                    <a:pt x="450049" y="39243"/>
                  </a:lnTo>
                  <a:lnTo>
                    <a:pt x="509062" y="29215"/>
                  </a:lnTo>
                  <a:lnTo>
                    <a:pt x="570581" y="20554"/>
                  </a:lnTo>
                  <a:lnTo>
                    <a:pt x="634402" y="13325"/>
                  </a:lnTo>
                  <a:lnTo>
                    <a:pt x="700324" y="7591"/>
                  </a:lnTo>
                  <a:lnTo>
                    <a:pt x="768145" y="3416"/>
                  </a:lnTo>
                  <a:lnTo>
                    <a:pt x="837662" y="864"/>
                  </a:lnTo>
                  <a:lnTo>
                    <a:pt x="908675" y="0"/>
                  </a:lnTo>
                  <a:lnTo>
                    <a:pt x="979687" y="864"/>
                  </a:lnTo>
                  <a:lnTo>
                    <a:pt x="1049205" y="3416"/>
                  </a:lnTo>
                  <a:lnTo>
                    <a:pt x="1117026" y="7591"/>
                  </a:lnTo>
                  <a:lnTo>
                    <a:pt x="1182948" y="13325"/>
                  </a:lnTo>
                  <a:lnTo>
                    <a:pt x="1246769" y="20554"/>
                  </a:lnTo>
                  <a:lnTo>
                    <a:pt x="1308287" y="29215"/>
                  </a:lnTo>
                  <a:lnTo>
                    <a:pt x="1367301" y="39243"/>
                  </a:lnTo>
                  <a:lnTo>
                    <a:pt x="1423607" y="50574"/>
                  </a:lnTo>
                  <a:lnTo>
                    <a:pt x="1477005" y="63145"/>
                  </a:lnTo>
                  <a:lnTo>
                    <a:pt x="1527292" y="76892"/>
                  </a:lnTo>
                  <a:lnTo>
                    <a:pt x="1574266" y="91751"/>
                  </a:lnTo>
                  <a:lnTo>
                    <a:pt x="1617725" y="107658"/>
                  </a:lnTo>
                  <a:lnTo>
                    <a:pt x="1657467" y="124549"/>
                  </a:lnTo>
                  <a:lnTo>
                    <a:pt x="1693290" y="142360"/>
                  </a:lnTo>
                  <a:lnTo>
                    <a:pt x="1752371" y="180487"/>
                  </a:lnTo>
                  <a:lnTo>
                    <a:pt x="1793351" y="221527"/>
                  </a:lnTo>
                  <a:lnTo>
                    <a:pt x="1814616" y="264971"/>
                  </a:lnTo>
                  <a:lnTo>
                    <a:pt x="1817350" y="287433"/>
                  </a:lnTo>
                  <a:lnTo>
                    <a:pt x="1814616" y="309896"/>
                  </a:lnTo>
                  <a:lnTo>
                    <a:pt x="1793351" y="353339"/>
                  </a:lnTo>
                  <a:lnTo>
                    <a:pt x="1752371" y="394380"/>
                  </a:lnTo>
                  <a:lnTo>
                    <a:pt x="1693290" y="432507"/>
                  </a:lnTo>
                  <a:lnTo>
                    <a:pt x="1657467" y="450318"/>
                  </a:lnTo>
                  <a:lnTo>
                    <a:pt x="1617725" y="467209"/>
                  </a:lnTo>
                  <a:lnTo>
                    <a:pt x="1574266" y="483115"/>
                  </a:lnTo>
                  <a:lnTo>
                    <a:pt x="1527292" y="497974"/>
                  </a:lnTo>
                  <a:lnTo>
                    <a:pt x="1477005" y="511721"/>
                  </a:lnTo>
                  <a:lnTo>
                    <a:pt x="1423607" y="524292"/>
                  </a:lnTo>
                  <a:lnTo>
                    <a:pt x="1367301" y="535624"/>
                  </a:lnTo>
                  <a:lnTo>
                    <a:pt x="1308287" y="545652"/>
                  </a:lnTo>
                  <a:lnTo>
                    <a:pt x="1246769" y="554313"/>
                  </a:lnTo>
                  <a:lnTo>
                    <a:pt x="1182948" y="561542"/>
                  </a:lnTo>
                  <a:lnTo>
                    <a:pt x="1117026" y="567276"/>
                  </a:lnTo>
                  <a:lnTo>
                    <a:pt x="1049205" y="571451"/>
                  </a:lnTo>
                  <a:lnTo>
                    <a:pt x="979687" y="574002"/>
                  </a:lnTo>
                  <a:lnTo>
                    <a:pt x="908675" y="574867"/>
                  </a:lnTo>
                  <a:lnTo>
                    <a:pt x="837662" y="574002"/>
                  </a:lnTo>
                  <a:lnTo>
                    <a:pt x="768145" y="571451"/>
                  </a:lnTo>
                  <a:lnTo>
                    <a:pt x="700324" y="567276"/>
                  </a:lnTo>
                  <a:lnTo>
                    <a:pt x="634402" y="561542"/>
                  </a:lnTo>
                  <a:lnTo>
                    <a:pt x="570581" y="554313"/>
                  </a:lnTo>
                  <a:lnTo>
                    <a:pt x="509062" y="545652"/>
                  </a:lnTo>
                  <a:lnTo>
                    <a:pt x="450049" y="535624"/>
                  </a:lnTo>
                  <a:lnTo>
                    <a:pt x="393742" y="524292"/>
                  </a:lnTo>
                  <a:lnTo>
                    <a:pt x="340345" y="511721"/>
                  </a:lnTo>
                  <a:lnTo>
                    <a:pt x="290058" y="497974"/>
                  </a:lnTo>
                  <a:lnTo>
                    <a:pt x="243084" y="483115"/>
                  </a:lnTo>
                  <a:lnTo>
                    <a:pt x="199625" y="467209"/>
                  </a:lnTo>
                  <a:lnTo>
                    <a:pt x="159883" y="450318"/>
                  </a:lnTo>
                  <a:lnTo>
                    <a:pt x="124060" y="432507"/>
                  </a:lnTo>
                  <a:lnTo>
                    <a:pt x="64979" y="394380"/>
                  </a:lnTo>
                  <a:lnTo>
                    <a:pt x="23998" y="353339"/>
                  </a:lnTo>
                  <a:lnTo>
                    <a:pt x="2733" y="309896"/>
                  </a:lnTo>
                  <a:lnTo>
                    <a:pt x="0" y="287433"/>
                  </a:lnTo>
                  <a:close/>
                </a:path>
              </a:pathLst>
            </a:custGeom>
            <a:ln w="285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49">
            <a:extLst>
              <a:ext uri="{FF2B5EF4-FFF2-40B4-BE49-F238E27FC236}">
                <a16:creationId xmlns:a16="http://schemas.microsoft.com/office/drawing/2014/main" id="{CFEF4E6B-EC46-E10E-AD82-908C37A8EBE5}"/>
              </a:ext>
            </a:extLst>
          </p:cNvPr>
          <p:cNvSpPr txBox="1"/>
          <p:nvPr/>
        </p:nvSpPr>
        <p:spPr>
          <a:xfrm>
            <a:off x="8010116" y="5182511"/>
            <a:ext cx="15290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sz="22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2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Arial MT"/>
                <a:cs typeface="Arial MT"/>
              </a:rPr>
              <a:t>this?</a:t>
            </a:r>
            <a:endParaRPr sz="2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5584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25110-BCAB-80F6-9EB0-A0AA76EE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9D137-DD86-86E3-3687-F48F5D9FF8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FCD721-673B-C42D-103E-040FD416F180}"/>
              </a:ext>
            </a:extLst>
          </p:cNvPr>
          <p:cNvSpPr txBox="1"/>
          <p:nvPr/>
        </p:nvSpPr>
        <p:spPr>
          <a:xfrm>
            <a:off x="331309" y="3605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Eigenvectors and eigenvalues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192F0-DE44-C5DF-EA5F-3F0CF0362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799" y="1510096"/>
            <a:ext cx="7096572" cy="467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38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23650-5F90-B814-CF3A-9A77DC23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0C5DA-9641-0538-A585-275EC7E8B8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DB12D-8665-D974-EB2B-5A3A1A5FBE4E}"/>
              </a:ext>
            </a:extLst>
          </p:cNvPr>
          <p:cNvSpPr txBox="1"/>
          <p:nvPr/>
        </p:nvSpPr>
        <p:spPr>
          <a:xfrm>
            <a:off x="331309" y="3605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Eigenvectors and eigenvalues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37EA8-E918-B31F-E936-2B109842A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991" y="1469571"/>
            <a:ext cx="7506636" cy="478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63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43F27-554B-6D9C-F0C5-096FFE3A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6F8EC-C332-5204-5CB8-90B59092C7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67E88-CF78-13C6-E45C-45CE2E461E45}"/>
              </a:ext>
            </a:extLst>
          </p:cNvPr>
          <p:cNvSpPr txBox="1"/>
          <p:nvPr/>
        </p:nvSpPr>
        <p:spPr>
          <a:xfrm>
            <a:off x="440166" y="26255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Eigen-decomposition </a:t>
            </a:r>
            <a:endParaRPr lang="en-US" sz="7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9A70D-10CA-FFDA-2A75-4BC28B1E7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653" y="1574738"/>
            <a:ext cx="6582694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24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C9BB-AA4A-6F24-FBFF-43CDC172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98F6DD46-FF24-79BD-1C8E-98EA5C370CC6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09644-AA32-334A-7DB8-6D38A48999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B7499F0-9CEE-152F-1A7A-1996992EFA42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71858A7-2FDC-CD22-946A-F4296B923464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7260B35-B18F-B896-2911-9AC14AC2DB29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F40AB9C-0884-53F1-BE39-A1A4C7C7ECAD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175" y="2237871"/>
                  <a:ext cx="957240" cy="9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A77381B-73E1-6590-3F07-22A8E43762CA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BB7AAEB-0228-D2BB-93AF-2F9C92EB0F10}"/>
              </a:ext>
            </a:extLst>
          </p:cNvPr>
          <p:cNvSpPr txBox="1"/>
          <p:nvPr/>
        </p:nvSpPr>
        <p:spPr>
          <a:xfrm>
            <a:off x="2362199" y="2542415"/>
            <a:ext cx="74676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4000" dirty="0"/>
          </a:p>
          <a:p>
            <a:pPr algn="ctr"/>
            <a:r>
              <a:rPr lang="en-US" sz="4000" dirty="0"/>
              <a:t>Variance and multivariate Gaussian distributions </a:t>
            </a:r>
            <a:endParaRPr lang="en-US" sz="72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8454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4E61-8CB2-B3BD-2D5D-D39048163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974E8-804A-39A5-7D77-D373EDDB74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AFFF4-3697-DB52-6A87-D76C04786D9D}"/>
              </a:ext>
            </a:extLst>
          </p:cNvPr>
          <p:cNvSpPr txBox="1"/>
          <p:nvPr/>
        </p:nvSpPr>
        <p:spPr>
          <a:xfrm>
            <a:off x="331309" y="3605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Variance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64A83-40C3-E3F1-0A72-6BB615078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03" y="1538687"/>
            <a:ext cx="6929760" cy="4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30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9FF5A-E911-4159-21C4-EAB20ECF2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ED936-D78F-9885-8FEA-AA33C4450C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2A860-9541-22DC-DC68-650193BD9A80}"/>
              </a:ext>
            </a:extLst>
          </p:cNvPr>
          <p:cNvSpPr txBox="1"/>
          <p:nvPr/>
        </p:nvSpPr>
        <p:spPr>
          <a:xfrm>
            <a:off x="331309" y="36053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u="none" strike="noStrike" baseline="0" dirty="0">
                <a:solidFill>
                  <a:schemeClr val="bg1"/>
                </a:solidFill>
                <a:latin typeface="+mj-lt"/>
              </a:rPr>
              <a:t>Variance</a:t>
            </a:r>
            <a:endParaRPr lang="en-US" sz="4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DD370-069A-EFAB-EDEF-723E319A0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064" y="1469262"/>
            <a:ext cx="6496957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91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984C7-A459-A7F8-CB4A-3DA22880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536A7-EAE3-F68A-0642-EB6A3512B7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F8B6F-CFB8-322B-F8D5-18E47C84F387}"/>
              </a:ext>
            </a:extLst>
          </p:cNvPr>
          <p:cNvSpPr txBox="1"/>
          <p:nvPr/>
        </p:nvSpPr>
        <p:spPr>
          <a:xfrm>
            <a:off x="424543" y="28173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0" i="0" u="none" strike="noStrike" baseline="0" dirty="0">
                <a:solidFill>
                  <a:schemeClr val="bg1"/>
                </a:solidFill>
                <a:latin typeface="+mj-lt"/>
              </a:rPr>
              <a:t>Covariance 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D147BD-AE15-C68E-EBB8-FC8FC08AC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571" y="1493068"/>
            <a:ext cx="6620799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365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0C63-FFB4-9300-52D3-30EA2274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ECD3F-1C1B-02BA-E733-6747347069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E4A1D1-4308-F251-E041-F913DAA051AF}"/>
              </a:ext>
            </a:extLst>
          </p:cNvPr>
          <p:cNvSpPr txBox="1"/>
          <p:nvPr/>
        </p:nvSpPr>
        <p:spPr>
          <a:xfrm>
            <a:off x="424543" y="42250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Gaussian distribution</a:t>
            </a:r>
            <a:r>
              <a:rPr lang="en-US" sz="8800" b="0" i="0" u="none" strike="noStrike" baseline="0" dirty="0">
                <a:solidFill>
                  <a:schemeClr val="bg1"/>
                </a:solidFill>
                <a:latin typeface="+mj-lt"/>
              </a:rPr>
              <a:t> </a:t>
            </a:r>
            <a:endParaRPr lang="en-US" sz="88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CE252-95C0-4CB7-BDAB-905B10A89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867" y="1395792"/>
            <a:ext cx="6923761" cy="465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33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4529B-00A4-6E1B-7382-93E13DBD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F7F1A-C110-696B-0DBB-D40081DA46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9B57B-6B5F-45D5-617E-45A3B34363C3}"/>
              </a:ext>
            </a:extLst>
          </p:cNvPr>
          <p:cNvSpPr txBox="1"/>
          <p:nvPr/>
        </p:nvSpPr>
        <p:spPr>
          <a:xfrm>
            <a:off x="402771" y="249078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100" b="0" i="0" u="none" strike="noStrike" baseline="0" dirty="0">
              <a:solidFill>
                <a:schemeClr val="bg1"/>
              </a:solidFill>
              <a:latin typeface="+mj-lt"/>
            </a:endParaRPr>
          </a:p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Multivariate Gaussian distribution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B6DC9-D8E0-969C-18D8-2A982BF7D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482" y="1631875"/>
            <a:ext cx="6649378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11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C5051-D0E9-19CF-AC84-F4BC8988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5DDA5-1D58-A079-C630-B625AA57AC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26146-2584-0614-0591-F4C6EEDD3012}"/>
              </a:ext>
            </a:extLst>
          </p:cNvPr>
          <p:cNvSpPr txBox="1"/>
          <p:nvPr/>
        </p:nvSpPr>
        <p:spPr>
          <a:xfrm>
            <a:off x="402771" y="249078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100" b="0" i="0" u="none" strike="noStrike" baseline="0" dirty="0">
              <a:solidFill>
                <a:schemeClr val="bg1"/>
              </a:solidFill>
              <a:latin typeface="+mj-lt"/>
            </a:endParaRPr>
          </a:p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Multivariate Gaussian distribution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FC8346-612C-7526-E034-3FA84B650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640" y="1459736"/>
            <a:ext cx="6897063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043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0B6E0-E3A4-7920-5B90-0526A76F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25F13-235A-0D45-DBB6-49461033D5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CEED58-7E4C-4325-13F4-E0B2AE180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388" y="1585633"/>
            <a:ext cx="7945223" cy="46301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00BE31-DA12-772D-6280-434CF1663077}"/>
              </a:ext>
            </a:extLst>
          </p:cNvPr>
          <p:cNvSpPr txBox="1"/>
          <p:nvPr/>
        </p:nvSpPr>
        <p:spPr>
          <a:xfrm>
            <a:off x="402771" y="249078"/>
            <a:ext cx="60960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100" b="0" i="0" u="none" strike="noStrike" baseline="0" dirty="0">
              <a:solidFill>
                <a:schemeClr val="bg1"/>
              </a:solidFill>
              <a:latin typeface="+mj-lt"/>
            </a:endParaRPr>
          </a:p>
          <a:p>
            <a:r>
              <a:rPr lang="en-US" sz="3200" b="0" i="0" u="none" strike="noStrike" baseline="0" dirty="0">
                <a:solidFill>
                  <a:schemeClr val="bg1"/>
                </a:solidFill>
                <a:latin typeface="+mj-lt"/>
              </a:rPr>
              <a:t>Multivariate Gaussian distribution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252619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732C5-D95E-927E-2B37-356B897F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B9895-AAA5-338E-09FA-0999AED080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5A5DBF-EFB2-8B2F-1FCE-31C1A96FEEA3}"/>
              </a:ext>
            </a:extLst>
          </p:cNvPr>
          <p:cNvSpPr txBox="1"/>
          <p:nvPr/>
        </p:nvSpPr>
        <p:spPr>
          <a:xfrm>
            <a:off x="315686" y="302213"/>
            <a:ext cx="9133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u="none" strike="noStrike" baseline="0" dirty="0">
                <a:solidFill>
                  <a:schemeClr val="bg1"/>
                </a:solidFill>
                <a:latin typeface="+mj-lt"/>
              </a:rPr>
              <a:t>Eigen-decomposition Covariance matrix</a:t>
            </a:r>
            <a:endParaRPr lang="en-US" sz="8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4C9BD7-01CE-F7CD-D440-9F7502F5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031" y="1604012"/>
            <a:ext cx="7558797" cy="439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84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081C6-AC2F-F7EC-FCAD-D5262543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CA982-F452-C84C-106A-F6BC809751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DB08E-A2D8-B328-7DEC-9F7AD2C85A41}"/>
              </a:ext>
            </a:extLst>
          </p:cNvPr>
          <p:cNvSpPr txBox="1"/>
          <p:nvPr/>
        </p:nvSpPr>
        <p:spPr>
          <a:xfrm>
            <a:off x="1545772" y="2690336"/>
            <a:ext cx="82731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algn="ctr"/>
            <a:r>
              <a:rPr lang="en-US" sz="3600" b="0" i="0" u="none" strike="noStrike" baseline="0" dirty="0">
                <a:latin typeface="+mj-lt"/>
              </a:rPr>
              <a:t>Computing a covariance matrix from data 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7137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0215D-1932-0A89-40A2-898FEAA7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82054-4E22-2593-532B-DD7C63D31D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AE303-72A1-91A5-5240-0337EEADC84C}"/>
              </a:ext>
            </a:extLst>
          </p:cNvPr>
          <p:cNvSpPr txBox="1"/>
          <p:nvPr/>
        </p:nvSpPr>
        <p:spPr>
          <a:xfrm>
            <a:off x="440410" y="242662"/>
            <a:ext cx="1013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In class Activity</a:t>
            </a:r>
            <a:endParaRPr lang="en-US" sz="19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DD098-0FE2-4F5F-560B-FC771FCA2EE3}"/>
              </a:ext>
            </a:extLst>
          </p:cNvPr>
          <p:cNvSpPr txBox="1"/>
          <p:nvPr/>
        </p:nvSpPr>
        <p:spPr>
          <a:xfrm>
            <a:off x="3363685" y="3066365"/>
            <a:ext cx="4822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linkClick r:id="rId3"/>
              </a:rPr>
              <a:t>Colab</a:t>
            </a:r>
            <a:r>
              <a:rPr lang="en-US" dirty="0">
                <a:hlinkClick r:id="rId3"/>
              </a:rPr>
              <a:t> notebook</a:t>
            </a:r>
            <a:endParaRPr lang="en-US" dirty="0"/>
          </a:p>
          <a:p>
            <a:pPr algn="ctr"/>
            <a:r>
              <a:rPr lang="en-US" dirty="0"/>
              <a:t>Make sure you download it and then upload</a:t>
            </a:r>
          </a:p>
        </p:txBody>
      </p:sp>
    </p:spTree>
    <p:extLst>
      <p:ext uri="{BB962C8B-B14F-4D97-AF65-F5344CB8AC3E}">
        <p14:creationId xmlns:p14="http://schemas.microsoft.com/office/powerpoint/2010/main" val="26254603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8DAFC-7D43-8466-3442-986F153AE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2AE83C3-3E26-1ACA-CD3B-5C8D7BC2BC91}"/>
              </a:ext>
            </a:extLst>
          </p:cNvPr>
          <p:cNvSpPr/>
          <p:nvPr/>
        </p:nvSpPr>
        <p:spPr>
          <a:xfrm>
            <a:off x="152400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Thank You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3447E930-ABC5-5469-E56B-09A211F2276E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31481D-B4E4-F08A-DA3A-7C6ABFEFF9C2}"/>
              </a:ext>
            </a:extLst>
          </p:cNvPr>
          <p:cNvSpPr txBox="1"/>
          <p:nvPr/>
        </p:nvSpPr>
        <p:spPr>
          <a:xfrm>
            <a:off x="3559628" y="2958491"/>
            <a:ext cx="62484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Reference:</a:t>
            </a:r>
          </a:p>
          <a:p>
            <a:r>
              <a:rPr lang="en-US" dirty="0"/>
              <a:t>MIT- 940 Introduction to Neural Computation </a:t>
            </a:r>
            <a:endParaRPr lang="en-US" sz="16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D6F8E-6A05-D072-B78D-5CF1CD6CBE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65483"/>
      </p:ext>
    </p:extLst>
  </p:cSld>
  <p:clrMapOvr>
    <a:masterClrMapping/>
  </p:clrMapOvr>
</p:sld>
</file>

<file path=ppt/theme/theme1.xml><?xml version="1.0" encoding="utf-8"?>
<a:theme xmlns:a="http://schemas.openxmlformats.org/drawingml/2006/main" name="NA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AU" id="{DAE4A878-DB02-6443-B627-294D35D61792}" vid="{8AE31013-5FBE-9447-AF68-0E5BDE2910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1486</TotalTime>
  <Words>1344</Words>
  <Application>Microsoft Office PowerPoint</Application>
  <PresentationFormat>Widescreen</PresentationFormat>
  <Paragraphs>300</Paragraphs>
  <Slides>43</Slides>
  <Notes>43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NAU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Fariha Hossain</dc:creator>
  <cp:keywords/>
  <dc:description>generated using python-pptx</dc:description>
  <cp:lastModifiedBy>Fariha Hossain</cp:lastModifiedBy>
  <cp:revision>28</cp:revision>
  <dcterms:created xsi:type="dcterms:W3CDTF">2013-01-27T09:14:16Z</dcterms:created>
  <dcterms:modified xsi:type="dcterms:W3CDTF">2026-02-23T21:57:54Z</dcterms:modified>
  <cp:category/>
</cp:coreProperties>
</file>