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1"/>
  </p:notesMasterIdLst>
  <p:sldIdLst>
    <p:sldId id="328" r:id="rId2"/>
    <p:sldId id="416" r:id="rId3"/>
    <p:sldId id="294" r:id="rId4"/>
    <p:sldId id="374" r:id="rId5"/>
    <p:sldId id="375" r:id="rId6"/>
    <p:sldId id="379" r:id="rId7"/>
    <p:sldId id="417" r:id="rId8"/>
    <p:sldId id="382" r:id="rId9"/>
    <p:sldId id="377" r:id="rId10"/>
    <p:sldId id="418" r:id="rId11"/>
    <p:sldId id="380" r:id="rId12"/>
    <p:sldId id="420" r:id="rId13"/>
    <p:sldId id="421" r:id="rId14"/>
    <p:sldId id="422" r:id="rId15"/>
    <p:sldId id="423" r:id="rId16"/>
    <p:sldId id="269" r:id="rId17"/>
    <p:sldId id="425" r:id="rId18"/>
    <p:sldId id="424" r:id="rId19"/>
    <p:sldId id="378" r:id="rId20"/>
    <p:sldId id="426" r:id="rId21"/>
    <p:sldId id="427" r:id="rId22"/>
    <p:sldId id="381" r:id="rId23"/>
    <p:sldId id="383" r:id="rId24"/>
    <p:sldId id="384" r:id="rId25"/>
    <p:sldId id="385" r:id="rId26"/>
    <p:sldId id="386" r:id="rId27"/>
    <p:sldId id="387" r:id="rId28"/>
    <p:sldId id="388" r:id="rId29"/>
    <p:sldId id="389" r:id="rId30"/>
    <p:sldId id="390" r:id="rId31"/>
    <p:sldId id="391" r:id="rId32"/>
    <p:sldId id="392" r:id="rId33"/>
    <p:sldId id="393" r:id="rId34"/>
    <p:sldId id="394" r:id="rId35"/>
    <p:sldId id="395" r:id="rId36"/>
    <p:sldId id="396" r:id="rId37"/>
    <p:sldId id="429" r:id="rId38"/>
    <p:sldId id="435" r:id="rId39"/>
    <p:sldId id="430" r:id="rId40"/>
    <p:sldId id="431" r:id="rId41"/>
    <p:sldId id="432" r:id="rId42"/>
    <p:sldId id="433" r:id="rId43"/>
    <p:sldId id="434" r:id="rId44"/>
    <p:sldId id="401" r:id="rId45"/>
    <p:sldId id="436" r:id="rId46"/>
    <p:sldId id="428" r:id="rId47"/>
    <p:sldId id="402" r:id="rId48"/>
    <p:sldId id="437" r:id="rId49"/>
    <p:sldId id="438" r:id="rId50"/>
    <p:sldId id="439" r:id="rId51"/>
    <p:sldId id="398" r:id="rId52"/>
    <p:sldId id="399" r:id="rId53"/>
    <p:sldId id="403" r:id="rId54"/>
    <p:sldId id="404" r:id="rId55"/>
    <p:sldId id="405" r:id="rId56"/>
    <p:sldId id="440" r:id="rId57"/>
    <p:sldId id="406" r:id="rId58"/>
    <p:sldId id="441" r:id="rId59"/>
    <p:sldId id="373"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D471"/>
    <a:srgbClr val="A2A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78EBA7-56C9-423C-A870-32A1AC8333F1}" type="doc">
      <dgm:prSet loTypeId="urn:microsoft.com/office/officeart/2005/8/layout/vList4#4" loCatId="list" qsTypeId="urn:microsoft.com/office/officeart/2005/8/quickstyle/simple1" qsCatId="simple" csTypeId="urn:microsoft.com/office/officeart/2005/8/colors/colorful4" csCatId="colorful" phldr="1"/>
      <dgm:spPr/>
      <dgm:t>
        <a:bodyPr/>
        <a:lstStyle/>
        <a:p>
          <a:pPr rtl="1"/>
          <a:endParaRPr lang="ar-SA"/>
        </a:p>
      </dgm:t>
    </dgm:pt>
    <dgm:pt modelId="{5C19D102-CC32-4DB9-89F4-2B27B1E5C0BA}">
      <dgm:prSet phldrT="[نص]"/>
      <dgm:spPr/>
      <dgm:t>
        <a:bodyPr/>
        <a:lstStyle/>
        <a:p>
          <a:pPr rtl="0"/>
          <a:r>
            <a:rPr lang="en-US">
              <a:solidFill>
                <a:srgbClr val="FF0000"/>
              </a:solidFill>
            </a:rPr>
            <a:t>Part or a powerful class of  the machine learning </a:t>
          </a:r>
          <a:r>
            <a:rPr lang="en-US"/>
            <a:t>field of learning representations of data. Exceptional effective at learning patterns.</a:t>
          </a:r>
          <a:endParaRPr lang="ar-SA"/>
        </a:p>
      </dgm:t>
    </dgm:pt>
    <dgm:pt modelId="{FB8790B9-3259-411F-9D5E-B8383EAA9AF2}" type="parTrans" cxnId="{54620377-B0F6-4809-B2B1-BF7AF2729302}">
      <dgm:prSet/>
      <dgm:spPr/>
      <dgm:t>
        <a:bodyPr/>
        <a:lstStyle/>
        <a:p>
          <a:pPr rtl="1"/>
          <a:endParaRPr lang="ar-SA"/>
        </a:p>
      </dgm:t>
    </dgm:pt>
    <dgm:pt modelId="{D566C4A4-BA48-44F0-9531-8F71EDB06789}" type="sibTrans" cxnId="{54620377-B0F6-4809-B2B1-BF7AF2729302}">
      <dgm:prSet/>
      <dgm:spPr/>
      <dgm:t>
        <a:bodyPr/>
        <a:lstStyle/>
        <a:p>
          <a:pPr rtl="1"/>
          <a:endParaRPr lang="ar-SA"/>
        </a:p>
      </dgm:t>
    </dgm:pt>
    <dgm:pt modelId="{E89FE7A2-9186-45B4-8194-5390A240F8BE}">
      <dgm:prSet phldrT="[نص]"/>
      <dgm:spPr/>
      <dgm:t>
        <a:bodyPr/>
        <a:lstStyle/>
        <a:p>
          <a:pPr rtl="0"/>
          <a:r>
            <a:rPr lang="en-US"/>
            <a:t>Utilize learning algorithms that derive meaning out of data by using </a:t>
          </a:r>
          <a:r>
            <a:rPr lang="en-US">
              <a:solidFill>
                <a:srgbClr val="FF0000"/>
              </a:solidFill>
            </a:rPr>
            <a:t>hierarchy </a:t>
          </a:r>
          <a:r>
            <a:rPr lang="en-US"/>
            <a:t>of multiple layers that </a:t>
          </a:r>
          <a:r>
            <a:rPr lang="en-US">
              <a:solidFill>
                <a:srgbClr val="FF0000"/>
              </a:solidFill>
            </a:rPr>
            <a:t>mimic the neural networks of our brain</a:t>
          </a:r>
          <a:r>
            <a:rPr lang="en-US"/>
            <a:t>.</a:t>
          </a:r>
          <a:endParaRPr lang="ar-SA"/>
        </a:p>
      </dgm:t>
    </dgm:pt>
    <dgm:pt modelId="{3B341F4B-F55D-4DAF-A7D2-D8DDA65E924C}" type="parTrans" cxnId="{646DB697-7726-45C5-B297-8485C728D89F}">
      <dgm:prSet/>
      <dgm:spPr/>
      <dgm:t>
        <a:bodyPr/>
        <a:lstStyle/>
        <a:p>
          <a:pPr rtl="1"/>
          <a:endParaRPr lang="ar-SA"/>
        </a:p>
      </dgm:t>
    </dgm:pt>
    <dgm:pt modelId="{8B8EBFBF-BF17-4F89-A877-1AE1024AC50A}" type="sibTrans" cxnId="{646DB697-7726-45C5-B297-8485C728D89F}">
      <dgm:prSet/>
      <dgm:spPr/>
      <dgm:t>
        <a:bodyPr/>
        <a:lstStyle/>
        <a:p>
          <a:pPr rtl="1"/>
          <a:endParaRPr lang="ar-SA"/>
        </a:p>
      </dgm:t>
    </dgm:pt>
    <dgm:pt modelId="{04DAF1D3-55F4-4650-8E73-F5F2865628AB}">
      <dgm:prSet phldrT="[نص]"/>
      <dgm:spPr/>
      <dgm:t>
        <a:bodyPr/>
        <a:lstStyle/>
        <a:p>
          <a:pPr algn="just" rtl="0"/>
          <a:r>
            <a:rPr lang="en-US"/>
            <a:t>If you provide the system tons of information , it begins to understand it and respond in useful ways.</a:t>
          </a:r>
          <a:endParaRPr lang="ar-SA"/>
        </a:p>
      </dgm:t>
    </dgm:pt>
    <dgm:pt modelId="{EB97DF98-D969-48A3-8A6E-7C0D7D28E256}" type="parTrans" cxnId="{45C2114E-810F-4388-BD70-2E071CFC2FE4}">
      <dgm:prSet/>
      <dgm:spPr/>
      <dgm:t>
        <a:bodyPr/>
        <a:lstStyle/>
        <a:p>
          <a:pPr rtl="1"/>
          <a:endParaRPr lang="ar-SA"/>
        </a:p>
      </dgm:t>
    </dgm:pt>
    <dgm:pt modelId="{8C62ADC4-FD57-4DC1-83B7-5F73B05061CB}" type="sibTrans" cxnId="{45C2114E-810F-4388-BD70-2E071CFC2FE4}">
      <dgm:prSet/>
      <dgm:spPr/>
      <dgm:t>
        <a:bodyPr/>
        <a:lstStyle/>
        <a:p>
          <a:pPr rtl="1"/>
          <a:endParaRPr lang="ar-SA"/>
        </a:p>
      </dgm:t>
    </dgm:pt>
    <dgm:pt modelId="{F283AFDF-96B9-4B6D-A77E-F05BEF39EEFE}" type="pres">
      <dgm:prSet presAssocID="{6778EBA7-56C9-423C-A870-32A1AC8333F1}" presName="linear" presStyleCnt="0">
        <dgm:presLayoutVars>
          <dgm:dir/>
          <dgm:resizeHandles val="exact"/>
        </dgm:presLayoutVars>
      </dgm:prSet>
      <dgm:spPr/>
    </dgm:pt>
    <dgm:pt modelId="{3183A1F8-E583-43E4-9901-0CF6B44E1EA8}" type="pres">
      <dgm:prSet presAssocID="{5C19D102-CC32-4DB9-89F4-2B27B1E5C0BA}" presName="comp" presStyleCnt="0"/>
      <dgm:spPr/>
    </dgm:pt>
    <dgm:pt modelId="{FEE94D96-E48F-45A6-BE09-C638127AC260}" type="pres">
      <dgm:prSet presAssocID="{5C19D102-CC32-4DB9-89F4-2B27B1E5C0BA}" presName="box" presStyleLbl="node1" presStyleIdx="0" presStyleCnt="3" custLinFactNeighborX="63746" custLinFactNeighborY="3587"/>
      <dgm:spPr/>
    </dgm:pt>
    <dgm:pt modelId="{4FFB6A9E-E17A-41A2-BBD1-8A8329F3BF78}" type="pres">
      <dgm:prSet presAssocID="{5C19D102-CC32-4DB9-89F4-2B27B1E5C0BA}" presName="img" presStyleLbl="fgImgPlace1" presStyleIdx="0" presStyleCnt="3"/>
      <dgm:spPr>
        <a:blipFill rotWithShape="1">
          <a:blip xmlns:r="http://schemas.openxmlformats.org/officeDocument/2006/relationships" r:embed="rId1"/>
          <a:stretch>
            <a:fillRect/>
          </a:stretch>
        </a:blipFill>
      </dgm:spPr>
    </dgm:pt>
    <dgm:pt modelId="{EE40FB14-9FD3-4122-9006-06F1F68FBD26}" type="pres">
      <dgm:prSet presAssocID="{5C19D102-CC32-4DB9-89F4-2B27B1E5C0BA}" presName="text" presStyleLbl="node1" presStyleIdx="0" presStyleCnt="3">
        <dgm:presLayoutVars>
          <dgm:bulletEnabled val="1"/>
        </dgm:presLayoutVars>
      </dgm:prSet>
      <dgm:spPr/>
    </dgm:pt>
    <dgm:pt modelId="{D0BE74A2-2BB4-45C2-8EBB-314156CFEEFA}" type="pres">
      <dgm:prSet presAssocID="{D566C4A4-BA48-44F0-9531-8F71EDB06789}" presName="spacer" presStyleCnt="0"/>
      <dgm:spPr/>
    </dgm:pt>
    <dgm:pt modelId="{D9F92333-50D4-483C-82B4-67D2DB865BA1}" type="pres">
      <dgm:prSet presAssocID="{E89FE7A2-9186-45B4-8194-5390A240F8BE}" presName="comp" presStyleCnt="0"/>
      <dgm:spPr/>
    </dgm:pt>
    <dgm:pt modelId="{DE7BE94B-B738-46DC-9E5B-9297EB42962B}" type="pres">
      <dgm:prSet presAssocID="{E89FE7A2-9186-45B4-8194-5390A240F8BE}" presName="box" presStyleLbl="node1" presStyleIdx="1" presStyleCnt="3"/>
      <dgm:spPr/>
    </dgm:pt>
    <dgm:pt modelId="{F3933631-9225-409B-AE3A-7AB7116AED3D}" type="pres">
      <dgm:prSet presAssocID="{E89FE7A2-9186-45B4-8194-5390A240F8BE}" presName="img" presStyleLbl="fgImgPlace1" presStyleIdx="1" presStyleCnt="3"/>
      <dgm:spPr>
        <a:blipFill rotWithShape="1">
          <a:blip xmlns:r="http://schemas.openxmlformats.org/officeDocument/2006/relationships" r:embed="rId2"/>
          <a:stretch>
            <a:fillRect/>
          </a:stretch>
        </a:blipFill>
      </dgm:spPr>
    </dgm:pt>
    <dgm:pt modelId="{D1665A41-9912-499E-B1B3-194B88693CD7}" type="pres">
      <dgm:prSet presAssocID="{E89FE7A2-9186-45B4-8194-5390A240F8BE}" presName="text" presStyleLbl="node1" presStyleIdx="1" presStyleCnt="3">
        <dgm:presLayoutVars>
          <dgm:bulletEnabled val="1"/>
        </dgm:presLayoutVars>
      </dgm:prSet>
      <dgm:spPr/>
    </dgm:pt>
    <dgm:pt modelId="{0F47841B-9BC3-4E93-9705-DED8A2415026}" type="pres">
      <dgm:prSet presAssocID="{8B8EBFBF-BF17-4F89-A877-1AE1024AC50A}" presName="spacer" presStyleCnt="0"/>
      <dgm:spPr/>
    </dgm:pt>
    <dgm:pt modelId="{12665BE6-C801-4C29-9F2F-020785C52A1B}" type="pres">
      <dgm:prSet presAssocID="{04DAF1D3-55F4-4650-8E73-F5F2865628AB}" presName="comp" presStyleCnt="0"/>
      <dgm:spPr/>
    </dgm:pt>
    <dgm:pt modelId="{33BFBF46-8ED9-4CD0-B6A1-158FF3C1B967}" type="pres">
      <dgm:prSet presAssocID="{04DAF1D3-55F4-4650-8E73-F5F2865628AB}" presName="box" presStyleLbl="node1" presStyleIdx="2" presStyleCnt="3"/>
      <dgm:spPr/>
    </dgm:pt>
    <dgm:pt modelId="{C3A7B088-A5DA-4AE2-ADF5-36C65B09218F}" type="pres">
      <dgm:prSet presAssocID="{04DAF1D3-55F4-4650-8E73-F5F2865628AB}" presName="img" presStyleLbl="fgImgPlace1" presStyleIdx="2" presStyleCnt="3"/>
      <dgm:spPr>
        <a:blipFill rotWithShape="1">
          <a:blip xmlns:r="http://schemas.openxmlformats.org/officeDocument/2006/relationships" r:embed="rId3"/>
          <a:stretch>
            <a:fillRect/>
          </a:stretch>
        </a:blipFill>
      </dgm:spPr>
    </dgm:pt>
    <dgm:pt modelId="{CE592E9F-EDBF-4634-AF9F-A42EF9856436}" type="pres">
      <dgm:prSet presAssocID="{04DAF1D3-55F4-4650-8E73-F5F2865628AB}" presName="text" presStyleLbl="node1" presStyleIdx="2" presStyleCnt="3">
        <dgm:presLayoutVars>
          <dgm:bulletEnabled val="1"/>
        </dgm:presLayoutVars>
      </dgm:prSet>
      <dgm:spPr/>
    </dgm:pt>
  </dgm:ptLst>
  <dgm:cxnLst>
    <dgm:cxn modelId="{4E05DA01-0144-431C-B690-EDFD12E143EE}" type="presOf" srcId="{E89FE7A2-9186-45B4-8194-5390A240F8BE}" destId="{D1665A41-9912-499E-B1B3-194B88693CD7}" srcOrd="1" destOrd="0" presId="urn:microsoft.com/office/officeart/2005/8/layout/vList4#4"/>
    <dgm:cxn modelId="{D38D0039-AFBA-47F0-990D-A7AEE425D230}" type="presOf" srcId="{6778EBA7-56C9-423C-A870-32A1AC8333F1}" destId="{F283AFDF-96B9-4B6D-A77E-F05BEF39EEFE}" srcOrd="0" destOrd="0" presId="urn:microsoft.com/office/officeart/2005/8/layout/vList4#4"/>
    <dgm:cxn modelId="{A6FE335C-B936-4B40-8C86-3FA8F588594A}" type="presOf" srcId="{5C19D102-CC32-4DB9-89F4-2B27B1E5C0BA}" destId="{EE40FB14-9FD3-4122-9006-06F1F68FBD26}" srcOrd="1" destOrd="0" presId="urn:microsoft.com/office/officeart/2005/8/layout/vList4#4"/>
    <dgm:cxn modelId="{BF936F4B-E676-411A-85CB-4753F6D45AC8}" type="presOf" srcId="{E89FE7A2-9186-45B4-8194-5390A240F8BE}" destId="{DE7BE94B-B738-46DC-9E5B-9297EB42962B}" srcOrd="0" destOrd="0" presId="urn:microsoft.com/office/officeart/2005/8/layout/vList4#4"/>
    <dgm:cxn modelId="{45C2114E-810F-4388-BD70-2E071CFC2FE4}" srcId="{6778EBA7-56C9-423C-A870-32A1AC8333F1}" destId="{04DAF1D3-55F4-4650-8E73-F5F2865628AB}" srcOrd="2" destOrd="0" parTransId="{EB97DF98-D969-48A3-8A6E-7C0D7D28E256}" sibTransId="{8C62ADC4-FD57-4DC1-83B7-5F73B05061CB}"/>
    <dgm:cxn modelId="{560F7171-BF8F-4762-B8E4-E8DD08C860C3}" type="presOf" srcId="{04DAF1D3-55F4-4650-8E73-F5F2865628AB}" destId="{CE592E9F-EDBF-4634-AF9F-A42EF9856436}" srcOrd="1" destOrd="0" presId="urn:microsoft.com/office/officeart/2005/8/layout/vList4#4"/>
    <dgm:cxn modelId="{54620377-B0F6-4809-B2B1-BF7AF2729302}" srcId="{6778EBA7-56C9-423C-A870-32A1AC8333F1}" destId="{5C19D102-CC32-4DB9-89F4-2B27B1E5C0BA}" srcOrd="0" destOrd="0" parTransId="{FB8790B9-3259-411F-9D5E-B8383EAA9AF2}" sibTransId="{D566C4A4-BA48-44F0-9531-8F71EDB06789}"/>
    <dgm:cxn modelId="{8B5F1058-56AA-431F-A35D-C3DFB3E2A2BD}" type="presOf" srcId="{5C19D102-CC32-4DB9-89F4-2B27B1E5C0BA}" destId="{FEE94D96-E48F-45A6-BE09-C638127AC260}" srcOrd="0" destOrd="0" presId="urn:microsoft.com/office/officeart/2005/8/layout/vList4#4"/>
    <dgm:cxn modelId="{646DB697-7726-45C5-B297-8485C728D89F}" srcId="{6778EBA7-56C9-423C-A870-32A1AC8333F1}" destId="{E89FE7A2-9186-45B4-8194-5390A240F8BE}" srcOrd="1" destOrd="0" parTransId="{3B341F4B-F55D-4DAF-A7D2-D8DDA65E924C}" sibTransId="{8B8EBFBF-BF17-4F89-A877-1AE1024AC50A}"/>
    <dgm:cxn modelId="{D66296F8-0A22-4F12-AA41-3757CC73AA16}" type="presOf" srcId="{04DAF1D3-55F4-4650-8E73-F5F2865628AB}" destId="{33BFBF46-8ED9-4CD0-B6A1-158FF3C1B967}" srcOrd="0" destOrd="0" presId="urn:microsoft.com/office/officeart/2005/8/layout/vList4#4"/>
    <dgm:cxn modelId="{F7C3B934-2F27-4728-A45F-6EEE18C63303}" type="presParOf" srcId="{F283AFDF-96B9-4B6D-A77E-F05BEF39EEFE}" destId="{3183A1F8-E583-43E4-9901-0CF6B44E1EA8}" srcOrd="0" destOrd="0" presId="urn:microsoft.com/office/officeart/2005/8/layout/vList4#4"/>
    <dgm:cxn modelId="{11728844-0649-4DF3-A0B9-F29788A520E2}" type="presParOf" srcId="{3183A1F8-E583-43E4-9901-0CF6B44E1EA8}" destId="{FEE94D96-E48F-45A6-BE09-C638127AC260}" srcOrd="0" destOrd="0" presId="urn:microsoft.com/office/officeart/2005/8/layout/vList4#4"/>
    <dgm:cxn modelId="{8A28E193-288F-45BF-B553-B6B4E81174A5}" type="presParOf" srcId="{3183A1F8-E583-43E4-9901-0CF6B44E1EA8}" destId="{4FFB6A9E-E17A-41A2-BBD1-8A8329F3BF78}" srcOrd="1" destOrd="0" presId="urn:microsoft.com/office/officeart/2005/8/layout/vList4#4"/>
    <dgm:cxn modelId="{D52A9EF2-D98D-4581-B304-088F3FF28FD2}" type="presParOf" srcId="{3183A1F8-E583-43E4-9901-0CF6B44E1EA8}" destId="{EE40FB14-9FD3-4122-9006-06F1F68FBD26}" srcOrd="2" destOrd="0" presId="urn:microsoft.com/office/officeart/2005/8/layout/vList4#4"/>
    <dgm:cxn modelId="{05CB745A-9638-44CF-AE17-DF2B8CA376B8}" type="presParOf" srcId="{F283AFDF-96B9-4B6D-A77E-F05BEF39EEFE}" destId="{D0BE74A2-2BB4-45C2-8EBB-314156CFEEFA}" srcOrd="1" destOrd="0" presId="urn:microsoft.com/office/officeart/2005/8/layout/vList4#4"/>
    <dgm:cxn modelId="{58E42EDA-DCC2-4797-B633-4744E9245228}" type="presParOf" srcId="{F283AFDF-96B9-4B6D-A77E-F05BEF39EEFE}" destId="{D9F92333-50D4-483C-82B4-67D2DB865BA1}" srcOrd="2" destOrd="0" presId="urn:microsoft.com/office/officeart/2005/8/layout/vList4#4"/>
    <dgm:cxn modelId="{0C2D9AEF-80BC-4BF7-803E-D683CAE92D6C}" type="presParOf" srcId="{D9F92333-50D4-483C-82B4-67D2DB865BA1}" destId="{DE7BE94B-B738-46DC-9E5B-9297EB42962B}" srcOrd="0" destOrd="0" presId="urn:microsoft.com/office/officeart/2005/8/layout/vList4#4"/>
    <dgm:cxn modelId="{CCFE7A13-A155-4D25-A785-0F17806C4E79}" type="presParOf" srcId="{D9F92333-50D4-483C-82B4-67D2DB865BA1}" destId="{F3933631-9225-409B-AE3A-7AB7116AED3D}" srcOrd="1" destOrd="0" presId="urn:microsoft.com/office/officeart/2005/8/layout/vList4#4"/>
    <dgm:cxn modelId="{EA8BA293-748A-4802-A7D9-CD0719A2A1A6}" type="presParOf" srcId="{D9F92333-50D4-483C-82B4-67D2DB865BA1}" destId="{D1665A41-9912-499E-B1B3-194B88693CD7}" srcOrd="2" destOrd="0" presId="urn:microsoft.com/office/officeart/2005/8/layout/vList4#4"/>
    <dgm:cxn modelId="{7FD533A6-63BE-4499-99E8-9993E75DAD0C}" type="presParOf" srcId="{F283AFDF-96B9-4B6D-A77E-F05BEF39EEFE}" destId="{0F47841B-9BC3-4E93-9705-DED8A2415026}" srcOrd="3" destOrd="0" presId="urn:microsoft.com/office/officeart/2005/8/layout/vList4#4"/>
    <dgm:cxn modelId="{6A1D4E71-DE5B-4BAD-B95C-04BBEC5F2FF2}" type="presParOf" srcId="{F283AFDF-96B9-4B6D-A77E-F05BEF39EEFE}" destId="{12665BE6-C801-4C29-9F2F-020785C52A1B}" srcOrd="4" destOrd="0" presId="urn:microsoft.com/office/officeart/2005/8/layout/vList4#4"/>
    <dgm:cxn modelId="{6206B68F-2FB4-456F-A29E-E3A310C4537A}" type="presParOf" srcId="{12665BE6-C801-4C29-9F2F-020785C52A1B}" destId="{33BFBF46-8ED9-4CD0-B6A1-158FF3C1B967}" srcOrd="0" destOrd="0" presId="urn:microsoft.com/office/officeart/2005/8/layout/vList4#4"/>
    <dgm:cxn modelId="{EE44D54B-F5E1-434F-9BA0-15E1C01FE07B}" type="presParOf" srcId="{12665BE6-C801-4C29-9F2F-020785C52A1B}" destId="{C3A7B088-A5DA-4AE2-ADF5-36C65B09218F}" srcOrd="1" destOrd="0" presId="urn:microsoft.com/office/officeart/2005/8/layout/vList4#4"/>
    <dgm:cxn modelId="{356867C5-22A5-4110-AFAF-52C99FEE8F2F}" type="presParOf" srcId="{12665BE6-C801-4C29-9F2F-020785C52A1B}" destId="{CE592E9F-EDBF-4634-AF9F-A42EF9856436}" srcOrd="2" destOrd="0" presId="urn:microsoft.com/office/officeart/2005/8/layout/vList4#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7B220F-A8AF-410B-9E83-02D4B4C19548}" type="doc">
      <dgm:prSet loTypeId="urn:microsoft.com/office/officeart/2005/8/layout/list1" loCatId="list" qsTypeId="urn:microsoft.com/office/officeart/2005/8/quickstyle/simple3" qsCatId="simple" csTypeId="urn:microsoft.com/office/officeart/2005/8/colors/accent3_3" csCatId="accent3" phldr="1"/>
      <dgm:spPr/>
      <dgm:t>
        <a:bodyPr/>
        <a:lstStyle/>
        <a:p>
          <a:pPr rtl="1"/>
          <a:endParaRPr lang="ar-SA"/>
        </a:p>
      </dgm:t>
    </dgm:pt>
    <dgm:pt modelId="{DA2D8DEC-B097-4DF5-A686-C5AB2FDA5AF5}">
      <dgm:prSet phldrT="[نص]"/>
      <dgm:spPr/>
      <dgm:t>
        <a:bodyPr/>
        <a:lstStyle/>
        <a:p>
          <a:pPr rtl="0"/>
          <a:r>
            <a:rPr lang="en-US" b="1"/>
            <a:t>Convolutional Neural Networks(Convnet,CNN)</a:t>
          </a:r>
          <a:endParaRPr lang="ar-SA" b="1"/>
        </a:p>
      </dgm:t>
    </dgm:pt>
    <dgm:pt modelId="{599802FF-B4C0-4C6D-A512-35B4CA9CC592}" type="parTrans" cxnId="{BEECD20E-D1E3-4C8C-B56A-B595A28D0145}">
      <dgm:prSet/>
      <dgm:spPr/>
      <dgm:t>
        <a:bodyPr/>
        <a:lstStyle/>
        <a:p>
          <a:pPr rtl="1"/>
          <a:endParaRPr lang="ar-SA"/>
        </a:p>
      </dgm:t>
    </dgm:pt>
    <dgm:pt modelId="{944277C2-611B-4E03-B1DC-670A5A516AA7}" type="sibTrans" cxnId="{BEECD20E-D1E3-4C8C-B56A-B595A28D0145}">
      <dgm:prSet/>
      <dgm:spPr/>
      <dgm:t>
        <a:bodyPr/>
        <a:lstStyle/>
        <a:p>
          <a:pPr rtl="1"/>
          <a:endParaRPr lang="ar-SA"/>
        </a:p>
      </dgm:t>
    </dgm:pt>
    <dgm:pt modelId="{211353E0-9F08-4DF2-8D3A-F74F174842A0}">
      <dgm:prSet phldrT="[نص]"/>
      <dgm:spPr/>
      <dgm:t>
        <a:bodyPr/>
        <a:lstStyle/>
        <a:p>
          <a:pPr rtl="0"/>
          <a:r>
            <a:rPr lang="en-US" b="1"/>
            <a:t>Recurrent Neural Networks(RNN)</a:t>
          </a:r>
          <a:endParaRPr lang="ar-SA" b="1"/>
        </a:p>
      </dgm:t>
    </dgm:pt>
    <dgm:pt modelId="{B849D4E6-DF4F-4FB1-8EAF-02E4CA5C08E0}" type="parTrans" cxnId="{D3E93394-6964-43CE-B8D0-A89527AF04CD}">
      <dgm:prSet/>
      <dgm:spPr/>
      <dgm:t>
        <a:bodyPr/>
        <a:lstStyle/>
        <a:p>
          <a:pPr rtl="1"/>
          <a:endParaRPr lang="ar-SA"/>
        </a:p>
      </dgm:t>
    </dgm:pt>
    <dgm:pt modelId="{93A0CEC3-3583-4330-BC6B-6C342608926E}" type="sibTrans" cxnId="{D3E93394-6964-43CE-B8D0-A89527AF04CD}">
      <dgm:prSet/>
      <dgm:spPr/>
      <dgm:t>
        <a:bodyPr/>
        <a:lstStyle/>
        <a:p>
          <a:pPr rtl="1"/>
          <a:endParaRPr lang="ar-SA"/>
        </a:p>
      </dgm:t>
    </dgm:pt>
    <dgm:pt modelId="{85772FD4-D232-4DD5-847C-BBD768DD1664}">
      <dgm:prSet phldrT="[نص]"/>
      <dgm:spPr/>
      <dgm:t>
        <a:bodyPr/>
        <a:lstStyle/>
        <a:p>
          <a:pPr rtl="1"/>
          <a:r>
            <a:rPr lang="en-US" b="1"/>
            <a:t>Long Short Term Memory (LSTM) networks</a:t>
          </a:r>
          <a:endParaRPr lang="ar-SA" b="1"/>
        </a:p>
      </dgm:t>
    </dgm:pt>
    <dgm:pt modelId="{A4887F7D-E19C-4F3B-BF8F-DD8AB927EDEB}" type="parTrans" cxnId="{CADEEFEB-E1AE-4B0C-AD7E-08CC5F572892}">
      <dgm:prSet/>
      <dgm:spPr/>
      <dgm:t>
        <a:bodyPr/>
        <a:lstStyle/>
        <a:p>
          <a:pPr rtl="1"/>
          <a:endParaRPr lang="ar-SA"/>
        </a:p>
      </dgm:t>
    </dgm:pt>
    <dgm:pt modelId="{AE2A1A89-B964-489D-B428-0945E71B02E6}" type="sibTrans" cxnId="{CADEEFEB-E1AE-4B0C-AD7E-08CC5F572892}">
      <dgm:prSet/>
      <dgm:spPr/>
      <dgm:t>
        <a:bodyPr/>
        <a:lstStyle/>
        <a:p>
          <a:pPr rtl="1"/>
          <a:endParaRPr lang="ar-SA"/>
        </a:p>
      </dgm:t>
    </dgm:pt>
    <dgm:pt modelId="{136C87A2-10BB-486E-8CBA-B41A374ABFD8}">
      <dgm:prSet phldrT="[نص]"/>
      <dgm:spPr/>
      <dgm:t>
        <a:bodyPr/>
        <a:lstStyle/>
        <a:p>
          <a:pPr rtl="0"/>
          <a:r>
            <a:rPr lang="en-US" b="1"/>
            <a:t>Deep/Restricted Boltzmann Machines (RBM)</a:t>
          </a:r>
          <a:endParaRPr lang="ar-SA" b="1"/>
        </a:p>
      </dgm:t>
    </dgm:pt>
    <dgm:pt modelId="{C14E632D-EC37-4D0D-B8A2-A9538A00F9DF}" type="parTrans" cxnId="{4978455C-B118-4885-91CD-22A16D70AA2F}">
      <dgm:prSet/>
      <dgm:spPr/>
      <dgm:t>
        <a:bodyPr/>
        <a:lstStyle/>
        <a:p>
          <a:pPr rtl="1"/>
          <a:endParaRPr lang="ar-SA"/>
        </a:p>
      </dgm:t>
    </dgm:pt>
    <dgm:pt modelId="{10655A5B-5691-4315-88D1-CFADF03A52E8}" type="sibTrans" cxnId="{4978455C-B118-4885-91CD-22A16D70AA2F}">
      <dgm:prSet/>
      <dgm:spPr/>
      <dgm:t>
        <a:bodyPr/>
        <a:lstStyle/>
        <a:p>
          <a:pPr rtl="1"/>
          <a:endParaRPr lang="ar-SA"/>
        </a:p>
      </dgm:t>
    </dgm:pt>
    <dgm:pt modelId="{15234C1A-EB86-4F68-AA61-B9425626F86C}">
      <dgm:prSet phldrT="[نص]"/>
      <dgm:spPr/>
      <dgm:t>
        <a:bodyPr/>
        <a:lstStyle/>
        <a:p>
          <a:pPr rtl="0"/>
          <a:r>
            <a:rPr lang="en-US" b="1"/>
            <a:t>Deep Q-networks</a:t>
          </a:r>
          <a:endParaRPr lang="ar-SA" b="1"/>
        </a:p>
      </dgm:t>
    </dgm:pt>
    <dgm:pt modelId="{7C920E74-3E4F-4531-86CF-913596C44A00}" type="parTrans" cxnId="{8B63C8CF-0780-41C4-8BB9-DFF65807369A}">
      <dgm:prSet/>
      <dgm:spPr/>
      <dgm:t>
        <a:bodyPr/>
        <a:lstStyle/>
        <a:p>
          <a:pPr rtl="1"/>
          <a:endParaRPr lang="ar-SA"/>
        </a:p>
      </dgm:t>
    </dgm:pt>
    <dgm:pt modelId="{7B400A7C-87DB-41F7-8425-666DCFB3E284}" type="sibTrans" cxnId="{8B63C8CF-0780-41C4-8BB9-DFF65807369A}">
      <dgm:prSet/>
      <dgm:spPr/>
      <dgm:t>
        <a:bodyPr/>
        <a:lstStyle/>
        <a:p>
          <a:pPr rtl="1"/>
          <a:endParaRPr lang="ar-SA"/>
        </a:p>
      </dgm:t>
    </dgm:pt>
    <dgm:pt modelId="{5AB40D66-92CA-4881-B4D1-5EA8795FD073}">
      <dgm:prSet phldrT="[نص]"/>
      <dgm:spPr/>
      <dgm:t>
        <a:bodyPr/>
        <a:lstStyle/>
        <a:p>
          <a:pPr rtl="0"/>
          <a:r>
            <a:rPr lang="en-US" b="1"/>
            <a:t>Deep Belief Networks(DBN)</a:t>
          </a:r>
          <a:endParaRPr lang="ar-SA" b="1"/>
        </a:p>
      </dgm:t>
    </dgm:pt>
    <dgm:pt modelId="{74B80300-50D7-4C14-85D0-8A756C0050AF}" type="parTrans" cxnId="{3CCFA588-5DEB-423E-8812-595F6E9A2F9C}">
      <dgm:prSet/>
      <dgm:spPr/>
      <dgm:t>
        <a:bodyPr/>
        <a:lstStyle/>
        <a:p>
          <a:pPr rtl="1"/>
          <a:endParaRPr lang="ar-SA"/>
        </a:p>
      </dgm:t>
    </dgm:pt>
    <dgm:pt modelId="{0544B61A-9E02-4E2C-BD35-201B01236F40}" type="sibTrans" cxnId="{3CCFA588-5DEB-423E-8812-595F6E9A2F9C}">
      <dgm:prSet/>
      <dgm:spPr/>
      <dgm:t>
        <a:bodyPr/>
        <a:lstStyle/>
        <a:p>
          <a:pPr rtl="1"/>
          <a:endParaRPr lang="ar-SA"/>
        </a:p>
      </dgm:t>
    </dgm:pt>
    <dgm:pt modelId="{321CE832-05D1-428B-A3D1-9414BA5E61F3}">
      <dgm:prSet phldrT="[نص]"/>
      <dgm:spPr/>
      <dgm:t>
        <a:bodyPr/>
        <a:lstStyle/>
        <a:p>
          <a:pPr rtl="0"/>
          <a:r>
            <a:rPr lang="en-US" b="1"/>
            <a:t>Deep Stacking Networks</a:t>
          </a:r>
          <a:endParaRPr lang="ar-SA" b="1"/>
        </a:p>
      </dgm:t>
    </dgm:pt>
    <dgm:pt modelId="{F0E7C9F6-1BB2-45B3-9B85-06A589A8E640}" type="parTrans" cxnId="{33272A00-856A-4283-809C-D5314F009B6B}">
      <dgm:prSet/>
      <dgm:spPr/>
      <dgm:t>
        <a:bodyPr/>
        <a:lstStyle/>
        <a:p>
          <a:pPr rtl="1"/>
          <a:endParaRPr lang="ar-SA"/>
        </a:p>
      </dgm:t>
    </dgm:pt>
    <dgm:pt modelId="{3A9EDF9F-D7AC-44DC-B696-6989CE72F53F}" type="sibTrans" cxnId="{33272A00-856A-4283-809C-D5314F009B6B}">
      <dgm:prSet/>
      <dgm:spPr/>
      <dgm:t>
        <a:bodyPr/>
        <a:lstStyle/>
        <a:p>
          <a:pPr rtl="1"/>
          <a:endParaRPr lang="ar-SA"/>
        </a:p>
      </dgm:t>
    </dgm:pt>
    <dgm:pt modelId="{16548479-5F6C-4D6E-A7A7-09EC0D7B4BF0}" type="pres">
      <dgm:prSet presAssocID="{CA7B220F-A8AF-410B-9E83-02D4B4C19548}" presName="linear" presStyleCnt="0">
        <dgm:presLayoutVars>
          <dgm:dir/>
          <dgm:animLvl val="lvl"/>
          <dgm:resizeHandles val="exact"/>
        </dgm:presLayoutVars>
      </dgm:prSet>
      <dgm:spPr/>
    </dgm:pt>
    <dgm:pt modelId="{586CBEAD-4E90-45B0-B7F9-4A8EE370F75D}" type="pres">
      <dgm:prSet presAssocID="{DA2D8DEC-B097-4DF5-A686-C5AB2FDA5AF5}" presName="parentLin" presStyleCnt="0"/>
      <dgm:spPr/>
    </dgm:pt>
    <dgm:pt modelId="{06AA8D4A-F3F9-4319-9184-6347E958C545}" type="pres">
      <dgm:prSet presAssocID="{DA2D8DEC-B097-4DF5-A686-C5AB2FDA5AF5}" presName="parentLeftMargin" presStyleLbl="node1" presStyleIdx="0" presStyleCnt="7"/>
      <dgm:spPr/>
    </dgm:pt>
    <dgm:pt modelId="{7BEE4B7C-393D-44D1-9275-D352787E2115}" type="pres">
      <dgm:prSet presAssocID="{DA2D8DEC-B097-4DF5-A686-C5AB2FDA5AF5}" presName="parentText" presStyleLbl="node1" presStyleIdx="0" presStyleCnt="7">
        <dgm:presLayoutVars>
          <dgm:chMax val="0"/>
          <dgm:bulletEnabled val="1"/>
        </dgm:presLayoutVars>
      </dgm:prSet>
      <dgm:spPr/>
    </dgm:pt>
    <dgm:pt modelId="{12DA74AF-F5A3-44F3-8DEC-D3CBEB7C9B1D}" type="pres">
      <dgm:prSet presAssocID="{DA2D8DEC-B097-4DF5-A686-C5AB2FDA5AF5}" presName="negativeSpace" presStyleCnt="0"/>
      <dgm:spPr/>
    </dgm:pt>
    <dgm:pt modelId="{499F08BE-E8D0-483A-8A8A-3AE02B986133}" type="pres">
      <dgm:prSet presAssocID="{DA2D8DEC-B097-4DF5-A686-C5AB2FDA5AF5}" presName="childText" presStyleLbl="conFgAcc1" presStyleIdx="0" presStyleCnt="7">
        <dgm:presLayoutVars>
          <dgm:bulletEnabled val="1"/>
        </dgm:presLayoutVars>
      </dgm:prSet>
      <dgm:spPr/>
    </dgm:pt>
    <dgm:pt modelId="{CED3801C-1C79-426C-B0C0-F7B7ABE164AB}" type="pres">
      <dgm:prSet presAssocID="{944277C2-611B-4E03-B1DC-670A5A516AA7}" presName="spaceBetweenRectangles" presStyleCnt="0"/>
      <dgm:spPr/>
    </dgm:pt>
    <dgm:pt modelId="{4D86CA0C-2685-48B1-84E4-A47151AF08B7}" type="pres">
      <dgm:prSet presAssocID="{211353E0-9F08-4DF2-8D3A-F74F174842A0}" presName="parentLin" presStyleCnt="0"/>
      <dgm:spPr/>
    </dgm:pt>
    <dgm:pt modelId="{37FA2F2C-4AD9-43BB-B950-C92ADB90A38B}" type="pres">
      <dgm:prSet presAssocID="{211353E0-9F08-4DF2-8D3A-F74F174842A0}" presName="parentLeftMargin" presStyleLbl="node1" presStyleIdx="0" presStyleCnt="7"/>
      <dgm:spPr/>
    </dgm:pt>
    <dgm:pt modelId="{0C0E1456-0310-424A-AEB7-EBAFE0D1D758}" type="pres">
      <dgm:prSet presAssocID="{211353E0-9F08-4DF2-8D3A-F74F174842A0}" presName="parentText" presStyleLbl="node1" presStyleIdx="1" presStyleCnt="7">
        <dgm:presLayoutVars>
          <dgm:chMax val="0"/>
          <dgm:bulletEnabled val="1"/>
        </dgm:presLayoutVars>
      </dgm:prSet>
      <dgm:spPr/>
    </dgm:pt>
    <dgm:pt modelId="{63BF5477-AC1E-4B60-A032-265816418F9B}" type="pres">
      <dgm:prSet presAssocID="{211353E0-9F08-4DF2-8D3A-F74F174842A0}" presName="negativeSpace" presStyleCnt="0"/>
      <dgm:spPr/>
    </dgm:pt>
    <dgm:pt modelId="{0C391ED8-3591-47DE-89E0-B632C2A1614A}" type="pres">
      <dgm:prSet presAssocID="{211353E0-9F08-4DF2-8D3A-F74F174842A0}" presName="childText" presStyleLbl="conFgAcc1" presStyleIdx="1" presStyleCnt="7">
        <dgm:presLayoutVars>
          <dgm:bulletEnabled val="1"/>
        </dgm:presLayoutVars>
      </dgm:prSet>
      <dgm:spPr/>
    </dgm:pt>
    <dgm:pt modelId="{9EF8E960-7131-4225-B29B-24FA213B32BF}" type="pres">
      <dgm:prSet presAssocID="{93A0CEC3-3583-4330-BC6B-6C342608926E}" presName="spaceBetweenRectangles" presStyleCnt="0"/>
      <dgm:spPr/>
    </dgm:pt>
    <dgm:pt modelId="{11D3DE97-B49A-4CA8-9BDF-E07E4E177670}" type="pres">
      <dgm:prSet presAssocID="{85772FD4-D232-4DD5-847C-BBD768DD1664}" presName="parentLin" presStyleCnt="0"/>
      <dgm:spPr/>
    </dgm:pt>
    <dgm:pt modelId="{15FE17FE-22CB-42E8-A530-B1A86B967549}" type="pres">
      <dgm:prSet presAssocID="{85772FD4-D232-4DD5-847C-BBD768DD1664}" presName="parentLeftMargin" presStyleLbl="node1" presStyleIdx="1" presStyleCnt="7"/>
      <dgm:spPr/>
    </dgm:pt>
    <dgm:pt modelId="{27BF380D-8A77-400A-9B38-E014C0AA50D1}" type="pres">
      <dgm:prSet presAssocID="{85772FD4-D232-4DD5-847C-BBD768DD1664}" presName="parentText" presStyleLbl="node1" presStyleIdx="2" presStyleCnt="7">
        <dgm:presLayoutVars>
          <dgm:chMax val="0"/>
          <dgm:bulletEnabled val="1"/>
        </dgm:presLayoutVars>
      </dgm:prSet>
      <dgm:spPr/>
    </dgm:pt>
    <dgm:pt modelId="{FEC895F2-822D-43B8-9316-D5C7E3FEC826}" type="pres">
      <dgm:prSet presAssocID="{85772FD4-D232-4DD5-847C-BBD768DD1664}" presName="negativeSpace" presStyleCnt="0"/>
      <dgm:spPr/>
    </dgm:pt>
    <dgm:pt modelId="{3FE42313-ECE0-48EE-93EB-E6E51CD84235}" type="pres">
      <dgm:prSet presAssocID="{85772FD4-D232-4DD5-847C-BBD768DD1664}" presName="childText" presStyleLbl="conFgAcc1" presStyleIdx="2" presStyleCnt="7">
        <dgm:presLayoutVars>
          <dgm:bulletEnabled val="1"/>
        </dgm:presLayoutVars>
      </dgm:prSet>
      <dgm:spPr/>
    </dgm:pt>
    <dgm:pt modelId="{2E4639E8-652D-42D6-AE93-FF124B441573}" type="pres">
      <dgm:prSet presAssocID="{AE2A1A89-B964-489D-B428-0945E71B02E6}" presName="spaceBetweenRectangles" presStyleCnt="0"/>
      <dgm:spPr/>
    </dgm:pt>
    <dgm:pt modelId="{967DB24F-ED6E-44EF-A66A-CF9393399917}" type="pres">
      <dgm:prSet presAssocID="{136C87A2-10BB-486E-8CBA-B41A374ABFD8}" presName="parentLin" presStyleCnt="0"/>
      <dgm:spPr/>
    </dgm:pt>
    <dgm:pt modelId="{10B611D3-BA5F-4C4E-A372-F983DF16C5C4}" type="pres">
      <dgm:prSet presAssocID="{136C87A2-10BB-486E-8CBA-B41A374ABFD8}" presName="parentLeftMargin" presStyleLbl="node1" presStyleIdx="2" presStyleCnt="7"/>
      <dgm:spPr/>
    </dgm:pt>
    <dgm:pt modelId="{98D55C5B-C216-43C5-BCBA-33F427A73186}" type="pres">
      <dgm:prSet presAssocID="{136C87A2-10BB-486E-8CBA-B41A374ABFD8}" presName="parentText" presStyleLbl="node1" presStyleIdx="3" presStyleCnt="7">
        <dgm:presLayoutVars>
          <dgm:chMax val="0"/>
          <dgm:bulletEnabled val="1"/>
        </dgm:presLayoutVars>
      </dgm:prSet>
      <dgm:spPr/>
    </dgm:pt>
    <dgm:pt modelId="{7A505BA3-C622-4CE2-B38C-4765F01ACD7F}" type="pres">
      <dgm:prSet presAssocID="{136C87A2-10BB-486E-8CBA-B41A374ABFD8}" presName="negativeSpace" presStyleCnt="0"/>
      <dgm:spPr/>
    </dgm:pt>
    <dgm:pt modelId="{856D2FE5-2273-48FA-81B3-AF1C72611A3C}" type="pres">
      <dgm:prSet presAssocID="{136C87A2-10BB-486E-8CBA-B41A374ABFD8}" presName="childText" presStyleLbl="conFgAcc1" presStyleIdx="3" presStyleCnt="7">
        <dgm:presLayoutVars>
          <dgm:bulletEnabled val="1"/>
        </dgm:presLayoutVars>
      </dgm:prSet>
      <dgm:spPr/>
    </dgm:pt>
    <dgm:pt modelId="{BC13581E-4527-4057-A9BE-D01E89810F11}" type="pres">
      <dgm:prSet presAssocID="{10655A5B-5691-4315-88D1-CFADF03A52E8}" presName="spaceBetweenRectangles" presStyleCnt="0"/>
      <dgm:spPr/>
    </dgm:pt>
    <dgm:pt modelId="{78FE2268-5739-4264-8099-3E483C531B48}" type="pres">
      <dgm:prSet presAssocID="{15234C1A-EB86-4F68-AA61-B9425626F86C}" presName="parentLin" presStyleCnt="0"/>
      <dgm:spPr/>
    </dgm:pt>
    <dgm:pt modelId="{4871D6BB-DE37-44B5-83BB-11DCFD0034F1}" type="pres">
      <dgm:prSet presAssocID="{15234C1A-EB86-4F68-AA61-B9425626F86C}" presName="parentLeftMargin" presStyleLbl="node1" presStyleIdx="3" presStyleCnt="7"/>
      <dgm:spPr/>
    </dgm:pt>
    <dgm:pt modelId="{ACCED8E1-8A59-4484-8588-96DDEABEB8C6}" type="pres">
      <dgm:prSet presAssocID="{15234C1A-EB86-4F68-AA61-B9425626F86C}" presName="parentText" presStyleLbl="node1" presStyleIdx="4" presStyleCnt="7">
        <dgm:presLayoutVars>
          <dgm:chMax val="0"/>
          <dgm:bulletEnabled val="1"/>
        </dgm:presLayoutVars>
      </dgm:prSet>
      <dgm:spPr/>
    </dgm:pt>
    <dgm:pt modelId="{EDAB5ADA-3CD2-4C77-BCA6-9DF0B23F2E3D}" type="pres">
      <dgm:prSet presAssocID="{15234C1A-EB86-4F68-AA61-B9425626F86C}" presName="negativeSpace" presStyleCnt="0"/>
      <dgm:spPr/>
    </dgm:pt>
    <dgm:pt modelId="{3A85F031-013F-4DB6-BF2D-4FD2C5DCB4AB}" type="pres">
      <dgm:prSet presAssocID="{15234C1A-EB86-4F68-AA61-B9425626F86C}" presName="childText" presStyleLbl="conFgAcc1" presStyleIdx="4" presStyleCnt="7">
        <dgm:presLayoutVars>
          <dgm:bulletEnabled val="1"/>
        </dgm:presLayoutVars>
      </dgm:prSet>
      <dgm:spPr/>
    </dgm:pt>
    <dgm:pt modelId="{521371EF-79B9-449D-B3BA-3829CA2D9760}" type="pres">
      <dgm:prSet presAssocID="{7B400A7C-87DB-41F7-8425-666DCFB3E284}" presName="spaceBetweenRectangles" presStyleCnt="0"/>
      <dgm:spPr/>
    </dgm:pt>
    <dgm:pt modelId="{290727A7-5010-416C-AA08-739C1E8A4124}" type="pres">
      <dgm:prSet presAssocID="{5AB40D66-92CA-4881-B4D1-5EA8795FD073}" presName="parentLin" presStyleCnt="0"/>
      <dgm:spPr/>
    </dgm:pt>
    <dgm:pt modelId="{BE5C82F9-49B4-46CA-B48F-D4440A15737C}" type="pres">
      <dgm:prSet presAssocID="{5AB40D66-92CA-4881-B4D1-5EA8795FD073}" presName="parentLeftMargin" presStyleLbl="node1" presStyleIdx="4" presStyleCnt="7"/>
      <dgm:spPr/>
    </dgm:pt>
    <dgm:pt modelId="{8CF8C197-AFA9-4AE0-9B13-E4FD2A0FBC36}" type="pres">
      <dgm:prSet presAssocID="{5AB40D66-92CA-4881-B4D1-5EA8795FD073}" presName="parentText" presStyleLbl="node1" presStyleIdx="5" presStyleCnt="7">
        <dgm:presLayoutVars>
          <dgm:chMax val="0"/>
          <dgm:bulletEnabled val="1"/>
        </dgm:presLayoutVars>
      </dgm:prSet>
      <dgm:spPr/>
    </dgm:pt>
    <dgm:pt modelId="{544BB93D-ED5A-4509-B10D-6FD4C505B978}" type="pres">
      <dgm:prSet presAssocID="{5AB40D66-92CA-4881-B4D1-5EA8795FD073}" presName="negativeSpace" presStyleCnt="0"/>
      <dgm:spPr/>
    </dgm:pt>
    <dgm:pt modelId="{170F780A-6E13-46C3-BE36-56950F7A2E25}" type="pres">
      <dgm:prSet presAssocID="{5AB40D66-92CA-4881-B4D1-5EA8795FD073}" presName="childText" presStyleLbl="conFgAcc1" presStyleIdx="5" presStyleCnt="7">
        <dgm:presLayoutVars>
          <dgm:bulletEnabled val="1"/>
        </dgm:presLayoutVars>
      </dgm:prSet>
      <dgm:spPr/>
    </dgm:pt>
    <dgm:pt modelId="{04D777E8-8382-47C4-B3B0-7F3C58180E28}" type="pres">
      <dgm:prSet presAssocID="{0544B61A-9E02-4E2C-BD35-201B01236F40}" presName="spaceBetweenRectangles" presStyleCnt="0"/>
      <dgm:spPr/>
    </dgm:pt>
    <dgm:pt modelId="{1C976B37-9DBA-436E-A6BE-94E8A2EC0BFC}" type="pres">
      <dgm:prSet presAssocID="{321CE832-05D1-428B-A3D1-9414BA5E61F3}" presName="parentLin" presStyleCnt="0"/>
      <dgm:spPr/>
    </dgm:pt>
    <dgm:pt modelId="{D5447973-E330-4B21-A70E-94CEC3687D5A}" type="pres">
      <dgm:prSet presAssocID="{321CE832-05D1-428B-A3D1-9414BA5E61F3}" presName="parentLeftMargin" presStyleLbl="node1" presStyleIdx="5" presStyleCnt="7"/>
      <dgm:spPr/>
    </dgm:pt>
    <dgm:pt modelId="{E19FB57C-66B0-421C-93B7-8C5596C62421}" type="pres">
      <dgm:prSet presAssocID="{321CE832-05D1-428B-A3D1-9414BA5E61F3}" presName="parentText" presStyleLbl="node1" presStyleIdx="6" presStyleCnt="7">
        <dgm:presLayoutVars>
          <dgm:chMax val="0"/>
          <dgm:bulletEnabled val="1"/>
        </dgm:presLayoutVars>
      </dgm:prSet>
      <dgm:spPr/>
    </dgm:pt>
    <dgm:pt modelId="{95D9F359-9748-4555-8365-4151805D1894}" type="pres">
      <dgm:prSet presAssocID="{321CE832-05D1-428B-A3D1-9414BA5E61F3}" presName="negativeSpace" presStyleCnt="0"/>
      <dgm:spPr/>
    </dgm:pt>
    <dgm:pt modelId="{8A25D035-47EF-415A-BF6D-F55735366DB9}" type="pres">
      <dgm:prSet presAssocID="{321CE832-05D1-428B-A3D1-9414BA5E61F3}" presName="childText" presStyleLbl="conFgAcc1" presStyleIdx="6" presStyleCnt="7">
        <dgm:presLayoutVars>
          <dgm:bulletEnabled val="1"/>
        </dgm:presLayoutVars>
      </dgm:prSet>
      <dgm:spPr/>
    </dgm:pt>
  </dgm:ptLst>
  <dgm:cxnLst>
    <dgm:cxn modelId="{33272A00-856A-4283-809C-D5314F009B6B}" srcId="{CA7B220F-A8AF-410B-9E83-02D4B4C19548}" destId="{321CE832-05D1-428B-A3D1-9414BA5E61F3}" srcOrd="6" destOrd="0" parTransId="{F0E7C9F6-1BB2-45B3-9B85-06A589A8E640}" sibTransId="{3A9EDF9F-D7AC-44DC-B696-6989CE72F53F}"/>
    <dgm:cxn modelId="{BEECD20E-D1E3-4C8C-B56A-B595A28D0145}" srcId="{CA7B220F-A8AF-410B-9E83-02D4B4C19548}" destId="{DA2D8DEC-B097-4DF5-A686-C5AB2FDA5AF5}" srcOrd="0" destOrd="0" parTransId="{599802FF-B4C0-4C6D-A512-35B4CA9CC592}" sibTransId="{944277C2-611B-4E03-B1DC-670A5A516AA7}"/>
    <dgm:cxn modelId="{1E864123-3816-4A89-A920-59E43E69C7BD}" type="presOf" srcId="{211353E0-9F08-4DF2-8D3A-F74F174842A0}" destId="{0C0E1456-0310-424A-AEB7-EBAFE0D1D758}" srcOrd="1" destOrd="0" presId="urn:microsoft.com/office/officeart/2005/8/layout/list1"/>
    <dgm:cxn modelId="{D8068428-23E0-4B47-B59B-453C892F1C02}" type="presOf" srcId="{85772FD4-D232-4DD5-847C-BBD768DD1664}" destId="{27BF380D-8A77-400A-9B38-E014C0AA50D1}" srcOrd="1" destOrd="0" presId="urn:microsoft.com/office/officeart/2005/8/layout/list1"/>
    <dgm:cxn modelId="{2101FA2D-EFB9-42D2-81C7-3197677E88AE}" type="presOf" srcId="{DA2D8DEC-B097-4DF5-A686-C5AB2FDA5AF5}" destId="{7BEE4B7C-393D-44D1-9275-D352787E2115}" srcOrd="1" destOrd="0" presId="urn:microsoft.com/office/officeart/2005/8/layout/list1"/>
    <dgm:cxn modelId="{B8605039-6312-48BA-A229-4103D04246BD}" type="presOf" srcId="{15234C1A-EB86-4F68-AA61-B9425626F86C}" destId="{4871D6BB-DE37-44B5-83BB-11DCFD0034F1}" srcOrd="0" destOrd="0" presId="urn:microsoft.com/office/officeart/2005/8/layout/list1"/>
    <dgm:cxn modelId="{4978455C-B118-4885-91CD-22A16D70AA2F}" srcId="{CA7B220F-A8AF-410B-9E83-02D4B4C19548}" destId="{136C87A2-10BB-486E-8CBA-B41A374ABFD8}" srcOrd="3" destOrd="0" parTransId="{C14E632D-EC37-4D0D-B8A2-A9538A00F9DF}" sibTransId="{10655A5B-5691-4315-88D1-CFADF03A52E8}"/>
    <dgm:cxn modelId="{75D97263-322F-49F0-BC93-57D2C951F54F}" type="presOf" srcId="{136C87A2-10BB-486E-8CBA-B41A374ABFD8}" destId="{98D55C5B-C216-43C5-BCBA-33F427A73186}" srcOrd="1" destOrd="0" presId="urn:microsoft.com/office/officeart/2005/8/layout/list1"/>
    <dgm:cxn modelId="{3FB8566A-113B-41A9-9C9D-D299ED366818}" type="presOf" srcId="{211353E0-9F08-4DF2-8D3A-F74F174842A0}" destId="{37FA2F2C-4AD9-43BB-B950-C92ADB90A38B}" srcOrd="0" destOrd="0" presId="urn:microsoft.com/office/officeart/2005/8/layout/list1"/>
    <dgm:cxn modelId="{FFC8D54D-ABFA-4C75-B29A-D05CD1DA98C8}" type="presOf" srcId="{321CE832-05D1-428B-A3D1-9414BA5E61F3}" destId="{E19FB57C-66B0-421C-93B7-8C5596C62421}" srcOrd="1" destOrd="0" presId="urn:microsoft.com/office/officeart/2005/8/layout/list1"/>
    <dgm:cxn modelId="{8E9CF353-CD5D-456E-A77C-3635886EAE8C}" type="presOf" srcId="{85772FD4-D232-4DD5-847C-BBD768DD1664}" destId="{15FE17FE-22CB-42E8-A530-B1A86B967549}" srcOrd="0" destOrd="0" presId="urn:microsoft.com/office/officeart/2005/8/layout/list1"/>
    <dgm:cxn modelId="{93C64759-59F8-466C-934F-D3415F2E6B10}" type="presOf" srcId="{136C87A2-10BB-486E-8CBA-B41A374ABFD8}" destId="{10B611D3-BA5F-4C4E-A372-F983DF16C5C4}" srcOrd="0" destOrd="0" presId="urn:microsoft.com/office/officeart/2005/8/layout/list1"/>
    <dgm:cxn modelId="{3CCFA588-5DEB-423E-8812-595F6E9A2F9C}" srcId="{CA7B220F-A8AF-410B-9E83-02D4B4C19548}" destId="{5AB40D66-92CA-4881-B4D1-5EA8795FD073}" srcOrd="5" destOrd="0" parTransId="{74B80300-50D7-4C14-85D0-8A756C0050AF}" sibTransId="{0544B61A-9E02-4E2C-BD35-201B01236F40}"/>
    <dgm:cxn modelId="{D3E93394-6964-43CE-B8D0-A89527AF04CD}" srcId="{CA7B220F-A8AF-410B-9E83-02D4B4C19548}" destId="{211353E0-9F08-4DF2-8D3A-F74F174842A0}" srcOrd="1" destOrd="0" parTransId="{B849D4E6-DF4F-4FB1-8EAF-02E4CA5C08E0}" sibTransId="{93A0CEC3-3583-4330-BC6B-6C342608926E}"/>
    <dgm:cxn modelId="{161957B7-16F9-4213-A420-214A68FE8F9E}" type="presOf" srcId="{CA7B220F-A8AF-410B-9E83-02D4B4C19548}" destId="{16548479-5F6C-4D6E-A7A7-09EC0D7B4BF0}" srcOrd="0" destOrd="0" presId="urn:microsoft.com/office/officeart/2005/8/layout/list1"/>
    <dgm:cxn modelId="{991B61BE-DA5C-4254-8F37-F9C6FD9F6106}" type="presOf" srcId="{5AB40D66-92CA-4881-B4D1-5EA8795FD073}" destId="{BE5C82F9-49B4-46CA-B48F-D4440A15737C}" srcOrd="0" destOrd="0" presId="urn:microsoft.com/office/officeart/2005/8/layout/list1"/>
    <dgm:cxn modelId="{184438C4-79E4-45F8-8756-4203DE875ECA}" type="presOf" srcId="{15234C1A-EB86-4F68-AA61-B9425626F86C}" destId="{ACCED8E1-8A59-4484-8588-96DDEABEB8C6}" srcOrd="1" destOrd="0" presId="urn:microsoft.com/office/officeart/2005/8/layout/list1"/>
    <dgm:cxn modelId="{8B63C8CF-0780-41C4-8BB9-DFF65807369A}" srcId="{CA7B220F-A8AF-410B-9E83-02D4B4C19548}" destId="{15234C1A-EB86-4F68-AA61-B9425626F86C}" srcOrd="4" destOrd="0" parTransId="{7C920E74-3E4F-4531-86CF-913596C44A00}" sibTransId="{7B400A7C-87DB-41F7-8425-666DCFB3E284}"/>
    <dgm:cxn modelId="{CADEEFEB-E1AE-4B0C-AD7E-08CC5F572892}" srcId="{CA7B220F-A8AF-410B-9E83-02D4B4C19548}" destId="{85772FD4-D232-4DD5-847C-BBD768DD1664}" srcOrd="2" destOrd="0" parTransId="{A4887F7D-E19C-4F3B-BF8F-DD8AB927EDEB}" sibTransId="{AE2A1A89-B964-489D-B428-0945E71B02E6}"/>
    <dgm:cxn modelId="{13BDB7ED-AB53-41C5-8247-500AFEE2ED2B}" type="presOf" srcId="{DA2D8DEC-B097-4DF5-A686-C5AB2FDA5AF5}" destId="{06AA8D4A-F3F9-4319-9184-6347E958C545}" srcOrd="0" destOrd="0" presId="urn:microsoft.com/office/officeart/2005/8/layout/list1"/>
    <dgm:cxn modelId="{2F91F4F0-42C1-4784-9DDC-74BEEECD54C4}" type="presOf" srcId="{5AB40D66-92CA-4881-B4D1-5EA8795FD073}" destId="{8CF8C197-AFA9-4AE0-9B13-E4FD2A0FBC36}" srcOrd="1" destOrd="0" presId="urn:microsoft.com/office/officeart/2005/8/layout/list1"/>
    <dgm:cxn modelId="{95BF6DF6-262D-4214-90B3-133D4EC6C9DB}" type="presOf" srcId="{321CE832-05D1-428B-A3D1-9414BA5E61F3}" destId="{D5447973-E330-4B21-A70E-94CEC3687D5A}" srcOrd="0" destOrd="0" presId="urn:microsoft.com/office/officeart/2005/8/layout/list1"/>
    <dgm:cxn modelId="{8421FF8E-B950-437A-ACA0-4F3A78CA0375}" type="presParOf" srcId="{16548479-5F6C-4D6E-A7A7-09EC0D7B4BF0}" destId="{586CBEAD-4E90-45B0-B7F9-4A8EE370F75D}" srcOrd="0" destOrd="0" presId="urn:microsoft.com/office/officeart/2005/8/layout/list1"/>
    <dgm:cxn modelId="{CD79F804-61E1-4EBA-B03F-0916B113316C}" type="presParOf" srcId="{586CBEAD-4E90-45B0-B7F9-4A8EE370F75D}" destId="{06AA8D4A-F3F9-4319-9184-6347E958C545}" srcOrd="0" destOrd="0" presId="urn:microsoft.com/office/officeart/2005/8/layout/list1"/>
    <dgm:cxn modelId="{F1561F6D-D418-4BE6-BE90-B3AC1F5A942C}" type="presParOf" srcId="{586CBEAD-4E90-45B0-B7F9-4A8EE370F75D}" destId="{7BEE4B7C-393D-44D1-9275-D352787E2115}" srcOrd="1" destOrd="0" presId="urn:microsoft.com/office/officeart/2005/8/layout/list1"/>
    <dgm:cxn modelId="{908AD006-C884-4AFC-A6EB-C6E0EB67B790}" type="presParOf" srcId="{16548479-5F6C-4D6E-A7A7-09EC0D7B4BF0}" destId="{12DA74AF-F5A3-44F3-8DEC-D3CBEB7C9B1D}" srcOrd="1" destOrd="0" presId="urn:microsoft.com/office/officeart/2005/8/layout/list1"/>
    <dgm:cxn modelId="{ACE747D7-5B89-4944-99E3-D9589E28886F}" type="presParOf" srcId="{16548479-5F6C-4D6E-A7A7-09EC0D7B4BF0}" destId="{499F08BE-E8D0-483A-8A8A-3AE02B986133}" srcOrd="2" destOrd="0" presId="urn:microsoft.com/office/officeart/2005/8/layout/list1"/>
    <dgm:cxn modelId="{5EC35A3B-0537-46F9-8EFF-42446FB735ED}" type="presParOf" srcId="{16548479-5F6C-4D6E-A7A7-09EC0D7B4BF0}" destId="{CED3801C-1C79-426C-B0C0-F7B7ABE164AB}" srcOrd="3" destOrd="0" presId="urn:microsoft.com/office/officeart/2005/8/layout/list1"/>
    <dgm:cxn modelId="{32D04271-9983-45A6-B4F4-75CBB09701C7}" type="presParOf" srcId="{16548479-5F6C-4D6E-A7A7-09EC0D7B4BF0}" destId="{4D86CA0C-2685-48B1-84E4-A47151AF08B7}" srcOrd="4" destOrd="0" presId="urn:microsoft.com/office/officeart/2005/8/layout/list1"/>
    <dgm:cxn modelId="{6299D36A-D9F4-4C78-ADDF-929C5429E44E}" type="presParOf" srcId="{4D86CA0C-2685-48B1-84E4-A47151AF08B7}" destId="{37FA2F2C-4AD9-43BB-B950-C92ADB90A38B}" srcOrd="0" destOrd="0" presId="urn:microsoft.com/office/officeart/2005/8/layout/list1"/>
    <dgm:cxn modelId="{2E0D4254-EF49-4BE0-B5CF-C84DC19519C7}" type="presParOf" srcId="{4D86CA0C-2685-48B1-84E4-A47151AF08B7}" destId="{0C0E1456-0310-424A-AEB7-EBAFE0D1D758}" srcOrd="1" destOrd="0" presId="urn:microsoft.com/office/officeart/2005/8/layout/list1"/>
    <dgm:cxn modelId="{16A05991-C718-4179-BD3C-1EC35D6E13D4}" type="presParOf" srcId="{16548479-5F6C-4D6E-A7A7-09EC0D7B4BF0}" destId="{63BF5477-AC1E-4B60-A032-265816418F9B}" srcOrd="5" destOrd="0" presId="urn:microsoft.com/office/officeart/2005/8/layout/list1"/>
    <dgm:cxn modelId="{D284FDCF-B3C2-4805-99FA-8AE115B95637}" type="presParOf" srcId="{16548479-5F6C-4D6E-A7A7-09EC0D7B4BF0}" destId="{0C391ED8-3591-47DE-89E0-B632C2A1614A}" srcOrd="6" destOrd="0" presId="urn:microsoft.com/office/officeart/2005/8/layout/list1"/>
    <dgm:cxn modelId="{A1B6D21D-A229-4765-9C52-A064EDF5E33D}" type="presParOf" srcId="{16548479-5F6C-4D6E-A7A7-09EC0D7B4BF0}" destId="{9EF8E960-7131-4225-B29B-24FA213B32BF}" srcOrd="7" destOrd="0" presId="urn:microsoft.com/office/officeart/2005/8/layout/list1"/>
    <dgm:cxn modelId="{4A3A297E-885B-4F01-9238-85E8E8457E2B}" type="presParOf" srcId="{16548479-5F6C-4D6E-A7A7-09EC0D7B4BF0}" destId="{11D3DE97-B49A-4CA8-9BDF-E07E4E177670}" srcOrd="8" destOrd="0" presId="urn:microsoft.com/office/officeart/2005/8/layout/list1"/>
    <dgm:cxn modelId="{A24D2D04-FCAE-438C-AE4F-9FD9A4BC1860}" type="presParOf" srcId="{11D3DE97-B49A-4CA8-9BDF-E07E4E177670}" destId="{15FE17FE-22CB-42E8-A530-B1A86B967549}" srcOrd="0" destOrd="0" presId="urn:microsoft.com/office/officeart/2005/8/layout/list1"/>
    <dgm:cxn modelId="{63CFAAD6-9355-40F3-9EB7-63F26E080DA6}" type="presParOf" srcId="{11D3DE97-B49A-4CA8-9BDF-E07E4E177670}" destId="{27BF380D-8A77-400A-9B38-E014C0AA50D1}" srcOrd="1" destOrd="0" presId="urn:microsoft.com/office/officeart/2005/8/layout/list1"/>
    <dgm:cxn modelId="{AB42EF74-F1E7-495E-936C-2B7E0D102D82}" type="presParOf" srcId="{16548479-5F6C-4D6E-A7A7-09EC0D7B4BF0}" destId="{FEC895F2-822D-43B8-9316-D5C7E3FEC826}" srcOrd="9" destOrd="0" presId="urn:microsoft.com/office/officeart/2005/8/layout/list1"/>
    <dgm:cxn modelId="{A4BA2CE5-CFD6-49BC-BE0B-D8789008B91C}" type="presParOf" srcId="{16548479-5F6C-4D6E-A7A7-09EC0D7B4BF0}" destId="{3FE42313-ECE0-48EE-93EB-E6E51CD84235}" srcOrd="10" destOrd="0" presId="urn:microsoft.com/office/officeart/2005/8/layout/list1"/>
    <dgm:cxn modelId="{C9E472D6-53D5-4EA4-B547-187ECBC38983}" type="presParOf" srcId="{16548479-5F6C-4D6E-A7A7-09EC0D7B4BF0}" destId="{2E4639E8-652D-42D6-AE93-FF124B441573}" srcOrd="11" destOrd="0" presId="urn:microsoft.com/office/officeart/2005/8/layout/list1"/>
    <dgm:cxn modelId="{24CEF5A8-BDD6-4D66-B92E-17E9953F0A1F}" type="presParOf" srcId="{16548479-5F6C-4D6E-A7A7-09EC0D7B4BF0}" destId="{967DB24F-ED6E-44EF-A66A-CF9393399917}" srcOrd="12" destOrd="0" presId="urn:microsoft.com/office/officeart/2005/8/layout/list1"/>
    <dgm:cxn modelId="{98968CA2-97C3-46BE-861A-D4F300042CC8}" type="presParOf" srcId="{967DB24F-ED6E-44EF-A66A-CF9393399917}" destId="{10B611D3-BA5F-4C4E-A372-F983DF16C5C4}" srcOrd="0" destOrd="0" presId="urn:microsoft.com/office/officeart/2005/8/layout/list1"/>
    <dgm:cxn modelId="{F71427CF-C39E-48D0-88B6-B3544D0CA2AC}" type="presParOf" srcId="{967DB24F-ED6E-44EF-A66A-CF9393399917}" destId="{98D55C5B-C216-43C5-BCBA-33F427A73186}" srcOrd="1" destOrd="0" presId="urn:microsoft.com/office/officeart/2005/8/layout/list1"/>
    <dgm:cxn modelId="{6B83DA5B-73C7-4187-A640-D6A87685A03C}" type="presParOf" srcId="{16548479-5F6C-4D6E-A7A7-09EC0D7B4BF0}" destId="{7A505BA3-C622-4CE2-B38C-4765F01ACD7F}" srcOrd="13" destOrd="0" presId="urn:microsoft.com/office/officeart/2005/8/layout/list1"/>
    <dgm:cxn modelId="{905472B5-D05A-4A9B-B972-561B568D230B}" type="presParOf" srcId="{16548479-5F6C-4D6E-A7A7-09EC0D7B4BF0}" destId="{856D2FE5-2273-48FA-81B3-AF1C72611A3C}" srcOrd="14" destOrd="0" presId="urn:microsoft.com/office/officeart/2005/8/layout/list1"/>
    <dgm:cxn modelId="{52C131D5-F3EC-4C0C-ADEF-12EBB35455B7}" type="presParOf" srcId="{16548479-5F6C-4D6E-A7A7-09EC0D7B4BF0}" destId="{BC13581E-4527-4057-A9BE-D01E89810F11}" srcOrd="15" destOrd="0" presId="urn:microsoft.com/office/officeart/2005/8/layout/list1"/>
    <dgm:cxn modelId="{0838639D-9787-4EDB-B59C-22E038EDAC05}" type="presParOf" srcId="{16548479-5F6C-4D6E-A7A7-09EC0D7B4BF0}" destId="{78FE2268-5739-4264-8099-3E483C531B48}" srcOrd="16" destOrd="0" presId="urn:microsoft.com/office/officeart/2005/8/layout/list1"/>
    <dgm:cxn modelId="{0BEDAB1A-2D2A-4047-9F3E-55618E0797FF}" type="presParOf" srcId="{78FE2268-5739-4264-8099-3E483C531B48}" destId="{4871D6BB-DE37-44B5-83BB-11DCFD0034F1}" srcOrd="0" destOrd="0" presId="urn:microsoft.com/office/officeart/2005/8/layout/list1"/>
    <dgm:cxn modelId="{78955D38-D620-4DCC-BB3A-C1B8AD9D005A}" type="presParOf" srcId="{78FE2268-5739-4264-8099-3E483C531B48}" destId="{ACCED8E1-8A59-4484-8588-96DDEABEB8C6}" srcOrd="1" destOrd="0" presId="urn:microsoft.com/office/officeart/2005/8/layout/list1"/>
    <dgm:cxn modelId="{3ADA1E17-3606-4F29-B485-EC8C60C4E501}" type="presParOf" srcId="{16548479-5F6C-4D6E-A7A7-09EC0D7B4BF0}" destId="{EDAB5ADA-3CD2-4C77-BCA6-9DF0B23F2E3D}" srcOrd="17" destOrd="0" presId="urn:microsoft.com/office/officeart/2005/8/layout/list1"/>
    <dgm:cxn modelId="{E48020BD-BF0B-4FCC-92EA-7F8EB659D5FB}" type="presParOf" srcId="{16548479-5F6C-4D6E-A7A7-09EC0D7B4BF0}" destId="{3A85F031-013F-4DB6-BF2D-4FD2C5DCB4AB}" srcOrd="18" destOrd="0" presId="urn:microsoft.com/office/officeart/2005/8/layout/list1"/>
    <dgm:cxn modelId="{AB519902-44B0-4835-95C2-455FD95117D0}" type="presParOf" srcId="{16548479-5F6C-4D6E-A7A7-09EC0D7B4BF0}" destId="{521371EF-79B9-449D-B3BA-3829CA2D9760}" srcOrd="19" destOrd="0" presId="urn:microsoft.com/office/officeart/2005/8/layout/list1"/>
    <dgm:cxn modelId="{DFE9FB7E-C35C-4D34-9513-6E4B2C8E4670}" type="presParOf" srcId="{16548479-5F6C-4D6E-A7A7-09EC0D7B4BF0}" destId="{290727A7-5010-416C-AA08-739C1E8A4124}" srcOrd="20" destOrd="0" presId="urn:microsoft.com/office/officeart/2005/8/layout/list1"/>
    <dgm:cxn modelId="{BCC7B973-8BFA-408D-BA2B-C0E05A881162}" type="presParOf" srcId="{290727A7-5010-416C-AA08-739C1E8A4124}" destId="{BE5C82F9-49B4-46CA-B48F-D4440A15737C}" srcOrd="0" destOrd="0" presId="urn:microsoft.com/office/officeart/2005/8/layout/list1"/>
    <dgm:cxn modelId="{390852BF-A74C-4ACC-AB30-BF47C789B54E}" type="presParOf" srcId="{290727A7-5010-416C-AA08-739C1E8A4124}" destId="{8CF8C197-AFA9-4AE0-9B13-E4FD2A0FBC36}" srcOrd="1" destOrd="0" presId="urn:microsoft.com/office/officeart/2005/8/layout/list1"/>
    <dgm:cxn modelId="{B138120D-9DE6-474E-BE87-585605385041}" type="presParOf" srcId="{16548479-5F6C-4D6E-A7A7-09EC0D7B4BF0}" destId="{544BB93D-ED5A-4509-B10D-6FD4C505B978}" srcOrd="21" destOrd="0" presId="urn:microsoft.com/office/officeart/2005/8/layout/list1"/>
    <dgm:cxn modelId="{DE5C5CD5-CDE6-4E42-990C-C7B880DFF70C}" type="presParOf" srcId="{16548479-5F6C-4D6E-A7A7-09EC0D7B4BF0}" destId="{170F780A-6E13-46C3-BE36-56950F7A2E25}" srcOrd="22" destOrd="0" presId="urn:microsoft.com/office/officeart/2005/8/layout/list1"/>
    <dgm:cxn modelId="{59AEC1E4-3142-4F34-A8D8-AD5F7BFCBE72}" type="presParOf" srcId="{16548479-5F6C-4D6E-A7A7-09EC0D7B4BF0}" destId="{04D777E8-8382-47C4-B3B0-7F3C58180E28}" srcOrd="23" destOrd="0" presId="urn:microsoft.com/office/officeart/2005/8/layout/list1"/>
    <dgm:cxn modelId="{78D92872-02DD-448A-84FF-155F85E6DA22}" type="presParOf" srcId="{16548479-5F6C-4D6E-A7A7-09EC0D7B4BF0}" destId="{1C976B37-9DBA-436E-A6BE-94E8A2EC0BFC}" srcOrd="24" destOrd="0" presId="urn:microsoft.com/office/officeart/2005/8/layout/list1"/>
    <dgm:cxn modelId="{9AEC4149-9427-4090-9130-39377845DBC5}" type="presParOf" srcId="{1C976B37-9DBA-436E-A6BE-94E8A2EC0BFC}" destId="{D5447973-E330-4B21-A70E-94CEC3687D5A}" srcOrd="0" destOrd="0" presId="urn:microsoft.com/office/officeart/2005/8/layout/list1"/>
    <dgm:cxn modelId="{61626DE4-BB36-4523-BF4D-B93C0894EDA6}" type="presParOf" srcId="{1C976B37-9DBA-436E-A6BE-94E8A2EC0BFC}" destId="{E19FB57C-66B0-421C-93B7-8C5596C62421}" srcOrd="1" destOrd="0" presId="urn:microsoft.com/office/officeart/2005/8/layout/list1"/>
    <dgm:cxn modelId="{0136BB95-6992-4259-9419-A8299A835BB0}" type="presParOf" srcId="{16548479-5F6C-4D6E-A7A7-09EC0D7B4BF0}" destId="{95D9F359-9748-4555-8365-4151805D1894}" srcOrd="25" destOrd="0" presId="urn:microsoft.com/office/officeart/2005/8/layout/list1"/>
    <dgm:cxn modelId="{BC87CC78-D8B5-41FA-A5F1-128F938727C3}" type="presParOf" srcId="{16548479-5F6C-4D6E-A7A7-09EC0D7B4BF0}" destId="{8A25D035-47EF-415A-BF6D-F55735366DB9}" srcOrd="2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F0FD24-C6E5-41D3-871A-6C07B025284E}" type="doc">
      <dgm:prSet loTypeId="urn:microsoft.com/office/officeart/2005/8/layout/chevron2" loCatId="list" qsTypeId="urn:microsoft.com/office/officeart/2005/8/quickstyle/simple1" qsCatId="simple" csTypeId="urn:microsoft.com/office/officeart/2005/8/colors/accent0_3" csCatId="mainScheme" phldr="1"/>
      <dgm:spPr/>
      <dgm:t>
        <a:bodyPr/>
        <a:lstStyle/>
        <a:p>
          <a:pPr rtl="1"/>
          <a:endParaRPr lang="ar-SA"/>
        </a:p>
      </dgm:t>
    </dgm:pt>
    <dgm:pt modelId="{A9CF166C-F027-42DE-AD1D-E2DF567D6DDE}">
      <dgm:prSet phldrT="[نص]"/>
      <dgm:spPr/>
      <dgm:t>
        <a:bodyPr/>
        <a:lstStyle/>
        <a:p>
          <a:pPr algn="ctr" rtl="0"/>
          <a:r>
            <a:rPr lang="en-US"/>
            <a:t>1</a:t>
          </a:r>
          <a:endParaRPr lang="ar-SA"/>
        </a:p>
      </dgm:t>
    </dgm:pt>
    <dgm:pt modelId="{D5A409C5-588F-4EFC-94E6-77CE60EDD644}" type="parTrans" cxnId="{3212B8E7-E88C-48AC-BDB6-1AAC639E995B}">
      <dgm:prSet/>
      <dgm:spPr/>
      <dgm:t>
        <a:bodyPr/>
        <a:lstStyle/>
        <a:p>
          <a:pPr rtl="1"/>
          <a:endParaRPr lang="ar-SA"/>
        </a:p>
      </dgm:t>
    </dgm:pt>
    <dgm:pt modelId="{4303DA3D-EDC8-47BD-A5E7-CC47343FD00C}" type="sibTrans" cxnId="{3212B8E7-E88C-48AC-BDB6-1AAC639E995B}">
      <dgm:prSet/>
      <dgm:spPr/>
      <dgm:t>
        <a:bodyPr/>
        <a:lstStyle/>
        <a:p>
          <a:pPr rtl="1"/>
          <a:endParaRPr lang="ar-SA"/>
        </a:p>
      </dgm:t>
    </dgm:pt>
    <dgm:pt modelId="{9F67CC1E-D5F4-4063-952D-92CEDE00D9CB}">
      <dgm:prSet phldrT="[نص]"/>
      <dgm:spPr/>
      <dgm:t>
        <a:bodyPr/>
        <a:lstStyle/>
        <a:p>
          <a:pPr algn="l" rtl="0"/>
          <a:r>
            <a:rPr lang="en-US" baseline="0"/>
            <a:t>Convolution Layer </a:t>
          </a:r>
          <a:endParaRPr lang="ar-SA"/>
        </a:p>
      </dgm:t>
    </dgm:pt>
    <dgm:pt modelId="{4A3CFD40-85B2-439D-A267-3EC4D85A0C7A}" type="parTrans" cxnId="{BC363955-5174-4354-BA88-A6A27C6F19DB}">
      <dgm:prSet/>
      <dgm:spPr/>
      <dgm:t>
        <a:bodyPr/>
        <a:lstStyle/>
        <a:p>
          <a:pPr rtl="1"/>
          <a:endParaRPr lang="ar-SA"/>
        </a:p>
      </dgm:t>
    </dgm:pt>
    <dgm:pt modelId="{0B4FB566-387C-4BBB-A32D-EB9EFC4321A9}" type="sibTrans" cxnId="{BC363955-5174-4354-BA88-A6A27C6F19DB}">
      <dgm:prSet/>
      <dgm:spPr/>
      <dgm:t>
        <a:bodyPr/>
        <a:lstStyle/>
        <a:p>
          <a:pPr rtl="1"/>
          <a:endParaRPr lang="ar-SA"/>
        </a:p>
      </dgm:t>
    </dgm:pt>
    <dgm:pt modelId="{EF2BD73A-C3F3-4BCF-9D77-2ED32B438E70}">
      <dgm:prSet phldrT="[نص]"/>
      <dgm:spPr/>
      <dgm:t>
        <a:bodyPr/>
        <a:lstStyle/>
        <a:p>
          <a:pPr algn="ctr" rtl="0"/>
          <a:r>
            <a:rPr lang="en-US"/>
            <a:t>2</a:t>
          </a:r>
          <a:endParaRPr lang="ar-SA"/>
        </a:p>
      </dgm:t>
    </dgm:pt>
    <dgm:pt modelId="{E949B5A5-55B5-4236-BFF9-DC471EA9D82E}" type="parTrans" cxnId="{ABB09CFD-375B-429B-A632-D0A773394090}">
      <dgm:prSet/>
      <dgm:spPr/>
      <dgm:t>
        <a:bodyPr/>
        <a:lstStyle/>
        <a:p>
          <a:pPr rtl="1"/>
          <a:endParaRPr lang="ar-SA"/>
        </a:p>
      </dgm:t>
    </dgm:pt>
    <dgm:pt modelId="{20B21FAF-B96C-4ACC-B013-D95BCEFB226C}" type="sibTrans" cxnId="{ABB09CFD-375B-429B-A632-D0A773394090}">
      <dgm:prSet/>
      <dgm:spPr/>
      <dgm:t>
        <a:bodyPr/>
        <a:lstStyle/>
        <a:p>
          <a:pPr rtl="1"/>
          <a:endParaRPr lang="ar-SA"/>
        </a:p>
      </dgm:t>
    </dgm:pt>
    <dgm:pt modelId="{91DB776C-5317-42F4-B373-5D9FE52B0FC5}">
      <dgm:prSet phldrT="[نص]"/>
      <dgm:spPr/>
      <dgm:t>
        <a:bodyPr/>
        <a:lstStyle/>
        <a:p>
          <a:pPr algn="l" rtl="0"/>
          <a:r>
            <a:rPr lang="en-US" baseline="0"/>
            <a:t>Batch Normalization Layer </a:t>
          </a:r>
          <a:endParaRPr lang="ar-SA"/>
        </a:p>
      </dgm:t>
    </dgm:pt>
    <dgm:pt modelId="{3059732B-28EB-4D17-97E2-AA388138AFE7}" type="parTrans" cxnId="{E2754BBB-4A43-425B-B010-118D22D4D0EB}">
      <dgm:prSet/>
      <dgm:spPr/>
      <dgm:t>
        <a:bodyPr/>
        <a:lstStyle/>
        <a:p>
          <a:pPr rtl="1"/>
          <a:endParaRPr lang="ar-SA"/>
        </a:p>
      </dgm:t>
    </dgm:pt>
    <dgm:pt modelId="{137F73E0-DA79-469E-AB87-4E6E1C47697A}" type="sibTrans" cxnId="{E2754BBB-4A43-425B-B010-118D22D4D0EB}">
      <dgm:prSet/>
      <dgm:spPr/>
      <dgm:t>
        <a:bodyPr/>
        <a:lstStyle/>
        <a:p>
          <a:pPr rtl="1"/>
          <a:endParaRPr lang="ar-SA"/>
        </a:p>
      </dgm:t>
    </dgm:pt>
    <dgm:pt modelId="{7AC0F95B-9CDF-4C2B-BA9B-80ED9430A3A5}">
      <dgm:prSet phldrT="[نص]"/>
      <dgm:spPr/>
      <dgm:t>
        <a:bodyPr/>
        <a:lstStyle/>
        <a:p>
          <a:pPr algn="ctr" rtl="0"/>
          <a:r>
            <a:rPr lang="en-US"/>
            <a:t>3</a:t>
          </a:r>
          <a:endParaRPr lang="ar-SA"/>
        </a:p>
      </dgm:t>
    </dgm:pt>
    <dgm:pt modelId="{6B81CAE9-823E-48C9-AAEB-C9D2E3D853F9}" type="parTrans" cxnId="{0ACB673F-4221-4932-9CA3-D92FBB8E3C65}">
      <dgm:prSet/>
      <dgm:spPr/>
      <dgm:t>
        <a:bodyPr/>
        <a:lstStyle/>
        <a:p>
          <a:pPr rtl="1"/>
          <a:endParaRPr lang="ar-SA"/>
        </a:p>
      </dgm:t>
    </dgm:pt>
    <dgm:pt modelId="{F40738DE-4D93-4A80-AB8D-5EA7FB982706}" type="sibTrans" cxnId="{0ACB673F-4221-4932-9CA3-D92FBB8E3C65}">
      <dgm:prSet/>
      <dgm:spPr/>
      <dgm:t>
        <a:bodyPr/>
        <a:lstStyle/>
        <a:p>
          <a:pPr rtl="1"/>
          <a:endParaRPr lang="ar-SA"/>
        </a:p>
      </dgm:t>
    </dgm:pt>
    <dgm:pt modelId="{FA11E0CE-65BC-471F-A337-A422ED038A10}">
      <dgm:prSet phldrT="[نص]"/>
      <dgm:spPr/>
      <dgm:t>
        <a:bodyPr/>
        <a:lstStyle/>
        <a:p>
          <a:pPr algn="l" rtl="0"/>
          <a:r>
            <a:rPr lang="en-US" baseline="0"/>
            <a:t>RELU Layer </a:t>
          </a:r>
          <a:endParaRPr lang="ar-SA"/>
        </a:p>
      </dgm:t>
    </dgm:pt>
    <dgm:pt modelId="{2FA1742A-A66E-4141-BD48-75BEF4F192D3}" type="parTrans" cxnId="{CCA99BBE-B8D8-441E-9CB3-284BEAF16968}">
      <dgm:prSet/>
      <dgm:spPr/>
      <dgm:t>
        <a:bodyPr/>
        <a:lstStyle/>
        <a:p>
          <a:pPr rtl="1"/>
          <a:endParaRPr lang="ar-SA"/>
        </a:p>
      </dgm:t>
    </dgm:pt>
    <dgm:pt modelId="{49CE4197-E0C4-45AD-805D-9D8D1091F383}" type="sibTrans" cxnId="{CCA99BBE-B8D8-441E-9CB3-284BEAF16968}">
      <dgm:prSet/>
      <dgm:spPr/>
      <dgm:t>
        <a:bodyPr/>
        <a:lstStyle/>
        <a:p>
          <a:pPr rtl="1"/>
          <a:endParaRPr lang="ar-SA"/>
        </a:p>
      </dgm:t>
    </dgm:pt>
    <dgm:pt modelId="{53305692-F2DD-4E24-A11A-4F8559F28B27}">
      <dgm:prSet phldrT="[نص]"/>
      <dgm:spPr/>
      <dgm:t>
        <a:bodyPr/>
        <a:lstStyle/>
        <a:p>
          <a:pPr algn="ctr" rtl="0"/>
          <a:r>
            <a:rPr lang="en-US"/>
            <a:t>4</a:t>
          </a:r>
          <a:endParaRPr lang="ar-SA"/>
        </a:p>
      </dgm:t>
    </dgm:pt>
    <dgm:pt modelId="{748547C2-39AF-4E73-B041-25A436EF1EDA}" type="parTrans" cxnId="{E0447B02-15CA-4973-BE7F-B94C7AE483AA}">
      <dgm:prSet/>
      <dgm:spPr/>
      <dgm:t>
        <a:bodyPr/>
        <a:lstStyle/>
        <a:p>
          <a:pPr rtl="1"/>
          <a:endParaRPr lang="ar-SA"/>
        </a:p>
      </dgm:t>
    </dgm:pt>
    <dgm:pt modelId="{F63CF2E3-5E62-4FC4-917E-2248308CB85D}" type="sibTrans" cxnId="{E0447B02-15CA-4973-BE7F-B94C7AE483AA}">
      <dgm:prSet/>
      <dgm:spPr/>
      <dgm:t>
        <a:bodyPr/>
        <a:lstStyle/>
        <a:p>
          <a:pPr rtl="1"/>
          <a:endParaRPr lang="ar-SA"/>
        </a:p>
      </dgm:t>
    </dgm:pt>
    <dgm:pt modelId="{29F82CDD-D9CE-4593-B4BE-4E43FAA6B1B0}">
      <dgm:prSet phldrT="[نص]"/>
      <dgm:spPr/>
      <dgm:t>
        <a:bodyPr/>
        <a:lstStyle/>
        <a:p>
          <a:pPr algn="l" rtl="0"/>
          <a:r>
            <a:rPr lang="en-US" baseline="0"/>
            <a:t>Local Response Normalization Layer</a:t>
          </a:r>
          <a:endParaRPr lang="ar-SA"/>
        </a:p>
      </dgm:t>
    </dgm:pt>
    <dgm:pt modelId="{A3E56DFB-0E27-4904-B7DD-958870C261FC}" type="parTrans" cxnId="{3127E359-78B4-48F6-9E13-C93414D8A7CB}">
      <dgm:prSet/>
      <dgm:spPr/>
      <dgm:t>
        <a:bodyPr/>
        <a:lstStyle/>
        <a:p>
          <a:pPr rtl="1"/>
          <a:endParaRPr lang="ar-SA"/>
        </a:p>
      </dgm:t>
    </dgm:pt>
    <dgm:pt modelId="{5B40DA25-ADD4-4CF0-8FA5-E7C06811A113}" type="sibTrans" cxnId="{3127E359-78B4-48F6-9E13-C93414D8A7CB}">
      <dgm:prSet/>
      <dgm:spPr/>
      <dgm:t>
        <a:bodyPr/>
        <a:lstStyle/>
        <a:p>
          <a:pPr rtl="1"/>
          <a:endParaRPr lang="ar-SA"/>
        </a:p>
      </dgm:t>
    </dgm:pt>
    <dgm:pt modelId="{A1312E89-3E2C-4B99-9C28-34E79336AECB}">
      <dgm:prSet phldrT="[نص]"/>
      <dgm:spPr/>
      <dgm:t>
        <a:bodyPr/>
        <a:lstStyle/>
        <a:p>
          <a:pPr algn="ctr" rtl="0"/>
          <a:r>
            <a:rPr lang="en-US" baseline="0"/>
            <a:t>5</a:t>
          </a:r>
          <a:endParaRPr lang="ar-SA"/>
        </a:p>
      </dgm:t>
    </dgm:pt>
    <dgm:pt modelId="{AD0D2F9F-D49D-4A33-9DA4-E3795A494E47}" type="parTrans" cxnId="{886A21FB-3D4E-4778-836A-CDA598381652}">
      <dgm:prSet/>
      <dgm:spPr/>
      <dgm:t>
        <a:bodyPr/>
        <a:lstStyle/>
        <a:p>
          <a:pPr rtl="1"/>
          <a:endParaRPr lang="ar-SA"/>
        </a:p>
      </dgm:t>
    </dgm:pt>
    <dgm:pt modelId="{0504FFF2-7C09-4513-B544-E39962082F66}" type="sibTrans" cxnId="{886A21FB-3D4E-4778-836A-CDA598381652}">
      <dgm:prSet/>
      <dgm:spPr/>
      <dgm:t>
        <a:bodyPr/>
        <a:lstStyle/>
        <a:p>
          <a:pPr rtl="1"/>
          <a:endParaRPr lang="ar-SA"/>
        </a:p>
      </dgm:t>
    </dgm:pt>
    <dgm:pt modelId="{296F3135-C898-48A2-BC57-34F49142FE00}">
      <dgm:prSet phldrT="[نص]"/>
      <dgm:spPr/>
      <dgm:t>
        <a:bodyPr/>
        <a:lstStyle/>
        <a:p>
          <a:pPr algn="l" rtl="0"/>
          <a:r>
            <a:rPr lang="en-US" baseline="0"/>
            <a:t>Max and AVG Pooling </a:t>
          </a:r>
          <a:endParaRPr lang="ar-SA"/>
        </a:p>
      </dgm:t>
    </dgm:pt>
    <dgm:pt modelId="{472AFF80-021B-41D7-A56A-3524F3D378C0}" type="parTrans" cxnId="{F88F6E24-BA31-4904-8BAF-374F5B6733B1}">
      <dgm:prSet/>
      <dgm:spPr/>
      <dgm:t>
        <a:bodyPr/>
        <a:lstStyle/>
        <a:p>
          <a:pPr rtl="1"/>
          <a:endParaRPr lang="ar-SA"/>
        </a:p>
      </dgm:t>
    </dgm:pt>
    <dgm:pt modelId="{B88556EC-68D0-401A-86FC-062F11272472}" type="sibTrans" cxnId="{F88F6E24-BA31-4904-8BAF-374F5B6733B1}">
      <dgm:prSet/>
      <dgm:spPr/>
      <dgm:t>
        <a:bodyPr/>
        <a:lstStyle/>
        <a:p>
          <a:pPr rtl="1"/>
          <a:endParaRPr lang="ar-SA"/>
        </a:p>
      </dgm:t>
    </dgm:pt>
    <dgm:pt modelId="{57517C47-A5E9-4FFC-BC87-FC02BB08822F}">
      <dgm:prSet phldrT="[نص]"/>
      <dgm:spPr/>
      <dgm:t>
        <a:bodyPr/>
        <a:lstStyle/>
        <a:p>
          <a:pPr algn="ctr" rtl="0"/>
          <a:r>
            <a:rPr lang="en-US"/>
            <a:t>6</a:t>
          </a:r>
          <a:endParaRPr lang="ar-SA"/>
        </a:p>
      </dgm:t>
    </dgm:pt>
    <dgm:pt modelId="{CA34C085-52EC-48EC-B8A6-05500A97AAED}" type="parTrans" cxnId="{296C0C2A-C2D4-4DB0-95F4-48F335E6C96E}">
      <dgm:prSet/>
      <dgm:spPr/>
      <dgm:t>
        <a:bodyPr/>
        <a:lstStyle/>
        <a:p>
          <a:pPr rtl="1"/>
          <a:endParaRPr lang="ar-SA"/>
        </a:p>
      </dgm:t>
    </dgm:pt>
    <dgm:pt modelId="{99632497-24A1-4CF4-A20C-18979292C377}" type="sibTrans" cxnId="{296C0C2A-C2D4-4DB0-95F4-48F335E6C96E}">
      <dgm:prSet/>
      <dgm:spPr/>
      <dgm:t>
        <a:bodyPr/>
        <a:lstStyle/>
        <a:p>
          <a:pPr rtl="1"/>
          <a:endParaRPr lang="ar-SA"/>
        </a:p>
      </dgm:t>
    </dgm:pt>
    <dgm:pt modelId="{68A982B9-0C71-4E7E-9732-5D6A20A23C4B}">
      <dgm:prSet phldrT="[نص]"/>
      <dgm:spPr/>
      <dgm:t>
        <a:bodyPr/>
        <a:lstStyle/>
        <a:p>
          <a:pPr algn="l" rtl="0"/>
          <a:r>
            <a:rPr lang="en-US" baseline="0"/>
            <a:t>Dropout Layer</a:t>
          </a:r>
          <a:endParaRPr lang="ar-SA"/>
        </a:p>
      </dgm:t>
    </dgm:pt>
    <dgm:pt modelId="{7805E1CA-A0ED-44E8-B3B9-4AFC3EF0EFB0}" type="parTrans" cxnId="{FA7AC7E0-3019-4A73-A976-ECAA3EC56C3B}">
      <dgm:prSet/>
      <dgm:spPr/>
      <dgm:t>
        <a:bodyPr/>
        <a:lstStyle/>
        <a:p>
          <a:pPr rtl="1"/>
          <a:endParaRPr lang="ar-SA"/>
        </a:p>
      </dgm:t>
    </dgm:pt>
    <dgm:pt modelId="{4B5DE241-8981-4598-BCC1-C057786C3C3B}" type="sibTrans" cxnId="{FA7AC7E0-3019-4A73-A976-ECAA3EC56C3B}">
      <dgm:prSet/>
      <dgm:spPr/>
      <dgm:t>
        <a:bodyPr/>
        <a:lstStyle/>
        <a:p>
          <a:pPr rtl="1"/>
          <a:endParaRPr lang="ar-SA"/>
        </a:p>
      </dgm:t>
    </dgm:pt>
    <dgm:pt modelId="{D2B5ABAD-CA5D-413E-B299-71BA07E51E94}">
      <dgm:prSet phldrT="[نص]"/>
      <dgm:spPr/>
      <dgm:t>
        <a:bodyPr/>
        <a:lstStyle/>
        <a:p>
          <a:pPr algn="ctr" rtl="0"/>
          <a:r>
            <a:rPr lang="en-US" baseline="0"/>
            <a:t>7</a:t>
          </a:r>
          <a:endParaRPr lang="ar-SA"/>
        </a:p>
      </dgm:t>
    </dgm:pt>
    <dgm:pt modelId="{5774863C-E360-4E24-AC5B-A2E6EB69A2CC}" type="parTrans" cxnId="{084EA0B4-3957-4114-9B2F-FAB5CD550F3D}">
      <dgm:prSet/>
      <dgm:spPr/>
      <dgm:t>
        <a:bodyPr/>
        <a:lstStyle/>
        <a:p>
          <a:pPr rtl="1"/>
          <a:endParaRPr lang="ar-SA"/>
        </a:p>
      </dgm:t>
    </dgm:pt>
    <dgm:pt modelId="{9E8E3E04-C26B-4639-ABA0-BF03B1099348}" type="sibTrans" cxnId="{084EA0B4-3957-4114-9B2F-FAB5CD550F3D}">
      <dgm:prSet/>
      <dgm:spPr/>
      <dgm:t>
        <a:bodyPr/>
        <a:lstStyle/>
        <a:p>
          <a:pPr rtl="1"/>
          <a:endParaRPr lang="ar-SA"/>
        </a:p>
      </dgm:t>
    </dgm:pt>
    <dgm:pt modelId="{6A92C4AF-8E34-4FF7-A43C-24D704F405DE}">
      <dgm:prSet phldrT="[نص]"/>
      <dgm:spPr/>
      <dgm:t>
        <a:bodyPr/>
        <a:lstStyle/>
        <a:p>
          <a:pPr algn="l" rtl="0"/>
          <a:r>
            <a:rPr lang="en-US" baseline="0"/>
            <a:t>Fully Connected Layer (FC)</a:t>
          </a:r>
          <a:endParaRPr lang="ar-SA"/>
        </a:p>
      </dgm:t>
    </dgm:pt>
    <dgm:pt modelId="{EDC6D142-CCB2-48D9-BB34-4200744FE5E2}" type="parTrans" cxnId="{709FDED7-BEAE-40CE-804A-543BFDE5D71A}">
      <dgm:prSet/>
      <dgm:spPr/>
      <dgm:t>
        <a:bodyPr/>
        <a:lstStyle/>
        <a:p>
          <a:pPr rtl="1"/>
          <a:endParaRPr lang="ar-SA"/>
        </a:p>
      </dgm:t>
    </dgm:pt>
    <dgm:pt modelId="{CCF94C19-8907-4F01-AF9F-F1BB3D2EFF60}" type="sibTrans" cxnId="{709FDED7-BEAE-40CE-804A-543BFDE5D71A}">
      <dgm:prSet/>
      <dgm:spPr/>
      <dgm:t>
        <a:bodyPr/>
        <a:lstStyle/>
        <a:p>
          <a:pPr rtl="1"/>
          <a:endParaRPr lang="ar-SA"/>
        </a:p>
      </dgm:t>
    </dgm:pt>
    <dgm:pt modelId="{1051DC94-2F72-44F1-8D6B-0DF2F3465AEB}">
      <dgm:prSet phldrT="[نص]"/>
      <dgm:spPr/>
      <dgm:t>
        <a:bodyPr/>
        <a:lstStyle/>
        <a:p>
          <a:pPr algn="ctr" rtl="0"/>
          <a:r>
            <a:rPr lang="en-US" baseline="0"/>
            <a:t>8</a:t>
          </a:r>
          <a:endParaRPr lang="ar-SA"/>
        </a:p>
      </dgm:t>
    </dgm:pt>
    <dgm:pt modelId="{66A7242C-3782-49A5-AE3D-7A2DA28947E2}" type="parTrans" cxnId="{6FE73903-6720-4EF8-997F-29E18AE31606}">
      <dgm:prSet/>
      <dgm:spPr/>
      <dgm:t>
        <a:bodyPr/>
        <a:lstStyle/>
        <a:p>
          <a:pPr rtl="1"/>
          <a:endParaRPr lang="ar-SA"/>
        </a:p>
      </dgm:t>
    </dgm:pt>
    <dgm:pt modelId="{DA8B4AE7-E1A4-4AEA-A1A7-4F06B1C30122}" type="sibTrans" cxnId="{6FE73903-6720-4EF8-997F-29E18AE31606}">
      <dgm:prSet/>
      <dgm:spPr/>
      <dgm:t>
        <a:bodyPr/>
        <a:lstStyle/>
        <a:p>
          <a:pPr rtl="1"/>
          <a:endParaRPr lang="ar-SA"/>
        </a:p>
      </dgm:t>
    </dgm:pt>
    <dgm:pt modelId="{FC1E26CF-E828-4910-91D3-0343AAFBBDFE}">
      <dgm:prSet phldrT="[نص]"/>
      <dgm:spPr/>
      <dgm:t>
        <a:bodyPr/>
        <a:lstStyle/>
        <a:p>
          <a:pPr algn="l" rtl="0"/>
          <a:r>
            <a:rPr lang="en-US" baseline="0"/>
            <a:t>Output Layer (SOFT MAX ,Regression )</a:t>
          </a:r>
          <a:endParaRPr lang="ar-SA"/>
        </a:p>
      </dgm:t>
    </dgm:pt>
    <dgm:pt modelId="{F84DA79F-B7CD-4D24-AC48-203BA41A82E3}" type="parTrans" cxnId="{CF479327-B0BB-4DF3-95D9-6CDFAB2A3FF0}">
      <dgm:prSet/>
      <dgm:spPr/>
      <dgm:t>
        <a:bodyPr/>
        <a:lstStyle/>
        <a:p>
          <a:pPr rtl="1"/>
          <a:endParaRPr lang="ar-SA"/>
        </a:p>
      </dgm:t>
    </dgm:pt>
    <dgm:pt modelId="{DCF6FB02-4856-456C-A32F-5F2AE2C836C4}" type="sibTrans" cxnId="{CF479327-B0BB-4DF3-95D9-6CDFAB2A3FF0}">
      <dgm:prSet/>
      <dgm:spPr/>
      <dgm:t>
        <a:bodyPr/>
        <a:lstStyle/>
        <a:p>
          <a:pPr rtl="1"/>
          <a:endParaRPr lang="ar-SA"/>
        </a:p>
      </dgm:t>
    </dgm:pt>
    <dgm:pt modelId="{50598E39-1403-4FF0-85C5-D78CAFD3C23E}" type="pres">
      <dgm:prSet presAssocID="{B6F0FD24-C6E5-41D3-871A-6C07B025284E}" presName="linearFlow" presStyleCnt="0">
        <dgm:presLayoutVars>
          <dgm:dir/>
          <dgm:animLvl val="lvl"/>
          <dgm:resizeHandles val="exact"/>
        </dgm:presLayoutVars>
      </dgm:prSet>
      <dgm:spPr/>
    </dgm:pt>
    <dgm:pt modelId="{60E03F3B-20F0-4E2D-A206-A81234B55055}" type="pres">
      <dgm:prSet presAssocID="{A9CF166C-F027-42DE-AD1D-E2DF567D6DDE}" presName="composite" presStyleCnt="0"/>
      <dgm:spPr/>
    </dgm:pt>
    <dgm:pt modelId="{7A468A26-DC8D-4962-8F5C-171B5E9FB7F4}" type="pres">
      <dgm:prSet presAssocID="{A9CF166C-F027-42DE-AD1D-E2DF567D6DDE}" presName="parentText" presStyleLbl="alignNode1" presStyleIdx="0" presStyleCnt="8">
        <dgm:presLayoutVars>
          <dgm:chMax val="1"/>
          <dgm:bulletEnabled val="1"/>
        </dgm:presLayoutVars>
      </dgm:prSet>
      <dgm:spPr/>
    </dgm:pt>
    <dgm:pt modelId="{D518DF04-4012-43DB-B785-76B004A5C85A}" type="pres">
      <dgm:prSet presAssocID="{A9CF166C-F027-42DE-AD1D-E2DF567D6DDE}" presName="descendantText" presStyleLbl="alignAcc1" presStyleIdx="0" presStyleCnt="8">
        <dgm:presLayoutVars>
          <dgm:bulletEnabled val="1"/>
        </dgm:presLayoutVars>
      </dgm:prSet>
      <dgm:spPr/>
    </dgm:pt>
    <dgm:pt modelId="{38CAC0B7-7480-40A3-9C8B-C197B3254185}" type="pres">
      <dgm:prSet presAssocID="{4303DA3D-EDC8-47BD-A5E7-CC47343FD00C}" presName="sp" presStyleCnt="0"/>
      <dgm:spPr/>
    </dgm:pt>
    <dgm:pt modelId="{B421E3A6-7CBF-4A24-9E00-7DE2F8687E30}" type="pres">
      <dgm:prSet presAssocID="{EF2BD73A-C3F3-4BCF-9D77-2ED32B438E70}" presName="composite" presStyleCnt="0"/>
      <dgm:spPr/>
    </dgm:pt>
    <dgm:pt modelId="{668CBA06-462C-4494-B8FA-6CFB75E7DEDD}" type="pres">
      <dgm:prSet presAssocID="{EF2BD73A-C3F3-4BCF-9D77-2ED32B438E70}" presName="parentText" presStyleLbl="alignNode1" presStyleIdx="1" presStyleCnt="8">
        <dgm:presLayoutVars>
          <dgm:chMax val="1"/>
          <dgm:bulletEnabled val="1"/>
        </dgm:presLayoutVars>
      </dgm:prSet>
      <dgm:spPr/>
    </dgm:pt>
    <dgm:pt modelId="{DE6310F5-F08F-4869-A647-239706683562}" type="pres">
      <dgm:prSet presAssocID="{EF2BD73A-C3F3-4BCF-9D77-2ED32B438E70}" presName="descendantText" presStyleLbl="alignAcc1" presStyleIdx="1" presStyleCnt="8">
        <dgm:presLayoutVars>
          <dgm:bulletEnabled val="1"/>
        </dgm:presLayoutVars>
      </dgm:prSet>
      <dgm:spPr/>
    </dgm:pt>
    <dgm:pt modelId="{802DBDB5-E97F-480D-9703-D34198EC959A}" type="pres">
      <dgm:prSet presAssocID="{20B21FAF-B96C-4ACC-B013-D95BCEFB226C}" presName="sp" presStyleCnt="0"/>
      <dgm:spPr/>
    </dgm:pt>
    <dgm:pt modelId="{E1DE3F06-0810-4F67-8FB1-2D68D1F4CA9E}" type="pres">
      <dgm:prSet presAssocID="{7AC0F95B-9CDF-4C2B-BA9B-80ED9430A3A5}" presName="composite" presStyleCnt="0"/>
      <dgm:spPr/>
    </dgm:pt>
    <dgm:pt modelId="{CA2E958D-7F29-40DD-A646-4AE381CE4D2F}" type="pres">
      <dgm:prSet presAssocID="{7AC0F95B-9CDF-4C2B-BA9B-80ED9430A3A5}" presName="parentText" presStyleLbl="alignNode1" presStyleIdx="2" presStyleCnt="8">
        <dgm:presLayoutVars>
          <dgm:chMax val="1"/>
          <dgm:bulletEnabled val="1"/>
        </dgm:presLayoutVars>
      </dgm:prSet>
      <dgm:spPr/>
    </dgm:pt>
    <dgm:pt modelId="{E3334603-EC59-4977-87EA-D0292D7DD93E}" type="pres">
      <dgm:prSet presAssocID="{7AC0F95B-9CDF-4C2B-BA9B-80ED9430A3A5}" presName="descendantText" presStyleLbl="alignAcc1" presStyleIdx="2" presStyleCnt="8">
        <dgm:presLayoutVars>
          <dgm:bulletEnabled val="1"/>
        </dgm:presLayoutVars>
      </dgm:prSet>
      <dgm:spPr/>
    </dgm:pt>
    <dgm:pt modelId="{F07D4882-0F8D-41F0-80D4-75F9117F9CB8}" type="pres">
      <dgm:prSet presAssocID="{F40738DE-4D93-4A80-AB8D-5EA7FB982706}" presName="sp" presStyleCnt="0"/>
      <dgm:spPr/>
    </dgm:pt>
    <dgm:pt modelId="{597E6F7A-8A58-4FF4-B286-79400ACD24AC}" type="pres">
      <dgm:prSet presAssocID="{53305692-F2DD-4E24-A11A-4F8559F28B27}" presName="composite" presStyleCnt="0"/>
      <dgm:spPr/>
    </dgm:pt>
    <dgm:pt modelId="{4920E2F9-AC8E-448E-A5ED-C4D6EB51858C}" type="pres">
      <dgm:prSet presAssocID="{53305692-F2DD-4E24-A11A-4F8559F28B27}" presName="parentText" presStyleLbl="alignNode1" presStyleIdx="3" presStyleCnt="8">
        <dgm:presLayoutVars>
          <dgm:chMax val="1"/>
          <dgm:bulletEnabled val="1"/>
        </dgm:presLayoutVars>
      </dgm:prSet>
      <dgm:spPr/>
    </dgm:pt>
    <dgm:pt modelId="{58A0E950-D502-4BEC-8DD9-85FCD4924359}" type="pres">
      <dgm:prSet presAssocID="{53305692-F2DD-4E24-A11A-4F8559F28B27}" presName="descendantText" presStyleLbl="alignAcc1" presStyleIdx="3" presStyleCnt="8">
        <dgm:presLayoutVars>
          <dgm:bulletEnabled val="1"/>
        </dgm:presLayoutVars>
      </dgm:prSet>
      <dgm:spPr/>
    </dgm:pt>
    <dgm:pt modelId="{A0A1FE14-7347-474F-A0C8-33AF8E68DB67}" type="pres">
      <dgm:prSet presAssocID="{F63CF2E3-5E62-4FC4-917E-2248308CB85D}" presName="sp" presStyleCnt="0"/>
      <dgm:spPr/>
    </dgm:pt>
    <dgm:pt modelId="{33DA5B78-B6E7-49B6-916B-24DB9B54D0B3}" type="pres">
      <dgm:prSet presAssocID="{A1312E89-3E2C-4B99-9C28-34E79336AECB}" presName="composite" presStyleCnt="0"/>
      <dgm:spPr/>
    </dgm:pt>
    <dgm:pt modelId="{B2F5331C-FCF5-496F-BBCB-3F2538CDA0A0}" type="pres">
      <dgm:prSet presAssocID="{A1312E89-3E2C-4B99-9C28-34E79336AECB}" presName="parentText" presStyleLbl="alignNode1" presStyleIdx="4" presStyleCnt="8">
        <dgm:presLayoutVars>
          <dgm:chMax val="1"/>
          <dgm:bulletEnabled val="1"/>
        </dgm:presLayoutVars>
      </dgm:prSet>
      <dgm:spPr/>
    </dgm:pt>
    <dgm:pt modelId="{569B80AC-B5A9-4ACC-9374-5044A3F4AA8B}" type="pres">
      <dgm:prSet presAssocID="{A1312E89-3E2C-4B99-9C28-34E79336AECB}" presName="descendantText" presStyleLbl="alignAcc1" presStyleIdx="4" presStyleCnt="8">
        <dgm:presLayoutVars>
          <dgm:bulletEnabled val="1"/>
        </dgm:presLayoutVars>
      </dgm:prSet>
      <dgm:spPr/>
    </dgm:pt>
    <dgm:pt modelId="{FB55DBFF-784A-4FA3-95D2-73CD3E3FB37F}" type="pres">
      <dgm:prSet presAssocID="{0504FFF2-7C09-4513-B544-E39962082F66}" presName="sp" presStyleCnt="0"/>
      <dgm:spPr/>
    </dgm:pt>
    <dgm:pt modelId="{DEBA19C8-61B0-4C95-BEE5-207F471091F3}" type="pres">
      <dgm:prSet presAssocID="{57517C47-A5E9-4FFC-BC87-FC02BB08822F}" presName="composite" presStyleCnt="0"/>
      <dgm:spPr/>
    </dgm:pt>
    <dgm:pt modelId="{61802695-8C8F-4993-AE55-0E87BB1B74DF}" type="pres">
      <dgm:prSet presAssocID="{57517C47-A5E9-4FFC-BC87-FC02BB08822F}" presName="parentText" presStyleLbl="alignNode1" presStyleIdx="5" presStyleCnt="8">
        <dgm:presLayoutVars>
          <dgm:chMax val="1"/>
          <dgm:bulletEnabled val="1"/>
        </dgm:presLayoutVars>
      </dgm:prSet>
      <dgm:spPr/>
    </dgm:pt>
    <dgm:pt modelId="{8148F6C1-5F91-4F53-AE97-82E24C77CEB3}" type="pres">
      <dgm:prSet presAssocID="{57517C47-A5E9-4FFC-BC87-FC02BB08822F}" presName="descendantText" presStyleLbl="alignAcc1" presStyleIdx="5" presStyleCnt="8">
        <dgm:presLayoutVars>
          <dgm:bulletEnabled val="1"/>
        </dgm:presLayoutVars>
      </dgm:prSet>
      <dgm:spPr/>
    </dgm:pt>
    <dgm:pt modelId="{931EFCD0-0BF4-40F6-8064-EA2A80194D6F}" type="pres">
      <dgm:prSet presAssocID="{99632497-24A1-4CF4-A20C-18979292C377}" presName="sp" presStyleCnt="0"/>
      <dgm:spPr/>
    </dgm:pt>
    <dgm:pt modelId="{BBB1C918-D9EA-4634-99C0-0BCB9F7211D8}" type="pres">
      <dgm:prSet presAssocID="{D2B5ABAD-CA5D-413E-B299-71BA07E51E94}" presName="composite" presStyleCnt="0"/>
      <dgm:spPr/>
    </dgm:pt>
    <dgm:pt modelId="{F80EF08C-818C-4873-9A83-A83A7B4323C8}" type="pres">
      <dgm:prSet presAssocID="{D2B5ABAD-CA5D-413E-B299-71BA07E51E94}" presName="parentText" presStyleLbl="alignNode1" presStyleIdx="6" presStyleCnt="8">
        <dgm:presLayoutVars>
          <dgm:chMax val="1"/>
          <dgm:bulletEnabled val="1"/>
        </dgm:presLayoutVars>
      </dgm:prSet>
      <dgm:spPr/>
    </dgm:pt>
    <dgm:pt modelId="{9962C7F9-6793-410A-AA8A-B291986A8C03}" type="pres">
      <dgm:prSet presAssocID="{D2B5ABAD-CA5D-413E-B299-71BA07E51E94}" presName="descendantText" presStyleLbl="alignAcc1" presStyleIdx="6" presStyleCnt="8">
        <dgm:presLayoutVars>
          <dgm:bulletEnabled val="1"/>
        </dgm:presLayoutVars>
      </dgm:prSet>
      <dgm:spPr/>
    </dgm:pt>
    <dgm:pt modelId="{F228822F-CA4D-4F0D-89CD-54B83FD2669E}" type="pres">
      <dgm:prSet presAssocID="{9E8E3E04-C26B-4639-ABA0-BF03B1099348}" presName="sp" presStyleCnt="0"/>
      <dgm:spPr/>
    </dgm:pt>
    <dgm:pt modelId="{482A8A05-1CCE-4199-AEDB-8EA6B24C4F3B}" type="pres">
      <dgm:prSet presAssocID="{1051DC94-2F72-44F1-8D6B-0DF2F3465AEB}" presName="composite" presStyleCnt="0"/>
      <dgm:spPr/>
    </dgm:pt>
    <dgm:pt modelId="{7815FF22-D744-40E4-9771-E2D86C8E3D47}" type="pres">
      <dgm:prSet presAssocID="{1051DC94-2F72-44F1-8D6B-0DF2F3465AEB}" presName="parentText" presStyleLbl="alignNode1" presStyleIdx="7" presStyleCnt="8">
        <dgm:presLayoutVars>
          <dgm:chMax val="1"/>
          <dgm:bulletEnabled val="1"/>
        </dgm:presLayoutVars>
      </dgm:prSet>
      <dgm:spPr/>
    </dgm:pt>
    <dgm:pt modelId="{4AEE434B-CB61-4F11-8963-C92910F0C2D0}" type="pres">
      <dgm:prSet presAssocID="{1051DC94-2F72-44F1-8D6B-0DF2F3465AEB}" presName="descendantText" presStyleLbl="alignAcc1" presStyleIdx="7" presStyleCnt="8">
        <dgm:presLayoutVars>
          <dgm:bulletEnabled val="1"/>
        </dgm:presLayoutVars>
      </dgm:prSet>
      <dgm:spPr/>
    </dgm:pt>
  </dgm:ptLst>
  <dgm:cxnLst>
    <dgm:cxn modelId="{E0447B02-15CA-4973-BE7F-B94C7AE483AA}" srcId="{B6F0FD24-C6E5-41D3-871A-6C07B025284E}" destId="{53305692-F2DD-4E24-A11A-4F8559F28B27}" srcOrd="3" destOrd="0" parTransId="{748547C2-39AF-4E73-B041-25A436EF1EDA}" sibTransId="{F63CF2E3-5E62-4FC4-917E-2248308CB85D}"/>
    <dgm:cxn modelId="{6FE73903-6720-4EF8-997F-29E18AE31606}" srcId="{B6F0FD24-C6E5-41D3-871A-6C07B025284E}" destId="{1051DC94-2F72-44F1-8D6B-0DF2F3465AEB}" srcOrd="7" destOrd="0" parTransId="{66A7242C-3782-49A5-AE3D-7A2DA28947E2}" sibTransId="{DA8B4AE7-E1A4-4AEA-A1A7-4F06B1C30122}"/>
    <dgm:cxn modelId="{F88F6E24-BA31-4904-8BAF-374F5B6733B1}" srcId="{A1312E89-3E2C-4B99-9C28-34E79336AECB}" destId="{296F3135-C898-48A2-BC57-34F49142FE00}" srcOrd="0" destOrd="0" parTransId="{472AFF80-021B-41D7-A56A-3524F3D378C0}" sibTransId="{B88556EC-68D0-401A-86FC-062F11272472}"/>
    <dgm:cxn modelId="{CF479327-B0BB-4DF3-95D9-6CDFAB2A3FF0}" srcId="{1051DC94-2F72-44F1-8D6B-0DF2F3465AEB}" destId="{FC1E26CF-E828-4910-91D3-0343AAFBBDFE}" srcOrd="0" destOrd="0" parTransId="{F84DA79F-B7CD-4D24-AC48-203BA41A82E3}" sibTransId="{DCF6FB02-4856-456C-A32F-5F2AE2C836C4}"/>
    <dgm:cxn modelId="{296C0C2A-C2D4-4DB0-95F4-48F335E6C96E}" srcId="{B6F0FD24-C6E5-41D3-871A-6C07B025284E}" destId="{57517C47-A5E9-4FFC-BC87-FC02BB08822F}" srcOrd="5" destOrd="0" parTransId="{CA34C085-52EC-48EC-B8A6-05500A97AAED}" sibTransId="{99632497-24A1-4CF4-A20C-18979292C377}"/>
    <dgm:cxn modelId="{0ACB673F-4221-4932-9CA3-D92FBB8E3C65}" srcId="{B6F0FD24-C6E5-41D3-871A-6C07B025284E}" destId="{7AC0F95B-9CDF-4C2B-BA9B-80ED9430A3A5}" srcOrd="2" destOrd="0" parTransId="{6B81CAE9-823E-48C9-AAEB-C9D2E3D853F9}" sibTransId="{F40738DE-4D93-4A80-AB8D-5EA7FB982706}"/>
    <dgm:cxn modelId="{7399376F-9746-4888-9E52-F73225607A22}" type="presOf" srcId="{68A982B9-0C71-4E7E-9732-5D6A20A23C4B}" destId="{8148F6C1-5F91-4F53-AE97-82E24C77CEB3}" srcOrd="0" destOrd="0" presId="urn:microsoft.com/office/officeart/2005/8/layout/chevron2"/>
    <dgm:cxn modelId="{BC363955-5174-4354-BA88-A6A27C6F19DB}" srcId="{A9CF166C-F027-42DE-AD1D-E2DF567D6DDE}" destId="{9F67CC1E-D5F4-4063-952D-92CEDE00D9CB}" srcOrd="0" destOrd="0" parTransId="{4A3CFD40-85B2-439D-A267-3EC4D85A0C7A}" sibTransId="{0B4FB566-387C-4BBB-A32D-EB9EFC4321A9}"/>
    <dgm:cxn modelId="{C137F075-A89F-48E8-88F2-5E8C24FEC0DA}" type="presOf" srcId="{53305692-F2DD-4E24-A11A-4F8559F28B27}" destId="{4920E2F9-AC8E-448E-A5ED-C4D6EB51858C}" srcOrd="0" destOrd="0" presId="urn:microsoft.com/office/officeart/2005/8/layout/chevron2"/>
    <dgm:cxn modelId="{3127E359-78B4-48F6-9E13-C93414D8A7CB}" srcId="{53305692-F2DD-4E24-A11A-4F8559F28B27}" destId="{29F82CDD-D9CE-4593-B4BE-4E43FAA6B1B0}" srcOrd="0" destOrd="0" parTransId="{A3E56DFB-0E27-4904-B7DD-958870C261FC}" sibTransId="{5B40DA25-ADD4-4CF0-8FA5-E7C06811A113}"/>
    <dgm:cxn modelId="{636AA48C-F3DA-428F-93C2-C7964444216D}" type="presOf" srcId="{FC1E26CF-E828-4910-91D3-0343AAFBBDFE}" destId="{4AEE434B-CB61-4F11-8963-C92910F0C2D0}" srcOrd="0" destOrd="0" presId="urn:microsoft.com/office/officeart/2005/8/layout/chevron2"/>
    <dgm:cxn modelId="{FE7B1495-264A-4F7F-8DB6-A9F39DFCF939}" type="presOf" srcId="{1051DC94-2F72-44F1-8D6B-0DF2F3465AEB}" destId="{7815FF22-D744-40E4-9771-E2D86C8E3D47}" srcOrd="0" destOrd="0" presId="urn:microsoft.com/office/officeart/2005/8/layout/chevron2"/>
    <dgm:cxn modelId="{6C63EEA2-AC0F-4093-8993-5ABED3C53985}" type="presOf" srcId="{296F3135-C898-48A2-BC57-34F49142FE00}" destId="{569B80AC-B5A9-4ACC-9374-5044A3F4AA8B}" srcOrd="0" destOrd="0" presId="urn:microsoft.com/office/officeart/2005/8/layout/chevron2"/>
    <dgm:cxn modelId="{588690AD-D5B7-4DF2-AB53-7FAE6C7B7277}" type="presOf" srcId="{FA11E0CE-65BC-471F-A337-A422ED038A10}" destId="{E3334603-EC59-4977-87EA-D0292D7DD93E}" srcOrd="0" destOrd="0" presId="urn:microsoft.com/office/officeart/2005/8/layout/chevron2"/>
    <dgm:cxn modelId="{084EA0B4-3957-4114-9B2F-FAB5CD550F3D}" srcId="{B6F0FD24-C6E5-41D3-871A-6C07B025284E}" destId="{D2B5ABAD-CA5D-413E-B299-71BA07E51E94}" srcOrd="6" destOrd="0" parTransId="{5774863C-E360-4E24-AC5B-A2E6EB69A2CC}" sibTransId="{9E8E3E04-C26B-4639-ABA0-BF03B1099348}"/>
    <dgm:cxn modelId="{498496B7-0E4A-47DA-9B75-E5323BA8C066}" type="presOf" srcId="{7AC0F95B-9CDF-4C2B-BA9B-80ED9430A3A5}" destId="{CA2E958D-7F29-40DD-A646-4AE381CE4D2F}" srcOrd="0" destOrd="0" presId="urn:microsoft.com/office/officeart/2005/8/layout/chevron2"/>
    <dgm:cxn modelId="{E2754BBB-4A43-425B-B010-118D22D4D0EB}" srcId="{EF2BD73A-C3F3-4BCF-9D77-2ED32B438E70}" destId="{91DB776C-5317-42F4-B373-5D9FE52B0FC5}" srcOrd="0" destOrd="0" parTransId="{3059732B-28EB-4D17-97E2-AA388138AFE7}" sibTransId="{137F73E0-DA79-469E-AB87-4E6E1C47697A}"/>
    <dgm:cxn modelId="{FEB7B8BC-FD84-4990-9086-0B7D2AFA9833}" type="presOf" srcId="{9F67CC1E-D5F4-4063-952D-92CEDE00D9CB}" destId="{D518DF04-4012-43DB-B785-76B004A5C85A}" srcOrd="0" destOrd="0" presId="urn:microsoft.com/office/officeart/2005/8/layout/chevron2"/>
    <dgm:cxn modelId="{6859D5BD-269A-4C26-81FD-A35DBAF013BA}" type="presOf" srcId="{A9CF166C-F027-42DE-AD1D-E2DF567D6DDE}" destId="{7A468A26-DC8D-4962-8F5C-171B5E9FB7F4}" srcOrd="0" destOrd="0" presId="urn:microsoft.com/office/officeart/2005/8/layout/chevron2"/>
    <dgm:cxn modelId="{507837BE-6040-40D0-B2FD-F66D0D540676}" type="presOf" srcId="{A1312E89-3E2C-4B99-9C28-34E79336AECB}" destId="{B2F5331C-FCF5-496F-BBCB-3F2538CDA0A0}" srcOrd="0" destOrd="0" presId="urn:microsoft.com/office/officeart/2005/8/layout/chevron2"/>
    <dgm:cxn modelId="{CCA99BBE-B8D8-441E-9CB3-284BEAF16968}" srcId="{7AC0F95B-9CDF-4C2B-BA9B-80ED9430A3A5}" destId="{FA11E0CE-65BC-471F-A337-A422ED038A10}" srcOrd="0" destOrd="0" parTransId="{2FA1742A-A66E-4141-BD48-75BEF4F192D3}" sibTransId="{49CE4197-E0C4-45AD-805D-9D8D1091F383}"/>
    <dgm:cxn modelId="{7671EBC6-F811-427D-8ACB-6CE35F3C613D}" type="presOf" srcId="{EF2BD73A-C3F3-4BCF-9D77-2ED32B438E70}" destId="{668CBA06-462C-4494-B8FA-6CFB75E7DEDD}" srcOrd="0" destOrd="0" presId="urn:microsoft.com/office/officeart/2005/8/layout/chevron2"/>
    <dgm:cxn modelId="{709FDED7-BEAE-40CE-804A-543BFDE5D71A}" srcId="{D2B5ABAD-CA5D-413E-B299-71BA07E51E94}" destId="{6A92C4AF-8E34-4FF7-A43C-24D704F405DE}" srcOrd="0" destOrd="0" parTransId="{EDC6D142-CCB2-48D9-BB34-4200744FE5E2}" sibTransId="{CCF94C19-8907-4F01-AF9F-F1BB3D2EFF60}"/>
    <dgm:cxn modelId="{FA7AC7E0-3019-4A73-A976-ECAA3EC56C3B}" srcId="{57517C47-A5E9-4FFC-BC87-FC02BB08822F}" destId="{68A982B9-0C71-4E7E-9732-5D6A20A23C4B}" srcOrd="0" destOrd="0" parTransId="{7805E1CA-A0ED-44E8-B3B9-4AFC3EF0EFB0}" sibTransId="{4B5DE241-8981-4598-BCC1-C057786C3C3B}"/>
    <dgm:cxn modelId="{8A0D09E7-B2BF-4F37-917E-2A06CBF5E445}" type="presOf" srcId="{91DB776C-5317-42F4-B373-5D9FE52B0FC5}" destId="{DE6310F5-F08F-4869-A647-239706683562}" srcOrd="0" destOrd="0" presId="urn:microsoft.com/office/officeart/2005/8/layout/chevron2"/>
    <dgm:cxn modelId="{3212B8E7-E88C-48AC-BDB6-1AAC639E995B}" srcId="{B6F0FD24-C6E5-41D3-871A-6C07B025284E}" destId="{A9CF166C-F027-42DE-AD1D-E2DF567D6DDE}" srcOrd="0" destOrd="0" parTransId="{D5A409C5-588F-4EFC-94E6-77CE60EDD644}" sibTransId="{4303DA3D-EDC8-47BD-A5E7-CC47343FD00C}"/>
    <dgm:cxn modelId="{3D3538E9-6DC7-4C3E-8D10-CA497BB02403}" type="presOf" srcId="{B6F0FD24-C6E5-41D3-871A-6C07B025284E}" destId="{50598E39-1403-4FF0-85C5-D78CAFD3C23E}" srcOrd="0" destOrd="0" presId="urn:microsoft.com/office/officeart/2005/8/layout/chevron2"/>
    <dgm:cxn modelId="{A0E60AEA-99B2-40A5-8058-1115EEAB9C7C}" type="presOf" srcId="{D2B5ABAD-CA5D-413E-B299-71BA07E51E94}" destId="{F80EF08C-818C-4873-9A83-A83A7B4323C8}" srcOrd="0" destOrd="0" presId="urn:microsoft.com/office/officeart/2005/8/layout/chevron2"/>
    <dgm:cxn modelId="{49BAC6F0-2760-43BF-9CE7-A20B589D65D2}" type="presOf" srcId="{29F82CDD-D9CE-4593-B4BE-4E43FAA6B1B0}" destId="{58A0E950-D502-4BEC-8DD9-85FCD4924359}" srcOrd="0" destOrd="0" presId="urn:microsoft.com/office/officeart/2005/8/layout/chevron2"/>
    <dgm:cxn modelId="{886A21FB-3D4E-4778-836A-CDA598381652}" srcId="{B6F0FD24-C6E5-41D3-871A-6C07B025284E}" destId="{A1312E89-3E2C-4B99-9C28-34E79336AECB}" srcOrd="4" destOrd="0" parTransId="{AD0D2F9F-D49D-4A33-9DA4-E3795A494E47}" sibTransId="{0504FFF2-7C09-4513-B544-E39962082F66}"/>
    <dgm:cxn modelId="{E46598FB-EE8F-40F4-9215-2E87A0C5CDA3}" type="presOf" srcId="{57517C47-A5E9-4FFC-BC87-FC02BB08822F}" destId="{61802695-8C8F-4993-AE55-0E87BB1B74DF}" srcOrd="0" destOrd="0" presId="urn:microsoft.com/office/officeart/2005/8/layout/chevron2"/>
    <dgm:cxn modelId="{ABB09CFD-375B-429B-A632-D0A773394090}" srcId="{B6F0FD24-C6E5-41D3-871A-6C07B025284E}" destId="{EF2BD73A-C3F3-4BCF-9D77-2ED32B438E70}" srcOrd="1" destOrd="0" parTransId="{E949B5A5-55B5-4236-BFF9-DC471EA9D82E}" sibTransId="{20B21FAF-B96C-4ACC-B013-D95BCEFB226C}"/>
    <dgm:cxn modelId="{4DDADEFF-46B4-407A-B5BD-98AA1EF99973}" type="presOf" srcId="{6A92C4AF-8E34-4FF7-A43C-24D704F405DE}" destId="{9962C7F9-6793-410A-AA8A-B291986A8C03}" srcOrd="0" destOrd="0" presId="urn:microsoft.com/office/officeart/2005/8/layout/chevron2"/>
    <dgm:cxn modelId="{62F82D79-E752-432A-9981-DCC0633B96D2}" type="presParOf" srcId="{50598E39-1403-4FF0-85C5-D78CAFD3C23E}" destId="{60E03F3B-20F0-4E2D-A206-A81234B55055}" srcOrd="0" destOrd="0" presId="urn:microsoft.com/office/officeart/2005/8/layout/chevron2"/>
    <dgm:cxn modelId="{A54F9381-E794-4816-8341-E7FC02B7BF84}" type="presParOf" srcId="{60E03F3B-20F0-4E2D-A206-A81234B55055}" destId="{7A468A26-DC8D-4962-8F5C-171B5E9FB7F4}" srcOrd="0" destOrd="0" presId="urn:microsoft.com/office/officeart/2005/8/layout/chevron2"/>
    <dgm:cxn modelId="{834FC757-A96C-4902-97EB-5DBD3FC2AEF4}" type="presParOf" srcId="{60E03F3B-20F0-4E2D-A206-A81234B55055}" destId="{D518DF04-4012-43DB-B785-76B004A5C85A}" srcOrd="1" destOrd="0" presId="urn:microsoft.com/office/officeart/2005/8/layout/chevron2"/>
    <dgm:cxn modelId="{F87E1ACD-2144-407C-9ABF-E1C2DEEC6933}" type="presParOf" srcId="{50598E39-1403-4FF0-85C5-D78CAFD3C23E}" destId="{38CAC0B7-7480-40A3-9C8B-C197B3254185}" srcOrd="1" destOrd="0" presId="urn:microsoft.com/office/officeart/2005/8/layout/chevron2"/>
    <dgm:cxn modelId="{2D8C4181-E491-4392-9AA7-595F84FD495F}" type="presParOf" srcId="{50598E39-1403-4FF0-85C5-D78CAFD3C23E}" destId="{B421E3A6-7CBF-4A24-9E00-7DE2F8687E30}" srcOrd="2" destOrd="0" presId="urn:microsoft.com/office/officeart/2005/8/layout/chevron2"/>
    <dgm:cxn modelId="{239C4E8B-EAA5-4B17-A06F-55DD76E34FB8}" type="presParOf" srcId="{B421E3A6-7CBF-4A24-9E00-7DE2F8687E30}" destId="{668CBA06-462C-4494-B8FA-6CFB75E7DEDD}" srcOrd="0" destOrd="0" presId="urn:microsoft.com/office/officeart/2005/8/layout/chevron2"/>
    <dgm:cxn modelId="{C6AE5DD2-F2C7-4608-B932-2C9CFC0CADC8}" type="presParOf" srcId="{B421E3A6-7CBF-4A24-9E00-7DE2F8687E30}" destId="{DE6310F5-F08F-4869-A647-239706683562}" srcOrd="1" destOrd="0" presId="urn:microsoft.com/office/officeart/2005/8/layout/chevron2"/>
    <dgm:cxn modelId="{969A7829-AF24-40F8-8DBF-122B08D0C03B}" type="presParOf" srcId="{50598E39-1403-4FF0-85C5-D78CAFD3C23E}" destId="{802DBDB5-E97F-480D-9703-D34198EC959A}" srcOrd="3" destOrd="0" presId="urn:microsoft.com/office/officeart/2005/8/layout/chevron2"/>
    <dgm:cxn modelId="{95DFD078-520D-4BE9-9190-2BAE79278530}" type="presParOf" srcId="{50598E39-1403-4FF0-85C5-D78CAFD3C23E}" destId="{E1DE3F06-0810-4F67-8FB1-2D68D1F4CA9E}" srcOrd="4" destOrd="0" presId="urn:microsoft.com/office/officeart/2005/8/layout/chevron2"/>
    <dgm:cxn modelId="{10568F55-38FE-40CC-9CA3-AF83E29D1602}" type="presParOf" srcId="{E1DE3F06-0810-4F67-8FB1-2D68D1F4CA9E}" destId="{CA2E958D-7F29-40DD-A646-4AE381CE4D2F}" srcOrd="0" destOrd="0" presId="urn:microsoft.com/office/officeart/2005/8/layout/chevron2"/>
    <dgm:cxn modelId="{C631A1EF-BB19-4FF8-9AAF-DEEA21365C70}" type="presParOf" srcId="{E1DE3F06-0810-4F67-8FB1-2D68D1F4CA9E}" destId="{E3334603-EC59-4977-87EA-D0292D7DD93E}" srcOrd="1" destOrd="0" presId="urn:microsoft.com/office/officeart/2005/8/layout/chevron2"/>
    <dgm:cxn modelId="{302F1876-35EA-4B8D-94A5-E12F83D9ACE6}" type="presParOf" srcId="{50598E39-1403-4FF0-85C5-D78CAFD3C23E}" destId="{F07D4882-0F8D-41F0-80D4-75F9117F9CB8}" srcOrd="5" destOrd="0" presId="urn:microsoft.com/office/officeart/2005/8/layout/chevron2"/>
    <dgm:cxn modelId="{C3FBF693-1A13-434E-AF03-D7E8174CE2C6}" type="presParOf" srcId="{50598E39-1403-4FF0-85C5-D78CAFD3C23E}" destId="{597E6F7A-8A58-4FF4-B286-79400ACD24AC}" srcOrd="6" destOrd="0" presId="urn:microsoft.com/office/officeart/2005/8/layout/chevron2"/>
    <dgm:cxn modelId="{11F54C56-8623-412C-A11F-5FF6C2470ECF}" type="presParOf" srcId="{597E6F7A-8A58-4FF4-B286-79400ACD24AC}" destId="{4920E2F9-AC8E-448E-A5ED-C4D6EB51858C}" srcOrd="0" destOrd="0" presId="urn:microsoft.com/office/officeart/2005/8/layout/chevron2"/>
    <dgm:cxn modelId="{D56B2E19-6392-4B8C-9DF6-267C75FE2133}" type="presParOf" srcId="{597E6F7A-8A58-4FF4-B286-79400ACD24AC}" destId="{58A0E950-D502-4BEC-8DD9-85FCD4924359}" srcOrd="1" destOrd="0" presId="urn:microsoft.com/office/officeart/2005/8/layout/chevron2"/>
    <dgm:cxn modelId="{A63CA0A0-F556-40D4-868D-665601497AC5}" type="presParOf" srcId="{50598E39-1403-4FF0-85C5-D78CAFD3C23E}" destId="{A0A1FE14-7347-474F-A0C8-33AF8E68DB67}" srcOrd="7" destOrd="0" presId="urn:microsoft.com/office/officeart/2005/8/layout/chevron2"/>
    <dgm:cxn modelId="{5DFCC45F-FA7E-472A-AB62-8BBB22FC1374}" type="presParOf" srcId="{50598E39-1403-4FF0-85C5-D78CAFD3C23E}" destId="{33DA5B78-B6E7-49B6-916B-24DB9B54D0B3}" srcOrd="8" destOrd="0" presId="urn:microsoft.com/office/officeart/2005/8/layout/chevron2"/>
    <dgm:cxn modelId="{8AFE6FFE-4085-46C3-AC81-3516D8A891F9}" type="presParOf" srcId="{33DA5B78-B6E7-49B6-916B-24DB9B54D0B3}" destId="{B2F5331C-FCF5-496F-BBCB-3F2538CDA0A0}" srcOrd="0" destOrd="0" presId="urn:microsoft.com/office/officeart/2005/8/layout/chevron2"/>
    <dgm:cxn modelId="{B9FE7E4A-64BC-466B-8484-FFA70CC43329}" type="presParOf" srcId="{33DA5B78-B6E7-49B6-916B-24DB9B54D0B3}" destId="{569B80AC-B5A9-4ACC-9374-5044A3F4AA8B}" srcOrd="1" destOrd="0" presId="urn:microsoft.com/office/officeart/2005/8/layout/chevron2"/>
    <dgm:cxn modelId="{94A81B14-92F3-49A8-A7D4-5BB63D49C005}" type="presParOf" srcId="{50598E39-1403-4FF0-85C5-D78CAFD3C23E}" destId="{FB55DBFF-784A-4FA3-95D2-73CD3E3FB37F}" srcOrd="9" destOrd="0" presId="urn:microsoft.com/office/officeart/2005/8/layout/chevron2"/>
    <dgm:cxn modelId="{4C387D4E-ACF5-4A6D-BE08-BAA6F7CF280F}" type="presParOf" srcId="{50598E39-1403-4FF0-85C5-D78CAFD3C23E}" destId="{DEBA19C8-61B0-4C95-BEE5-207F471091F3}" srcOrd="10" destOrd="0" presId="urn:microsoft.com/office/officeart/2005/8/layout/chevron2"/>
    <dgm:cxn modelId="{42396C72-AF45-4062-BF25-B62D61FB1329}" type="presParOf" srcId="{DEBA19C8-61B0-4C95-BEE5-207F471091F3}" destId="{61802695-8C8F-4993-AE55-0E87BB1B74DF}" srcOrd="0" destOrd="0" presId="urn:microsoft.com/office/officeart/2005/8/layout/chevron2"/>
    <dgm:cxn modelId="{B9132391-CB4D-4533-BB24-82827C152347}" type="presParOf" srcId="{DEBA19C8-61B0-4C95-BEE5-207F471091F3}" destId="{8148F6C1-5F91-4F53-AE97-82E24C77CEB3}" srcOrd="1" destOrd="0" presId="urn:microsoft.com/office/officeart/2005/8/layout/chevron2"/>
    <dgm:cxn modelId="{C209E2C7-D958-437D-9F32-66E5D8D2DF37}" type="presParOf" srcId="{50598E39-1403-4FF0-85C5-D78CAFD3C23E}" destId="{931EFCD0-0BF4-40F6-8064-EA2A80194D6F}" srcOrd="11" destOrd="0" presId="urn:microsoft.com/office/officeart/2005/8/layout/chevron2"/>
    <dgm:cxn modelId="{7413F505-B8E2-4402-A93E-C32F8AA48E7F}" type="presParOf" srcId="{50598E39-1403-4FF0-85C5-D78CAFD3C23E}" destId="{BBB1C918-D9EA-4634-99C0-0BCB9F7211D8}" srcOrd="12" destOrd="0" presId="urn:microsoft.com/office/officeart/2005/8/layout/chevron2"/>
    <dgm:cxn modelId="{7676383F-90D7-4D43-A360-D64090A11A92}" type="presParOf" srcId="{BBB1C918-D9EA-4634-99C0-0BCB9F7211D8}" destId="{F80EF08C-818C-4873-9A83-A83A7B4323C8}" srcOrd="0" destOrd="0" presId="urn:microsoft.com/office/officeart/2005/8/layout/chevron2"/>
    <dgm:cxn modelId="{B8B2CC69-1733-466A-8ADD-F4C5B9DCC337}" type="presParOf" srcId="{BBB1C918-D9EA-4634-99C0-0BCB9F7211D8}" destId="{9962C7F9-6793-410A-AA8A-B291986A8C03}" srcOrd="1" destOrd="0" presId="urn:microsoft.com/office/officeart/2005/8/layout/chevron2"/>
    <dgm:cxn modelId="{1690A4AA-FFAA-4196-9685-664D1850D147}" type="presParOf" srcId="{50598E39-1403-4FF0-85C5-D78CAFD3C23E}" destId="{F228822F-CA4D-4F0D-89CD-54B83FD2669E}" srcOrd="13" destOrd="0" presId="urn:microsoft.com/office/officeart/2005/8/layout/chevron2"/>
    <dgm:cxn modelId="{8B26B845-41F4-4754-9A8A-43266051D3A7}" type="presParOf" srcId="{50598E39-1403-4FF0-85C5-D78CAFD3C23E}" destId="{482A8A05-1CCE-4199-AEDB-8EA6B24C4F3B}" srcOrd="14" destOrd="0" presId="urn:microsoft.com/office/officeart/2005/8/layout/chevron2"/>
    <dgm:cxn modelId="{1CC86EB6-D94F-45C4-AFD3-D73FE017C450}" type="presParOf" srcId="{482A8A05-1CCE-4199-AEDB-8EA6B24C4F3B}" destId="{7815FF22-D744-40E4-9771-E2D86C8E3D47}" srcOrd="0" destOrd="0" presId="urn:microsoft.com/office/officeart/2005/8/layout/chevron2"/>
    <dgm:cxn modelId="{0E111982-BC8E-4C86-B6A3-EE53927DEE3A}" type="presParOf" srcId="{482A8A05-1CCE-4199-AEDB-8EA6B24C4F3B}" destId="{4AEE434B-CB61-4F11-8963-C92910F0C2D0}"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293F00B8-3CCC-49E6-98BA-3F341BBA02DB}" type="doc">
      <dgm:prSet loTypeId="urn:microsoft.com/office/officeart/2005/8/layout/vList5" loCatId="list" qsTypeId="urn:microsoft.com/office/officeart/2005/8/quickstyle/simple1" qsCatId="simple" csTypeId="urn:microsoft.com/office/officeart/2005/8/colors/colorful4" csCatId="colorful" phldr="1"/>
      <dgm:spPr/>
      <dgm:t>
        <a:bodyPr/>
        <a:lstStyle/>
        <a:p>
          <a:pPr rtl="1"/>
          <a:endParaRPr lang="ar-SA"/>
        </a:p>
      </dgm:t>
    </dgm:pt>
    <dgm:pt modelId="{4499DAEF-EE3C-4A55-89DA-E304C0635AA3}">
      <dgm:prSet phldrT="[نص]" custT="1"/>
      <dgm:spPr/>
      <dgm:t>
        <a:bodyPr/>
        <a:lstStyle/>
        <a:p>
          <a:pPr algn="ctr" rtl="1"/>
          <a:r>
            <a:rPr lang="en-US" sz="2000"/>
            <a:t>DEFENITION</a:t>
          </a:r>
          <a:endParaRPr lang="ar-SA" sz="2000"/>
        </a:p>
      </dgm:t>
    </dgm:pt>
    <dgm:pt modelId="{C30E7108-840E-45F0-929C-C0DA904BBA29}" type="parTrans" cxnId="{D29E7C30-63A6-437D-B9F1-A8CBE3150B02}">
      <dgm:prSet/>
      <dgm:spPr/>
      <dgm:t>
        <a:bodyPr/>
        <a:lstStyle/>
        <a:p>
          <a:pPr rtl="1"/>
          <a:endParaRPr lang="ar-SA"/>
        </a:p>
      </dgm:t>
    </dgm:pt>
    <dgm:pt modelId="{7243386D-3985-42C1-9F46-780194D6CD0D}" type="sibTrans" cxnId="{D29E7C30-63A6-437D-B9F1-A8CBE3150B02}">
      <dgm:prSet/>
      <dgm:spPr/>
      <dgm:t>
        <a:bodyPr/>
        <a:lstStyle/>
        <a:p>
          <a:pPr rtl="1"/>
          <a:endParaRPr lang="ar-SA"/>
        </a:p>
      </dgm:t>
    </dgm:pt>
    <dgm:pt modelId="{A085F4D9-9140-408E-A70B-03B34B0B6173}">
      <dgm:prSet phldrT="[نص]"/>
      <dgm:spPr/>
      <dgm:t>
        <a:bodyPr/>
        <a:lstStyle/>
        <a:p>
          <a:pPr rtl="0"/>
          <a:r>
            <a:rPr lang="en-US"/>
            <a:t>Convolutional neural networks</a:t>
          </a:r>
          <a:r>
            <a:rPr lang="en-US" baseline="0"/>
            <a:t> learn a complex representation of visual data using vast amounts of data .they are </a:t>
          </a:r>
          <a:r>
            <a:rPr lang="en-US" baseline="0">
              <a:solidFill>
                <a:srgbClr val="FF0000"/>
              </a:solidFill>
            </a:rPr>
            <a:t>inspired by human visual system </a:t>
          </a:r>
          <a:r>
            <a:rPr lang="en-US" baseline="0"/>
            <a:t>and learn </a:t>
          </a:r>
          <a:r>
            <a:rPr lang="en-US" baseline="0">
              <a:solidFill>
                <a:srgbClr val="FF0000"/>
              </a:solidFill>
            </a:rPr>
            <a:t>multiple layers of transformations </a:t>
          </a:r>
          <a:r>
            <a:rPr lang="en-US" baseline="0"/>
            <a:t>, which are applied on top of each other to extract progressively more </a:t>
          </a:r>
          <a:r>
            <a:rPr lang="en-US" baseline="0">
              <a:solidFill>
                <a:srgbClr val="FF0000"/>
              </a:solidFill>
            </a:rPr>
            <a:t>sophisticated representation of the input </a:t>
          </a:r>
          <a:r>
            <a:rPr lang="en-US" baseline="0"/>
            <a:t>.</a:t>
          </a:r>
          <a:endParaRPr lang="ar-SA"/>
        </a:p>
      </dgm:t>
    </dgm:pt>
    <dgm:pt modelId="{5BED8C21-9E1F-4E90-B6AD-7903804345DE}" type="parTrans" cxnId="{BD4DD8FD-CA54-4910-A2C3-E74C3F906921}">
      <dgm:prSet/>
      <dgm:spPr/>
      <dgm:t>
        <a:bodyPr/>
        <a:lstStyle/>
        <a:p>
          <a:pPr rtl="1"/>
          <a:endParaRPr lang="ar-SA"/>
        </a:p>
      </dgm:t>
    </dgm:pt>
    <dgm:pt modelId="{8A70B557-2248-4BC8-8185-C42A53037691}" type="sibTrans" cxnId="{BD4DD8FD-CA54-4910-A2C3-E74C3F906921}">
      <dgm:prSet/>
      <dgm:spPr/>
      <dgm:t>
        <a:bodyPr/>
        <a:lstStyle/>
        <a:p>
          <a:pPr rtl="1"/>
          <a:endParaRPr lang="ar-SA"/>
        </a:p>
      </dgm:t>
    </dgm:pt>
    <dgm:pt modelId="{4A2803F9-E2AE-4FDB-B4B1-18178F74A67E}">
      <dgm:prSet phldrT="[نص]" custT="1"/>
      <dgm:spPr/>
      <dgm:t>
        <a:bodyPr/>
        <a:lstStyle/>
        <a:p>
          <a:pPr algn="ctr" rtl="0"/>
          <a:r>
            <a:rPr lang="en-US" sz="2400"/>
            <a:t>Notes</a:t>
          </a:r>
          <a:endParaRPr lang="ar-SA" sz="2400"/>
        </a:p>
      </dgm:t>
    </dgm:pt>
    <dgm:pt modelId="{77C438E7-777D-4C2E-8442-46E99430679A}" type="parTrans" cxnId="{FA621894-2CCA-4F62-985F-4E7EF4B64595}">
      <dgm:prSet/>
      <dgm:spPr/>
      <dgm:t>
        <a:bodyPr/>
        <a:lstStyle/>
        <a:p>
          <a:pPr rtl="1"/>
          <a:endParaRPr lang="ar-SA"/>
        </a:p>
      </dgm:t>
    </dgm:pt>
    <dgm:pt modelId="{DBDE4B98-5F43-4C21-9700-49A7707A2D9B}" type="sibTrans" cxnId="{FA621894-2CCA-4F62-985F-4E7EF4B64595}">
      <dgm:prSet/>
      <dgm:spPr/>
      <dgm:t>
        <a:bodyPr/>
        <a:lstStyle/>
        <a:p>
          <a:pPr rtl="1"/>
          <a:endParaRPr lang="ar-SA"/>
        </a:p>
      </dgm:t>
    </dgm:pt>
    <dgm:pt modelId="{32432909-78EA-48D7-8256-9C354C23FCA6}">
      <dgm:prSet phldrT="[نص]" custT="1"/>
      <dgm:spPr/>
      <dgm:t>
        <a:bodyPr/>
        <a:lstStyle/>
        <a:p>
          <a:pPr algn="l" rtl="0"/>
          <a:r>
            <a:rPr lang="en-US" sz="1600"/>
            <a:t>CNN have multiple types of layers ,the first of which is the Convolutional layer.</a:t>
          </a:r>
          <a:endParaRPr lang="ar-SA" sz="1600"/>
        </a:p>
      </dgm:t>
    </dgm:pt>
    <dgm:pt modelId="{AD9E4FFC-7BFE-4EEC-8261-2022EA813968}" type="parTrans" cxnId="{C4239345-EDCB-4F11-A96A-6EDA2430FB03}">
      <dgm:prSet/>
      <dgm:spPr/>
      <dgm:t>
        <a:bodyPr/>
        <a:lstStyle/>
        <a:p>
          <a:pPr rtl="1"/>
          <a:endParaRPr lang="ar-SA"/>
        </a:p>
      </dgm:t>
    </dgm:pt>
    <dgm:pt modelId="{E042260F-D4FF-4BBA-8DE2-A127BB2BD97D}" type="sibTrans" cxnId="{C4239345-EDCB-4F11-A96A-6EDA2430FB03}">
      <dgm:prSet/>
      <dgm:spPr/>
      <dgm:t>
        <a:bodyPr/>
        <a:lstStyle/>
        <a:p>
          <a:pPr rtl="1"/>
          <a:endParaRPr lang="ar-SA"/>
        </a:p>
      </dgm:t>
    </dgm:pt>
    <dgm:pt modelId="{590C177C-1F5F-45F7-BB4D-A7F7144DBBED}">
      <dgm:prSet phldrT="[نص]" custT="1"/>
      <dgm:spPr/>
      <dgm:t>
        <a:bodyPr/>
        <a:lstStyle/>
        <a:p>
          <a:pPr algn="l" rtl="0"/>
          <a:r>
            <a:rPr lang="en-US" sz="1600" baseline="0"/>
            <a:t>Inspired by </a:t>
          </a:r>
          <a:r>
            <a:rPr lang="en-US" sz="1600"/>
            <a:t>the visual cortex and Pioneered by </a:t>
          </a:r>
          <a:r>
            <a:rPr lang="en-US" sz="1600" err="1"/>
            <a:t>Yann</a:t>
          </a:r>
          <a:r>
            <a:rPr lang="en-US" sz="1600"/>
            <a:t> </a:t>
          </a:r>
          <a:r>
            <a:rPr lang="en-US" sz="1600" err="1"/>
            <a:t>Lecun</a:t>
          </a:r>
          <a:r>
            <a:rPr lang="en-US" sz="1600"/>
            <a:t> (NYU).</a:t>
          </a:r>
          <a:endParaRPr lang="ar-SA" sz="1600"/>
        </a:p>
      </dgm:t>
    </dgm:pt>
    <dgm:pt modelId="{15537715-067F-499B-A63A-2E3F4CD5DCEF}" type="parTrans" cxnId="{70CE1603-3570-4290-B1E1-94EE93306841}">
      <dgm:prSet/>
      <dgm:spPr/>
      <dgm:t>
        <a:bodyPr/>
        <a:lstStyle/>
        <a:p>
          <a:endParaRPr lang="en-US"/>
        </a:p>
      </dgm:t>
    </dgm:pt>
    <dgm:pt modelId="{3262FC5B-3886-47AA-856F-ACCD4C563F1A}" type="sibTrans" cxnId="{70CE1603-3570-4290-B1E1-94EE93306841}">
      <dgm:prSet/>
      <dgm:spPr/>
      <dgm:t>
        <a:bodyPr/>
        <a:lstStyle/>
        <a:p>
          <a:endParaRPr lang="en-US"/>
        </a:p>
      </dgm:t>
    </dgm:pt>
    <dgm:pt modelId="{3B5D4C18-AAE4-4238-AD72-67CC0DFC32A2}" type="pres">
      <dgm:prSet presAssocID="{293F00B8-3CCC-49E6-98BA-3F341BBA02DB}" presName="Name0" presStyleCnt="0">
        <dgm:presLayoutVars>
          <dgm:dir/>
          <dgm:animLvl val="lvl"/>
          <dgm:resizeHandles val="exact"/>
        </dgm:presLayoutVars>
      </dgm:prSet>
      <dgm:spPr/>
    </dgm:pt>
    <dgm:pt modelId="{2765DBDF-BEE1-4A5C-9796-689C87331844}" type="pres">
      <dgm:prSet presAssocID="{4499DAEF-EE3C-4A55-89DA-E304C0635AA3}" presName="linNode" presStyleCnt="0"/>
      <dgm:spPr/>
    </dgm:pt>
    <dgm:pt modelId="{544F1DEE-C8EE-47FD-B266-CEEF83B83528}" type="pres">
      <dgm:prSet presAssocID="{4499DAEF-EE3C-4A55-89DA-E304C0635AA3}" presName="parentText" presStyleLbl="node1" presStyleIdx="0" presStyleCnt="2" custScaleX="62242">
        <dgm:presLayoutVars>
          <dgm:chMax val="1"/>
          <dgm:bulletEnabled val="1"/>
        </dgm:presLayoutVars>
      </dgm:prSet>
      <dgm:spPr/>
    </dgm:pt>
    <dgm:pt modelId="{7D706784-EB03-45CE-B852-4D55106DB4CE}" type="pres">
      <dgm:prSet presAssocID="{4499DAEF-EE3C-4A55-89DA-E304C0635AA3}" presName="descendantText" presStyleLbl="alignAccFollowNode1" presStyleIdx="0" presStyleCnt="2" custScaleX="134656">
        <dgm:presLayoutVars>
          <dgm:bulletEnabled val="1"/>
        </dgm:presLayoutVars>
      </dgm:prSet>
      <dgm:spPr/>
    </dgm:pt>
    <dgm:pt modelId="{92CBAAB4-8DB8-478A-90B9-34A07CB6877A}" type="pres">
      <dgm:prSet presAssocID="{7243386D-3985-42C1-9F46-780194D6CD0D}" presName="sp" presStyleCnt="0"/>
      <dgm:spPr/>
    </dgm:pt>
    <dgm:pt modelId="{C68C8564-4A8F-4A7F-81F5-5DFE207A798B}" type="pres">
      <dgm:prSet presAssocID="{4A2803F9-E2AE-4FDB-B4B1-18178F74A67E}" presName="linNode" presStyleCnt="0"/>
      <dgm:spPr/>
    </dgm:pt>
    <dgm:pt modelId="{D3EE6E6A-755C-4C56-80AA-95A3260EDC30}" type="pres">
      <dgm:prSet presAssocID="{4A2803F9-E2AE-4FDB-B4B1-18178F74A67E}" presName="parentText" presStyleLbl="node1" presStyleIdx="1" presStyleCnt="2">
        <dgm:presLayoutVars>
          <dgm:chMax val="1"/>
          <dgm:bulletEnabled val="1"/>
        </dgm:presLayoutVars>
      </dgm:prSet>
      <dgm:spPr/>
    </dgm:pt>
    <dgm:pt modelId="{29F63E76-DD10-4ABC-92C3-E8DD0AA80FE0}" type="pres">
      <dgm:prSet presAssocID="{4A2803F9-E2AE-4FDB-B4B1-18178F74A67E}" presName="descendantText" presStyleLbl="alignAccFollowNode1" presStyleIdx="1" presStyleCnt="2" custScaleX="230928">
        <dgm:presLayoutVars>
          <dgm:bulletEnabled val="1"/>
        </dgm:presLayoutVars>
      </dgm:prSet>
      <dgm:spPr/>
    </dgm:pt>
  </dgm:ptLst>
  <dgm:cxnLst>
    <dgm:cxn modelId="{70CE1603-3570-4290-B1E1-94EE93306841}" srcId="{4A2803F9-E2AE-4FDB-B4B1-18178F74A67E}" destId="{590C177C-1F5F-45F7-BB4D-A7F7144DBBED}" srcOrd="0" destOrd="0" parTransId="{15537715-067F-499B-A63A-2E3F4CD5DCEF}" sibTransId="{3262FC5B-3886-47AA-856F-ACCD4C563F1A}"/>
    <dgm:cxn modelId="{85110E17-1A7E-46B8-9B43-ED216EC4E069}" type="presOf" srcId="{32432909-78EA-48D7-8256-9C354C23FCA6}" destId="{29F63E76-DD10-4ABC-92C3-E8DD0AA80FE0}" srcOrd="0" destOrd="1" presId="urn:microsoft.com/office/officeart/2005/8/layout/vList5"/>
    <dgm:cxn modelId="{C5546325-C302-4699-9F08-27FFEFBDBF10}" type="presOf" srcId="{4A2803F9-E2AE-4FDB-B4B1-18178F74A67E}" destId="{D3EE6E6A-755C-4C56-80AA-95A3260EDC30}" srcOrd="0" destOrd="0" presId="urn:microsoft.com/office/officeart/2005/8/layout/vList5"/>
    <dgm:cxn modelId="{D29E7C30-63A6-437D-B9F1-A8CBE3150B02}" srcId="{293F00B8-3CCC-49E6-98BA-3F341BBA02DB}" destId="{4499DAEF-EE3C-4A55-89DA-E304C0635AA3}" srcOrd="0" destOrd="0" parTransId="{C30E7108-840E-45F0-929C-C0DA904BBA29}" sibTransId="{7243386D-3985-42C1-9F46-780194D6CD0D}"/>
    <dgm:cxn modelId="{C4239345-EDCB-4F11-A96A-6EDA2430FB03}" srcId="{4A2803F9-E2AE-4FDB-B4B1-18178F74A67E}" destId="{32432909-78EA-48D7-8256-9C354C23FCA6}" srcOrd="1" destOrd="0" parTransId="{AD9E4FFC-7BFE-4EEC-8261-2022EA813968}" sibTransId="{E042260F-D4FF-4BBA-8DE2-A127BB2BD97D}"/>
    <dgm:cxn modelId="{A2BB1966-2C98-433F-81A1-FAD1B762B857}" type="presOf" srcId="{A085F4D9-9140-408E-A70B-03B34B0B6173}" destId="{7D706784-EB03-45CE-B852-4D55106DB4CE}" srcOrd="0" destOrd="0" presId="urn:microsoft.com/office/officeart/2005/8/layout/vList5"/>
    <dgm:cxn modelId="{FA621894-2CCA-4F62-985F-4E7EF4B64595}" srcId="{293F00B8-3CCC-49E6-98BA-3F341BBA02DB}" destId="{4A2803F9-E2AE-4FDB-B4B1-18178F74A67E}" srcOrd="1" destOrd="0" parTransId="{77C438E7-777D-4C2E-8442-46E99430679A}" sibTransId="{DBDE4B98-5F43-4C21-9700-49A7707A2D9B}"/>
    <dgm:cxn modelId="{26DCBD9D-26F8-4536-9839-5412FDAA930F}" type="presOf" srcId="{293F00B8-3CCC-49E6-98BA-3F341BBA02DB}" destId="{3B5D4C18-AAE4-4238-AD72-67CC0DFC32A2}" srcOrd="0" destOrd="0" presId="urn:microsoft.com/office/officeart/2005/8/layout/vList5"/>
    <dgm:cxn modelId="{E3FD76F0-8F88-48E8-8285-E43C9CDD8B02}" type="presOf" srcId="{4499DAEF-EE3C-4A55-89DA-E304C0635AA3}" destId="{544F1DEE-C8EE-47FD-B266-CEEF83B83528}" srcOrd="0" destOrd="0" presId="urn:microsoft.com/office/officeart/2005/8/layout/vList5"/>
    <dgm:cxn modelId="{E80282F2-B990-4919-9434-F0F6CB47D99A}" type="presOf" srcId="{590C177C-1F5F-45F7-BB4D-A7F7144DBBED}" destId="{29F63E76-DD10-4ABC-92C3-E8DD0AA80FE0}" srcOrd="0" destOrd="0" presId="urn:microsoft.com/office/officeart/2005/8/layout/vList5"/>
    <dgm:cxn modelId="{BD4DD8FD-CA54-4910-A2C3-E74C3F906921}" srcId="{4499DAEF-EE3C-4A55-89DA-E304C0635AA3}" destId="{A085F4D9-9140-408E-A70B-03B34B0B6173}" srcOrd="0" destOrd="0" parTransId="{5BED8C21-9E1F-4E90-B6AD-7903804345DE}" sibTransId="{8A70B557-2248-4BC8-8185-C42A53037691}"/>
    <dgm:cxn modelId="{F3D45B39-FA8C-4B46-B48D-1D10A6EFDCA4}" type="presParOf" srcId="{3B5D4C18-AAE4-4238-AD72-67CC0DFC32A2}" destId="{2765DBDF-BEE1-4A5C-9796-689C87331844}" srcOrd="0" destOrd="0" presId="urn:microsoft.com/office/officeart/2005/8/layout/vList5"/>
    <dgm:cxn modelId="{E6B2BFCF-F38F-452A-89EA-BB1A069DB68E}" type="presParOf" srcId="{2765DBDF-BEE1-4A5C-9796-689C87331844}" destId="{544F1DEE-C8EE-47FD-B266-CEEF83B83528}" srcOrd="0" destOrd="0" presId="urn:microsoft.com/office/officeart/2005/8/layout/vList5"/>
    <dgm:cxn modelId="{77ACDDA8-351A-46B6-BE01-667F06950459}" type="presParOf" srcId="{2765DBDF-BEE1-4A5C-9796-689C87331844}" destId="{7D706784-EB03-45CE-B852-4D55106DB4CE}" srcOrd="1" destOrd="0" presId="urn:microsoft.com/office/officeart/2005/8/layout/vList5"/>
    <dgm:cxn modelId="{9A0BCFFB-2C80-4602-BF8C-0B62C6E377B1}" type="presParOf" srcId="{3B5D4C18-AAE4-4238-AD72-67CC0DFC32A2}" destId="{92CBAAB4-8DB8-478A-90B9-34A07CB6877A}" srcOrd="1" destOrd="0" presId="urn:microsoft.com/office/officeart/2005/8/layout/vList5"/>
    <dgm:cxn modelId="{F63DBE06-E302-4BBE-BB42-1A276331A03A}" type="presParOf" srcId="{3B5D4C18-AAE4-4238-AD72-67CC0DFC32A2}" destId="{C68C8564-4A8F-4A7F-81F5-5DFE207A798B}" srcOrd="2" destOrd="0" presId="urn:microsoft.com/office/officeart/2005/8/layout/vList5"/>
    <dgm:cxn modelId="{E873EBAD-0E73-452C-B7E1-5B6E10AC999F}" type="presParOf" srcId="{C68C8564-4A8F-4A7F-81F5-5DFE207A798B}" destId="{D3EE6E6A-755C-4C56-80AA-95A3260EDC30}" srcOrd="0" destOrd="0" presId="urn:microsoft.com/office/officeart/2005/8/layout/vList5"/>
    <dgm:cxn modelId="{5FF0D4A8-8135-4B08-A95D-861C0D0ACEF5}" type="presParOf" srcId="{C68C8564-4A8F-4A7F-81F5-5DFE207A798B}" destId="{29F63E76-DD10-4ABC-92C3-E8DD0AA80FE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E94D96-E48F-45A6-BE09-C638127AC260}">
      <dsp:nvSpPr>
        <dsp:cNvPr id="0" name=""/>
        <dsp:cNvSpPr/>
      </dsp:nvSpPr>
      <dsp:spPr>
        <a:xfrm>
          <a:off x="0" y="43632"/>
          <a:ext cx="4342501" cy="121639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a:solidFill>
                <a:srgbClr val="FF0000"/>
              </a:solidFill>
            </a:rPr>
            <a:t>Part or a powerful class of  the machine learning </a:t>
          </a:r>
          <a:r>
            <a:rPr lang="en-US" sz="1600" kern="1200"/>
            <a:t>field of learning representations of data. Exceptional effective at learning patterns.</a:t>
          </a:r>
          <a:endParaRPr lang="ar-SA" sz="1600" kern="1200"/>
        </a:p>
      </dsp:txBody>
      <dsp:txXfrm>
        <a:off x="990139" y="43632"/>
        <a:ext cx="3352361" cy="1216396"/>
      </dsp:txXfrm>
    </dsp:sp>
    <dsp:sp modelId="{4FFB6A9E-E17A-41A2-BBD1-8A8329F3BF78}">
      <dsp:nvSpPr>
        <dsp:cNvPr id="0" name=""/>
        <dsp:cNvSpPr/>
      </dsp:nvSpPr>
      <dsp:spPr>
        <a:xfrm>
          <a:off x="121639" y="121639"/>
          <a:ext cx="868500" cy="973117"/>
        </a:xfrm>
        <a:prstGeom prst="roundRect">
          <a:avLst>
            <a:gd name="adj" fmla="val 10000"/>
          </a:avLst>
        </a:prstGeom>
        <a:blipFill rotWithShape="1">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7BE94B-B738-46DC-9E5B-9297EB42962B}">
      <dsp:nvSpPr>
        <dsp:cNvPr id="0" name=""/>
        <dsp:cNvSpPr/>
      </dsp:nvSpPr>
      <dsp:spPr>
        <a:xfrm>
          <a:off x="0" y="1338036"/>
          <a:ext cx="4342501" cy="1216396"/>
        </a:xfrm>
        <a:prstGeom prst="roundRect">
          <a:avLst>
            <a:gd name="adj" fmla="val 10000"/>
          </a:avLst>
        </a:prstGeom>
        <a:solidFill>
          <a:schemeClr val="accent4">
            <a:hueOff val="3299968"/>
            <a:satOff val="-14601"/>
            <a:lumOff val="-24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US" sz="1600" kern="1200"/>
            <a:t>Utilize learning algorithms that derive meaning out of data by using </a:t>
          </a:r>
          <a:r>
            <a:rPr lang="en-US" sz="1600" kern="1200">
              <a:solidFill>
                <a:srgbClr val="FF0000"/>
              </a:solidFill>
            </a:rPr>
            <a:t>hierarchy </a:t>
          </a:r>
          <a:r>
            <a:rPr lang="en-US" sz="1600" kern="1200"/>
            <a:t>of multiple layers that </a:t>
          </a:r>
          <a:r>
            <a:rPr lang="en-US" sz="1600" kern="1200">
              <a:solidFill>
                <a:srgbClr val="FF0000"/>
              </a:solidFill>
            </a:rPr>
            <a:t>mimic the neural networks of our brain</a:t>
          </a:r>
          <a:r>
            <a:rPr lang="en-US" sz="1600" kern="1200"/>
            <a:t>.</a:t>
          </a:r>
          <a:endParaRPr lang="ar-SA" sz="1600" kern="1200"/>
        </a:p>
      </dsp:txBody>
      <dsp:txXfrm>
        <a:off x="990139" y="1338036"/>
        <a:ext cx="3352361" cy="1216396"/>
      </dsp:txXfrm>
    </dsp:sp>
    <dsp:sp modelId="{F3933631-9225-409B-AE3A-7AB7116AED3D}">
      <dsp:nvSpPr>
        <dsp:cNvPr id="0" name=""/>
        <dsp:cNvSpPr/>
      </dsp:nvSpPr>
      <dsp:spPr>
        <a:xfrm>
          <a:off x="121639" y="1459676"/>
          <a:ext cx="868500" cy="973117"/>
        </a:xfrm>
        <a:prstGeom prst="roundRect">
          <a:avLst>
            <a:gd name="adj" fmla="val 10000"/>
          </a:avLst>
        </a:prstGeom>
        <a:blipFill rotWithShape="1">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BFBF46-8ED9-4CD0-B6A1-158FF3C1B967}">
      <dsp:nvSpPr>
        <dsp:cNvPr id="0" name=""/>
        <dsp:cNvSpPr/>
      </dsp:nvSpPr>
      <dsp:spPr>
        <a:xfrm>
          <a:off x="0" y="2676073"/>
          <a:ext cx="4342501" cy="1216396"/>
        </a:xfrm>
        <a:prstGeom prst="roundRect">
          <a:avLst>
            <a:gd name="adj" fmla="val 10000"/>
          </a:avLst>
        </a:prstGeom>
        <a:solidFill>
          <a:schemeClr val="accent4">
            <a:hueOff val="6599937"/>
            <a:satOff val="-29202"/>
            <a:lumOff val="-49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just" defTabSz="711200" rtl="0">
            <a:lnSpc>
              <a:spcPct val="90000"/>
            </a:lnSpc>
            <a:spcBef>
              <a:spcPct val="0"/>
            </a:spcBef>
            <a:spcAft>
              <a:spcPct val="35000"/>
            </a:spcAft>
            <a:buNone/>
          </a:pPr>
          <a:r>
            <a:rPr lang="en-US" sz="1600" kern="1200"/>
            <a:t>If you provide the system tons of information , it begins to understand it and respond in useful ways.</a:t>
          </a:r>
          <a:endParaRPr lang="ar-SA" sz="1600" kern="1200"/>
        </a:p>
      </dsp:txBody>
      <dsp:txXfrm>
        <a:off x="990139" y="2676073"/>
        <a:ext cx="3352361" cy="1216396"/>
      </dsp:txXfrm>
    </dsp:sp>
    <dsp:sp modelId="{C3A7B088-A5DA-4AE2-ADF5-36C65B09218F}">
      <dsp:nvSpPr>
        <dsp:cNvPr id="0" name=""/>
        <dsp:cNvSpPr/>
      </dsp:nvSpPr>
      <dsp:spPr>
        <a:xfrm>
          <a:off x="121639" y="2797712"/>
          <a:ext cx="868500" cy="973117"/>
        </a:xfrm>
        <a:prstGeom prst="roundRect">
          <a:avLst>
            <a:gd name="adj" fmla="val 10000"/>
          </a:avLst>
        </a:prstGeom>
        <a:blipFill rotWithShape="1">
          <a:blip xmlns:r="http://schemas.openxmlformats.org/officeDocument/2006/relationships" r:embed="rId3"/>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F08BE-E8D0-483A-8A8A-3AE02B986133}">
      <dsp:nvSpPr>
        <dsp:cNvPr id="0" name=""/>
        <dsp:cNvSpPr/>
      </dsp:nvSpPr>
      <dsp:spPr>
        <a:xfrm>
          <a:off x="0" y="260555"/>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BEE4B7C-393D-44D1-9275-D352787E2115}">
      <dsp:nvSpPr>
        <dsp:cNvPr id="0" name=""/>
        <dsp:cNvSpPr/>
      </dsp:nvSpPr>
      <dsp:spPr>
        <a:xfrm>
          <a:off x="307086" y="53915"/>
          <a:ext cx="4299204" cy="413280"/>
        </a:xfrm>
        <a:prstGeom prst="roundRect">
          <a:avLst/>
        </a:prstGeom>
        <a:gradFill rotWithShape="0">
          <a:gsLst>
            <a:gs pos="0">
              <a:schemeClr val="accent3">
                <a:shade val="80000"/>
                <a:hueOff val="0"/>
                <a:satOff val="0"/>
                <a:lumOff val="0"/>
                <a:alphaOff val="0"/>
                <a:tint val="50000"/>
                <a:satMod val="300000"/>
              </a:schemeClr>
            </a:gs>
            <a:gs pos="35000">
              <a:schemeClr val="accent3">
                <a:shade val="80000"/>
                <a:hueOff val="0"/>
                <a:satOff val="0"/>
                <a:lumOff val="0"/>
                <a:alphaOff val="0"/>
                <a:tint val="37000"/>
                <a:satMod val="300000"/>
              </a:schemeClr>
            </a:gs>
            <a:gs pos="100000">
              <a:schemeClr val="accent3">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Convolutional Neural Networks(Convnet,CNN)</a:t>
          </a:r>
          <a:endParaRPr lang="ar-SA" sz="1400" b="1" kern="1200"/>
        </a:p>
      </dsp:txBody>
      <dsp:txXfrm>
        <a:off x="327261" y="74090"/>
        <a:ext cx="4258854" cy="372930"/>
      </dsp:txXfrm>
    </dsp:sp>
    <dsp:sp modelId="{0C391ED8-3591-47DE-89E0-B632C2A1614A}">
      <dsp:nvSpPr>
        <dsp:cNvPr id="0" name=""/>
        <dsp:cNvSpPr/>
      </dsp:nvSpPr>
      <dsp:spPr>
        <a:xfrm>
          <a:off x="0" y="895595"/>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43000"/>
              <a:satOff val="-8831"/>
              <a:lumOff val="6627"/>
              <a:alphaOff val="0"/>
            </a:schemeClr>
          </a:solidFill>
          <a:prstDash val="solid"/>
        </a:ln>
        <a:effectLst/>
      </dsp:spPr>
      <dsp:style>
        <a:lnRef idx="1">
          <a:scrgbClr r="0" g="0" b="0"/>
        </a:lnRef>
        <a:fillRef idx="1">
          <a:scrgbClr r="0" g="0" b="0"/>
        </a:fillRef>
        <a:effectRef idx="0">
          <a:scrgbClr r="0" g="0" b="0"/>
        </a:effectRef>
        <a:fontRef idx="minor"/>
      </dsp:style>
    </dsp:sp>
    <dsp:sp modelId="{0C0E1456-0310-424A-AEB7-EBAFE0D1D758}">
      <dsp:nvSpPr>
        <dsp:cNvPr id="0" name=""/>
        <dsp:cNvSpPr/>
      </dsp:nvSpPr>
      <dsp:spPr>
        <a:xfrm>
          <a:off x="307086" y="688955"/>
          <a:ext cx="4299204" cy="413280"/>
        </a:xfrm>
        <a:prstGeom prst="roundRect">
          <a:avLst/>
        </a:prstGeom>
        <a:gradFill rotWithShape="0">
          <a:gsLst>
            <a:gs pos="0">
              <a:schemeClr val="accent3">
                <a:shade val="80000"/>
                <a:hueOff val="-43000"/>
                <a:satOff val="-8831"/>
                <a:lumOff val="6627"/>
                <a:alphaOff val="0"/>
                <a:tint val="50000"/>
                <a:satMod val="300000"/>
              </a:schemeClr>
            </a:gs>
            <a:gs pos="35000">
              <a:schemeClr val="accent3">
                <a:shade val="80000"/>
                <a:hueOff val="-43000"/>
                <a:satOff val="-8831"/>
                <a:lumOff val="6627"/>
                <a:alphaOff val="0"/>
                <a:tint val="37000"/>
                <a:satMod val="300000"/>
              </a:schemeClr>
            </a:gs>
            <a:gs pos="100000">
              <a:schemeClr val="accent3">
                <a:shade val="80000"/>
                <a:hueOff val="-43000"/>
                <a:satOff val="-8831"/>
                <a:lumOff val="662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Recurrent Neural Networks(RNN)</a:t>
          </a:r>
          <a:endParaRPr lang="ar-SA" sz="1400" b="1" kern="1200"/>
        </a:p>
      </dsp:txBody>
      <dsp:txXfrm>
        <a:off x="327261" y="709130"/>
        <a:ext cx="4258854" cy="372930"/>
      </dsp:txXfrm>
    </dsp:sp>
    <dsp:sp modelId="{3FE42313-ECE0-48EE-93EB-E6E51CD84235}">
      <dsp:nvSpPr>
        <dsp:cNvPr id="0" name=""/>
        <dsp:cNvSpPr/>
      </dsp:nvSpPr>
      <dsp:spPr>
        <a:xfrm>
          <a:off x="0" y="1530635"/>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85999"/>
              <a:satOff val="-17662"/>
              <a:lumOff val="13254"/>
              <a:alphaOff val="0"/>
            </a:schemeClr>
          </a:solidFill>
          <a:prstDash val="solid"/>
        </a:ln>
        <a:effectLst/>
      </dsp:spPr>
      <dsp:style>
        <a:lnRef idx="1">
          <a:scrgbClr r="0" g="0" b="0"/>
        </a:lnRef>
        <a:fillRef idx="1">
          <a:scrgbClr r="0" g="0" b="0"/>
        </a:fillRef>
        <a:effectRef idx="0">
          <a:scrgbClr r="0" g="0" b="0"/>
        </a:effectRef>
        <a:fontRef idx="minor"/>
      </dsp:style>
    </dsp:sp>
    <dsp:sp modelId="{27BF380D-8A77-400A-9B38-E014C0AA50D1}">
      <dsp:nvSpPr>
        <dsp:cNvPr id="0" name=""/>
        <dsp:cNvSpPr/>
      </dsp:nvSpPr>
      <dsp:spPr>
        <a:xfrm>
          <a:off x="307086" y="1323996"/>
          <a:ext cx="4299204" cy="413280"/>
        </a:xfrm>
        <a:prstGeom prst="roundRect">
          <a:avLst/>
        </a:prstGeom>
        <a:gradFill rotWithShape="0">
          <a:gsLst>
            <a:gs pos="0">
              <a:schemeClr val="accent3">
                <a:shade val="80000"/>
                <a:hueOff val="-85999"/>
                <a:satOff val="-17662"/>
                <a:lumOff val="13254"/>
                <a:alphaOff val="0"/>
                <a:tint val="50000"/>
                <a:satMod val="300000"/>
              </a:schemeClr>
            </a:gs>
            <a:gs pos="35000">
              <a:schemeClr val="accent3">
                <a:shade val="80000"/>
                <a:hueOff val="-85999"/>
                <a:satOff val="-17662"/>
                <a:lumOff val="13254"/>
                <a:alphaOff val="0"/>
                <a:tint val="37000"/>
                <a:satMod val="300000"/>
              </a:schemeClr>
            </a:gs>
            <a:gs pos="100000">
              <a:schemeClr val="accent3">
                <a:shade val="80000"/>
                <a:hueOff val="-85999"/>
                <a:satOff val="-17662"/>
                <a:lumOff val="1325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1">
            <a:lnSpc>
              <a:spcPct val="90000"/>
            </a:lnSpc>
            <a:spcBef>
              <a:spcPct val="0"/>
            </a:spcBef>
            <a:spcAft>
              <a:spcPct val="35000"/>
            </a:spcAft>
            <a:buNone/>
          </a:pPr>
          <a:r>
            <a:rPr lang="en-US" sz="1400" b="1" kern="1200"/>
            <a:t>Long Short Term Memory (LSTM) networks</a:t>
          </a:r>
          <a:endParaRPr lang="ar-SA" sz="1400" b="1" kern="1200"/>
        </a:p>
      </dsp:txBody>
      <dsp:txXfrm>
        <a:off x="327261" y="1344171"/>
        <a:ext cx="4258854" cy="372930"/>
      </dsp:txXfrm>
    </dsp:sp>
    <dsp:sp modelId="{856D2FE5-2273-48FA-81B3-AF1C72611A3C}">
      <dsp:nvSpPr>
        <dsp:cNvPr id="0" name=""/>
        <dsp:cNvSpPr/>
      </dsp:nvSpPr>
      <dsp:spPr>
        <a:xfrm>
          <a:off x="0" y="2165676"/>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128999"/>
              <a:satOff val="-26493"/>
              <a:lumOff val="19882"/>
              <a:alphaOff val="0"/>
            </a:schemeClr>
          </a:solidFill>
          <a:prstDash val="solid"/>
        </a:ln>
        <a:effectLst/>
      </dsp:spPr>
      <dsp:style>
        <a:lnRef idx="1">
          <a:scrgbClr r="0" g="0" b="0"/>
        </a:lnRef>
        <a:fillRef idx="1">
          <a:scrgbClr r="0" g="0" b="0"/>
        </a:fillRef>
        <a:effectRef idx="0">
          <a:scrgbClr r="0" g="0" b="0"/>
        </a:effectRef>
        <a:fontRef idx="minor"/>
      </dsp:style>
    </dsp:sp>
    <dsp:sp modelId="{98D55C5B-C216-43C5-BCBA-33F427A73186}">
      <dsp:nvSpPr>
        <dsp:cNvPr id="0" name=""/>
        <dsp:cNvSpPr/>
      </dsp:nvSpPr>
      <dsp:spPr>
        <a:xfrm>
          <a:off x="307086" y="1959036"/>
          <a:ext cx="4299204" cy="413280"/>
        </a:xfrm>
        <a:prstGeom prst="roundRect">
          <a:avLst/>
        </a:prstGeom>
        <a:gradFill rotWithShape="0">
          <a:gsLst>
            <a:gs pos="0">
              <a:schemeClr val="accent3">
                <a:shade val="80000"/>
                <a:hueOff val="-128999"/>
                <a:satOff val="-26493"/>
                <a:lumOff val="19882"/>
                <a:alphaOff val="0"/>
                <a:tint val="50000"/>
                <a:satMod val="300000"/>
              </a:schemeClr>
            </a:gs>
            <a:gs pos="35000">
              <a:schemeClr val="accent3">
                <a:shade val="80000"/>
                <a:hueOff val="-128999"/>
                <a:satOff val="-26493"/>
                <a:lumOff val="19882"/>
                <a:alphaOff val="0"/>
                <a:tint val="37000"/>
                <a:satMod val="300000"/>
              </a:schemeClr>
            </a:gs>
            <a:gs pos="100000">
              <a:schemeClr val="accent3">
                <a:shade val="80000"/>
                <a:hueOff val="-128999"/>
                <a:satOff val="-26493"/>
                <a:lumOff val="1988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Deep/Restricted Boltzmann Machines (RBM)</a:t>
          </a:r>
          <a:endParaRPr lang="ar-SA" sz="1400" b="1" kern="1200"/>
        </a:p>
      </dsp:txBody>
      <dsp:txXfrm>
        <a:off x="327261" y="1979211"/>
        <a:ext cx="4258854" cy="372930"/>
      </dsp:txXfrm>
    </dsp:sp>
    <dsp:sp modelId="{3A85F031-013F-4DB6-BF2D-4FD2C5DCB4AB}">
      <dsp:nvSpPr>
        <dsp:cNvPr id="0" name=""/>
        <dsp:cNvSpPr/>
      </dsp:nvSpPr>
      <dsp:spPr>
        <a:xfrm>
          <a:off x="0" y="2800716"/>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171999"/>
              <a:satOff val="-35324"/>
              <a:lumOff val="26509"/>
              <a:alphaOff val="0"/>
            </a:schemeClr>
          </a:solidFill>
          <a:prstDash val="solid"/>
        </a:ln>
        <a:effectLst/>
      </dsp:spPr>
      <dsp:style>
        <a:lnRef idx="1">
          <a:scrgbClr r="0" g="0" b="0"/>
        </a:lnRef>
        <a:fillRef idx="1">
          <a:scrgbClr r="0" g="0" b="0"/>
        </a:fillRef>
        <a:effectRef idx="0">
          <a:scrgbClr r="0" g="0" b="0"/>
        </a:effectRef>
        <a:fontRef idx="minor"/>
      </dsp:style>
    </dsp:sp>
    <dsp:sp modelId="{ACCED8E1-8A59-4484-8588-96DDEABEB8C6}">
      <dsp:nvSpPr>
        <dsp:cNvPr id="0" name=""/>
        <dsp:cNvSpPr/>
      </dsp:nvSpPr>
      <dsp:spPr>
        <a:xfrm>
          <a:off x="307086" y="2594076"/>
          <a:ext cx="4299204" cy="413280"/>
        </a:xfrm>
        <a:prstGeom prst="roundRect">
          <a:avLst/>
        </a:prstGeom>
        <a:gradFill rotWithShape="0">
          <a:gsLst>
            <a:gs pos="0">
              <a:schemeClr val="accent3">
                <a:shade val="80000"/>
                <a:hueOff val="-171999"/>
                <a:satOff val="-35324"/>
                <a:lumOff val="26509"/>
                <a:alphaOff val="0"/>
                <a:tint val="50000"/>
                <a:satMod val="300000"/>
              </a:schemeClr>
            </a:gs>
            <a:gs pos="35000">
              <a:schemeClr val="accent3">
                <a:shade val="80000"/>
                <a:hueOff val="-171999"/>
                <a:satOff val="-35324"/>
                <a:lumOff val="26509"/>
                <a:alphaOff val="0"/>
                <a:tint val="37000"/>
                <a:satMod val="300000"/>
              </a:schemeClr>
            </a:gs>
            <a:gs pos="100000">
              <a:schemeClr val="accent3">
                <a:shade val="80000"/>
                <a:hueOff val="-171999"/>
                <a:satOff val="-35324"/>
                <a:lumOff val="2650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Deep Q-networks</a:t>
          </a:r>
          <a:endParaRPr lang="ar-SA" sz="1400" b="1" kern="1200"/>
        </a:p>
      </dsp:txBody>
      <dsp:txXfrm>
        <a:off x="327261" y="2614251"/>
        <a:ext cx="4258854" cy="372930"/>
      </dsp:txXfrm>
    </dsp:sp>
    <dsp:sp modelId="{170F780A-6E13-46C3-BE36-56950F7A2E25}">
      <dsp:nvSpPr>
        <dsp:cNvPr id="0" name=""/>
        <dsp:cNvSpPr/>
      </dsp:nvSpPr>
      <dsp:spPr>
        <a:xfrm>
          <a:off x="0" y="3435756"/>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214998"/>
              <a:satOff val="-44155"/>
              <a:lumOff val="33136"/>
              <a:alphaOff val="0"/>
            </a:schemeClr>
          </a:solidFill>
          <a:prstDash val="solid"/>
        </a:ln>
        <a:effectLst/>
      </dsp:spPr>
      <dsp:style>
        <a:lnRef idx="1">
          <a:scrgbClr r="0" g="0" b="0"/>
        </a:lnRef>
        <a:fillRef idx="1">
          <a:scrgbClr r="0" g="0" b="0"/>
        </a:fillRef>
        <a:effectRef idx="0">
          <a:scrgbClr r="0" g="0" b="0"/>
        </a:effectRef>
        <a:fontRef idx="minor"/>
      </dsp:style>
    </dsp:sp>
    <dsp:sp modelId="{8CF8C197-AFA9-4AE0-9B13-E4FD2A0FBC36}">
      <dsp:nvSpPr>
        <dsp:cNvPr id="0" name=""/>
        <dsp:cNvSpPr/>
      </dsp:nvSpPr>
      <dsp:spPr>
        <a:xfrm>
          <a:off x="307086" y="3229116"/>
          <a:ext cx="4299204" cy="413280"/>
        </a:xfrm>
        <a:prstGeom prst="roundRect">
          <a:avLst/>
        </a:prstGeom>
        <a:gradFill rotWithShape="0">
          <a:gsLst>
            <a:gs pos="0">
              <a:schemeClr val="accent3">
                <a:shade val="80000"/>
                <a:hueOff val="-214998"/>
                <a:satOff val="-44155"/>
                <a:lumOff val="33136"/>
                <a:alphaOff val="0"/>
                <a:tint val="50000"/>
                <a:satMod val="300000"/>
              </a:schemeClr>
            </a:gs>
            <a:gs pos="35000">
              <a:schemeClr val="accent3">
                <a:shade val="80000"/>
                <a:hueOff val="-214998"/>
                <a:satOff val="-44155"/>
                <a:lumOff val="33136"/>
                <a:alphaOff val="0"/>
                <a:tint val="37000"/>
                <a:satMod val="300000"/>
              </a:schemeClr>
            </a:gs>
            <a:gs pos="100000">
              <a:schemeClr val="accent3">
                <a:shade val="80000"/>
                <a:hueOff val="-214998"/>
                <a:satOff val="-44155"/>
                <a:lumOff val="3313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Deep Belief Networks(DBN)</a:t>
          </a:r>
          <a:endParaRPr lang="ar-SA" sz="1400" b="1" kern="1200"/>
        </a:p>
      </dsp:txBody>
      <dsp:txXfrm>
        <a:off x="327261" y="3249291"/>
        <a:ext cx="4258854" cy="372930"/>
      </dsp:txXfrm>
    </dsp:sp>
    <dsp:sp modelId="{8A25D035-47EF-415A-BF6D-F55735366DB9}">
      <dsp:nvSpPr>
        <dsp:cNvPr id="0" name=""/>
        <dsp:cNvSpPr/>
      </dsp:nvSpPr>
      <dsp:spPr>
        <a:xfrm>
          <a:off x="0" y="4070796"/>
          <a:ext cx="6141720" cy="352800"/>
        </a:xfrm>
        <a:prstGeom prst="rect">
          <a:avLst/>
        </a:prstGeom>
        <a:solidFill>
          <a:schemeClr val="lt1">
            <a:alpha val="90000"/>
            <a:hueOff val="0"/>
            <a:satOff val="0"/>
            <a:lumOff val="0"/>
            <a:alphaOff val="0"/>
          </a:schemeClr>
        </a:solidFill>
        <a:ln w="9525" cap="flat" cmpd="sng" algn="ctr">
          <a:solidFill>
            <a:schemeClr val="accent3">
              <a:shade val="80000"/>
              <a:hueOff val="-257998"/>
              <a:satOff val="-52986"/>
              <a:lumOff val="39763"/>
              <a:alphaOff val="0"/>
            </a:schemeClr>
          </a:solidFill>
          <a:prstDash val="solid"/>
        </a:ln>
        <a:effectLst/>
      </dsp:spPr>
      <dsp:style>
        <a:lnRef idx="1">
          <a:scrgbClr r="0" g="0" b="0"/>
        </a:lnRef>
        <a:fillRef idx="1">
          <a:scrgbClr r="0" g="0" b="0"/>
        </a:fillRef>
        <a:effectRef idx="0">
          <a:scrgbClr r="0" g="0" b="0"/>
        </a:effectRef>
        <a:fontRef idx="minor"/>
      </dsp:style>
    </dsp:sp>
    <dsp:sp modelId="{E19FB57C-66B0-421C-93B7-8C5596C62421}">
      <dsp:nvSpPr>
        <dsp:cNvPr id="0" name=""/>
        <dsp:cNvSpPr/>
      </dsp:nvSpPr>
      <dsp:spPr>
        <a:xfrm>
          <a:off x="307086" y="3864156"/>
          <a:ext cx="4299204" cy="413280"/>
        </a:xfrm>
        <a:prstGeom prst="roundRect">
          <a:avLst/>
        </a:prstGeom>
        <a:gradFill rotWithShape="0">
          <a:gsLst>
            <a:gs pos="0">
              <a:schemeClr val="accent3">
                <a:shade val="80000"/>
                <a:hueOff val="-257998"/>
                <a:satOff val="-52986"/>
                <a:lumOff val="39763"/>
                <a:alphaOff val="0"/>
                <a:tint val="50000"/>
                <a:satMod val="300000"/>
              </a:schemeClr>
            </a:gs>
            <a:gs pos="35000">
              <a:schemeClr val="accent3">
                <a:shade val="80000"/>
                <a:hueOff val="-257998"/>
                <a:satOff val="-52986"/>
                <a:lumOff val="39763"/>
                <a:alphaOff val="0"/>
                <a:tint val="37000"/>
                <a:satMod val="300000"/>
              </a:schemeClr>
            </a:gs>
            <a:gs pos="100000">
              <a:schemeClr val="accent3">
                <a:shade val="80000"/>
                <a:hueOff val="-257998"/>
                <a:satOff val="-52986"/>
                <a:lumOff val="3976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2500" tIns="0" rIns="162500" bIns="0" numCol="1" spcCol="1270" anchor="ctr" anchorCtr="0">
          <a:noAutofit/>
        </a:bodyPr>
        <a:lstStyle/>
        <a:p>
          <a:pPr marL="0" lvl="0" indent="0" algn="l" defTabSz="622300" rtl="0">
            <a:lnSpc>
              <a:spcPct val="90000"/>
            </a:lnSpc>
            <a:spcBef>
              <a:spcPct val="0"/>
            </a:spcBef>
            <a:spcAft>
              <a:spcPct val="35000"/>
            </a:spcAft>
            <a:buNone/>
          </a:pPr>
          <a:r>
            <a:rPr lang="en-US" sz="1400" b="1" kern="1200"/>
            <a:t>Deep Stacking Networks</a:t>
          </a:r>
          <a:endParaRPr lang="ar-SA" sz="1400" b="1" kern="1200"/>
        </a:p>
      </dsp:txBody>
      <dsp:txXfrm>
        <a:off x="327261" y="3884331"/>
        <a:ext cx="4258854" cy="372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68A26-DC8D-4962-8F5C-171B5E9FB7F4}">
      <dsp:nvSpPr>
        <dsp:cNvPr id="0" name=""/>
        <dsp:cNvSpPr/>
      </dsp:nvSpPr>
      <dsp:spPr>
        <a:xfrm rot="5400000">
          <a:off x="-85503" y="86686"/>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a:t>1</a:t>
          </a:r>
          <a:endParaRPr lang="ar-SA" sz="1100" kern="1200"/>
        </a:p>
      </dsp:txBody>
      <dsp:txXfrm rot="-5400000">
        <a:off x="1" y="200692"/>
        <a:ext cx="399017" cy="171007"/>
      </dsp:txXfrm>
    </dsp:sp>
    <dsp:sp modelId="{D518DF04-4012-43DB-B785-76B004A5C85A}">
      <dsp:nvSpPr>
        <dsp:cNvPr id="0" name=""/>
        <dsp:cNvSpPr/>
      </dsp:nvSpPr>
      <dsp:spPr>
        <a:xfrm rot="5400000">
          <a:off x="2830602" y="-2430402"/>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Convolution Layer </a:t>
          </a:r>
          <a:endParaRPr lang="ar-SA" sz="2200" kern="1200"/>
        </a:p>
      </dsp:txBody>
      <dsp:txXfrm rot="-5400000">
        <a:off x="399017" y="19270"/>
        <a:ext cx="5215599" cy="334341"/>
      </dsp:txXfrm>
    </dsp:sp>
    <dsp:sp modelId="{668CBA06-462C-4494-B8FA-6CFB75E7DEDD}">
      <dsp:nvSpPr>
        <dsp:cNvPr id="0" name=""/>
        <dsp:cNvSpPr/>
      </dsp:nvSpPr>
      <dsp:spPr>
        <a:xfrm rot="5400000">
          <a:off x="-85503" y="580988"/>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a:t>2</a:t>
          </a:r>
          <a:endParaRPr lang="ar-SA" sz="1100" kern="1200"/>
        </a:p>
      </dsp:txBody>
      <dsp:txXfrm rot="-5400000">
        <a:off x="1" y="694994"/>
        <a:ext cx="399017" cy="171007"/>
      </dsp:txXfrm>
    </dsp:sp>
    <dsp:sp modelId="{DE6310F5-F08F-4869-A647-239706683562}">
      <dsp:nvSpPr>
        <dsp:cNvPr id="0" name=""/>
        <dsp:cNvSpPr/>
      </dsp:nvSpPr>
      <dsp:spPr>
        <a:xfrm rot="5400000">
          <a:off x="2830602" y="-1936100"/>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Batch Normalization Layer </a:t>
          </a:r>
          <a:endParaRPr lang="ar-SA" sz="2200" kern="1200"/>
        </a:p>
      </dsp:txBody>
      <dsp:txXfrm rot="-5400000">
        <a:off x="399017" y="513572"/>
        <a:ext cx="5215599" cy="334341"/>
      </dsp:txXfrm>
    </dsp:sp>
    <dsp:sp modelId="{CA2E958D-7F29-40DD-A646-4AE381CE4D2F}">
      <dsp:nvSpPr>
        <dsp:cNvPr id="0" name=""/>
        <dsp:cNvSpPr/>
      </dsp:nvSpPr>
      <dsp:spPr>
        <a:xfrm rot="5400000">
          <a:off x="-85503" y="1075290"/>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a:t>3</a:t>
          </a:r>
          <a:endParaRPr lang="ar-SA" sz="1100" kern="1200"/>
        </a:p>
      </dsp:txBody>
      <dsp:txXfrm rot="-5400000">
        <a:off x="1" y="1189296"/>
        <a:ext cx="399017" cy="171007"/>
      </dsp:txXfrm>
    </dsp:sp>
    <dsp:sp modelId="{E3334603-EC59-4977-87EA-D0292D7DD93E}">
      <dsp:nvSpPr>
        <dsp:cNvPr id="0" name=""/>
        <dsp:cNvSpPr/>
      </dsp:nvSpPr>
      <dsp:spPr>
        <a:xfrm rot="5400000">
          <a:off x="2830602" y="-1441798"/>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RELU Layer </a:t>
          </a:r>
          <a:endParaRPr lang="ar-SA" sz="2200" kern="1200"/>
        </a:p>
      </dsp:txBody>
      <dsp:txXfrm rot="-5400000">
        <a:off x="399017" y="1007874"/>
        <a:ext cx="5215599" cy="334341"/>
      </dsp:txXfrm>
    </dsp:sp>
    <dsp:sp modelId="{4920E2F9-AC8E-448E-A5ED-C4D6EB51858C}">
      <dsp:nvSpPr>
        <dsp:cNvPr id="0" name=""/>
        <dsp:cNvSpPr/>
      </dsp:nvSpPr>
      <dsp:spPr>
        <a:xfrm rot="5400000">
          <a:off x="-85503" y="1569592"/>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a:t>4</a:t>
          </a:r>
          <a:endParaRPr lang="ar-SA" sz="1100" kern="1200"/>
        </a:p>
      </dsp:txBody>
      <dsp:txXfrm rot="-5400000">
        <a:off x="1" y="1683598"/>
        <a:ext cx="399017" cy="171007"/>
      </dsp:txXfrm>
    </dsp:sp>
    <dsp:sp modelId="{58A0E950-D502-4BEC-8DD9-85FCD4924359}">
      <dsp:nvSpPr>
        <dsp:cNvPr id="0" name=""/>
        <dsp:cNvSpPr/>
      </dsp:nvSpPr>
      <dsp:spPr>
        <a:xfrm rot="5400000">
          <a:off x="2830602" y="-947496"/>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Local Response Normalization Layer</a:t>
          </a:r>
          <a:endParaRPr lang="ar-SA" sz="2200" kern="1200"/>
        </a:p>
      </dsp:txBody>
      <dsp:txXfrm rot="-5400000">
        <a:off x="399017" y="1502176"/>
        <a:ext cx="5215599" cy="334341"/>
      </dsp:txXfrm>
    </dsp:sp>
    <dsp:sp modelId="{B2F5331C-FCF5-496F-BBCB-3F2538CDA0A0}">
      <dsp:nvSpPr>
        <dsp:cNvPr id="0" name=""/>
        <dsp:cNvSpPr/>
      </dsp:nvSpPr>
      <dsp:spPr>
        <a:xfrm rot="5400000">
          <a:off x="-85503" y="2063894"/>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a:t>5</a:t>
          </a:r>
          <a:endParaRPr lang="ar-SA" sz="1100" kern="1200"/>
        </a:p>
      </dsp:txBody>
      <dsp:txXfrm rot="-5400000">
        <a:off x="1" y="2177900"/>
        <a:ext cx="399017" cy="171007"/>
      </dsp:txXfrm>
    </dsp:sp>
    <dsp:sp modelId="{569B80AC-B5A9-4ACC-9374-5044A3F4AA8B}">
      <dsp:nvSpPr>
        <dsp:cNvPr id="0" name=""/>
        <dsp:cNvSpPr/>
      </dsp:nvSpPr>
      <dsp:spPr>
        <a:xfrm rot="5400000">
          <a:off x="2830602" y="-453194"/>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Max and AVG Pooling </a:t>
          </a:r>
          <a:endParaRPr lang="ar-SA" sz="2200" kern="1200"/>
        </a:p>
      </dsp:txBody>
      <dsp:txXfrm rot="-5400000">
        <a:off x="399017" y="1996478"/>
        <a:ext cx="5215599" cy="334341"/>
      </dsp:txXfrm>
    </dsp:sp>
    <dsp:sp modelId="{61802695-8C8F-4993-AE55-0E87BB1B74DF}">
      <dsp:nvSpPr>
        <dsp:cNvPr id="0" name=""/>
        <dsp:cNvSpPr/>
      </dsp:nvSpPr>
      <dsp:spPr>
        <a:xfrm rot="5400000">
          <a:off x="-85503" y="2558196"/>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a:t>6</a:t>
          </a:r>
          <a:endParaRPr lang="ar-SA" sz="1100" kern="1200"/>
        </a:p>
      </dsp:txBody>
      <dsp:txXfrm rot="-5400000">
        <a:off x="1" y="2672202"/>
        <a:ext cx="399017" cy="171007"/>
      </dsp:txXfrm>
    </dsp:sp>
    <dsp:sp modelId="{8148F6C1-5F91-4F53-AE97-82E24C77CEB3}">
      <dsp:nvSpPr>
        <dsp:cNvPr id="0" name=""/>
        <dsp:cNvSpPr/>
      </dsp:nvSpPr>
      <dsp:spPr>
        <a:xfrm rot="5400000">
          <a:off x="2830602" y="41107"/>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Dropout Layer</a:t>
          </a:r>
          <a:endParaRPr lang="ar-SA" sz="2200" kern="1200"/>
        </a:p>
      </dsp:txBody>
      <dsp:txXfrm rot="-5400000">
        <a:off x="399017" y="2490780"/>
        <a:ext cx="5215599" cy="334341"/>
      </dsp:txXfrm>
    </dsp:sp>
    <dsp:sp modelId="{F80EF08C-818C-4873-9A83-A83A7B4323C8}">
      <dsp:nvSpPr>
        <dsp:cNvPr id="0" name=""/>
        <dsp:cNvSpPr/>
      </dsp:nvSpPr>
      <dsp:spPr>
        <a:xfrm rot="5400000">
          <a:off x="-85503" y="3052498"/>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a:t>7</a:t>
          </a:r>
          <a:endParaRPr lang="ar-SA" sz="1100" kern="1200"/>
        </a:p>
      </dsp:txBody>
      <dsp:txXfrm rot="-5400000">
        <a:off x="1" y="3166504"/>
        <a:ext cx="399017" cy="171007"/>
      </dsp:txXfrm>
    </dsp:sp>
    <dsp:sp modelId="{9962C7F9-6793-410A-AA8A-B291986A8C03}">
      <dsp:nvSpPr>
        <dsp:cNvPr id="0" name=""/>
        <dsp:cNvSpPr/>
      </dsp:nvSpPr>
      <dsp:spPr>
        <a:xfrm rot="5400000">
          <a:off x="2830602" y="535409"/>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Fully Connected Layer (FC)</a:t>
          </a:r>
          <a:endParaRPr lang="ar-SA" sz="2200" kern="1200"/>
        </a:p>
      </dsp:txBody>
      <dsp:txXfrm rot="-5400000">
        <a:off x="399017" y="2985082"/>
        <a:ext cx="5215599" cy="334341"/>
      </dsp:txXfrm>
    </dsp:sp>
    <dsp:sp modelId="{7815FF22-D744-40E4-9771-E2D86C8E3D47}">
      <dsp:nvSpPr>
        <dsp:cNvPr id="0" name=""/>
        <dsp:cNvSpPr/>
      </dsp:nvSpPr>
      <dsp:spPr>
        <a:xfrm rot="5400000">
          <a:off x="-85503" y="3546800"/>
          <a:ext cx="570024" cy="399017"/>
        </a:xfrm>
        <a:prstGeom prst="chevron">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rtl="0">
            <a:lnSpc>
              <a:spcPct val="90000"/>
            </a:lnSpc>
            <a:spcBef>
              <a:spcPct val="0"/>
            </a:spcBef>
            <a:spcAft>
              <a:spcPct val="35000"/>
            </a:spcAft>
            <a:buNone/>
          </a:pPr>
          <a:r>
            <a:rPr lang="en-US" sz="1100" kern="1200" baseline="0"/>
            <a:t>8</a:t>
          </a:r>
          <a:endParaRPr lang="ar-SA" sz="1100" kern="1200"/>
        </a:p>
      </dsp:txBody>
      <dsp:txXfrm rot="-5400000">
        <a:off x="1" y="3660806"/>
        <a:ext cx="399017" cy="171007"/>
      </dsp:txXfrm>
    </dsp:sp>
    <dsp:sp modelId="{4AEE434B-CB61-4F11-8963-C92910F0C2D0}">
      <dsp:nvSpPr>
        <dsp:cNvPr id="0" name=""/>
        <dsp:cNvSpPr/>
      </dsp:nvSpPr>
      <dsp:spPr>
        <a:xfrm rot="5400000">
          <a:off x="2830602" y="1029711"/>
          <a:ext cx="370515" cy="5233686"/>
        </a:xfrm>
        <a:prstGeom prst="round2SameRect">
          <a:avLst/>
        </a:prstGeom>
        <a:solidFill>
          <a:schemeClr val="lt2">
            <a:alpha val="9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rtl="0">
            <a:lnSpc>
              <a:spcPct val="90000"/>
            </a:lnSpc>
            <a:spcBef>
              <a:spcPct val="0"/>
            </a:spcBef>
            <a:spcAft>
              <a:spcPct val="15000"/>
            </a:spcAft>
            <a:buChar char="•"/>
          </a:pPr>
          <a:r>
            <a:rPr lang="en-US" sz="2200" kern="1200" baseline="0"/>
            <a:t>Output Layer (SOFT MAX ,Regression )</a:t>
          </a:r>
          <a:endParaRPr lang="ar-SA" sz="2200" kern="1200"/>
        </a:p>
      </dsp:txBody>
      <dsp:txXfrm rot="-5400000">
        <a:off x="399017" y="3479384"/>
        <a:ext cx="5215599" cy="3343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706784-EB03-45CE-B852-4D55106DB4CE}">
      <dsp:nvSpPr>
        <dsp:cNvPr id="0" name=""/>
        <dsp:cNvSpPr/>
      </dsp:nvSpPr>
      <dsp:spPr>
        <a:xfrm rot="5400000">
          <a:off x="4362282" y="-2556054"/>
          <a:ext cx="1059786" cy="6436907"/>
        </a:xfrm>
        <a:prstGeom prst="round2Same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a:t>Convolutional neural networks</a:t>
          </a:r>
          <a:r>
            <a:rPr lang="en-US" sz="1400" kern="1200" baseline="0"/>
            <a:t> learn a complex representation of visual data using vast amounts of data .they are </a:t>
          </a:r>
          <a:r>
            <a:rPr lang="en-US" sz="1400" kern="1200" baseline="0">
              <a:solidFill>
                <a:srgbClr val="FF0000"/>
              </a:solidFill>
            </a:rPr>
            <a:t>inspired by human visual system </a:t>
          </a:r>
          <a:r>
            <a:rPr lang="en-US" sz="1400" kern="1200" baseline="0"/>
            <a:t>and learn </a:t>
          </a:r>
          <a:r>
            <a:rPr lang="en-US" sz="1400" kern="1200" baseline="0">
              <a:solidFill>
                <a:srgbClr val="FF0000"/>
              </a:solidFill>
            </a:rPr>
            <a:t>multiple layers of transformations </a:t>
          </a:r>
          <a:r>
            <a:rPr lang="en-US" sz="1400" kern="1200" baseline="0"/>
            <a:t>, which are applied on top of each other to extract progressively more </a:t>
          </a:r>
          <a:r>
            <a:rPr lang="en-US" sz="1400" kern="1200" baseline="0">
              <a:solidFill>
                <a:srgbClr val="FF0000"/>
              </a:solidFill>
            </a:rPr>
            <a:t>sophisticated representation of the input </a:t>
          </a:r>
          <a:r>
            <a:rPr lang="en-US" sz="1400" kern="1200" baseline="0"/>
            <a:t>.</a:t>
          </a:r>
          <a:endParaRPr lang="ar-SA" sz="1400" kern="1200"/>
        </a:p>
      </dsp:txBody>
      <dsp:txXfrm rot="-5400000">
        <a:off x="1673722" y="184240"/>
        <a:ext cx="6385173" cy="956318"/>
      </dsp:txXfrm>
    </dsp:sp>
    <dsp:sp modelId="{544F1DEE-C8EE-47FD-B266-CEEF83B83528}">
      <dsp:nvSpPr>
        <dsp:cNvPr id="0" name=""/>
        <dsp:cNvSpPr/>
      </dsp:nvSpPr>
      <dsp:spPr>
        <a:xfrm>
          <a:off x="98" y="33"/>
          <a:ext cx="1673622" cy="1324732"/>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rtl="1">
            <a:lnSpc>
              <a:spcPct val="90000"/>
            </a:lnSpc>
            <a:spcBef>
              <a:spcPct val="0"/>
            </a:spcBef>
            <a:spcAft>
              <a:spcPct val="35000"/>
            </a:spcAft>
            <a:buNone/>
          </a:pPr>
          <a:r>
            <a:rPr lang="en-US" sz="2000" kern="1200"/>
            <a:t>DEFENITION</a:t>
          </a:r>
          <a:endParaRPr lang="ar-SA" sz="2000" kern="1200"/>
        </a:p>
      </dsp:txBody>
      <dsp:txXfrm>
        <a:off x="64766" y="64701"/>
        <a:ext cx="1544286" cy="1195396"/>
      </dsp:txXfrm>
    </dsp:sp>
    <dsp:sp modelId="{29F63E76-DD10-4ABC-92C3-E8DD0AA80FE0}">
      <dsp:nvSpPr>
        <dsp:cNvPr id="0" name=""/>
        <dsp:cNvSpPr/>
      </dsp:nvSpPr>
      <dsp:spPr>
        <a:xfrm rot="5400000">
          <a:off x="4318631" y="-1206811"/>
          <a:ext cx="1059786" cy="6520361"/>
        </a:xfrm>
        <a:prstGeom prst="round2SameRect">
          <a:avLst/>
        </a:prstGeom>
        <a:solidFill>
          <a:schemeClr val="accent4">
            <a:tint val="40000"/>
            <a:alpha val="90000"/>
            <a:hueOff val="6159535"/>
            <a:satOff val="-30669"/>
            <a:lumOff val="-2910"/>
            <a:alphaOff val="0"/>
          </a:schemeClr>
        </a:solidFill>
        <a:ln w="25400" cap="flat" cmpd="sng" algn="ctr">
          <a:solidFill>
            <a:schemeClr val="accent4">
              <a:tint val="40000"/>
              <a:alpha val="90000"/>
              <a:hueOff val="6159535"/>
              <a:satOff val="-30669"/>
              <a:lumOff val="-291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71450" lvl="1" indent="-171450" algn="l" defTabSz="711200" rtl="0">
            <a:lnSpc>
              <a:spcPct val="90000"/>
            </a:lnSpc>
            <a:spcBef>
              <a:spcPct val="0"/>
            </a:spcBef>
            <a:spcAft>
              <a:spcPct val="15000"/>
            </a:spcAft>
            <a:buChar char="•"/>
          </a:pPr>
          <a:r>
            <a:rPr lang="en-US" sz="1600" kern="1200" baseline="0"/>
            <a:t>Inspired by </a:t>
          </a:r>
          <a:r>
            <a:rPr lang="en-US" sz="1600" kern="1200"/>
            <a:t>the visual cortex and Pioneered by </a:t>
          </a:r>
          <a:r>
            <a:rPr lang="en-US" sz="1600" kern="1200" err="1"/>
            <a:t>Yann</a:t>
          </a:r>
          <a:r>
            <a:rPr lang="en-US" sz="1600" kern="1200"/>
            <a:t> </a:t>
          </a:r>
          <a:r>
            <a:rPr lang="en-US" sz="1600" kern="1200" err="1"/>
            <a:t>Lecun</a:t>
          </a:r>
          <a:r>
            <a:rPr lang="en-US" sz="1600" kern="1200"/>
            <a:t> (NYU).</a:t>
          </a:r>
          <a:endParaRPr lang="ar-SA" sz="1600" kern="1200"/>
        </a:p>
        <a:p>
          <a:pPr marL="171450" lvl="1" indent="-171450" algn="l" defTabSz="711200" rtl="0">
            <a:lnSpc>
              <a:spcPct val="90000"/>
            </a:lnSpc>
            <a:spcBef>
              <a:spcPct val="0"/>
            </a:spcBef>
            <a:spcAft>
              <a:spcPct val="15000"/>
            </a:spcAft>
            <a:buChar char="•"/>
          </a:pPr>
          <a:r>
            <a:rPr lang="en-US" sz="1600" kern="1200"/>
            <a:t>CNN have multiple types of layers ,the first of which is the Convolutional layer.</a:t>
          </a:r>
          <a:endParaRPr lang="ar-SA" sz="1600" kern="1200"/>
        </a:p>
      </dsp:txBody>
      <dsp:txXfrm rot="-5400000">
        <a:off x="1588344" y="1575210"/>
        <a:ext cx="6468627" cy="956318"/>
      </dsp:txXfrm>
    </dsp:sp>
    <dsp:sp modelId="{D3EE6E6A-755C-4C56-80AA-95A3260EDC30}">
      <dsp:nvSpPr>
        <dsp:cNvPr id="0" name=""/>
        <dsp:cNvSpPr/>
      </dsp:nvSpPr>
      <dsp:spPr>
        <a:xfrm>
          <a:off x="98" y="1391002"/>
          <a:ext cx="1588245" cy="1324732"/>
        </a:xfrm>
        <a:prstGeom prst="roundRect">
          <a:avLst/>
        </a:prstGeom>
        <a:solidFill>
          <a:schemeClr val="accent4">
            <a:hueOff val="6599937"/>
            <a:satOff val="-29202"/>
            <a:lumOff val="-49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kern="1200"/>
            <a:t>Notes</a:t>
          </a:r>
          <a:endParaRPr lang="ar-SA" sz="2400" kern="1200"/>
        </a:p>
      </dsp:txBody>
      <dsp:txXfrm>
        <a:off x="64766" y="1455670"/>
        <a:ext cx="1458909" cy="1195396"/>
      </dsp:txXfrm>
    </dsp:sp>
  </dsp:spTree>
</dsp:drawing>
</file>

<file path=ppt/diagrams/layout1.xml><?xml version="1.0" encoding="utf-8"?>
<dgm:layoutDef xmlns:dgm="http://schemas.openxmlformats.org/drawingml/2006/diagram" xmlns:a="http://schemas.openxmlformats.org/drawingml/2006/main" uniqueId="urn:microsoft.com/office/officeart/2005/8/layout/vList4#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44AA5-6D62-4F41-8793-87FA5AA4E3AB}"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1FEA3-FA0C-3F44-AA37-890CF6AFBD5C}" type="slidenum">
              <a:rPr lang="en-US" smtClean="0"/>
              <a:t>‹#›</a:t>
            </a:fld>
            <a:endParaRPr lang="en-US"/>
          </a:p>
        </p:txBody>
      </p:sp>
    </p:spTree>
    <p:extLst>
      <p:ext uri="{BB962C8B-B14F-4D97-AF65-F5344CB8AC3E}">
        <p14:creationId xmlns:p14="http://schemas.microsoft.com/office/powerpoint/2010/main" val="3141580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1FEA3-FA0C-3F44-AA37-890CF6AFBD5C}" type="slidenum">
              <a:rPr lang="en-US" smtClean="0"/>
              <a:t>1</a:t>
            </a:fld>
            <a:endParaRPr lang="en-US"/>
          </a:p>
        </p:txBody>
      </p:sp>
    </p:spTree>
    <p:extLst>
      <p:ext uri="{BB962C8B-B14F-4D97-AF65-F5344CB8AC3E}">
        <p14:creationId xmlns:p14="http://schemas.microsoft.com/office/powerpoint/2010/main" val="2037461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1FEA3-FA0C-3F44-AA37-890CF6AFBD5C}" type="slidenum">
              <a:rPr lang="en-US" smtClean="0"/>
              <a:t>2</a:t>
            </a:fld>
            <a:endParaRPr lang="en-US"/>
          </a:p>
        </p:txBody>
      </p:sp>
    </p:spTree>
    <p:extLst>
      <p:ext uri="{BB962C8B-B14F-4D97-AF65-F5344CB8AC3E}">
        <p14:creationId xmlns:p14="http://schemas.microsoft.com/office/powerpoint/2010/main" val="1187776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1FEA3-FA0C-3F44-AA37-890CF6AFBD5C}" type="slidenum">
              <a:rPr lang="en-US" smtClean="0"/>
              <a:t>14</a:t>
            </a:fld>
            <a:endParaRPr lang="en-US"/>
          </a:p>
        </p:txBody>
      </p:sp>
    </p:spTree>
    <p:extLst>
      <p:ext uri="{BB962C8B-B14F-4D97-AF65-F5344CB8AC3E}">
        <p14:creationId xmlns:p14="http://schemas.microsoft.com/office/powerpoint/2010/main" val="2897323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1FEA3-FA0C-3F44-AA37-890CF6AFBD5C}" type="slidenum">
              <a:rPr lang="en-US" smtClean="0"/>
              <a:t>16</a:t>
            </a:fld>
            <a:endParaRPr lang="en-US"/>
          </a:p>
        </p:txBody>
      </p:sp>
    </p:spTree>
    <p:extLst>
      <p:ext uri="{BB962C8B-B14F-4D97-AF65-F5344CB8AC3E}">
        <p14:creationId xmlns:p14="http://schemas.microsoft.com/office/powerpoint/2010/main" val="2906257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5FBD4-F8D3-A8E6-10C5-50F37569D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C484E-6521-09D7-FD58-FDB797337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C7166-D554-60A4-4B1C-E4D8916D9B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E7B5A8-70A1-09FB-F405-B622D816B041}"/>
              </a:ext>
            </a:extLst>
          </p:cNvPr>
          <p:cNvSpPr>
            <a:spLocks noGrp="1"/>
          </p:cNvSpPr>
          <p:nvPr>
            <p:ph type="sldNum" sz="quarter" idx="5"/>
          </p:nvPr>
        </p:nvSpPr>
        <p:spPr/>
        <p:txBody>
          <a:bodyPr/>
          <a:lstStyle/>
          <a:p>
            <a:fld id="{7CB1FEA3-FA0C-3F44-AA37-890CF6AFBD5C}" type="slidenum">
              <a:rPr lang="en-US" smtClean="0"/>
              <a:t>17</a:t>
            </a:fld>
            <a:endParaRPr lang="en-US"/>
          </a:p>
        </p:txBody>
      </p:sp>
    </p:spTree>
    <p:extLst>
      <p:ext uri="{BB962C8B-B14F-4D97-AF65-F5344CB8AC3E}">
        <p14:creationId xmlns:p14="http://schemas.microsoft.com/office/powerpoint/2010/main" val="3908702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972E-65D3-0268-D65F-1F71A9D15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B9051-D163-E404-6CE8-6973B57CC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69134-305C-CC1C-6BB6-F62BB01239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D8920C-9291-150D-9A65-E39A3897A39D}"/>
              </a:ext>
            </a:extLst>
          </p:cNvPr>
          <p:cNvSpPr>
            <a:spLocks noGrp="1"/>
          </p:cNvSpPr>
          <p:nvPr>
            <p:ph type="sldNum" sz="quarter" idx="5"/>
          </p:nvPr>
        </p:nvSpPr>
        <p:spPr/>
        <p:txBody>
          <a:bodyPr/>
          <a:lstStyle/>
          <a:p>
            <a:fld id="{7CB1FEA3-FA0C-3F44-AA37-890CF6AFBD5C}" type="slidenum">
              <a:rPr lang="en-US" smtClean="0"/>
              <a:t>18</a:t>
            </a:fld>
            <a:endParaRPr lang="en-US"/>
          </a:p>
        </p:txBody>
      </p:sp>
    </p:spTree>
    <p:extLst>
      <p:ext uri="{BB962C8B-B14F-4D97-AF65-F5344CB8AC3E}">
        <p14:creationId xmlns:p14="http://schemas.microsoft.com/office/powerpoint/2010/main" val="2243671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B1FEA3-FA0C-3F44-AA37-890CF6AFBD5C}" type="slidenum">
              <a:rPr lang="en-US" smtClean="0"/>
              <a:t>33</a:t>
            </a:fld>
            <a:endParaRPr lang="en-US"/>
          </a:p>
        </p:txBody>
      </p:sp>
    </p:spTree>
    <p:extLst>
      <p:ext uri="{BB962C8B-B14F-4D97-AF65-F5344CB8AC3E}">
        <p14:creationId xmlns:p14="http://schemas.microsoft.com/office/powerpoint/2010/main" val="3296633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8C8D-435B-4634-A986-B76233DFD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F1830-294C-86DF-540F-E90A5A0D077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594C13-E275-6FB9-BD87-AE61A937E2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3273F3-7ED3-EF16-F66F-EF9B12BD39F7}"/>
              </a:ext>
            </a:extLst>
          </p:cNvPr>
          <p:cNvSpPr>
            <a:spLocks noGrp="1"/>
          </p:cNvSpPr>
          <p:nvPr>
            <p:ph type="sldNum" sz="quarter" idx="5"/>
          </p:nvPr>
        </p:nvSpPr>
        <p:spPr/>
        <p:txBody>
          <a:bodyPr/>
          <a:lstStyle/>
          <a:p>
            <a:fld id="{7CB1FEA3-FA0C-3F44-AA37-890CF6AFBD5C}" type="slidenum">
              <a:rPr lang="en-US" smtClean="0"/>
              <a:t>59</a:t>
            </a:fld>
            <a:endParaRPr lang="en-US"/>
          </a:p>
        </p:txBody>
      </p:sp>
    </p:spTree>
    <p:extLst>
      <p:ext uri="{BB962C8B-B14F-4D97-AF65-F5344CB8AC3E}">
        <p14:creationId xmlns:p14="http://schemas.microsoft.com/office/powerpoint/2010/main" val="563754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132521" y="6376230"/>
            <a:ext cx="4545497" cy="365125"/>
          </a:xfrm>
        </p:spPr>
        <p:txBody>
          <a:bodyPr/>
          <a:lstStyle/>
          <a:p>
            <a:r>
              <a:rPr lang="en-US"/>
              <a:t>CS 472/572 – Unsupervised Machine Learning</a:t>
            </a:r>
          </a:p>
        </p:txBody>
      </p:sp>
    </p:spTree>
    <p:extLst>
      <p:ext uri="{BB962C8B-B14F-4D97-AF65-F5344CB8AC3E}">
        <p14:creationId xmlns:p14="http://schemas.microsoft.com/office/powerpoint/2010/main" val="3890343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4500" b="0" i="0">
                <a:solidFill>
                  <a:schemeClr val="tx1"/>
                </a:solidFill>
                <a:latin typeface="Calibri Light"/>
                <a:cs typeface="Calibri Light"/>
              </a:defRPr>
            </a:lvl1pPr>
          </a:lstStyle>
          <a:p>
            <a:pPr lvl="0"/>
            <a:r>
              <a:rPr lang="en-US"/>
              <a:t>Click to edit Master text styles</a:t>
            </a:r>
          </a:p>
        </p:txBody>
      </p:sp>
      <p:sp>
        <p:nvSpPr>
          <p:cNvPr id="5" name="Holder 5"/>
          <p:cNvSpPr>
            <a:spLocks noGrp="1"/>
          </p:cNvSpPr>
          <p:nvPr>
            <p:ph type="dt" sz="half" idx="6"/>
          </p:nvPr>
        </p:nvSpPr>
        <p:spPr>
          <a:xfrm>
            <a:off x="145773" y="6301409"/>
            <a:ext cx="3949148" cy="556591"/>
          </a:xfrm>
          <a:solidFill>
            <a:schemeClr val="tx2">
              <a:lumMod val="90000"/>
              <a:lumOff val="10000"/>
            </a:schemeClr>
          </a:solidFill>
          <a:ln>
            <a:noFill/>
          </a:ln>
        </p:spPr>
        <p:txBody>
          <a:bodyPr lIns="0" tIns="0" rIns="0" bIns="0"/>
          <a:lstStyle>
            <a:lvl1pPr algn="ctr">
              <a:defRPr sz="1100" b="0" i="0" cap="none" spc="0">
                <a:ln w="0"/>
                <a:solidFill>
                  <a:schemeClr val="bg1"/>
                </a:solidFill>
                <a:effectLst>
                  <a:outerShdw blurRad="38100" dist="19050" dir="2700000" algn="tl" rotWithShape="0">
                    <a:schemeClr val="dk1">
                      <a:alpha val="40000"/>
                    </a:schemeClr>
                  </a:outerShdw>
                </a:effectLst>
                <a:latin typeface="Calibri"/>
                <a:cs typeface="Calibri"/>
              </a:defRPr>
            </a:lvl1pPr>
          </a:lstStyle>
          <a:p>
            <a:pPr marL="9525">
              <a:lnSpc>
                <a:spcPts val="930"/>
              </a:lnSpc>
            </a:pPr>
            <a:r>
              <a:rPr lang="en-US"/>
              <a:t>CS 472/572 – Unsupervised Machine Learning</a:t>
            </a:r>
          </a:p>
        </p:txBody>
      </p:sp>
    </p:spTree>
    <p:extLst>
      <p:ext uri="{BB962C8B-B14F-4D97-AF65-F5344CB8AC3E}">
        <p14:creationId xmlns:p14="http://schemas.microsoft.com/office/powerpoint/2010/main" val="1952652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4" name="Holder 4"/>
          <p:cNvSpPr>
            <a:spLocks noGrp="1"/>
          </p:cNvSpPr>
          <p:nvPr>
            <p:ph type="sldNum" sz="quarter" idx="7"/>
          </p:nvPr>
        </p:nvSpPr>
        <p:spPr/>
        <p:txBody>
          <a:bodyPr lIns="0" tIns="0" rIns="0" bIns="0"/>
          <a:lstStyle>
            <a:lvl1pPr>
              <a:defRPr sz="3000" b="0" i="0">
                <a:solidFill>
                  <a:schemeClr val="bg1"/>
                </a:solidFill>
                <a:latin typeface="Calibri"/>
                <a:cs typeface="Calibri"/>
              </a:defRPr>
            </a:lvl1pPr>
          </a:lstStyle>
          <a:p>
            <a:pPr marL="38100">
              <a:lnSpc>
                <a:spcPts val="2950"/>
              </a:lnSpc>
            </a:pPr>
            <a:fld id="{81D60167-4931-47E6-BA6A-407CBD079E47}" type="slidenum">
              <a:rPr spc="-50" dirty="0"/>
              <a:t>‹#›</a:t>
            </a:fld>
            <a:endParaRPr spc="-50"/>
          </a:p>
        </p:txBody>
      </p:sp>
    </p:spTree>
    <p:extLst>
      <p:ext uri="{BB962C8B-B14F-4D97-AF65-F5344CB8AC3E}">
        <p14:creationId xmlns:p14="http://schemas.microsoft.com/office/powerpoint/2010/main" val="40439981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CS 472/572 – Unsupervised Machine Learning</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7" name="Rectangle 6">
            <a:extLst>
              <a:ext uri="{FF2B5EF4-FFF2-40B4-BE49-F238E27FC236}">
                <a16:creationId xmlns:a16="http://schemas.microsoft.com/office/drawing/2014/main" id="{2E98B4CA-17F6-EE51-7BD7-D3F74C78348A}"/>
              </a:ext>
            </a:extLst>
          </p:cNvPr>
          <p:cNvSpPr/>
          <p:nvPr userDrawn="1"/>
        </p:nvSpPr>
        <p:spPr>
          <a:xfrm>
            <a:off x="0" y="0"/>
            <a:ext cx="12192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a:latin typeface="Hiragino Sans W4" panose="020B0400000000000000" pitchFamily="34" charset="-128"/>
              <a:ea typeface="Hiragino Sans W4" panose="020B0400000000000000" pitchFamily="34" charset="-128"/>
            </a:endParaRPr>
          </a:p>
        </p:txBody>
      </p:sp>
      <p:sp>
        <p:nvSpPr>
          <p:cNvPr id="8" name="Rectangle 7">
            <a:extLst>
              <a:ext uri="{FF2B5EF4-FFF2-40B4-BE49-F238E27FC236}">
                <a16:creationId xmlns:a16="http://schemas.microsoft.com/office/drawing/2014/main" id="{B3714DD4-1F3A-9FA9-DAFC-3E32571E255C}"/>
              </a:ext>
            </a:extLst>
          </p:cNvPr>
          <p:cNvSpPr/>
          <p:nvPr userDrawn="1"/>
        </p:nvSpPr>
        <p:spPr>
          <a:xfrm>
            <a:off x="0" y="6282285"/>
            <a:ext cx="12192000" cy="575715"/>
          </a:xfrm>
          <a:prstGeom prst="rect">
            <a:avLst/>
          </a:prstGeom>
          <a:solidFill>
            <a:srgbClr val="E3D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a:latin typeface="Hiragino Sans W4" panose="020B0400000000000000" pitchFamily="34" charset="-128"/>
              <a:ea typeface="Hiragino Sans W4" panose="020B0400000000000000" pitchFamily="34" charset="-128"/>
            </a:endParaRPr>
          </a:p>
        </p:txBody>
      </p:sp>
      <p:pic>
        <p:nvPicPr>
          <p:cNvPr id="9" name="Picture 8">
            <a:extLst>
              <a:ext uri="{FF2B5EF4-FFF2-40B4-BE49-F238E27FC236}">
                <a16:creationId xmlns:a16="http://schemas.microsoft.com/office/drawing/2014/main" id="{191C8F53-0C1A-B315-0827-8FD2CC558ED4}"/>
              </a:ext>
            </a:extLst>
          </p:cNvPr>
          <p:cNvPicPr>
            <a:picLocks noChangeAspect="1"/>
          </p:cNvPicPr>
          <p:nvPr userDrawn="1"/>
        </p:nvPicPr>
        <p:blipFill>
          <a:blip r:embed="rId5"/>
          <a:stretch>
            <a:fillRect/>
          </a:stretch>
        </p:blipFill>
        <p:spPr>
          <a:xfrm>
            <a:off x="6310488" y="6397253"/>
            <a:ext cx="5757333" cy="345777"/>
          </a:xfrm>
          <a:prstGeom prst="rect">
            <a:avLst/>
          </a:prstGeom>
        </p:spPr>
      </p:pic>
      <p:sp>
        <p:nvSpPr>
          <p:cNvPr id="10" name="Date Placeholder 3">
            <a:extLst>
              <a:ext uri="{FF2B5EF4-FFF2-40B4-BE49-F238E27FC236}">
                <a16:creationId xmlns:a16="http://schemas.microsoft.com/office/drawing/2014/main" id="{A9156D0C-E4D3-6A9E-B7BD-9056880EAF06}"/>
              </a:ext>
            </a:extLst>
          </p:cNvPr>
          <p:cNvSpPr txBox="1">
            <a:spLocks/>
          </p:cNvSpPr>
          <p:nvPr userDrawn="1"/>
        </p:nvSpPr>
        <p:spPr>
          <a:xfrm>
            <a:off x="132520" y="6410739"/>
            <a:ext cx="3547659" cy="345246"/>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b="0" i="0">
                <a:latin typeface="Arial Narrow" panose="020B0604020202020204" pitchFamily="34" charset="0"/>
                <a:cs typeface="Arial Narrow" panose="020B0604020202020204" pitchFamily="34" charset="0"/>
              </a:rPr>
              <a:t>CS 472/572 – Unsupervised Machine Learning</a:t>
            </a:r>
          </a:p>
        </p:txBody>
      </p:sp>
    </p:spTree>
    <p:extLst>
      <p:ext uri="{BB962C8B-B14F-4D97-AF65-F5344CB8AC3E}">
        <p14:creationId xmlns:p14="http://schemas.microsoft.com/office/powerpoint/2010/main" val="3127253658"/>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emf"/><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emf"/></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hyperlink" Target="http://www.edureka.co/"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edureka.co/" TargetMode="External"/><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0.jp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9.jpg"/><Relationship Id="rId5" Type="http://schemas.openxmlformats.org/officeDocument/2006/relationships/image" Target="../media/image68.png"/><Relationship Id="rId4"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hyperlink" Target="https://towardsdatascience.com/applied-deep-learning-part-4-convolutional-neural-networks-584bc134c1e2"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image" Target="../media/image72.jpg"/><Relationship Id="rId1" Type="http://schemas.openxmlformats.org/officeDocument/2006/relationships/slideLayout" Target="../slideLayouts/slideLayout2.xml"/><Relationship Id="rId4" Type="http://schemas.openxmlformats.org/officeDocument/2006/relationships/hyperlink" Target="https://towardsdatascience.com/applied-deep-learning-part-4-convolutional-neural-networks-584bc134c1e2"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hyperlink" Target="https://cs.nyu.edu/~fergus/tutorials/deep_learning_cvpr12/"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hyperlink" Target="https://cs.nyu.edu/~fergus/tutorials/deep_learning_cvpr1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hyperlink" Target="https://towardsdatascience.com/applied-deep-learning-part-4-convolutional-neural-networks-584bc134c1e2" TargetMode="External"/><Relationship Id="rId1" Type="http://schemas.openxmlformats.org/officeDocument/2006/relationships/slideLayout" Target="../slideLayouts/slideLayout2.xml"/><Relationship Id="rId4" Type="http://schemas.openxmlformats.org/officeDocument/2006/relationships/image" Target="../media/image80.jpg"/></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hyperlink" Target="https://cs.nyu.edu/~fergus/tutorials/deep_learning_cvpr12/" TargetMode="External"/><Relationship Id="rId1" Type="http://schemas.openxmlformats.org/officeDocument/2006/relationships/slideLayout" Target="../slideLayouts/slideLayout2.xml"/><Relationship Id="rId4" Type="http://schemas.openxmlformats.org/officeDocument/2006/relationships/image" Target="../media/image82.jpg"/></Relationships>
</file>

<file path=ppt/slides/_rels/slide50.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84.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3.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colab.research.google.com/drive/17y5TXNHsz3Ij8Y5sbX32q3vbOxYF3L1n?usp=sharing"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BF9636B-809F-2140-9ABB-FED362148E3A}"/>
              </a:ext>
            </a:extLst>
          </p:cNvPr>
          <p:cNvSpPr/>
          <p:nvPr/>
        </p:nvSpPr>
        <p:spPr>
          <a:xfrm>
            <a:off x="1524000" y="0"/>
            <a:ext cx="9144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latin typeface="Hiragino Sans W4" panose="020B0400000000000000" pitchFamily="34" charset="-128"/>
                <a:ea typeface="Hiragino Sans W4" panose="020B0400000000000000" pitchFamily="34" charset="-128"/>
              </a:rPr>
              <a:t>Welcome</a:t>
            </a:r>
          </a:p>
        </p:txBody>
      </p:sp>
      <p:sp>
        <p:nvSpPr>
          <p:cNvPr id="32" name="Shape 68">
            <a:extLst>
              <a:ext uri="{FF2B5EF4-FFF2-40B4-BE49-F238E27FC236}">
                <a16:creationId xmlns:a16="http://schemas.microsoft.com/office/drawing/2014/main" id="{A6BAED58-4C1F-A14A-A44E-084F6FEC7936}"/>
              </a:ext>
            </a:extLst>
          </p:cNvPr>
          <p:cNvSpPr txBox="1"/>
          <p:nvPr/>
        </p:nvSpPr>
        <p:spPr>
          <a:xfrm>
            <a:off x="6427309" y="1756323"/>
            <a:ext cx="3806106" cy="809377"/>
          </a:xfrm>
          <a:prstGeom prst="rect">
            <a:avLst/>
          </a:prstGeom>
          <a:noFill/>
          <a:ln>
            <a:noFill/>
          </a:ln>
        </p:spPr>
        <p:txBody>
          <a:bodyPr spcFirstLastPara="1" wrap="square" lIns="18487" tIns="18487" rIns="18487" bIns="18487" anchor="t" anchorCtr="0">
            <a:noAutofit/>
          </a:bodyPr>
          <a:lstStyle/>
          <a:p>
            <a:pPr>
              <a:lnSpc>
                <a:spcPct val="115000"/>
              </a:lnSpc>
            </a:pPr>
            <a:endParaRPr sz="485">
              <a:latin typeface="Arial" panose="020B0604020202020204" pitchFamily="34" charset="0"/>
              <a:ea typeface="Oswald"/>
              <a:cs typeface="Arial" panose="020B0604020202020204" pitchFamily="34" charset="0"/>
              <a:sym typeface="Oswald"/>
            </a:endParaRPr>
          </a:p>
        </p:txBody>
      </p:sp>
      <p:sp>
        <p:nvSpPr>
          <p:cNvPr id="3" name="TextBox 2">
            <a:extLst>
              <a:ext uri="{FF2B5EF4-FFF2-40B4-BE49-F238E27FC236}">
                <a16:creationId xmlns:a16="http://schemas.microsoft.com/office/drawing/2014/main" id="{EA088408-9045-BC39-17C3-679FA4304137}"/>
              </a:ext>
            </a:extLst>
          </p:cNvPr>
          <p:cNvSpPr txBox="1"/>
          <p:nvPr/>
        </p:nvSpPr>
        <p:spPr>
          <a:xfrm>
            <a:off x="3131876" y="1832346"/>
            <a:ext cx="6121008" cy="954107"/>
          </a:xfrm>
          <a:prstGeom prst="rect">
            <a:avLst/>
          </a:prstGeom>
          <a:noFill/>
        </p:spPr>
        <p:txBody>
          <a:bodyPr wrap="square">
            <a:spAutoFit/>
          </a:bodyPr>
          <a:lstStyle/>
          <a:p>
            <a:pPr algn="ctr"/>
            <a:r>
              <a:rPr lang="en-US" sz="2800" b="1"/>
              <a:t>CS 472/572</a:t>
            </a:r>
          </a:p>
          <a:p>
            <a:pPr algn="ctr"/>
            <a:r>
              <a:rPr lang="en-US" sz="2800" b="1"/>
              <a:t>  Unsupervised Machine Learning</a:t>
            </a:r>
            <a:endParaRPr lang="en-US" sz="1050" b="1"/>
          </a:p>
        </p:txBody>
      </p:sp>
      <p:sp>
        <p:nvSpPr>
          <p:cNvPr id="7" name="Subtitle 2">
            <a:extLst>
              <a:ext uri="{FF2B5EF4-FFF2-40B4-BE49-F238E27FC236}">
                <a16:creationId xmlns:a16="http://schemas.microsoft.com/office/drawing/2014/main" id="{AAF5713D-B244-5594-9CF6-D3BAD5B04CA6}"/>
              </a:ext>
            </a:extLst>
          </p:cNvPr>
          <p:cNvSpPr>
            <a:spLocks noGrp="1"/>
          </p:cNvSpPr>
          <p:nvPr>
            <p:ph type="subTitle" idx="1"/>
          </p:nvPr>
        </p:nvSpPr>
        <p:spPr>
          <a:xfrm>
            <a:off x="2827866" y="4610631"/>
            <a:ext cx="6858000" cy="1231486"/>
          </a:xfrm>
        </p:spPr>
        <p:txBody>
          <a:bodyPr>
            <a:normAutofit/>
          </a:bodyPr>
          <a:lstStyle/>
          <a:p>
            <a:r>
              <a:rPr lang="en-US" sz="2000">
                <a:solidFill>
                  <a:schemeClr val="tx1"/>
                </a:solidFill>
              </a:rPr>
              <a:t> </a:t>
            </a:r>
          </a:p>
          <a:p>
            <a:r>
              <a:rPr lang="en-US" sz="2000">
                <a:solidFill>
                  <a:schemeClr val="tx1"/>
                </a:solidFill>
              </a:rPr>
              <a:t>Spring</a:t>
            </a:r>
            <a:r>
              <a:rPr sz="2000">
                <a:solidFill>
                  <a:schemeClr val="tx1"/>
                </a:solidFill>
              </a:rPr>
              <a:t> 202</a:t>
            </a:r>
            <a:r>
              <a:rPr lang="en-US" sz="2000">
                <a:solidFill>
                  <a:schemeClr val="tx1"/>
                </a:solidFill>
              </a:rPr>
              <a:t>6</a:t>
            </a:r>
            <a:endParaRPr sz="2000">
              <a:solidFill>
                <a:schemeClr val="tx1"/>
              </a:solidFill>
            </a:endParaRPr>
          </a:p>
          <a:p>
            <a:r>
              <a:rPr sz="2000">
                <a:solidFill>
                  <a:schemeClr val="tx1"/>
                </a:solidFill>
              </a:rPr>
              <a:t>Instructor: Dr. Khondker Fariha Hossain</a:t>
            </a:r>
            <a:endParaRPr lang="en-US" sz="2000">
              <a:solidFill>
                <a:schemeClr val="tx1"/>
              </a:solidFill>
            </a:endParaRPr>
          </a:p>
          <a:p>
            <a:endParaRPr sz="2000">
              <a:solidFill>
                <a:schemeClr val="tx1"/>
              </a:solidFill>
            </a:endParaRPr>
          </a:p>
          <a:p>
            <a:endParaRPr sz="2000">
              <a:solidFill>
                <a:schemeClr val="tx1"/>
              </a:solidFill>
            </a:endParaRPr>
          </a:p>
        </p:txBody>
      </p:sp>
      <p:sp>
        <p:nvSpPr>
          <p:cNvPr id="2" name="TextBox 1">
            <a:extLst>
              <a:ext uri="{FF2B5EF4-FFF2-40B4-BE49-F238E27FC236}">
                <a16:creationId xmlns:a16="http://schemas.microsoft.com/office/drawing/2014/main" id="{337703FA-76C6-12E1-9BAC-B0BD06B886CA}"/>
              </a:ext>
            </a:extLst>
          </p:cNvPr>
          <p:cNvSpPr txBox="1"/>
          <p:nvPr/>
        </p:nvSpPr>
        <p:spPr>
          <a:xfrm>
            <a:off x="3276600" y="3007206"/>
            <a:ext cx="6248400" cy="1508105"/>
          </a:xfrm>
          <a:prstGeom prst="rect">
            <a:avLst/>
          </a:prstGeom>
          <a:noFill/>
        </p:spPr>
        <p:txBody>
          <a:bodyPr wrap="square">
            <a:spAutoFit/>
          </a:bodyPr>
          <a:lstStyle/>
          <a:p>
            <a:pPr algn="ctr"/>
            <a:r>
              <a:rPr lang="en-US" sz="6000" b="1"/>
              <a:t>Autoencoder 1</a:t>
            </a:r>
          </a:p>
          <a:p>
            <a:pPr algn="ctr"/>
            <a:r>
              <a:rPr lang="en-US" sz="1600" b="1"/>
              <a:t>Week-5 -Class -1</a:t>
            </a:r>
            <a:endParaRPr lang="en-US" sz="400" b="1"/>
          </a:p>
          <a:p>
            <a:pPr algn="ctr"/>
            <a:endParaRPr lang="en-US" sz="1600" b="1"/>
          </a:p>
        </p:txBody>
      </p:sp>
      <p:sp>
        <p:nvSpPr>
          <p:cNvPr id="8" name="Slide Number Placeholder 7">
            <a:extLst>
              <a:ext uri="{FF2B5EF4-FFF2-40B4-BE49-F238E27FC236}">
                <a16:creationId xmlns:a16="http://schemas.microsoft.com/office/drawing/2014/main" id="{37A215F2-D868-B017-77BF-32C60B32403E}"/>
              </a:ext>
            </a:extLst>
          </p:cNvPr>
          <p:cNvSpPr>
            <a:spLocks noGrp="1"/>
          </p:cNvSpPr>
          <p:nvPr>
            <p:ph type="sldNum" sz="quarter" idx="4294967295"/>
          </p:nvPr>
        </p:nvSpPr>
        <p:spPr>
          <a:xfrm>
            <a:off x="8077200" y="6356351"/>
            <a:ext cx="2133600" cy="365125"/>
          </a:xfrm>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3038847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82296-8100-0967-6EA2-D24215B1845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5A24384-CC1D-6C92-128E-2332FE93FAB7}"/>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The Rise of Deep Learning</a:t>
            </a:r>
          </a:p>
        </p:txBody>
      </p:sp>
      <p:pic>
        <p:nvPicPr>
          <p:cNvPr id="3" name="صورة 4">
            <a:extLst>
              <a:ext uri="{FF2B5EF4-FFF2-40B4-BE49-F238E27FC236}">
                <a16:creationId xmlns:a16="http://schemas.microsoft.com/office/drawing/2014/main" id="{11C66097-D76C-1D4B-FA95-D82715CA0EA3}"/>
              </a:ext>
            </a:extLst>
          </p:cNvPr>
          <p:cNvPicPr>
            <a:picLocks noChangeAspect="1"/>
          </p:cNvPicPr>
          <p:nvPr/>
        </p:nvPicPr>
        <p:blipFill>
          <a:blip r:embed="rId3"/>
          <a:stretch>
            <a:fillRect/>
          </a:stretch>
        </p:blipFill>
        <p:spPr>
          <a:xfrm>
            <a:off x="145549" y="1469450"/>
            <a:ext cx="2690141" cy="1604511"/>
          </a:xfrm>
          <a:prstGeom prst="rect">
            <a:avLst/>
          </a:prstGeom>
        </p:spPr>
      </p:pic>
      <p:pic>
        <p:nvPicPr>
          <p:cNvPr id="4" name="صورة 6">
            <a:extLst>
              <a:ext uri="{FF2B5EF4-FFF2-40B4-BE49-F238E27FC236}">
                <a16:creationId xmlns:a16="http://schemas.microsoft.com/office/drawing/2014/main" id="{480BCECA-DA12-2057-56E5-E37839C2F3C9}"/>
              </a:ext>
            </a:extLst>
          </p:cNvPr>
          <p:cNvPicPr>
            <a:picLocks noChangeAspect="1"/>
          </p:cNvPicPr>
          <p:nvPr/>
        </p:nvPicPr>
        <p:blipFill>
          <a:blip r:embed="rId4"/>
          <a:stretch>
            <a:fillRect/>
          </a:stretch>
        </p:blipFill>
        <p:spPr>
          <a:xfrm>
            <a:off x="3514900" y="1469450"/>
            <a:ext cx="3196419" cy="1772018"/>
          </a:xfrm>
          <a:prstGeom prst="rect">
            <a:avLst/>
          </a:prstGeom>
        </p:spPr>
      </p:pic>
      <p:pic>
        <p:nvPicPr>
          <p:cNvPr id="5" name="صورة 10">
            <a:extLst>
              <a:ext uri="{FF2B5EF4-FFF2-40B4-BE49-F238E27FC236}">
                <a16:creationId xmlns:a16="http://schemas.microsoft.com/office/drawing/2014/main" id="{17B5489C-4302-B28D-047E-AA089CFF1BFF}"/>
              </a:ext>
            </a:extLst>
          </p:cNvPr>
          <p:cNvPicPr>
            <a:picLocks noChangeAspect="1"/>
          </p:cNvPicPr>
          <p:nvPr/>
        </p:nvPicPr>
        <p:blipFill>
          <a:blip r:embed="rId5"/>
          <a:stretch>
            <a:fillRect/>
          </a:stretch>
        </p:blipFill>
        <p:spPr>
          <a:xfrm>
            <a:off x="7075535" y="1368377"/>
            <a:ext cx="3534695" cy="1806656"/>
          </a:xfrm>
          <a:prstGeom prst="rect">
            <a:avLst/>
          </a:prstGeom>
        </p:spPr>
      </p:pic>
      <p:pic>
        <p:nvPicPr>
          <p:cNvPr id="6" name="صورة 12">
            <a:extLst>
              <a:ext uri="{FF2B5EF4-FFF2-40B4-BE49-F238E27FC236}">
                <a16:creationId xmlns:a16="http://schemas.microsoft.com/office/drawing/2014/main" id="{FC0003B3-E883-36C4-EAC0-2FC7449E8A8F}"/>
              </a:ext>
            </a:extLst>
          </p:cNvPr>
          <p:cNvPicPr>
            <a:picLocks noChangeAspect="1"/>
          </p:cNvPicPr>
          <p:nvPr/>
        </p:nvPicPr>
        <p:blipFill>
          <a:blip r:embed="rId6"/>
          <a:stretch>
            <a:fillRect/>
          </a:stretch>
        </p:blipFill>
        <p:spPr>
          <a:xfrm>
            <a:off x="9754744" y="3416208"/>
            <a:ext cx="1983346" cy="2431915"/>
          </a:xfrm>
          <a:prstGeom prst="rect">
            <a:avLst/>
          </a:prstGeom>
        </p:spPr>
      </p:pic>
      <p:pic>
        <p:nvPicPr>
          <p:cNvPr id="7" name="صورة 15">
            <a:extLst>
              <a:ext uri="{FF2B5EF4-FFF2-40B4-BE49-F238E27FC236}">
                <a16:creationId xmlns:a16="http://schemas.microsoft.com/office/drawing/2014/main" id="{A6333EB4-68AB-A633-0C25-A7A3205BBF55}"/>
              </a:ext>
            </a:extLst>
          </p:cNvPr>
          <p:cNvPicPr>
            <a:picLocks noChangeAspect="1"/>
          </p:cNvPicPr>
          <p:nvPr/>
        </p:nvPicPr>
        <p:blipFill>
          <a:blip r:embed="rId7"/>
          <a:stretch>
            <a:fillRect/>
          </a:stretch>
        </p:blipFill>
        <p:spPr>
          <a:xfrm>
            <a:off x="6920513" y="3422494"/>
            <a:ext cx="2446986" cy="1511030"/>
          </a:xfrm>
          <a:prstGeom prst="rect">
            <a:avLst/>
          </a:prstGeom>
        </p:spPr>
      </p:pic>
      <p:pic>
        <p:nvPicPr>
          <p:cNvPr id="8" name="صورة 17">
            <a:extLst>
              <a:ext uri="{FF2B5EF4-FFF2-40B4-BE49-F238E27FC236}">
                <a16:creationId xmlns:a16="http://schemas.microsoft.com/office/drawing/2014/main" id="{AD414D82-617B-599D-4AE7-8186CF984B66}"/>
              </a:ext>
            </a:extLst>
          </p:cNvPr>
          <p:cNvPicPr>
            <a:picLocks noChangeAspect="1"/>
          </p:cNvPicPr>
          <p:nvPr/>
        </p:nvPicPr>
        <p:blipFill>
          <a:blip r:embed="rId8"/>
          <a:stretch>
            <a:fillRect/>
          </a:stretch>
        </p:blipFill>
        <p:spPr>
          <a:xfrm>
            <a:off x="219058" y="4494773"/>
            <a:ext cx="2266682" cy="1450977"/>
          </a:xfrm>
          <a:prstGeom prst="rect">
            <a:avLst/>
          </a:prstGeom>
        </p:spPr>
      </p:pic>
      <p:pic>
        <p:nvPicPr>
          <p:cNvPr id="9" name="صورة 19">
            <a:extLst>
              <a:ext uri="{FF2B5EF4-FFF2-40B4-BE49-F238E27FC236}">
                <a16:creationId xmlns:a16="http://schemas.microsoft.com/office/drawing/2014/main" id="{3B01743C-06A3-80C8-9D71-160318D51051}"/>
              </a:ext>
            </a:extLst>
          </p:cNvPr>
          <p:cNvPicPr>
            <a:picLocks noChangeAspect="1"/>
          </p:cNvPicPr>
          <p:nvPr/>
        </p:nvPicPr>
        <p:blipFill>
          <a:blip r:embed="rId9"/>
          <a:stretch>
            <a:fillRect/>
          </a:stretch>
        </p:blipFill>
        <p:spPr>
          <a:xfrm>
            <a:off x="2687284" y="4933524"/>
            <a:ext cx="1875379" cy="1103288"/>
          </a:xfrm>
          <a:prstGeom prst="rect">
            <a:avLst/>
          </a:prstGeom>
        </p:spPr>
      </p:pic>
      <p:pic>
        <p:nvPicPr>
          <p:cNvPr id="10" name="صورة 21">
            <a:extLst>
              <a:ext uri="{FF2B5EF4-FFF2-40B4-BE49-F238E27FC236}">
                <a16:creationId xmlns:a16="http://schemas.microsoft.com/office/drawing/2014/main" id="{4F9B5A63-A6DE-3B90-D6B2-98762651EAEB}"/>
              </a:ext>
            </a:extLst>
          </p:cNvPr>
          <p:cNvPicPr>
            <a:picLocks noChangeAspect="1"/>
          </p:cNvPicPr>
          <p:nvPr/>
        </p:nvPicPr>
        <p:blipFill>
          <a:blip r:embed="rId10"/>
          <a:stretch>
            <a:fillRect/>
          </a:stretch>
        </p:blipFill>
        <p:spPr>
          <a:xfrm>
            <a:off x="4744752" y="4914821"/>
            <a:ext cx="1991988" cy="1181179"/>
          </a:xfrm>
          <a:prstGeom prst="rect">
            <a:avLst/>
          </a:prstGeom>
        </p:spPr>
      </p:pic>
      <p:pic>
        <p:nvPicPr>
          <p:cNvPr id="11" name="صورة 23">
            <a:extLst>
              <a:ext uri="{FF2B5EF4-FFF2-40B4-BE49-F238E27FC236}">
                <a16:creationId xmlns:a16="http://schemas.microsoft.com/office/drawing/2014/main" id="{E517F957-2F3D-9BD7-44EA-1390E3910CBC}"/>
              </a:ext>
            </a:extLst>
          </p:cNvPr>
          <p:cNvPicPr>
            <a:picLocks noChangeAspect="1"/>
          </p:cNvPicPr>
          <p:nvPr/>
        </p:nvPicPr>
        <p:blipFill>
          <a:blip r:embed="rId11"/>
          <a:stretch>
            <a:fillRect/>
          </a:stretch>
        </p:blipFill>
        <p:spPr>
          <a:xfrm>
            <a:off x="6918829" y="4983191"/>
            <a:ext cx="2039758" cy="1181179"/>
          </a:xfrm>
          <a:prstGeom prst="rect">
            <a:avLst/>
          </a:prstGeom>
        </p:spPr>
      </p:pic>
      <p:pic>
        <p:nvPicPr>
          <p:cNvPr id="12" name="صورة 25">
            <a:extLst>
              <a:ext uri="{FF2B5EF4-FFF2-40B4-BE49-F238E27FC236}">
                <a16:creationId xmlns:a16="http://schemas.microsoft.com/office/drawing/2014/main" id="{5E7DF7A7-36AC-0AE2-872E-BC63A00C5ECE}"/>
              </a:ext>
            </a:extLst>
          </p:cNvPr>
          <p:cNvPicPr>
            <a:picLocks noChangeAspect="1"/>
          </p:cNvPicPr>
          <p:nvPr/>
        </p:nvPicPr>
        <p:blipFill>
          <a:blip r:embed="rId12"/>
          <a:stretch>
            <a:fillRect/>
          </a:stretch>
        </p:blipFill>
        <p:spPr>
          <a:xfrm>
            <a:off x="219058" y="3280961"/>
            <a:ext cx="2740808" cy="1006812"/>
          </a:xfrm>
          <a:prstGeom prst="rect">
            <a:avLst/>
          </a:prstGeom>
        </p:spPr>
      </p:pic>
      <p:pic>
        <p:nvPicPr>
          <p:cNvPr id="13" name="صورة 27">
            <a:extLst>
              <a:ext uri="{FF2B5EF4-FFF2-40B4-BE49-F238E27FC236}">
                <a16:creationId xmlns:a16="http://schemas.microsoft.com/office/drawing/2014/main" id="{9A820D6F-1F1F-705F-36DC-C124AC7E1F46}"/>
              </a:ext>
            </a:extLst>
          </p:cNvPr>
          <p:cNvPicPr>
            <a:picLocks noChangeAspect="1"/>
          </p:cNvPicPr>
          <p:nvPr/>
        </p:nvPicPr>
        <p:blipFill>
          <a:blip r:embed="rId13"/>
          <a:stretch>
            <a:fillRect/>
          </a:stretch>
        </p:blipFill>
        <p:spPr>
          <a:xfrm>
            <a:off x="3205332" y="3259532"/>
            <a:ext cx="3276516" cy="1406134"/>
          </a:xfrm>
          <a:prstGeom prst="rect">
            <a:avLst/>
          </a:prstGeom>
        </p:spPr>
      </p:pic>
    </p:spTree>
    <p:extLst>
      <p:ext uri="{BB962C8B-B14F-4D97-AF65-F5344CB8AC3E}">
        <p14:creationId xmlns:p14="http://schemas.microsoft.com/office/powerpoint/2010/main" val="1732273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وان 1">
            <a:extLst>
              <a:ext uri="{FF2B5EF4-FFF2-40B4-BE49-F238E27FC236}">
                <a16:creationId xmlns:a16="http://schemas.microsoft.com/office/drawing/2014/main" id="{821EBE90-147F-5D62-ABB2-87D689A79D8C}"/>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The Rise of Deep Learning</a:t>
            </a:r>
          </a:p>
        </p:txBody>
      </p:sp>
      <p:pic>
        <p:nvPicPr>
          <p:cNvPr id="6" name="صورة 4">
            <a:extLst>
              <a:ext uri="{FF2B5EF4-FFF2-40B4-BE49-F238E27FC236}">
                <a16:creationId xmlns:a16="http://schemas.microsoft.com/office/drawing/2014/main" id="{181A632E-591B-A0C6-78E4-2D9F04756562}"/>
              </a:ext>
            </a:extLst>
          </p:cNvPr>
          <p:cNvPicPr>
            <a:picLocks noChangeAspect="1"/>
          </p:cNvPicPr>
          <p:nvPr/>
        </p:nvPicPr>
        <p:blipFill>
          <a:blip r:embed="rId2"/>
          <a:stretch>
            <a:fillRect/>
          </a:stretch>
        </p:blipFill>
        <p:spPr>
          <a:xfrm>
            <a:off x="6506927" y="1559691"/>
            <a:ext cx="3219528" cy="2065348"/>
          </a:xfrm>
          <a:prstGeom prst="rect">
            <a:avLst/>
          </a:prstGeom>
        </p:spPr>
      </p:pic>
      <p:pic>
        <p:nvPicPr>
          <p:cNvPr id="7" name="صورة 6">
            <a:extLst>
              <a:ext uri="{FF2B5EF4-FFF2-40B4-BE49-F238E27FC236}">
                <a16:creationId xmlns:a16="http://schemas.microsoft.com/office/drawing/2014/main" id="{73BEFCB7-8C3F-8BA6-67E4-FC9B856B645E}"/>
              </a:ext>
            </a:extLst>
          </p:cNvPr>
          <p:cNvPicPr>
            <a:picLocks noChangeAspect="1"/>
          </p:cNvPicPr>
          <p:nvPr/>
        </p:nvPicPr>
        <p:blipFill>
          <a:blip r:embed="rId3"/>
          <a:stretch>
            <a:fillRect/>
          </a:stretch>
        </p:blipFill>
        <p:spPr>
          <a:xfrm>
            <a:off x="3158648" y="1632033"/>
            <a:ext cx="2526427" cy="2065348"/>
          </a:xfrm>
          <a:prstGeom prst="rect">
            <a:avLst/>
          </a:prstGeom>
        </p:spPr>
      </p:pic>
      <p:pic>
        <p:nvPicPr>
          <p:cNvPr id="8" name="صورة 8">
            <a:extLst>
              <a:ext uri="{FF2B5EF4-FFF2-40B4-BE49-F238E27FC236}">
                <a16:creationId xmlns:a16="http://schemas.microsoft.com/office/drawing/2014/main" id="{773C0859-E0D8-7C5B-CE60-5B8969BF0641}"/>
              </a:ext>
            </a:extLst>
          </p:cNvPr>
          <p:cNvPicPr>
            <a:picLocks noChangeAspect="1"/>
          </p:cNvPicPr>
          <p:nvPr/>
        </p:nvPicPr>
        <p:blipFill>
          <a:blip r:embed="rId4"/>
          <a:stretch>
            <a:fillRect/>
          </a:stretch>
        </p:blipFill>
        <p:spPr>
          <a:xfrm>
            <a:off x="124692" y="1559691"/>
            <a:ext cx="2278802" cy="2065347"/>
          </a:xfrm>
          <a:prstGeom prst="rect">
            <a:avLst/>
          </a:prstGeom>
        </p:spPr>
      </p:pic>
      <p:pic>
        <p:nvPicPr>
          <p:cNvPr id="9" name="صورة 12">
            <a:extLst>
              <a:ext uri="{FF2B5EF4-FFF2-40B4-BE49-F238E27FC236}">
                <a16:creationId xmlns:a16="http://schemas.microsoft.com/office/drawing/2014/main" id="{E5EC4E77-9CF1-E646-FF21-C48D3CF52796}"/>
              </a:ext>
            </a:extLst>
          </p:cNvPr>
          <p:cNvPicPr>
            <a:picLocks noChangeAspect="1"/>
          </p:cNvPicPr>
          <p:nvPr/>
        </p:nvPicPr>
        <p:blipFill>
          <a:blip r:embed="rId5"/>
          <a:stretch>
            <a:fillRect/>
          </a:stretch>
        </p:blipFill>
        <p:spPr>
          <a:xfrm>
            <a:off x="9276469" y="4063942"/>
            <a:ext cx="2312645" cy="1735383"/>
          </a:xfrm>
          <a:prstGeom prst="rect">
            <a:avLst/>
          </a:prstGeom>
        </p:spPr>
      </p:pic>
      <p:pic>
        <p:nvPicPr>
          <p:cNvPr id="10" name="صورة 14">
            <a:extLst>
              <a:ext uri="{FF2B5EF4-FFF2-40B4-BE49-F238E27FC236}">
                <a16:creationId xmlns:a16="http://schemas.microsoft.com/office/drawing/2014/main" id="{13E96233-915C-E94F-AEB2-B9C6A3190566}"/>
              </a:ext>
            </a:extLst>
          </p:cNvPr>
          <p:cNvPicPr>
            <a:picLocks noChangeAspect="1"/>
          </p:cNvPicPr>
          <p:nvPr/>
        </p:nvPicPr>
        <p:blipFill>
          <a:blip r:embed="rId6"/>
          <a:stretch>
            <a:fillRect/>
          </a:stretch>
        </p:blipFill>
        <p:spPr>
          <a:xfrm>
            <a:off x="3136934" y="3857585"/>
            <a:ext cx="2569854" cy="1368382"/>
          </a:xfrm>
          <a:prstGeom prst="rect">
            <a:avLst/>
          </a:prstGeom>
        </p:spPr>
      </p:pic>
      <p:pic>
        <p:nvPicPr>
          <p:cNvPr id="11" name="صورة 17">
            <a:extLst>
              <a:ext uri="{FF2B5EF4-FFF2-40B4-BE49-F238E27FC236}">
                <a16:creationId xmlns:a16="http://schemas.microsoft.com/office/drawing/2014/main" id="{1C2326C3-29E1-6ED3-6948-AC0AF33E1A5D}"/>
              </a:ext>
            </a:extLst>
          </p:cNvPr>
          <p:cNvPicPr>
            <a:picLocks noChangeAspect="1"/>
          </p:cNvPicPr>
          <p:nvPr/>
        </p:nvPicPr>
        <p:blipFill>
          <a:blip r:embed="rId7"/>
          <a:stretch>
            <a:fillRect/>
          </a:stretch>
        </p:blipFill>
        <p:spPr>
          <a:xfrm>
            <a:off x="238588" y="3932207"/>
            <a:ext cx="2834329" cy="1998855"/>
          </a:xfrm>
          <a:prstGeom prst="rect">
            <a:avLst/>
          </a:prstGeom>
        </p:spPr>
      </p:pic>
      <p:pic>
        <p:nvPicPr>
          <p:cNvPr id="12" name="صورة 21">
            <a:extLst>
              <a:ext uri="{FF2B5EF4-FFF2-40B4-BE49-F238E27FC236}">
                <a16:creationId xmlns:a16="http://schemas.microsoft.com/office/drawing/2014/main" id="{AD6096F6-1B57-F510-1479-3924359E5EA1}"/>
              </a:ext>
            </a:extLst>
          </p:cNvPr>
          <p:cNvPicPr>
            <a:picLocks noChangeAspect="1"/>
          </p:cNvPicPr>
          <p:nvPr/>
        </p:nvPicPr>
        <p:blipFill>
          <a:blip r:embed="rId8"/>
          <a:stretch>
            <a:fillRect/>
          </a:stretch>
        </p:blipFill>
        <p:spPr>
          <a:xfrm>
            <a:off x="6096000" y="4492618"/>
            <a:ext cx="2619973" cy="14666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668D-9F01-3E00-660E-367210AD2606}"/>
            </a:ext>
          </a:extLst>
        </p:cNvPr>
        <p:cNvGrpSpPr/>
        <p:nvPr/>
      </p:nvGrpSpPr>
      <p:grpSpPr>
        <a:xfrm>
          <a:off x="0" y="0"/>
          <a:ext cx="0" cy="0"/>
          <a:chOff x="0" y="0"/>
          <a:chExt cx="0" cy="0"/>
        </a:xfrm>
      </p:grpSpPr>
      <p:pic>
        <p:nvPicPr>
          <p:cNvPr id="2" name="صورة 1">
            <a:extLst>
              <a:ext uri="{FF2B5EF4-FFF2-40B4-BE49-F238E27FC236}">
                <a16:creationId xmlns:a16="http://schemas.microsoft.com/office/drawing/2014/main" id="{A192355C-074A-525A-794F-7D57B4C87DDB}"/>
              </a:ext>
            </a:extLst>
          </p:cNvPr>
          <p:cNvPicPr>
            <a:picLocks noChangeAspect="1"/>
          </p:cNvPicPr>
          <p:nvPr/>
        </p:nvPicPr>
        <p:blipFill>
          <a:blip r:embed="rId2"/>
          <a:stretch>
            <a:fillRect/>
          </a:stretch>
        </p:blipFill>
        <p:spPr>
          <a:xfrm>
            <a:off x="300943" y="1407892"/>
            <a:ext cx="3571064" cy="2330731"/>
          </a:xfrm>
          <a:prstGeom prst="rect">
            <a:avLst/>
          </a:prstGeom>
        </p:spPr>
      </p:pic>
      <p:pic>
        <p:nvPicPr>
          <p:cNvPr id="3" name="صورة 3">
            <a:extLst>
              <a:ext uri="{FF2B5EF4-FFF2-40B4-BE49-F238E27FC236}">
                <a16:creationId xmlns:a16="http://schemas.microsoft.com/office/drawing/2014/main" id="{E16D8E91-04ED-D9CE-CFD5-C3D20275C489}"/>
              </a:ext>
            </a:extLst>
          </p:cNvPr>
          <p:cNvPicPr>
            <a:picLocks noChangeAspect="1"/>
          </p:cNvPicPr>
          <p:nvPr/>
        </p:nvPicPr>
        <p:blipFill>
          <a:blip r:embed="rId3"/>
          <a:stretch>
            <a:fillRect/>
          </a:stretch>
        </p:blipFill>
        <p:spPr>
          <a:xfrm>
            <a:off x="5364527" y="1378957"/>
            <a:ext cx="3239074" cy="1926218"/>
          </a:xfrm>
          <a:prstGeom prst="rect">
            <a:avLst/>
          </a:prstGeom>
        </p:spPr>
      </p:pic>
      <p:pic>
        <p:nvPicPr>
          <p:cNvPr id="4" name="صورة 5">
            <a:extLst>
              <a:ext uri="{FF2B5EF4-FFF2-40B4-BE49-F238E27FC236}">
                <a16:creationId xmlns:a16="http://schemas.microsoft.com/office/drawing/2014/main" id="{55961916-DCB4-5E9E-169E-F01B76FDC29E}"/>
              </a:ext>
            </a:extLst>
          </p:cNvPr>
          <p:cNvPicPr>
            <a:picLocks noChangeAspect="1"/>
          </p:cNvPicPr>
          <p:nvPr/>
        </p:nvPicPr>
        <p:blipFill>
          <a:blip r:embed="rId4"/>
          <a:stretch>
            <a:fillRect/>
          </a:stretch>
        </p:blipFill>
        <p:spPr>
          <a:xfrm>
            <a:off x="1158072" y="3842434"/>
            <a:ext cx="3377946" cy="2330732"/>
          </a:xfrm>
          <a:prstGeom prst="rect">
            <a:avLst/>
          </a:prstGeom>
        </p:spPr>
      </p:pic>
      <p:pic>
        <p:nvPicPr>
          <p:cNvPr id="5" name="صورة 7">
            <a:extLst>
              <a:ext uri="{FF2B5EF4-FFF2-40B4-BE49-F238E27FC236}">
                <a16:creationId xmlns:a16="http://schemas.microsoft.com/office/drawing/2014/main" id="{0F6E744C-4A6E-928E-697A-3E16C1771C55}"/>
              </a:ext>
            </a:extLst>
          </p:cNvPr>
          <p:cNvPicPr>
            <a:picLocks noChangeAspect="1"/>
          </p:cNvPicPr>
          <p:nvPr/>
        </p:nvPicPr>
        <p:blipFill>
          <a:blip r:embed="rId5"/>
          <a:stretch>
            <a:fillRect/>
          </a:stretch>
        </p:blipFill>
        <p:spPr>
          <a:xfrm>
            <a:off x="5364527" y="3590404"/>
            <a:ext cx="4170744" cy="2368310"/>
          </a:xfrm>
          <a:prstGeom prst="rect">
            <a:avLst/>
          </a:prstGeom>
        </p:spPr>
      </p:pic>
      <p:sp>
        <p:nvSpPr>
          <p:cNvPr id="6" name="عنوان 1">
            <a:extLst>
              <a:ext uri="{FF2B5EF4-FFF2-40B4-BE49-F238E27FC236}">
                <a16:creationId xmlns:a16="http://schemas.microsoft.com/office/drawing/2014/main" id="{5A097941-6D78-8605-819D-DC4E3C194A56}"/>
              </a:ext>
            </a:extLst>
          </p:cNvPr>
          <p:cNvSpPr txBox="1">
            <a:spLocks/>
          </p:cNvSpPr>
          <p:nvPr/>
        </p:nvSpPr>
        <p:spPr>
          <a:xfrm>
            <a:off x="238588" y="279392"/>
            <a:ext cx="10515600" cy="704086"/>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The Rise of Deep Learning</a:t>
            </a:r>
          </a:p>
        </p:txBody>
      </p:sp>
    </p:spTree>
    <p:extLst>
      <p:ext uri="{BB962C8B-B14F-4D97-AF65-F5344CB8AC3E}">
        <p14:creationId xmlns:p14="http://schemas.microsoft.com/office/powerpoint/2010/main" val="125694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52CB-6863-3A83-0776-018CEA5BA778}"/>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CFEE128C-F934-1CE2-D8F0-8F577405AF4C}"/>
              </a:ext>
            </a:extLst>
          </p:cNvPr>
          <p:cNvPicPr>
            <a:picLocks noChangeAspect="1"/>
          </p:cNvPicPr>
          <p:nvPr/>
        </p:nvPicPr>
        <p:blipFill>
          <a:blip r:embed="rId2"/>
          <a:stretch>
            <a:fillRect/>
          </a:stretch>
        </p:blipFill>
        <p:spPr>
          <a:xfrm>
            <a:off x="1707127" y="2068673"/>
            <a:ext cx="3741566" cy="3270775"/>
          </a:xfrm>
          <a:prstGeom prst="rect">
            <a:avLst/>
          </a:prstGeom>
        </p:spPr>
      </p:pic>
      <p:pic>
        <p:nvPicPr>
          <p:cNvPr id="3" name="صورة 4">
            <a:extLst>
              <a:ext uri="{FF2B5EF4-FFF2-40B4-BE49-F238E27FC236}">
                <a16:creationId xmlns:a16="http://schemas.microsoft.com/office/drawing/2014/main" id="{CF9CBA69-609A-A212-687D-3287BCD4D3FC}"/>
              </a:ext>
            </a:extLst>
          </p:cNvPr>
          <p:cNvPicPr>
            <a:picLocks noChangeAspect="1"/>
          </p:cNvPicPr>
          <p:nvPr/>
        </p:nvPicPr>
        <p:blipFill>
          <a:blip r:embed="rId3"/>
          <a:stretch>
            <a:fillRect/>
          </a:stretch>
        </p:blipFill>
        <p:spPr>
          <a:xfrm>
            <a:off x="6096000" y="1405563"/>
            <a:ext cx="5459789" cy="4421597"/>
          </a:xfrm>
          <a:prstGeom prst="rect">
            <a:avLst/>
          </a:prstGeom>
        </p:spPr>
      </p:pic>
    </p:spTree>
    <p:extLst>
      <p:ext uri="{BB962C8B-B14F-4D97-AF65-F5344CB8AC3E}">
        <p14:creationId xmlns:p14="http://schemas.microsoft.com/office/powerpoint/2010/main" val="3018749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5D025-7FE5-19F6-8E6E-607A2F10C23A}"/>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F0E1ACDF-E432-D5B0-3029-B746AE2F35DB}"/>
              </a:ext>
            </a:extLst>
          </p:cNvPr>
          <p:cNvPicPr>
            <a:picLocks noChangeAspect="1"/>
          </p:cNvPicPr>
          <p:nvPr/>
        </p:nvPicPr>
        <p:blipFill>
          <a:blip r:embed="rId2"/>
          <a:stretch>
            <a:fillRect/>
          </a:stretch>
        </p:blipFill>
        <p:spPr>
          <a:xfrm>
            <a:off x="2919213" y="4506014"/>
            <a:ext cx="6353571" cy="1432874"/>
          </a:xfrm>
          <a:prstGeom prst="rect">
            <a:avLst/>
          </a:prstGeom>
        </p:spPr>
      </p:pic>
      <p:pic>
        <p:nvPicPr>
          <p:cNvPr id="3" name="صورة 4">
            <a:extLst>
              <a:ext uri="{FF2B5EF4-FFF2-40B4-BE49-F238E27FC236}">
                <a16:creationId xmlns:a16="http://schemas.microsoft.com/office/drawing/2014/main" id="{15786335-3A66-6E54-3054-DB3A20EB1EC5}"/>
              </a:ext>
            </a:extLst>
          </p:cNvPr>
          <p:cNvPicPr>
            <a:picLocks noChangeAspect="1"/>
          </p:cNvPicPr>
          <p:nvPr/>
        </p:nvPicPr>
        <p:blipFill>
          <a:blip r:embed="rId3"/>
          <a:stretch>
            <a:fillRect/>
          </a:stretch>
        </p:blipFill>
        <p:spPr>
          <a:xfrm>
            <a:off x="2996508" y="1114949"/>
            <a:ext cx="5765349" cy="3210251"/>
          </a:xfrm>
          <a:prstGeom prst="rect">
            <a:avLst/>
          </a:prstGeom>
        </p:spPr>
      </p:pic>
      <p:sp>
        <p:nvSpPr>
          <p:cNvPr id="4" name="TextBox 3">
            <a:extLst>
              <a:ext uri="{FF2B5EF4-FFF2-40B4-BE49-F238E27FC236}">
                <a16:creationId xmlns:a16="http://schemas.microsoft.com/office/drawing/2014/main" id="{16AB69C4-E201-8D92-A42A-0A2C6E26CF2F}"/>
              </a:ext>
            </a:extLst>
          </p:cNvPr>
          <p:cNvSpPr txBox="1"/>
          <p:nvPr/>
        </p:nvSpPr>
        <p:spPr>
          <a:xfrm>
            <a:off x="322918" y="283952"/>
            <a:ext cx="6094070" cy="830997"/>
          </a:xfrm>
          <a:prstGeom prst="rect">
            <a:avLst/>
          </a:prstGeom>
          <a:noFill/>
        </p:spPr>
        <p:txBody>
          <a:bodyPr wrap="square">
            <a:spAutoFit/>
          </a:bodyPr>
          <a:lstStyle/>
          <a:p>
            <a:r>
              <a:rPr lang="en-US" sz="4800" spc="-10">
                <a:solidFill>
                  <a:schemeClr val="bg1"/>
                </a:solidFill>
              </a:rPr>
              <a:t>HI vs AI</a:t>
            </a:r>
            <a:endParaRPr lang="en-US" sz="4800">
              <a:solidFill>
                <a:schemeClr val="bg1"/>
              </a:solidFill>
            </a:endParaRPr>
          </a:p>
        </p:txBody>
      </p:sp>
    </p:spTree>
    <p:extLst>
      <p:ext uri="{BB962C8B-B14F-4D97-AF65-F5344CB8AC3E}">
        <p14:creationId xmlns:p14="http://schemas.microsoft.com/office/powerpoint/2010/main" val="1314154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8999F-27B2-B123-4FBE-4EAAA53EB3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1563BC-1811-8A47-A367-B27729C8BC87}"/>
              </a:ext>
            </a:extLst>
          </p:cNvPr>
          <p:cNvSpPr txBox="1"/>
          <p:nvPr/>
        </p:nvSpPr>
        <p:spPr>
          <a:xfrm>
            <a:off x="322918" y="283952"/>
            <a:ext cx="6094070" cy="830997"/>
          </a:xfrm>
          <a:prstGeom prst="rect">
            <a:avLst/>
          </a:prstGeom>
          <a:noFill/>
        </p:spPr>
        <p:txBody>
          <a:bodyPr wrap="square">
            <a:spAutoFit/>
          </a:bodyPr>
          <a:lstStyle/>
          <a:p>
            <a:r>
              <a:rPr lang="en-US" sz="4800">
                <a:solidFill>
                  <a:schemeClr val="bg1"/>
                </a:solidFill>
              </a:rPr>
              <a:t>Limitation of ML</a:t>
            </a:r>
          </a:p>
        </p:txBody>
      </p:sp>
      <p:grpSp>
        <p:nvGrpSpPr>
          <p:cNvPr id="5" name="object 2">
            <a:extLst>
              <a:ext uri="{FF2B5EF4-FFF2-40B4-BE49-F238E27FC236}">
                <a16:creationId xmlns:a16="http://schemas.microsoft.com/office/drawing/2014/main" id="{72CC67A4-07AB-FE59-E329-B3E10663AAD3}"/>
              </a:ext>
            </a:extLst>
          </p:cNvPr>
          <p:cNvGrpSpPr/>
          <p:nvPr/>
        </p:nvGrpSpPr>
        <p:grpSpPr>
          <a:xfrm>
            <a:off x="1857189" y="1626634"/>
            <a:ext cx="8477621" cy="3867666"/>
            <a:chOff x="1381903" y="2512010"/>
            <a:chExt cx="10521552" cy="4759545"/>
          </a:xfrm>
        </p:grpSpPr>
        <p:pic>
          <p:nvPicPr>
            <p:cNvPr id="6" name="object 3">
              <a:extLst>
                <a:ext uri="{FF2B5EF4-FFF2-40B4-BE49-F238E27FC236}">
                  <a16:creationId xmlns:a16="http://schemas.microsoft.com/office/drawing/2014/main" id="{008B0468-6DB2-1AB3-290D-B9B4E355213A}"/>
                </a:ext>
              </a:extLst>
            </p:cNvPr>
            <p:cNvPicPr/>
            <p:nvPr/>
          </p:nvPicPr>
          <p:blipFill>
            <a:blip r:embed="rId2" cstate="print"/>
            <a:srcRect l="4463" t="22838" r="9275" b="7760"/>
            <a:stretch>
              <a:fillRect/>
            </a:stretch>
          </p:blipFill>
          <p:spPr>
            <a:xfrm>
              <a:off x="1381903" y="2512010"/>
              <a:ext cx="10017474" cy="4759545"/>
            </a:xfrm>
            <a:prstGeom prst="rect">
              <a:avLst/>
            </a:prstGeom>
          </p:spPr>
        </p:pic>
        <p:sp>
          <p:nvSpPr>
            <p:cNvPr id="7" name="object 4">
              <a:extLst>
                <a:ext uri="{FF2B5EF4-FFF2-40B4-BE49-F238E27FC236}">
                  <a16:creationId xmlns:a16="http://schemas.microsoft.com/office/drawing/2014/main" id="{8A373852-C3E2-A758-D5FA-9BFB8918FA2E}"/>
                </a:ext>
              </a:extLst>
            </p:cNvPr>
            <p:cNvSpPr/>
            <p:nvPr/>
          </p:nvSpPr>
          <p:spPr>
            <a:xfrm>
              <a:off x="11150345" y="5842253"/>
              <a:ext cx="753110" cy="1016635"/>
            </a:xfrm>
            <a:custGeom>
              <a:avLst/>
              <a:gdLst/>
              <a:ahLst/>
              <a:cxnLst/>
              <a:rect l="l" t="t" r="r" b="b"/>
              <a:pathLst>
                <a:path w="753109" h="1016634">
                  <a:moveTo>
                    <a:pt x="752855" y="0"/>
                  </a:moveTo>
                  <a:lnTo>
                    <a:pt x="0" y="0"/>
                  </a:lnTo>
                  <a:lnTo>
                    <a:pt x="0" y="1016508"/>
                  </a:lnTo>
                  <a:lnTo>
                    <a:pt x="752855" y="1016508"/>
                  </a:lnTo>
                  <a:lnTo>
                    <a:pt x="752855" y="0"/>
                  </a:lnTo>
                  <a:close/>
                </a:path>
              </a:pathLst>
            </a:custGeom>
            <a:solidFill>
              <a:srgbClr val="4471C4"/>
            </a:solidFill>
          </p:spPr>
          <p:txBody>
            <a:bodyPr wrap="square" lIns="0" tIns="0" rIns="0" bIns="0" rtlCol="0"/>
            <a:lstStyle/>
            <a:p>
              <a:endParaRPr/>
            </a:p>
          </p:txBody>
        </p:sp>
        <p:sp>
          <p:nvSpPr>
            <p:cNvPr id="8" name="object 5">
              <a:extLst>
                <a:ext uri="{FF2B5EF4-FFF2-40B4-BE49-F238E27FC236}">
                  <a16:creationId xmlns:a16="http://schemas.microsoft.com/office/drawing/2014/main" id="{29EF0873-E07E-09F5-462B-3813FD273561}"/>
                </a:ext>
              </a:extLst>
            </p:cNvPr>
            <p:cNvSpPr/>
            <p:nvPr/>
          </p:nvSpPr>
          <p:spPr>
            <a:xfrm>
              <a:off x="11150345" y="5842253"/>
              <a:ext cx="753110" cy="1016635"/>
            </a:xfrm>
            <a:custGeom>
              <a:avLst/>
              <a:gdLst/>
              <a:ahLst/>
              <a:cxnLst/>
              <a:rect l="l" t="t" r="r" b="b"/>
              <a:pathLst>
                <a:path w="753109" h="1016634">
                  <a:moveTo>
                    <a:pt x="0" y="1016508"/>
                  </a:moveTo>
                  <a:lnTo>
                    <a:pt x="752855" y="1016508"/>
                  </a:lnTo>
                  <a:lnTo>
                    <a:pt x="752855" y="0"/>
                  </a:lnTo>
                  <a:lnTo>
                    <a:pt x="0" y="0"/>
                  </a:lnTo>
                  <a:lnTo>
                    <a:pt x="0" y="1016508"/>
                  </a:lnTo>
                  <a:close/>
                </a:path>
              </a:pathLst>
            </a:custGeom>
            <a:ln w="19812">
              <a:solidFill>
                <a:srgbClr val="FFFFFF"/>
              </a:solidFill>
            </a:ln>
          </p:spPr>
          <p:txBody>
            <a:bodyPr wrap="square" lIns="0" tIns="0" rIns="0" bIns="0" rtlCol="0"/>
            <a:lstStyle/>
            <a:p>
              <a:endParaRPr/>
            </a:p>
          </p:txBody>
        </p:sp>
      </p:grpSp>
    </p:spTree>
    <p:extLst>
      <p:ext uri="{BB962C8B-B14F-4D97-AF65-F5344CB8AC3E}">
        <p14:creationId xmlns:p14="http://schemas.microsoft.com/office/powerpoint/2010/main" val="333065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1105-4E9E-BB66-3DDB-9A6C545D3CCE}"/>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15169802-CB90-09E8-3892-CFDECE0E746E}"/>
              </a:ext>
            </a:extLst>
          </p:cNvPr>
          <p:cNvPicPr>
            <a:picLocks noChangeAspect="1"/>
          </p:cNvPicPr>
          <p:nvPr/>
        </p:nvPicPr>
        <p:blipFill>
          <a:blip r:embed="rId2"/>
          <a:stretch>
            <a:fillRect/>
          </a:stretch>
        </p:blipFill>
        <p:spPr>
          <a:xfrm>
            <a:off x="1978157" y="1343123"/>
            <a:ext cx="7875800" cy="4397801"/>
          </a:xfrm>
          <a:prstGeom prst="rect">
            <a:avLst/>
          </a:prstGeom>
        </p:spPr>
      </p:pic>
    </p:spTree>
    <p:extLst>
      <p:ext uri="{BB962C8B-B14F-4D97-AF65-F5344CB8AC3E}">
        <p14:creationId xmlns:p14="http://schemas.microsoft.com/office/powerpoint/2010/main" val="3204324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75B3-9FFD-2615-D416-527C08FAE18E}"/>
            </a:ext>
          </a:extLst>
        </p:cNvPr>
        <p:cNvGrpSpPr/>
        <p:nvPr/>
      </p:nvGrpSpPr>
      <p:grpSpPr>
        <a:xfrm>
          <a:off x="0" y="0"/>
          <a:ext cx="0" cy="0"/>
          <a:chOff x="0" y="0"/>
          <a:chExt cx="0" cy="0"/>
        </a:xfrm>
      </p:grpSpPr>
      <p:pic>
        <p:nvPicPr>
          <p:cNvPr id="2" name="صورة 4">
            <a:extLst>
              <a:ext uri="{FF2B5EF4-FFF2-40B4-BE49-F238E27FC236}">
                <a16:creationId xmlns:a16="http://schemas.microsoft.com/office/drawing/2014/main" id="{2D1E1792-054E-C4BE-2B7B-47EF9D61766B}"/>
              </a:ext>
            </a:extLst>
          </p:cNvPr>
          <p:cNvPicPr>
            <a:picLocks noChangeAspect="1"/>
          </p:cNvPicPr>
          <p:nvPr/>
        </p:nvPicPr>
        <p:blipFill>
          <a:blip r:embed="rId2"/>
          <a:stretch>
            <a:fillRect/>
          </a:stretch>
        </p:blipFill>
        <p:spPr>
          <a:xfrm>
            <a:off x="0" y="347241"/>
            <a:ext cx="12192000" cy="5856789"/>
          </a:xfrm>
          <a:prstGeom prst="rect">
            <a:avLst/>
          </a:prstGeom>
        </p:spPr>
      </p:pic>
    </p:spTree>
    <p:extLst>
      <p:ext uri="{BB962C8B-B14F-4D97-AF65-F5344CB8AC3E}">
        <p14:creationId xmlns:p14="http://schemas.microsoft.com/office/powerpoint/2010/main" val="3561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0695-95AD-31E6-8FE5-F2C083EC8B72}"/>
            </a:ext>
          </a:extLst>
        </p:cNvPr>
        <p:cNvGrpSpPr/>
        <p:nvPr/>
      </p:nvGrpSpPr>
      <p:grpSpPr>
        <a:xfrm>
          <a:off x="0" y="0"/>
          <a:ext cx="0" cy="0"/>
          <a:chOff x="0" y="0"/>
          <a:chExt cx="0" cy="0"/>
        </a:xfrm>
      </p:grpSpPr>
      <p:pic>
        <p:nvPicPr>
          <p:cNvPr id="3" name="object 4">
            <a:extLst>
              <a:ext uri="{FF2B5EF4-FFF2-40B4-BE49-F238E27FC236}">
                <a16:creationId xmlns:a16="http://schemas.microsoft.com/office/drawing/2014/main" id="{61433D7E-0AC2-D557-31C5-73B0B4A8D080}"/>
              </a:ext>
            </a:extLst>
          </p:cNvPr>
          <p:cNvPicPr/>
          <p:nvPr/>
        </p:nvPicPr>
        <p:blipFill>
          <a:blip r:embed="rId2" cstate="print"/>
          <a:srcRect t="21352" b="18119"/>
          <a:stretch>
            <a:fillRect/>
          </a:stretch>
        </p:blipFill>
        <p:spPr>
          <a:xfrm>
            <a:off x="2243580" y="1958418"/>
            <a:ext cx="7437748" cy="3509128"/>
          </a:xfrm>
          <a:prstGeom prst="rect">
            <a:avLst/>
          </a:prstGeom>
        </p:spPr>
      </p:pic>
      <p:sp>
        <p:nvSpPr>
          <p:cNvPr id="4" name="Title 1">
            <a:extLst>
              <a:ext uri="{FF2B5EF4-FFF2-40B4-BE49-F238E27FC236}">
                <a16:creationId xmlns:a16="http://schemas.microsoft.com/office/drawing/2014/main" id="{310CF879-F065-5949-021D-E4AF294FF0DD}"/>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What is Deep Learning(DL)</a:t>
            </a:r>
            <a:endParaRPr lang="ar-EG">
              <a:solidFill>
                <a:schemeClr val="bg1"/>
              </a:solidFill>
            </a:endParaRPr>
          </a:p>
        </p:txBody>
      </p:sp>
      <p:sp>
        <p:nvSpPr>
          <p:cNvPr id="5" name="object 6">
            <a:extLst>
              <a:ext uri="{FF2B5EF4-FFF2-40B4-BE49-F238E27FC236}">
                <a16:creationId xmlns:a16="http://schemas.microsoft.com/office/drawing/2014/main" id="{F2A36D60-0D54-D5E2-36BC-787A74741407}"/>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a:latin typeface="Calibri"/>
                <a:cs typeface="Calibri"/>
              </a:rPr>
              <a:t>Adapted</a:t>
            </a:r>
            <a:r>
              <a:rPr sz="1100" b="1" i="1" spc="-45">
                <a:latin typeface="Calibri"/>
                <a:cs typeface="Calibri"/>
              </a:rPr>
              <a:t> </a:t>
            </a:r>
            <a:r>
              <a:rPr sz="1100" b="1" i="1">
                <a:latin typeface="Calibri"/>
                <a:cs typeface="Calibri"/>
              </a:rPr>
              <a:t>from:</a:t>
            </a:r>
            <a:r>
              <a:rPr sz="1100" b="1" i="1" spc="-35">
                <a:latin typeface="Calibri"/>
                <a:cs typeface="Calibri"/>
              </a:rPr>
              <a:t> </a:t>
            </a:r>
            <a:r>
              <a:rPr sz="1100" b="1" i="1" spc="-10">
                <a:latin typeface="Calibri"/>
                <a:cs typeface="Calibri"/>
                <a:hlinkClick r:id="rId3"/>
              </a:rPr>
              <a:t>www.edureka.co</a:t>
            </a:r>
            <a:endParaRPr sz="1100">
              <a:latin typeface="Calibri"/>
              <a:cs typeface="Calibri"/>
            </a:endParaRPr>
          </a:p>
        </p:txBody>
      </p:sp>
    </p:spTree>
    <p:extLst>
      <p:ext uri="{BB962C8B-B14F-4D97-AF65-F5344CB8AC3E}">
        <p14:creationId xmlns:p14="http://schemas.microsoft.com/office/powerpoint/2010/main" val="2721359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A682F-FAFF-259B-29C5-780092DCBD7C}"/>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D23EFC62-EC0C-9DE9-7978-54BD31B0F236}"/>
              </a:ext>
            </a:extLst>
          </p:cNvPr>
          <p:cNvPicPr/>
          <p:nvPr/>
        </p:nvPicPr>
        <p:blipFill>
          <a:blip r:embed="rId2" cstate="print"/>
          <a:srcRect t="21255" b="12193"/>
          <a:stretch>
            <a:fillRect/>
          </a:stretch>
        </p:blipFill>
        <p:spPr>
          <a:xfrm>
            <a:off x="2545283" y="1857079"/>
            <a:ext cx="7101433" cy="3497345"/>
          </a:xfrm>
          <a:prstGeom prst="rect">
            <a:avLst/>
          </a:prstGeom>
        </p:spPr>
      </p:pic>
      <p:sp>
        <p:nvSpPr>
          <p:cNvPr id="3" name="object 6">
            <a:extLst>
              <a:ext uri="{FF2B5EF4-FFF2-40B4-BE49-F238E27FC236}">
                <a16:creationId xmlns:a16="http://schemas.microsoft.com/office/drawing/2014/main" id="{D207AB13-2427-E31C-60DB-A1F2288DE442}"/>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a:latin typeface="Calibri"/>
                <a:cs typeface="Calibri"/>
              </a:rPr>
              <a:t>Adapted</a:t>
            </a:r>
            <a:r>
              <a:rPr sz="1100" b="1" i="1" spc="-45">
                <a:latin typeface="Calibri"/>
                <a:cs typeface="Calibri"/>
              </a:rPr>
              <a:t> </a:t>
            </a:r>
            <a:r>
              <a:rPr sz="1100" b="1" i="1">
                <a:latin typeface="Calibri"/>
                <a:cs typeface="Calibri"/>
              </a:rPr>
              <a:t>from:</a:t>
            </a:r>
            <a:r>
              <a:rPr sz="1100" b="1" i="1" spc="-35">
                <a:latin typeface="Calibri"/>
                <a:cs typeface="Calibri"/>
              </a:rPr>
              <a:t> </a:t>
            </a:r>
            <a:r>
              <a:rPr sz="1100" b="1" i="1" spc="-10">
                <a:latin typeface="Calibri"/>
                <a:cs typeface="Calibri"/>
                <a:hlinkClick r:id="rId3"/>
              </a:rPr>
              <a:t>www.edureka.co</a:t>
            </a:r>
            <a:endParaRPr sz="1100">
              <a:latin typeface="Calibri"/>
              <a:cs typeface="Calibri"/>
            </a:endParaRPr>
          </a:p>
        </p:txBody>
      </p:sp>
      <p:sp>
        <p:nvSpPr>
          <p:cNvPr id="4" name="Title 1">
            <a:extLst>
              <a:ext uri="{FF2B5EF4-FFF2-40B4-BE49-F238E27FC236}">
                <a16:creationId xmlns:a16="http://schemas.microsoft.com/office/drawing/2014/main" id="{D93D444A-0190-0323-D356-A6A80144DD5C}"/>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What is Deep Learning(DL)</a:t>
            </a:r>
            <a:endParaRPr lang="ar-EG">
              <a:solidFill>
                <a:schemeClr val="bg1"/>
              </a:solidFill>
            </a:endParaRPr>
          </a:p>
        </p:txBody>
      </p:sp>
    </p:spTree>
    <p:extLst>
      <p:ext uri="{BB962C8B-B14F-4D97-AF65-F5344CB8AC3E}">
        <p14:creationId xmlns:p14="http://schemas.microsoft.com/office/powerpoint/2010/main" val="174082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8B45-FE2C-E673-94D1-BCB56A64A15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A46AD3D-00C2-6C14-41B9-6F273A346A69}"/>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What is Deep Learning(DL)</a:t>
            </a:r>
            <a:endParaRPr lang="ar-EG">
              <a:solidFill>
                <a:schemeClr val="bg1"/>
              </a:solidFill>
            </a:endParaRPr>
          </a:p>
        </p:txBody>
      </p:sp>
      <p:graphicFrame>
        <p:nvGraphicFramePr>
          <p:cNvPr id="6" name="رسم تخطيطي 3">
            <a:extLst>
              <a:ext uri="{FF2B5EF4-FFF2-40B4-BE49-F238E27FC236}">
                <a16:creationId xmlns:a16="http://schemas.microsoft.com/office/drawing/2014/main" id="{51E70ED9-8981-AA25-1E50-24F51C703E4C}"/>
              </a:ext>
            </a:extLst>
          </p:cNvPr>
          <p:cNvGraphicFramePr/>
          <p:nvPr>
            <p:extLst>
              <p:ext uri="{D42A27DB-BD31-4B8C-83A1-F6EECF244321}">
                <p14:modId xmlns:p14="http://schemas.microsoft.com/office/powerpoint/2010/main" val="1656627107"/>
              </p:ext>
            </p:extLst>
          </p:nvPr>
        </p:nvGraphicFramePr>
        <p:xfrm>
          <a:off x="7458787" y="1695840"/>
          <a:ext cx="4342501" cy="3892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4" descr="C:\Users\amr rashed\Desktop\fig4.png">
            <a:extLst>
              <a:ext uri="{FF2B5EF4-FFF2-40B4-BE49-F238E27FC236}">
                <a16:creationId xmlns:a16="http://schemas.microsoft.com/office/drawing/2014/main" id="{D2CD5F01-D232-2B0B-4B17-180E3BB4B5F2}"/>
              </a:ext>
            </a:extLst>
          </p:cNvPr>
          <p:cNvPicPr>
            <a:picLocks noChangeAspect="1" noChangeArrowheads="1"/>
          </p:cNvPicPr>
          <p:nvPr/>
        </p:nvPicPr>
        <p:blipFill>
          <a:blip r:embed="rId7" cstate="print"/>
          <a:srcRect/>
          <a:stretch>
            <a:fillRect/>
          </a:stretch>
        </p:blipFill>
        <p:spPr bwMode="auto">
          <a:xfrm>
            <a:off x="390712" y="2295071"/>
            <a:ext cx="6669845" cy="1981200"/>
          </a:xfrm>
          <a:prstGeom prst="rect">
            <a:avLst/>
          </a:prstGeom>
          <a:noFill/>
        </p:spPr>
      </p:pic>
      <p:sp>
        <p:nvSpPr>
          <p:cNvPr id="8" name="مربع نص 4">
            <a:extLst>
              <a:ext uri="{FF2B5EF4-FFF2-40B4-BE49-F238E27FC236}">
                <a16:creationId xmlns:a16="http://schemas.microsoft.com/office/drawing/2014/main" id="{25245F2D-C318-6548-99F5-80E784F70304}"/>
              </a:ext>
            </a:extLst>
          </p:cNvPr>
          <p:cNvSpPr txBox="1"/>
          <p:nvPr/>
        </p:nvSpPr>
        <p:spPr>
          <a:xfrm>
            <a:off x="0" y="4515829"/>
            <a:ext cx="8153400" cy="646331"/>
          </a:xfrm>
          <a:prstGeom prst="rect">
            <a:avLst/>
          </a:prstGeom>
          <a:noFill/>
        </p:spPr>
        <p:txBody>
          <a:bodyPr wrap="square" rtlCol="1">
            <a:spAutoFit/>
          </a:bodyPr>
          <a:lstStyle/>
          <a:p>
            <a:pPr algn="l" rtl="0"/>
            <a:r>
              <a:rPr lang="en-US" b="1">
                <a:solidFill>
                  <a:srgbClr val="FF0000"/>
                </a:solidFill>
                <a:latin typeface="Cambria"/>
              </a:rPr>
              <a:t>Stacked “Neural Network”. Is usually indicates “Deep Neural Network”. </a:t>
            </a:r>
          </a:p>
          <a:p>
            <a:pPr algn="l" rtl="0"/>
            <a:endParaRPr lang="ar-SA" b="1">
              <a:solidFill>
                <a:srgbClr val="FF0000"/>
              </a:solidFill>
              <a:latin typeface="Cambria"/>
              <a:cs typeface="Times New Roman" panose="02020603050405020304" pitchFamily="18" charset="0"/>
            </a:endParaRPr>
          </a:p>
        </p:txBody>
      </p:sp>
    </p:spTree>
    <p:extLst>
      <p:ext uri="{BB962C8B-B14F-4D97-AF65-F5344CB8AC3E}">
        <p14:creationId xmlns:p14="http://schemas.microsoft.com/office/powerpoint/2010/main" val="692536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7EA9F-8F15-94F9-F1C1-70D5076EA90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2BFAF69-AFE3-D1A4-0661-B1D5F199AD01}"/>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What is Deep Learning(DL)</a:t>
            </a:r>
            <a:endParaRPr lang="ar-EG">
              <a:solidFill>
                <a:schemeClr val="bg1"/>
              </a:solidFill>
            </a:endParaRPr>
          </a:p>
        </p:txBody>
      </p:sp>
      <p:sp>
        <p:nvSpPr>
          <p:cNvPr id="2" name="Content Placeholder 2">
            <a:extLst>
              <a:ext uri="{FF2B5EF4-FFF2-40B4-BE49-F238E27FC236}">
                <a16:creationId xmlns:a16="http://schemas.microsoft.com/office/drawing/2014/main" id="{02F1CC60-AB03-026F-44E7-8FF33EB1DB75}"/>
              </a:ext>
            </a:extLst>
          </p:cNvPr>
          <p:cNvSpPr txBox="1">
            <a:spLocks/>
          </p:cNvSpPr>
          <p:nvPr/>
        </p:nvSpPr>
        <p:spPr>
          <a:xfrm>
            <a:off x="664648" y="4482560"/>
            <a:ext cx="7031551" cy="1765840"/>
          </a:xfrm>
          <a:prstGeom prst="rect">
            <a:avLst/>
          </a:prstGeom>
        </p:spPr>
        <p:txBody>
          <a:bodyPr vert="horz" lIns="0" tIns="0" rIns="0" bIns="0" rtlCol="0">
            <a:normAutofit fontScale="47500" lnSpcReduction="20000"/>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itchFamily="34" charset="0"/>
              <a:buChar char="•"/>
            </a:pPr>
            <a:r>
              <a:rPr lang="en-US"/>
              <a:t>Collection of simple, trainable mathematical functions.</a:t>
            </a:r>
          </a:p>
          <a:p>
            <a:pPr>
              <a:buFont typeface="Arial" pitchFamily="34" charset="0"/>
              <a:buChar char="•"/>
            </a:pPr>
            <a:r>
              <a:rPr lang="en-US"/>
              <a:t> Learning methods which have deep  architecture. </a:t>
            </a:r>
          </a:p>
          <a:p>
            <a:pPr>
              <a:buFont typeface="Arial" pitchFamily="34" charset="0"/>
              <a:buChar char="•"/>
            </a:pPr>
            <a:r>
              <a:rPr lang="en-US"/>
              <a:t>It often allows end-to-end learning. </a:t>
            </a:r>
          </a:p>
          <a:p>
            <a:pPr>
              <a:buFont typeface="Arial" pitchFamily="34" charset="0"/>
              <a:buChar char="•"/>
            </a:pPr>
            <a:r>
              <a:rPr lang="en-US"/>
              <a:t> It automatically finds intermediate representation. Thus, it can be regarded as a representation learning. </a:t>
            </a:r>
          </a:p>
        </p:txBody>
      </p:sp>
      <p:pic>
        <p:nvPicPr>
          <p:cNvPr id="4" name="صورة 4">
            <a:extLst>
              <a:ext uri="{FF2B5EF4-FFF2-40B4-BE49-F238E27FC236}">
                <a16:creationId xmlns:a16="http://schemas.microsoft.com/office/drawing/2014/main" id="{86D5AB44-9EEF-D514-345C-9F0A6A7F03BA}"/>
              </a:ext>
            </a:extLst>
          </p:cNvPr>
          <p:cNvPicPr>
            <a:picLocks noChangeAspect="1"/>
          </p:cNvPicPr>
          <p:nvPr/>
        </p:nvPicPr>
        <p:blipFill>
          <a:blip r:embed="rId2"/>
          <a:stretch>
            <a:fillRect/>
          </a:stretch>
        </p:blipFill>
        <p:spPr>
          <a:xfrm>
            <a:off x="2534855" y="1433203"/>
            <a:ext cx="6623409" cy="2448190"/>
          </a:xfrm>
          <a:prstGeom prst="rect">
            <a:avLst/>
          </a:prstGeom>
        </p:spPr>
      </p:pic>
    </p:spTree>
    <p:extLst>
      <p:ext uri="{BB962C8B-B14F-4D97-AF65-F5344CB8AC3E}">
        <p14:creationId xmlns:p14="http://schemas.microsoft.com/office/powerpoint/2010/main" val="261855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6441-8EE7-D8C3-C8DB-5828F998FFB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F8AF0BA-1E4E-F4C6-94CD-99CF4557BCE0}"/>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Brief History</a:t>
            </a:r>
            <a:endParaRPr lang="ar-EG">
              <a:solidFill>
                <a:schemeClr val="bg1"/>
              </a:solidFill>
            </a:endParaRPr>
          </a:p>
        </p:txBody>
      </p:sp>
      <p:sp>
        <p:nvSpPr>
          <p:cNvPr id="7" name="Content Placeholder 2">
            <a:extLst>
              <a:ext uri="{FF2B5EF4-FFF2-40B4-BE49-F238E27FC236}">
                <a16:creationId xmlns:a16="http://schemas.microsoft.com/office/drawing/2014/main" id="{42BF147C-7229-0FB5-D080-1B424E05E2D6}"/>
              </a:ext>
            </a:extLst>
          </p:cNvPr>
          <p:cNvSpPr txBox="1">
            <a:spLocks/>
          </p:cNvSpPr>
          <p:nvPr/>
        </p:nvSpPr>
        <p:spPr>
          <a:xfrm>
            <a:off x="0" y="4533418"/>
            <a:ext cx="11470512" cy="2209800"/>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sz="2000"/>
              <a:t>2012 was the first year that neural nets grew to prominence as Alex </a:t>
            </a:r>
            <a:r>
              <a:rPr lang="en-US" sz="2000" err="1"/>
              <a:t>Krizhevsky</a:t>
            </a:r>
            <a:r>
              <a:rPr lang="en-US" sz="2000"/>
              <a:t> used them to win that year’s ImageNet competition (basically, the annual Olympics of computer vision), dropping the classification error record from 26% to 15%, an astounding improvement at the time.</a:t>
            </a:r>
          </a:p>
        </p:txBody>
      </p:sp>
      <p:pic>
        <p:nvPicPr>
          <p:cNvPr id="8" name="Picture 2">
            <a:extLst>
              <a:ext uri="{FF2B5EF4-FFF2-40B4-BE49-F238E27FC236}">
                <a16:creationId xmlns:a16="http://schemas.microsoft.com/office/drawing/2014/main" id="{5116D8E4-BAD7-E274-B258-EE7A00811427}"/>
              </a:ext>
            </a:extLst>
          </p:cNvPr>
          <p:cNvPicPr>
            <a:picLocks noChangeAspect="1" noChangeArrowheads="1"/>
          </p:cNvPicPr>
          <p:nvPr/>
        </p:nvPicPr>
        <p:blipFill>
          <a:blip r:embed="rId3" cstate="print"/>
          <a:srcRect l="2105" t="12090" r="3158" b="9320"/>
          <a:stretch>
            <a:fillRect/>
          </a:stretch>
        </p:blipFill>
        <p:spPr bwMode="auto">
          <a:xfrm>
            <a:off x="2215588" y="1409218"/>
            <a:ext cx="8110546" cy="2971800"/>
          </a:xfrm>
          <a:prstGeom prst="rect">
            <a:avLst/>
          </a:prstGeom>
          <a:noFill/>
          <a:ln w="9525">
            <a:noFill/>
            <a:miter lim="800000"/>
            <a:headEnd/>
            <a:tailEnd/>
          </a:ln>
        </p:spPr>
      </p:pic>
    </p:spTree>
    <p:extLst>
      <p:ext uri="{BB962C8B-B14F-4D97-AF65-F5344CB8AC3E}">
        <p14:creationId xmlns:p14="http://schemas.microsoft.com/office/powerpoint/2010/main" val="1065733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9E347-ECA0-E6D1-875A-F33344F43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082A2-BB24-4865-9B48-23DAFBBCC893}"/>
              </a:ext>
            </a:extLst>
          </p:cNvPr>
          <p:cNvSpPr txBox="1">
            <a:spLocks/>
          </p:cNvSpPr>
          <p:nvPr/>
        </p:nvSpPr>
        <p:spPr>
          <a:xfrm>
            <a:off x="501123" y="274519"/>
            <a:ext cx="8041440" cy="630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b="1">
                <a:solidFill>
                  <a:schemeClr val="bg1"/>
                </a:solidFill>
              </a:rPr>
              <a:t>Motivations</a:t>
            </a:r>
            <a:endParaRPr lang="ar-EG" b="1">
              <a:solidFill>
                <a:schemeClr val="bg1"/>
              </a:solidFill>
            </a:endParaRPr>
          </a:p>
        </p:txBody>
      </p:sp>
      <p:pic>
        <p:nvPicPr>
          <p:cNvPr id="4" name="Picture 2">
            <a:extLst>
              <a:ext uri="{FF2B5EF4-FFF2-40B4-BE49-F238E27FC236}">
                <a16:creationId xmlns:a16="http://schemas.microsoft.com/office/drawing/2014/main" id="{BD513398-FC85-E7F9-0251-09EAED80E6B5}"/>
              </a:ext>
            </a:extLst>
          </p:cNvPr>
          <p:cNvPicPr>
            <a:picLocks noChangeAspect="1" noChangeArrowheads="1"/>
          </p:cNvPicPr>
          <p:nvPr/>
        </p:nvPicPr>
        <p:blipFill>
          <a:blip r:embed="rId2" cstate="print"/>
          <a:srcRect l="5940" t="3071" r="5941" b="3263"/>
          <a:stretch>
            <a:fillRect/>
          </a:stretch>
        </p:blipFill>
        <p:spPr bwMode="auto">
          <a:xfrm>
            <a:off x="501123" y="1295401"/>
            <a:ext cx="4343400" cy="2362200"/>
          </a:xfrm>
          <a:prstGeom prst="rect">
            <a:avLst/>
          </a:prstGeom>
          <a:noFill/>
          <a:ln w="9525">
            <a:noFill/>
            <a:miter lim="800000"/>
            <a:headEnd/>
            <a:tailEnd/>
          </a:ln>
        </p:spPr>
      </p:pic>
      <p:sp>
        <p:nvSpPr>
          <p:cNvPr id="5" name="TextBox 4">
            <a:extLst>
              <a:ext uri="{FF2B5EF4-FFF2-40B4-BE49-F238E27FC236}">
                <a16:creationId xmlns:a16="http://schemas.microsoft.com/office/drawing/2014/main" id="{0DE100CA-588B-0624-667E-A5E091DB8C86}"/>
              </a:ext>
            </a:extLst>
          </p:cNvPr>
          <p:cNvSpPr txBox="1"/>
          <p:nvPr/>
        </p:nvSpPr>
        <p:spPr>
          <a:xfrm>
            <a:off x="0" y="3657601"/>
            <a:ext cx="5867400" cy="369332"/>
          </a:xfrm>
          <a:prstGeom prst="rect">
            <a:avLst/>
          </a:prstGeom>
          <a:noFill/>
        </p:spPr>
        <p:txBody>
          <a:bodyPr wrap="square" rtlCol="1">
            <a:spAutoFit/>
          </a:bodyPr>
          <a:lstStyle/>
          <a:p>
            <a:r>
              <a:rPr lang="en-US"/>
              <a:t>NIPS(Computational Neuroscience Conference) Growth</a:t>
            </a:r>
            <a:endParaRPr lang="ar-EG"/>
          </a:p>
        </p:txBody>
      </p:sp>
      <p:pic>
        <p:nvPicPr>
          <p:cNvPr id="6" name="Picture 2">
            <a:extLst>
              <a:ext uri="{FF2B5EF4-FFF2-40B4-BE49-F238E27FC236}">
                <a16:creationId xmlns:a16="http://schemas.microsoft.com/office/drawing/2014/main" id="{4CC2B413-7931-1C89-94D5-0584739D199C}"/>
              </a:ext>
            </a:extLst>
          </p:cNvPr>
          <p:cNvPicPr>
            <a:picLocks noChangeAspect="1" noChangeArrowheads="1"/>
          </p:cNvPicPr>
          <p:nvPr/>
        </p:nvPicPr>
        <p:blipFill>
          <a:blip r:embed="rId3" cstate="print"/>
          <a:srcRect/>
          <a:stretch>
            <a:fillRect/>
          </a:stretch>
        </p:blipFill>
        <p:spPr bwMode="auto">
          <a:xfrm>
            <a:off x="6408963" y="1447801"/>
            <a:ext cx="4267200" cy="2057400"/>
          </a:xfrm>
          <a:prstGeom prst="rect">
            <a:avLst/>
          </a:prstGeom>
          <a:noFill/>
          <a:ln w="9525">
            <a:noFill/>
            <a:miter lim="800000"/>
            <a:headEnd/>
            <a:tailEnd/>
          </a:ln>
        </p:spPr>
      </p:pic>
      <p:sp>
        <p:nvSpPr>
          <p:cNvPr id="9" name="TextBox 8">
            <a:extLst>
              <a:ext uri="{FF2B5EF4-FFF2-40B4-BE49-F238E27FC236}">
                <a16:creationId xmlns:a16="http://schemas.microsoft.com/office/drawing/2014/main" id="{01A03FE7-7CC8-A3CA-DAD3-D82865038CBA}"/>
              </a:ext>
            </a:extLst>
          </p:cNvPr>
          <p:cNvSpPr txBox="1"/>
          <p:nvPr/>
        </p:nvSpPr>
        <p:spPr>
          <a:xfrm>
            <a:off x="6714281" y="3591047"/>
            <a:ext cx="4419600" cy="369332"/>
          </a:xfrm>
          <a:prstGeom prst="rect">
            <a:avLst/>
          </a:prstGeom>
          <a:noFill/>
        </p:spPr>
        <p:txBody>
          <a:bodyPr wrap="square" rtlCol="1">
            <a:spAutoFit/>
          </a:bodyPr>
          <a:lstStyle/>
          <a:p>
            <a:r>
              <a:rPr lang="en-US"/>
              <a:t>Amount of Data </a:t>
            </a:r>
            <a:r>
              <a:rPr lang="en-US" err="1"/>
              <a:t>vs</a:t>
            </a:r>
            <a:r>
              <a:rPr lang="en-US"/>
              <a:t> Performance</a:t>
            </a:r>
            <a:endParaRPr lang="ar-EG"/>
          </a:p>
        </p:txBody>
      </p:sp>
      <p:pic>
        <p:nvPicPr>
          <p:cNvPr id="10" name="Picture 2">
            <a:extLst>
              <a:ext uri="{FF2B5EF4-FFF2-40B4-BE49-F238E27FC236}">
                <a16:creationId xmlns:a16="http://schemas.microsoft.com/office/drawing/2014/main" id="{9C9383F3-B4A2-426B-E3AC-B1F36881CC33}"/>
              </a:ext>
            </a:extLst>
          </p:cNvPr>
          <p:cNvPicPr>
            <a:picLocks noChangeAspect="1" noChangeArrowheads="1"/>
          </p:cNvPicPr>
          <p:nvPr/>
        </p:nvPicPr>
        <p:blipFill>
          <a:blip r:embed="rId4" cstate="print"/>
          <a:srcRect/>
          <a:stretch>
            <a:fillRect/>
          </a:stretch>
        </p:blipFill>
        <p:spPr bwMode="auto">
          <a:xfrm>
            <a:off x="2030673" y="3960379"/>
            <a:ext cx="8130654" cy="2209800"/>
          </a:xfrm>
          <a:prstGeom prst="rect">
            <a:avLst/>
          </a:prstGeom>
          <a:noFill/>
          <a:ln w="9525">
            <a:noFill/>
            <a:miter lim="800000"/>
            <a:headEnd/>
            <a:tailEnd/>
          </a:ln>
        </p:spPr>
      </p:pic>
    </p:spTree>
    <p:extLst>
      <p:ext uri="{BB962C8B-B14F-4D97-AF65-F5344CB8AC3E}">
        <p14:creationId xmlns:p14="http://schemas.microsoft.com/office/powerpoint/2010/main" val="1382288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3" cstate="print"/>
          <a:srcRect t="20637" b="14984"/>
          <a:stretch>
            <a:fillRect/>
          </a:stretch>
        </p:blipFill>
        <p:spPr>
          <a:xfrm>
            <a:off x="2526382" y="2029967"/>
            <a:ext cx="7393170" cy="3308301"/>
          </a:xfrm>
          <a:prstGeom prst="rect">
            <a:avLst/>
          </a:prstGeom>
        </p:spPr>
      </p:pic>
      <p:sp>
        <p:nvSpPr>
          <p:cNvPr id="6" name="object 6"/>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a:latin typeface="Calibri"/>
                <a:cs typeface="Calibri"/>
              </a:rPr>
              <a:t>Adapted</a:t>
            </a:r>
            <a:r>
              <a:rPr sz="1100" b="1" i="1" spc="-45">
                <a:latin typeface="Calibri"/>
                <a:cs typeface="Calibri"/>
              </a:rPr>
              <a:t> </a:t>
            </a:r>
            <a:r>
              <a:rPr sz="1100" b="1" i="1">
                <a:latin typeface="Calibri"/>
                <a:cs typeface="Calibri"/>
              </a:rPr>
              <a:t>from:</a:t>
            </a:r>
            <a:r>
              <a:rPr sz="1100" b="1" i="1" spc="-35">
                <a:latin typeface="Calibri"/>
                <a:cs typeface="Calibri"/>
              </a:rPr>
              <a:t> </a:t>
            </a:r>
            <a:r>
              <a:rPr sz="1100" b="1" i="1" spc="-10">
                <a:latin typeface="Calibri"/>
                <a:cs typeface="Calibri"/>
                <a:hlinkClick r:id="rId4"/>
              </a:rPr>
              <a:t>www.edureka.co</a:t>
            </a:r>
            <a:endParaRPr sz="11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16</a:t>
            </a:fld>
            <a:endParaRPr spc="-25"/>
          </a:p>
        </p:txBody>
      </p:sp>
      <p:sp>
        <p:nvSpPr>
          <p:cNvPr id="7" name="object 7"/>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a:solidFill>
                  <a:srgbClr val="44536A"/>
                </a:solidFill>
                <a:latin typeface="Calibri"/>
                <a:cs typeface="Calibri"/>
              </a:rPr>
              <a:t>l</a:t>
            </a:r>
            <a:endParaRPr sz="1800">
              <a:latin typeface="Calibri"/>
              <a:cs typeface="Calibri"/>
            </a:endParaRPr>
          </a:p>
        </p:txBody>
      </p:sp>
      <p:sp>
        <p:nvSpPr>
          <p:cNvPr id="9" name="Title 1">
            <a:extLst>
              <a:ext uri="{FF2B5EF4-FFF2-40B4-BE49-F238E27FC236}">
                <a16:creationId xmlns:a16="http://schemas.microsoft.com/office/drawing/2014/main" id="{9F4DF37B-EDE3-1065-A15E-BAF5413A4FBE}"/>
              </a:ext>
            </a:extLst>
          </p:cNvPr>
          <p:cNvSpPr txBox="1">
            <a:spLocks/>
          </p:cNvSpPr>
          <p:nvPr/>
        </p:nvSpPr>
        <p:spPr>
          <a:xfrm>
            <a:off x="370047" y="269789"/>
            <a:ext cx="8041440" cy="935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200">
                <a:solidFill>
                  <a:schemeClr val="bg1"/>
                </a:solidFill>
              </a:rPr>
              <a:t>Why is Deep Learning(DL) Happening now</a:t>
            </a:r>
            <a:endParaRPr lang="ar-EG" sz="320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06773-63CE-2E90-259E-86FBCAD7564E}"/>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43D3DC7B-85F0-F5C1-66B9-D60D9D0A1FFB}"/>
              </a:ext>
            </a:extLst>
          </p:cNvPr>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17</a:t>
            </a:fld>
            <a:endParaRPr spc="-25"/>
          </a:p>
        </p:txBody>
      </p:sp>
      <p:sp>
        <p:nvSpPr>
          <p:cNvPr id="7" name="object 7">
            <a:extLst>
              <a:ext uri="{FF2B5EF4-FFF2-40B4-BE49-F238E27FC236}">
                <a16:creationId xmlns:a16="http://schemas.microsoft.com/office/drawing/2014/main" id="{7851F369-F87D-E36A-0997-1CEB6749B720}"/>
              </a:ext>
            </a:extLst>
          </p:cNvPr>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a:solidFill>
                  <a:srgbClr val="44536A"/>
                </a:solidFill>
                <a:latin typeface="Calibri"/>
                <a:cs typeface="Calibri"/>
              </a:rPr>
              <a:t>l</a:t>
            </a:r>
            <a:endParaRPr sz="1800">
              <a:latin typeface="Calibri"/>
              <a:cs typeface="Calibri"/>
            </a:endParaRPr>
          </a:p>
        </p:txBody>
      </p:sp>
      <p:pic>
        <p:nvPicPr>
          <p:cNvPr id="2" name="صورة 2">
            <a:extLst>
              <a:ext uri="{FF2B5EF4-FFF2-40B4-BE49-F238E27FC236}">
                <a16:creationId xmlns:a16="http://schemas.microsoft.com/office/drawing/2014/main" id="{C6D85313-78F0-110F-FFD5-832DF00B8D39}"/>
              </a:ext>
            </a:extLst>
          </p:cNvPr>
          <p:cNvPicPr>
            <a:picLocks noChangeAspect="1"/>
          </p:cNvPicPr>
          <p:nvPr/>
        </p:nvPicPr>
        <p:blipFill>
          <a:blip r:embed="rId3"/>
          <a:stretch>
            <a:fillRect/>
          </a:stretch>
        </p:blipFill>
        <p:spPr>
          <a:xfrm>
            <a:off x="2043502" y="1532279"/>
            <a:ext cx="8406654" cy="4642002"/>
          </a:xfrm>
          <a:prstGeom prst="rect">
            <a:avLst/>
          </a:prstGeom>
        </p:spPr>
      </p:pic>
    </p:spTree>
    <p:extLst>
      <p:ext uri="{BB962C8B-B14F-4D97-AF65-F5344CB8AC3E}">
        <p14:creationId xmlns:p14="http://schemas.microsoft.com/office/powerpoint/2010/main" val="1621925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5858B-35FE-3C9A-43AB-C67264245FDB}"/>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0A102F6A-CB71-8636-D43A-2090EBBA0426}"/>
              </a:ext>
            </a:extLst>
          </p:cNvPr>
          <p:cNvSpPr txBox="1"/>
          <p:nvPr/>
        </p:nvSpPr>
        <p:spPr>
          <a:xfrm>
            <a:off x="7201217" y="5446510"/>
            <a:ext cx="3072765" cy="299720"/>
          </a:xfrm>
          <a:prstGeom prst="rect">
            <a:avLst/>
          </a:prstGeom>
        </p:spPr>
        <p:txBody>
          <a:bodyPr vert="horz" wrap="square" lIns="0" tIns="12700" rIns="0" bIns="0" rtlCol="0">
            <a:spAutoFit/>
          </a:bodyPr>
          <a:lstStyle/>
          <a:p>
            <a:pPr marL="12700">
              <a:lnSpc>
                <a:spcPct val="100000"/>
              </a:lnSpc>
              <a:spcBef>
                <a:spcPts val="100"/>
              </a:spcBef>
            </a:pPr>
            <a:r>
              <a:rPr sz="1800" b="1" i="1">
                <a:latin typeface="Calibri"/>
                <a:cs typeface="Calibri"/>
              </a:rPr>
              <a:t>Adapted</a:t>
            </a:r>
            <a:r>
              <a:rPr sz="1800" b="1" i="1" spc="-45">
                <a:latin typeface="Calibri"/>
                <a:cs typeface="Calibri"/>
              </a:rPr>
              <a:t> </a:t>
            </a:r>
            <a:r>
              <a:rPr sz="1800" b="1" i="1">
                <a:latin typeface="Calibri"/>
                <a:cs typeface="Calibri"/>
              </a:rPr>
              <a:t>from:</a:t>
            </a:r>
            <a:r>
              <a:rPr sz="1800" b="1" i="1" spc="-35">
                <a:latin typeface="Calibri"/>
                <a:cs typeface="Calibri"/>
              </a:rPr>
              <a:t> </a:t>
            </a:r>
            <a:r>
              <a:rPr sz="1800" b="1" i="1" spc="-10">
                <a:latin typeface="Calibri"/>
                <a:cs typeface="Calibri"/>
                <a:hlinkClick r:id="rId3"/>
              </a:rPr>
              <a:t>www.edureka.co</a:t>
            </a:r>
            <a:endParaRPr sz="1800">
              <a:latin typeface="Calibri"/>
              <a:cs typeface="Calibri"/>
            </a:endParaRPr>
          </a:p>
        </p:txBody>
      </p:sp>
      <p:sp>
        <p:nvSpPr>
          <p:cNvPr id="8" name="object 8">
            <a:extLst>
              <a:ext uri="{FF2B5EF4-FFF2-40B4-BE49-F238E27FC236}">
                <a16:creationId xmlns:a16="http://schemas.microsoft.com/office/drawing/2014/main" id="{269C8F1E-5A0D-F20A-E90D-197D9DB3DDE8}"/>
              </a:ext>
            </a:extLst>
          </p:cNvPr>
          <p:cNvSpPr txBox="1">
            <a:spLocks noGrp="1"/>
          </p:cNvSpPr>
          <p:nvPr>
            <p:ph type="sldNum" sz="quarter" idx="7"/>
          </p:nvPr>
        </p:nvSpPr>
        <p:spPr>
          <a:prstGeom prst="rect">
            <a:avLst/>
          </a:prstGeom>
        </p:spPr>
        <p:txBody>
          <a:bodyPr vert="horz" wrap="square" lIns="0" tIns="55778" rIns="0" bIns="0" rtlCol="0">
            <a:spAutoFit/>
          </a:bodyPr>
          <a:lstStyle/>
          <a:p>
            <a:pPr marL="38100">
              <a:lnSpc>
                <a:spcPts val="2950"/>
              </a:lnSpc>
            </a:pPr>
            <a:fld id="{81D60167-4931-47E6-BA6A-407CBD079E47}" type="slidenum">
              <a:rPr spc="-25" dirty="0"/>
              <a:t>18</a:t>
            </a:fld>
            <a:endParaRPr spc="-25"/>
          </a:p>
        </p:txBody>
      </p:sp>
      <p:sp>
        <p:nvSpPr>
          <p:cNvPr id="7" name="object 7">
            <a:extLst>
              <a:ext uri="{FF2B5EF4-FFF2-40B4-BE49-F238E27FC236}">
                <a16:creationId xmlns:a16="http://schemas.microsoft.com/office/drawing/2014/main" id="{C94CCD2D-7A75-9EF3-F85F-5F831DF3064A}"/>
              </a:ext>
            </a:extLst>
          </p:cNvPr>
          <p:cNvSpPr txBox="1"/>
          <p:nvPr/>
        </p:nvSpPr>
        <p:spPr>
          <a:xfrm>
            <a:off x="3695827" y="1751457"/>
            <a:ext cx="81915" cy="299720"/>
          </a:xfrm>
          <a:prstGeom prst="rect">
            <a:avLst/>
          </a:prstGeom>
        </p:spPr>
        <p:txBody>
          <a:bodyPr vert="horz" wrap="square" lIns="0" tIns="12700" rIns="0" bIns="0" rtlCol="0">
            <a:spAutoFit/>
          </a:bodyPr>
          <a:lstStyle/>
          <a:p>
            <a:pPr marL="12700">
              <a:lnSpc>
                <a:spcPct val="100000"/>
              </a:lnSpc>
              <a:spcBef>
                <a:spcPts val="100"/>
              </a:spcBef>
            </a:pPr>
            <a:r>
              <a:rPr sz="1800" b="1" spc="-50">
                <a:solidFill>
                  <a:srgbClr val="44536A"/>
                </a:solidFill>
                <a:latin typeface="Calibri"/>
                <a:cs typeface="Calibri"/>
              </a:rPr>
              <a:t>l</a:t>
            </a:r>
            <a:endParaRPr sz="1800">
              <a:latin typeface="Calibri"/>
              <a:cs typeface="Calibri"/>
            </a:endParaRPr>
          </a:p>
        </p:txBody>
      </p:sp>
      <p:pic>
        <p:nvPicPr>
          <p:cNvPr id="9" name="صورة 2">
            <a:extLst>
              <a:ext uri="{FF2B5EF4-FFF2-40B4-BE49-F238E27FC236}">
                <a16:creationId xmlns:a16="http://schemas.microsoft.com/office/drawing/2014/main" id="{037A56A1-C3E1-8CB9-13E2-CAE2F319C763}"/>
              </a:ext>
            </a:extLst>
          </p:cNvPr>
          <p:cNvPicPr>
            <a:picLocks noChangeAspect="1"/>
          </p:cNvPicPr>
          <p:nvPr/>
        </p:nvPicPr>
        <p:blipFill>
          <a:blip r:embed="rId4"/>
          <a:stretch>
            <a:fillRect/>
          </a:stretch>
        </p:blipFill>
        <p:spPr>
          <a:xfrm>
            <a:off x="1389400" y="325062"/>
            <a:ext cx="10108715" cy="5715100"/>
          </a:xfrm>
          <a:prstGeom prst="rect">
            <a:avLst/>
          </a:prstGeom>
        </p:spPr>
      </p:pic>
    </p:spTree>
    <p:extLst>
      <p:ext uri="{BB962C8B-B14F-4D97-AF65-F5344CB8AC3E}">
        <p14:creationId xmlns:p14="http://schemas.microsoft.com/office/powerpoint/2010/main" val="2948231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4881F-9DFE-4A81-8990-CCF98C2E37AA}"/>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55EAAD19-98CD-D28B-9ABC-3B22CA84F40F}"/>
              </a:ext>
            </a:extLst>
          </p:cNvPr>
          <p:cNvSpPr txBox="1">
            <a:spLocks noGrp="1"/>
          </p:cNvSpPr>
          <p:nvPr>
            <p:ph type="body" idx="1"/>
          </p:nvPr>
        </p:nvSpPr>
        <p:spPr>
          <a:xfrm>
            <a:off x="471120" y="2084121"/>
            <a:ext cx="7827928" cy="3483005"/>
          </a:xfrm>
          <a:prstGeom prst="rect">
            <a:avLst/>
          </a:prstGeom>
        </p:spPr>
        <p:txBody>
          <a:bodyPr vert="horz" wrap="square" lIns="0" tIns="12700" rIns="0" bIns="0" rtlCol="0">
            <a:spAutoFit/>
          </a:bodyPr>
          <a:lstStyle/>
          <a:p>
            <a:pPr marL="394335" indent="-381635">
              <a:lnSpc>
                <a:spcPts val="2280"/>
              </a:lnSpc>
              <a:spcBef>
                <a:spcPts val="100"/>
              </a:spcBef>
              <a:buFont typeface="Arial"/>
              <a:buChar char="●"/>
              <a:tabLst>
                <a:tab pos="394335" algn="l"/>
              </a:tabLst>
            </a:pPr>
            <a:r>
              <a:rPr sz="3200" spc="-10"/>
              <a:t>Supervised</a:t>
            </a:r>
            <a:r>
              <a:rPr sz="3200" spc="-25"/>
              <a:t> </a:t>
            </a:r>
            <a:r>
              <a:rPr sz="3200" spc="-10"/>
              <a:t>Learning</a:t>
            </a:r>
          </a:p>
          <a:p>
            <a:pPr marL="851535" marR="842644" lvl="1" indent="-382270">
              <a:lnSpc>
                <a:spcPts val="2160"/>
              </a:lnSpc>
              <a:spcBef>
                <a:spcPts val="150"/>
              </a:spcBef>
              <a:buFont typeface="Arial MT"/>
              <a:buChar char="○"/>
              <a:tabLst>
                <a:tab pos="851535" algn="l"/>
              </a:tabLst>
            </a:pPr>
            <a:r>
              <a:rPr sz="2000" spc="-10">
                <a:latin typeface="Calibri"/>
                <a:cs typeface="Calibri"/>
              </a:rPr>
              <a:t>trained</a:t>
            </a:r>
            <a:r>
              <a:rPr sz="2000" spc="-75">
                <a:latin typeface="Calibri"/>
                <a:cs typeface="Calibri"/>
              </a:rPr>
              <a:t> </a:t>
            </a:r>
            <a:r>
              <a:rPr sz="2000">
                <a:latin typeface="Calibri"/>
                <a:cs typeface="Calibri"/>
              </a:rPr>
              <a:t>with</a:t>
            </a:r>
            <a:r>
              <a:rPr sz="2000" spc="-70">
                <a:latin typeface="Calibri"/>
                <a:cs typeface="Calibri"/>
              </a:rPr>
              <a:t> </a:t>
            </a:r>
            <a:r>
              <a:rPr sz="2000">
                <a:latin typeface="Calibri"/>
                <a:cs typeface="Calibri"/>
              </a:rPr>
              <a:t>labeled</a:t>
            </a:r>
            <a:r>
              <a:rPr sz="2000" spc="-70">
                <a:latin typeface="Calibri"/>
                <a:cs typeface="Calibri"/>
              </a:rPr>
              <a:t> </a:t>
            </a:r>
            <a:r>
              <a:rPr sz="2000" spc="-20">
                <a:latin typeface="Calibri"/>
                <a:cs typeface="Calibri"/>
              </a:rPr>
              <a:t>data; </a:t>
            </a:r>
            <a:r>
              <a:rPr sz="2000" spc="-10">
                <a:latin typeface="Calibri"/>
                <a:cs typeface="Calibri"/>
              </a:rPr>
              <a:t>including</a:t>
            </a:r>
            <a:r>
              <a:rPr sz="2000" spc="-60">
                <a:latin typeface="Calibri"/>
                <a:cs typeface="Calibri"/>
              </a:rPr>
              <a:t> </a:t>
            </a:r>
            <a:r>
              <a:rPr sz="2000" spc="-10">
                <a:latin typeface="Calibri"/>
                <a:cs typeface="Calibri"/>
              </a:rPr>
              <a:t>regression</a:t>
            </a:r>
            <a:r>
              <a:rPr sz="2000" spc="-55">
                <a:latin typeface="Calibri"/>
                <a:cs typeface="Calibri"/>
              </a:rPr>
              <a:t> </a:t>
            </a:r>
            <a:r>
              <a:rPr sz="2000" spc="-25">
                <a:latin typeface="Calibri"/>
                <a:cs typeface="Calibri"/>
              </a:rPr>
              <a:t>and </a:t>
            </a:r>
            <a:r>
              <a:rPr sz="2000" spc="-10">
                <a:latin typeface="Calibri"/>
                <a:cs typeface="Calibri"/>
              </a:rPr>
              <a:t>classification</a:t>
            </a:r>
            <a:r>
              <a:rPr sz="2000" spc="-65">
                <a:latin typeface="Calibri"/>
                <a:cs typeface="Calibri"/>
              </a:rPr>
              <a:t> </a:t>
            </a:r>
            <a:r>
              <a:rPr sz="2000" spc="-10">
                <a:latin typeface="Calibri"/>
                <a:cs typeface="Calibri"/>
              </a:rPr>
              <a:t>problems</a:t>
            </a:r>
            <a:endParaRPr lang="en-US" sz="2000" spc="-10">
              <a:latin typeface="Calibri"/>
              <a:cs typeface="Calibri"/>
            </a:endParaRPr>
          </a:p>
          <a:p>
            <a:pPr marL="851535" marR="842644" lvl="1" indent="-382270">
              <a:lnSpc>
                <a:spcPts val="2160"/>
              </a:lnSpc>
              <a:spcBef>
                <a:spcPts val="150"/>
              </a:spcBef>
              <a:buFont typeface="Arial MT"/>
              <a:buChar char="○"/>
              <a:tabLst>
                <a:tab pos="851535" algn="l"/>
              </a:tabLst>
            </a:pPr>
            <a:endParaRPr sz="1100">
              <a:latin typeface="Calibri"/>
              <a:cs typeface="Calibri"/>
            </a:endParaRPr>
          </a:p>
          <a:p>
            <a:pPr marL="394335" indent="-381635">
              <a:lnSpc>
                <a:spcPts val="2010"/>
              </a:lnSpc>
              <a:buFont typeface="Arial"/>
              <a:buChar char="●"/>
              <a:tabLst>
                <a:tab pos="394335" algn="l"/>
              </a:tabLst>
            </a:pPr>
            <a:r>
              <a:rPr sz="2800" spc="-10"/>
              <a:t>Unsupervised</a:t>
            </a:r>
            <a:r>
              <a:rPr sz="2800" spc="-35"/>
              <a:t> </a:t>
            </a:r>
            <a:r>
              <a:rPr sz="2800" spc="-10"/>
              <a:t>Learning</a:t>
            </a:r>
          </a:p>
          <a:p>
            <a:pPr marL="851535" marR="375285" lvl="1" indent="-382270">
              <a:lnSpc>
                <a:spcPts val="2160"/>
              </a:lnSpc>
              <a:spcBef>
                <a:spcPts val="150"/>
              </a:spcBef>
              <a:buFont typeface="Arial MT"/>
              <a:buChar char="○"/>
              <a:tabLst>
                <a:tab pos="851535" algn="l"/>
              </a:tabLst>
            </a:pPr>
            <a:r>
              <a:rPr sz="2000" spc="-10">
                <a:latin typeface="Calibri"/>
                <a:cs typeface="Calibri"/>
              </a:rPr>
              <a:t>trained</a:t>
            </a:r>
            <a:r>
              <a:rPr sz="2000" spc="-55">
                <a:latin typeface="Calibri"/>
                <a:cs typeface="Calibri"/>
              </a:rPr>
              <a:t> </a:t>
            </a:r>
            <a:r>
              <a:rPr sz="2000">
                <a:latin typeface="Calibri"/>
                <a:cs typeface="Calibri"/>
              </a:rPr>
              <a:t>with</a:t>
            </a:r>
            <a:r>
              <a:rPr sz="2000" spc="-50">
                <a:latin typeface="Calibri"/>
                <a:cs typeface="Calibri"/>
              </a:rPr>
              <a:t> </a:t>
            </a:r>
            <a:r>
              <a:rPr sz="2000" spc="-10">
                <a:latin typeface="Calibri"/>
                <a:cs typeface="Calibri"/>
              </a:rPr>
              <a:t>unlabeled</a:t>
            </a:r>
            <a:r>
              <a:rPr sz="2000" spc="-55">
                <a:latin typeface="Calibri"/>
                <a:cs typeface="Calibri"/>
              </a:rPr>
              <a:t> </a:t>
            </a:r>
            <a:r>
              <a:rPr sz="2000" spc="-20">
                <a:latin typeface="Calibri"/>
                <a:cs typeface="Calibri"/>
              </a:rPr>
              <a:t>data; </a:t>
            </a:r>
            <a:r>
              <a:rPr sz="2000" spc="-10">
                <a:latin typeface="Calibri"/>
                <a:cs typeface="Calibri"/>
              </a:rPr>
              <a:t>clustering</a:t>
            </a:r>
            <a:r>
              <a:rPr sz="2000" spc="-50">
                <a:latin typeface="Calibri"/>
                <a:cs typeface="Calibri"/>
              </a:rPr>
              <a:t> </a:t>
            </a:r>
            <a:r>
              <a:rPr sz="2000">
                <a:latin typeface="Calibri"/>
                <a:cs typeface="Calibri"/>
              </a:rPr>
              <a:t>and</a:t>
            </a:r>
            <a:r>
              <a:rPr sz="2000" spc="-45">
                <a:latin typeface="Calibri"/>
                <a:cs typeface="Calibri"/>
              </a:rPr>
              <a:t> </a:t>
            </a:r>
            <a:r>
              <a:rPr sz="2000" spc="-10">
                <a:latin typeface="Calibri"/>
                <a:cs typeface="Calibri"/>
              </a:rPr>
              <a:t>association</a:t>
            </a:r>
            <a:r>
              <a:rPr sz="2000" spc="-45">
                <a:latin typeface="Calibri"/>
                <a:cs typeface="Calibri"/>
              </a:rPr>
              <a:t> </a:t>
            </a:r>
            <a:r>
              <a:rPr sz="2000" spc="-20">
                <a:latin typeface="Calibri"/>
                <a:cs typeface="Calibri"/>
              </a:rPr>
              <a:t>rule </a:t>
            </a:r>
            <a:r>
              <a:rPr sz="2000">
                <a:latin typeface="Calibri"/>
                <a:cs typeface="Calibri"/>
              </a:rPr>
              <a:t>learning</a:t>
            </a:r>
            <a:r>
              <a:rPr sz="2000" spc="-110">
                <a:latin typeface="Calibri"/>
                <a:cs typeface="Calibri"/>
              </a:rPr>
              <a:t> </a:t>
            </a:r>
            <a:r>
              <a:rPr sz="2000" spc="-10">
                <a:latin typeface="Calibri"/>
                <a:cs typeface="Calibri"/>
              </a:rPr>
              <a:t>problems.</a:t>
            </a:r>
            <a:endParaRPr lang="en-US" sz="2000" spc="-10">
              <a:latin typeface="Calibri"/>
              <a:cs typeface="Calibri"/>
            </a:endParaRPr>
          </a:p>
          <a:p>
            <a:pPr marL="851535" marR="375285" lvl="1" indent="-382270">
              <a:lnSpc>
                <a:spcPts val="2160"/>
              </a:lnSpc>
              <a:spcBef>
                <a:spcPts val="150"/>
              </a:spcBef>
              <a:buFont typeface="Arial MT"/>
              <a:buChar char="○"/>
              <a:tabLst>
                <a:tab pos="851535" algn="l"/>
              </a:tabLst>
            </a:pPr>
            <a:endParaRPr sz="2000">
              <a:latin typeface="Calibri"/>
              <a:cs typeface="Calibri"/>
            </a:endParaRPr>
          </a:p>
          <a:p>
            <a:pPr marL="394335" indent="-381635">
              <a:lnSpc>
                <a:spcPts val="2010"/>
              </a:lnSpc>
              <a:buFont typeface="Arial"/>
              <a:buChar char="●"/>
              <a:tabLst>
                <a:tab pos="394335" algn="l"/>
              </a:tabLst>
            </a:pPr>
            <a:r>
              <a:rPr sz="2800" spc="-20"/>
              <a:t>Reinforcement </a:t>
            </a:r>
            <a:r>
              <a:rPr sz="2800" spc="-10"/>
              <a:t>Learning</a:t>
            </a:r>
          </a:p>
          <a:p>
            <a:pPr marL="851535" marR="5080" lvl="1" indent="-382270">
              <a:lnSpc>
                <a:spcPts val="2160"/>
              </a:lnSpc>
              <a:spcBef>
                <a:spcPts val="155"/>
              </a:spcBef>
              <a:buFont typeface="Arial MT"/>
              <a:buChar char="○"/>
              <a:tabLst>
                <a:tab pos="851535" algn="l"/>
              </a:tabLst>
            </a:pPr>
            <a:r>
              <a:rPr sz="2000">
                <a:latin typeface="Calibri"/>
                <a:cs typeface="Calibri"/>
              </a:rPr>
              <a:t>no</a:t>
            </a:r>
            <a:r>
              <a:rPr sz="2000" spc="-60">
                <a:latin typeface="Calibri"/>
                <a:cs typeface="Calibri"/>
              </a:rPr>
              <a:t> </a:t>
            </a:r>
            <a:r>
              <a:rPr sz="2000" spc="-10">
                <a:latin typeface="Calibri"/>
                <a:cs typeface="Calibri"/>
              </a:rPr>
              <a:t>training</a:t>
            </a:r>
            <a:r>
              <a:rPr sz="2000" spc="-60">
                <a:latin typeface="Calibri"/>
                <a:cs typeface="Calibri"/>
              </a:rPr>
              <a:t> </a:t>
            </a:r>
            <a:r>
              <a:rPr sz="2000">
                <a:latin typeface="Calibri"/>
                <a:cs typeface="Calibri"/>
              </a:rPr>
              <a:t>data;</a:t>
            </a:r>
            <a:r>
              <a:rPr sz="2000" spc="-55">
                <a:latin typeface="Calibri"/>
                <a:cs typeface="Calibri"/>
              </a:rPr>
              <a:t> </a:t>
            </a:r>
            <a:r>
              <a:rPr sz="2000" spc="-10">
                <a:latin typeface="Calibri"/>
                <a:cs typeface="Calibri"/>
              </a:rPr>
              <a:t>stochastic Markov</a:t>
            </a:r>
            <a:r>
              <a:rPr sz="2000" spc="-85">
                <a:latin typeface="Calibri"/>
                <a:cs typeface="Calibri"/>
              </a:rPr>
              <a:t> </a:t>
            </a:r>
            <a:r>
              <a:rPr sz="2000">
                <a:latin typeface="Calibri"/>
                <a:cs typeface="Calibri"/>
              </a:rPr>
              <a:t>decision</a:t>
            </a:r>
            <a:r>
              <a:rPr sz="2000" spc="-85">
                <a:latin typeface="Calibri"/>
                <a:cs typeface="Calibri"/>
              </a:rPr>
              <a:t> </a:t>
            </a:r>
            <a:r>
              <a:rPr sz="2000" spc="-10">
                <a:latin typeface="Calibri"/>
                <a:cs typeface="Calibri"/>
              </a:rPr>
              <a:t>process;</a:t>
            </a:r>
            <a:r>
              <a:rPr sz="2000" spc="-80">
                <a:latin typeface="Calibri"/>
                <a:cs typeface="Calibri"/>
              </a:rPr>
              <a:t> </a:t>
            </a:r>
            <a:r>
              <a:rPr sz="2000" spc="-10">
                <a:latin typeface="Calibri"/>
                <a:cs typeface="Calibri"/>
              </a:rPr>
              <a:t>robotics </a:t>
            </a:r>
            <a:r>
              <a:rPr sz="2000">
                <a:latin typeface="Calibri"/>
                <a:cs typeface="Calibri"/>
              </a:rPr>
              <a:t>and</a:t>
            </a:r>
            <a:r>
              <a:rPr sz="2000" spc="-50">
                <a:latin typeface="Calibri"/>
                <a:cs typeface="Calibri"/>
              </a:rPr>
              <a:t> </a:t>
            </a:r>
            <a:r>
              <a:rPr sz="2000" spc="-30">
                <a:latin typeface="Calibri"/>
                <a:cs typeface="Calibri"/>
              </a:rPr>
              <a:t>self-</a:t>
            </a:r>
            <a:r>
              <a:rPr sz="2000">
                <a:latin typeface="Calibri"/>
                <a:cs typeface="Calibri"/>
              </a:rPr>
              <a:t>driving</a:t>
            </a:r>
            <a:r>
              <a:rPr sz="2000" spc="-50">
                <a:latin typeface="Calibri"/>
                <a:cs typeface="Calibri"/>
              </a:rPr>
              <a:t> </a:t>
            </a:r>
            <a:r>
              <a:rPr sz="2000" spc="-20">
                <a:latin typeface="Calibri"/>
                <a:cs typeface="Calibri"/>
              </a:rPr>
              <a:t>cars.</a:t>
            </a:r>
            <a:endParaRPr sz="2000">
              <a:latin typeface="Calibri"/>
              <a:cs typeface="Calibri"/>
            </a:endParaRPr>
          </a:p>
        </p:txBody>
      </p:sp>
      <p:graphicFrame>
        <p:nvGraphicFramePr>
          <p:cNvPr id="3" name="object 4">
            <a:extLst>
              <a:ext uri="{FF2B5EF4-FFF2-40B4-BE49-F238E27FC236}">
                <a16:creationId xmlns:a16="http://schemas.microsoft.com/office/drawing/2014/main" id="{E390098B-A74F-70ED-EBE1-774601FE0B90}"/>
              </a:ext>
            </a:extLst>
          </p:cNvPr>
          <p:cNvGraphicFramePr>
            <a:graphicFrameLocks noGrp="1"/>
          </p:cNvGraphicFramePr>
          <p:nvPr>
            <p:extLst>
              <p:ext uri="{D42A27DB-BD31-4B8C-83A1-F6EECF244321}">
                <p14:modId xmlns:p14="http://schemas.microsoft.com/office/powerpoint/2010/main" val="3276904650"/>
              </p:ext>
            </p:extLst>
          </p:nvPr>
        </p:nvGraphicFramePr>
        <p:xfrm>
          <a:off x="8859323" y="1873515"/>
          <a:ext cx="3216910" cy="3288665"/>
        </p:xfrm>
        <a:graphic>
          <a:graphicData uri="http://schemas.openxmlformats.org/drawingml/2006/table">
            <a:tbl>
              <a:tblPr firstRow="1" bandRow="1">
                <a:tableStyleId>{2D5ABB26-0587-4C30-8999-92F81FD0307C}</a:tableStyleId>
              </a:tblPr>
              <a:tblGrid>
                <a:gridCol w="534670">
                  <a:extLst>
                    <a:ext uri="{9D8B030D-6E8A-4147-A177-3AD203B41FA5}">
                      <a16:colId xmlns:a16="http://schemas.microsoft.com/office/drawing/2014/main" val="20000"/>
                    </a:ext>
                  </a:extLst>
                </a:gridCol>
                <a:gridCol w="2444115">
                  <a:extLst>
                    <a:ext uri="{9D8B030D-6E8A-4147-A177-3AD203B41FA5}">
                      <a16:colId xmlns:a16="http://schemas.microsoft.com/office/drawing/2014/main" val="20001"/>
                    </a:ext>
                  </a:extLst>
                </a:gridCol>
                <a:gridCol w="238125">
                  <a:extLst>
                    <a:ext uri="{9D8B030D-6E8A-4147-A177-3AD203B41FA5}">
                      <a16:colId xmlns:a16="http://schemas.microsoft.com/office/drawing/2014/main" val="20002"/>
                    </a:ext>
                  </a:extLst>
                </a:gridCol>
              </a:tblGrid>
              <a:tr h="366395">
                <a:tc rowSpan="2" gridSpan="2">
                  <a:txBody>
                    <a:bodyPr/>
                    <a:lstStyle/>
                    <a:p>
                      <a:pPr>
                        <a:lnSpc>
                          <a:spcPct val="100000"/>
                        </a:lnSpc>
                        <a:spcBef>
                          <a:spcPts val="380"/>
                        </a:spcBef>
                      </a:pPr>
                      <a:endParaRPr sz="1400">
                        <a:latin typeface="Times New Roman"/>
                        <a:cs typeface="Times New Roman"/>
                      </a:endParaRPr>
                    </a:p>
                    <a:p>
                      <a:pPr marL="733425">
                        <a:lnSpc>
                          <a:spcPct val="100000"/>
                        </a:lnSpc>
                      </a:pPr>
                      <a:r>
                        <a:rPr sz="1400" b="1">
                          <a:solidFill>
                            <a:srgbClr val="FFFFFF"/>
                          </a:solidFill>
                          <a:latin typeface="Arial"/>
                          <a:cs typeface="Arial"/>
                        </a:rPr>
                        <a:t>Machine</a:t>
                      </a:r>
                      <a:r>
                        <a:rPr sz="1400" b="1" spc="-35">
                          <a:solidFill>
                            <a:srgbClr val="FFFFFF"/>
                          </a:solidFill>
                          <a:latin typeface="Arial"/>
                          <a:cs typeface="Arial"/>
                        </a:rPr>
                        <a:t> </a:t>
                      </a:r>
                      <a:r>
                        <a:rPr sz="1400" b="1" spc="-10">
                          <a:solidFill>
                            <a:srgbClr val="FFFFFF"/>
                          </a:solidFill>
                          <a:latin typeface="Arial"/>
                          <a:cs typeface="Arial"/>
                        </a:rPr>
                        <a:t>Learning</a:t>
                      </a:r>
                      <a:endParaRPr sz="140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C0504D"/>
                    </a:solidFill>
                  </a:tcPr>
                </a:tc>
                <a:tc rowSpan="2" h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B w="19050">
                      <a:solidFill>
                        <a:srgbClr val="1F497D"/>
                      </a:solidFill>
                      <a:prstDash val="solid"/>
                    </a:lnB>
                  </a:tcPr>
                </a:tc>
                <a:extLst>
                  <a:ext uri="{0D108BD9-81ED-4DB2-BD59-A6C34878D82A}">
                    <a16:rowId xmlns:a16="http://schemas.microsoft.com/office/drawing/2014/main" val="10000"/>
                  </a:ext>
                </a:extLst>
              </a:tr>
              <a:tr h="366395">
                <a:tc gridSpan="2"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C0504D"/>
                    </a:solidFill>
                  </a:tcPr>
                </a:tc>
                <a:tc hMerge="1" v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1"/>
                  </a:ext>
                </a:extLst>
              </a:tr>
              <a:tr h="155575">
                <a:tc gridSpan="3">
                  <a:txBody>
                    <a:bodyPr/>
                    <a:lstStyle/>
                    <a:p>
                      <a:pPr>
                        <a:lnSpc>
                          <a:spcPct val="100000"/>
                        </a:lnSpc>
                      </a:pPr>
                      <a:endParaRPr sz="800">
                        <a:latin typeface="Times New Roman"/>
                        <a:cs typeface="Times New Roman"/>
                      </a:endParaRPr>
                    </a:p>
                  </a:txBody>
                  <a:tcPr marL="0" marR="0" marT="0" marB="0">
                    <a:lnR w="19050">
                      <a:solidFill>
                        <a:srgbClr val="1F497D"/>
                      </a:solidFill>
                      <a:prstDash val="solid"/>
                    </a:lnR>
                    <a:lnT w="19050" cap="flat" cmpd="sng" algn="ctr">
                      <a:solidFill>
                        <a:srgbClr val="1F497D"/>
                      </a:solidFill>
                      <a:prstDash val="solid"/>
                      <a:round/>
                      <a:headEnd type="none" w="med" len="med"/>
                      <a:tailEnd type="none" w="med" len="me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000000"/>
                      </a:solidFill>
                      <a:prstDash val="solid"/>
                    </a:lnR>
                  </a:tcPr>
                </a:tc>
                <a:tc rowSpan="2">
                  <a:txBody>
                    <a:bodyPr/>
                    <a:lstStyle/>
                    <a:p>
                      <a:pPr>
                        <a:lnSpc>
                          <a:spcPct val="100000"/>
                        </a:lnSpc>
                        <a:spcBef>
                          <a:spcPts val="380"/>
                        </a:spcBef>
                      </a:pPr>
                      <a:endParaRPr sz="1400">
                        <a:latin typeface="Times New Roman"/>
                        <a:cs typeface="Times New Roman"/>
                      </a:endParaRPr>
                    </a:p>
                    <a:p>
                      <a:pPr marL="342900">
                        <a:lnSpc>
                          <a:spcPct val="100000"/>
                        </a:lnSpc>
                      </a:pPr>
                      <a:r>
                        <a:rPr sz="1400" b="1">
                          <a:solidFill>
                            <a:srgbClr val="FFFFFF"/>
                          </a:solidFill>
                          <a:latin typeface="Arial"/>
                          <a:cs typeface="Arial"/>
                        </a:rPr>
                        <a:t>Supervised</a:t>
                      </a:r>
                      <a:r>
                        <a:rPr sz="1400" b="1" spc="-50">
                          <a:solidFill>
                            <a:srgbClr val="FFFFFF"/>
                          </a:solidFill>
                          <a:latin typeface="Arial"/>
                          <a:cs typeface="Arial"/>
                        </a:rPr>
                        <a:t> </a:t>
                      </a:r>
                      <a:r>
                        <a:rPr sz="1400" b="1" spc="-10">
                          <a:solidFill>
                            <a:srgbClr val="FFFFFF"/>
                          </a:solidFill>
                          <a:latin typeface="Arial"/>
                          <a:cs typeface="Arial"/>
                        </a:rPr>
                        <a:t>Learning</a:t>
                      </a:r>
                      <a:endParaRPr sz="1400">
                        <a:latin typeface="Arial"/>
                        <a:cs typeface="Arial"/>
                      </a:endParaRPr>
                    </a:p>
                  </a:txBody>
                  <a:tcPr marL="0" marR="0" marT="4826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6964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3"/>
                  </a:ext>
                </a:extLst>
              </a:tr>
              <a:tr h="366395">
                <a:tc vMerge="1">
                  <a:txBody>
                    <a:bodyPr/>
                    <a:lstStyle/>
                    <a:p>
                      <a:endParaRPr/>
                    </a:p>
                  </a:txBody>
                  <a:tcPr marL="0" marR="0" marT="0" marB="0">
                    <a:lnR w="19050">
                      <a:solidFill>
                        <a:srgbClr val="000000"/>
                      </a:solidFill>
                      <a:prstDash val="solid"/>
                    </a:lnR>
                  </a:tcPr>
                </a:tc>
                <a:tc vMerge="1">
                  <a:txBody>
                    <a:bodyPr/>
                    <a:lstStyle/>
                    <a:p>
                      <a:endParaRPr/>
                    </a:p>
                  </a:txBody>
                  <a:tcPr marL="0" marR="0" marT="4826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69646"/>
                    </a:solidFill>
                  </a:tcPr>
                </a:tc>
                <a:tc>
                  <a:txBody>
                    <a:bodyPr/>
                    <a:lstStyle/>
                    <a:p>
                      <a:pPr>
                        <a:lnSpc>
                          <a:spcPct val="100000"/>
                        </a:lnSpc>
                      </a:pPr>
                      <a:endParaRPr sz="1900">
                        <a:latin typeface="Times New Roman"/>
                        <a:cs typeface="Times New Roman"/>
                      </a:endParaRPr>
                    </a:p>
                  </a:txBody>
                  <a:tcPr marL="0" marR="0" marT="0" marB="0">
                    <a:lnL w="19050">
                      <a:solidFill>
                        <a:srgbClr val="000000"/>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4"/>
                  </a:ext>
                </a:extLst>
              </a:tr>
              <a:tr h="100965">
                <a:tc gridSpan="3">
                  <a:txBody>
                    <a:bodyPr/>
                    <a:lstStyle/>
                    <a:p>
                      <a:pPr>
                        <a:lnSpc>
                          <a:spcPct val="100000"/>
                        </a:lnSpc>
                      </a:pPr>
                      <a:endParaRPr sz="500">
                        <a:latin typeface="Times New Roman"/>
                        <a:cs typeface="Times New Roman"/>
                      </a:endParaRPr>
                    </a:p>
                  </a:txBody>
                  <a:tcPr marL="0" marR="0" marT="0" marB="0">
                    <a:lnR w="19050">
                      <a:solidFill>
                        <a:srgbClr val="1F497D"/>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1F497D"/>
                      </a:solidFill>
                      <a:prstDash val="solid"/>
                    </a:lnR>
                  </a:tcPr>
                </a:tc>
                <a:tc rowSpan="2">
                  <a:txBody>
                    <a:bodyPr/>
                    <a:lstStyle/>
                    <a:p>
                      <a:pPr>
                        <a:lnSpc>
                          <a:spcPct val="100000"/>
                        </a:lnSpc>
                        <a:spcBef>
                          <a:spcPts val="380"/>
                        </a:spcBef>
                      </a:pPr>
                      <a:endParaRPr sz="1400">
                        <a:latin typeface="Times New Roman"/>
                        <a:cs typeface="Times New Roman"/>
                      </a:endParaRPr>
                    </a:p>
                    <a:p>
                      <a:pPr marL="234315">
                        <a:lnSpc>
                          <a:spcPct val="100000"/>
                        </a:lnSpc>
                      </a:pPr>
                      <a:r>
                        <a:rPr sz="1400" b="1">
                          <a:solidFill>
                            <a:srgbClr val="FFFFFF"/>
                          </a:solidFill>
                          <a:latin typeface="Arial"/>
                          <a:cs typeface="Arial"/>
                        </a:rPr>
                        <a:t>Unsupervised</a:t>
                      </a:r>
                      <a:r>
                        <a:rPr sz="1400" b="1" spc="-60">
                          <a:solidFill>
                            <a:srgbClr val="FFFFFF"/>
                          </a:solidFill>
                          <a:latin typeface="Arial"/>
                          <a:cs typeface="Arial"/>
                        </a:rPr>
                        <a:t> </a:t>
                      </a:r>
                      <a:r>
                        <a:rPr sz="1400" b="1" spc="-10">
                          <a:solidFill>
                            <a:srgbClr val="FFFFFF"/>
                          </a:solidFill>
                          <a:latin typeface="Arial"/>
                          <a:cs typeface="Arial"/>
                        </a:rPr>
                        <a:t>Learning</a:t>
                      </a:r>
                      <a:endParaRPr sz="140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9BBB59"/>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6"/>
                  </a:ext>
                </a:extLst>
              </a:tr>
              <a:tr h="366395">
                <a:tc vMerge="1">
                  <a:txBody>
                    <a:bodyPr/>
                    <a:lstStyle/>
                    <a:p>
                      <a:endParaRPr/>
                    </a:p>
                  </a:txBody>
                  <a:tcPr marL="0" marR="0" marT="0" marB="0">
                    <a:lnR w="19050">
                      <a:solidFill>
                        <a:srgbClr val="1F497D"/>
                      </a:solidFill>
                      <a:prstDash val="solid"/>
                    </a:lnR>
                  </a:tcPr>
                </a:tc>
                <a:tc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9BBB59"/>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T w="19050">
                      <a:solidFill>
                        <a:srgbClr val="1F497D"/>
                      </a:solidFill>
                      <a:prstDash val="solid"/>
                    </a:lnT>
                  </a:tcPr>
                </a:tc>
                <a:extLst>
                  <a:ext uri="{0D108BD9-81ED-4DB2-BD59-A6C34878D82A}">
                    <a16:rowId xmlns:a16="http://schemas.microsoft.com/office/drawing/2014/main" val="10007"/>
                  </a:ext>
                </a:extLst>
              </a:tr>
              <a:tr h="100965">
                <a:tc gridSpan="3">
                  <a:txBody>
                    <a:bodyPr/>
                    <a:lstStyle/>
                    <a:p>
                      <a:pPr>
                        <a:lnSpc>
                          <a:spcPct val="100000"/>
                        </a:lnSpc>
                      </a:pPr>
                      <a:endParaRPr sz="500">
                        <a:latin typeface="Times New Roman"/>
                        <a:cs typeface="Times New Roman"/>
                      </a:endParaRPr>
                    </a:p>
                  </a:txBody>
                  <a:tcPr marL="0" marR="0" marT="0" marB="0">
                    <a:lnR w="19050">
                      <a:solidFill>
                        <a:srgbClr val="1F497D"/>
                      </a:solidFill>
                      <a:prstDash val="solid"/>
                    </a:lnR>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8"/>
                  </a:ext>
                </a:extLst>
              </a:tr>
              <a:tr h="366395">
                <a:tc rowSpan="2">
                  <a:txBody>
                    <a:bodyPr/>
                    <a:lstStyle/>
                    <a:p>
                      <a:pPr>
                        <a:lnSpc>
                          <a:spcPct val="100000"/>
                        </a:lnSpc>
                      </a:pPr>
                      <a:endParaRPr sz="1900">
                        <a:latin typeface="Times New Roman"/>
                        <a:cs typeface="Times New Roman"/>
                      </a:endParaRPr>
                    </a:p>
                  </a:txBody>
                  <a:tcPr marL="0" marR="0" marT="0" marB="0">
                    <a:lnR w="19050">
                      <a:solidFill>
                        <a:srgbClr val="1F497D"/>
                      </a:solidFill>
                      <a:prstDash val="solid"/>
                    </a:lnR>
                  </a:tcPr>
                </a:tc>
                <a:tc rowSpan="2">
                  <a:txBody>
                    <a:bodyPr/>
                    <a:lstStyle/>
                    <a:p>
                      <a:pPr>
                        <a:lnSpc>
                          <a:spcPct val="100000"/>
                        </a:lnSpc>
                        <a:spcBef>
                          <a:spcPts val="380"/>
                        </a:spcBef>
                      </a:pPr>
                      <a:endParaRPr sz="1400">
                        <a:latin typeface="Times New Roman"/>
                        <a:cs typeface="Times New Roman"/>
                      </a:endParaRPr>
                    </a:p>
                    <a:p>
                      <a:pPr marL="200025">
                        <a:lnSpc>
                          <a:spcPct val="100000"/>
                        </a:lnSpc>
                      </a:pPr>
                      <a:r>
                        <a:rPr sz="1400" b="1">
                          <a:solidFill>
                            <a:srgbClr val="FFFFFF"/>
                          </a:solidFill>
                          <a:latin typeface="Arial"/>
                          <a:cs typeface="Arial"/>
                        </a:rPr>
                        <a:t>Reinforcement</a:t>
                      </a:r>
                      <a:r>
                        <a:rPr sz="1400" b="1" spc="-15">
                          <a:solidFill>
                            <a:srgbClr val="FFFFFF"/>
                          </a:solidFill>
                          <a:latin typeface="Arial"/>
                          <a:cs typeface="Arial"/>
                        </a:rPr>
                        <a:t> </a:t>
                      </a:r>
                      <a:r>
                        <a:rPr sz="1400" b="1" spc="-10">
                          <a:solidFill>
                            <a:srgbClr val="FFFFFF"/>
                          </a:solidFill>
                          <a:latin typeface="Arial"/>
                          <a:cs typeface="Arial"/>
                        </a:rPr>
                        <a:t>Learning</a:t>
                      </a:r>
                      <a:endParaRPr sz="1400">
                        <a:latin typeface="Arial"/>
                        <a:cs typeface="Arial"/>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8064A2"/>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R w="19050">
                      <a:solidFill>
                        <a:srgbClr val="1F497D"/>
                      </a:solidFill>
                      <a:prstDash val="solid"/>
                    </a:lnR>
                    <a:lnB w="19050">
                      <a:solidFill>
                        <a:srgbClr val="1F497D"/>
                      </a:solidFill>
                      <a:prstDash val="solid"/>
                    </a:lnB>
                  </a:tcPr>
                </a:tc>
                <a:extLst>
                  <a:ext uri="{0D108BD9-81ED-4DB2-BD59-A6C34878D82A}">
                    <a16:rowId xmlns:a16="http://schemas.microsoft.com/office/drawing/2014/main" val="10009"/>
                  </a:ext>
                </a:extLst>
              </a:tr>
              <a:tr h="366395">
                <a:tc vMerge="1">
                  <a:txBody>
                    <a:bodyPr/>
                    <a:lstStyle/>
                    <a:p>
                      <a:endParaRPr/>
                    </a:p>
                  </a:txBody>
                  <a:tcPr marL="0" marR="0" marT="0" marB="0">
                    <a:lnR w="19050">
                      <a:solidFill>
                        <a:srgbClr val="1F497D"/>
                      </a:solidFill>
                      <a:prstDash val="solid"/>
                    </a:lnR>
                  </a:tcPr>
                </a:tc>
                <a:tc vMerge="1">
                  <a:txBody>
                    <a:bodyPr/>
                    <a:lstStyle/>
                    <a:p>
                      <a:endParaRPr/>
                    </a:p>
                  </a:txBody>
                  <a:tcPr marL="0" marR="0" marT="48260" marB="0">
                    <a:lnL w="19050">
                      <a:solidFill>
                        <a:srgbClr val="1F497D"/>
                      </a:solidFill>
                      <a:prstDash val="solid"/>
                    </a:lnL>
                    <a:lnR w="19050">
                      <a:solidFill>
                        <a:srgbClr val="1F497D"/>
                      </a:solidFill>
                      <a:prstDash val="solid"/>
                    </a:lnR>
                    <a:lnT w="19050">
                      <a:solidFill>
                        <a:srgbClr val="1F497D"/>
                      </a:solidFill>
                      <a:prstDash val="solid"/>
                    </a:lnT>
                    <a:lnB w="19050">
                      <a:solidFill>
                        <a:srgbClr val="1F497D"/>
                      </a:solidFill>
                      <a:prstDash val="solid"/>
                    </a:lnB>
                    <a:solidFill>
                      <a:srgbClr val="8064A2"/>
                    </a:solidFill>
                  </a:tcPr>
                </a:tc>
                <a:tc>
                  <a:txBody>
                    <a:bodyPr/>
                    <a:lstStyle/>
                    <a:p>
                      <a:pPr>
                        <a:lnSpc>
                          <a:spcPct val="100000"/>
                        </a:lnSpc>
                      </a:pPr>
                      <a:endParaRPr sz="1900">
                        <a:latin typeface="Times New Roman"/>
                        <a:cs typeface="Times New Roman"/>
                      </a:endParaRPr>
                    </a:p>
                  </a:txBody>
                  <a:tcPr marL="0" marR="0" marT="0" marB="0">
                    <a:lnL w="19050">
                      <a:solidFill>
                        <a:srgbClr val="1F497D"/>
                      </a:solidFill>
                      <a:prstDash val="solid"/>
                    </a:lnL>
                    <a:lnT w="19050">
                      <a:solidFill>
                        <a:srgbClr val="1F497D"/>
                      </a:solidFill>
                      <a:prstDash val="solid"/>
                    </a:lnT>
                  </a:tcPr>
                </a:tc>
                <a:extLst>
                  <a:ext uri="{0D108BD9-81ED-4DB2-BD59-A6C34878D82A}">
                    <a16:rowId xmlns:a16="http://schemas.microsoft.com/office/drawing/2014/main" val="10010"/>
                  </a:ext>
                </a:extLst>
              </a:tr>
            </a:tbl>
          </a:graphicData>
        </a:graphic>
      </p:graphicFrame>
      <p:sp>
        <p:nvSpPr>
          <p:cNvPr id="5" name="TextBox 4">
            <a:extLst>
              <a:ext uri="{FF2B5EF4-FFF2-40B4-BE49-F238E27FC236}">
                <a16:creationId xmlns:a16="http://schemas.microsoft.com/office/drawing/2014/main" id="{607922F1-B7E4-F4E6-2459-FC7CBC000463}"/>
              </a:ext>
            </a:extLst>
          </p:cNvPr>
          <p:cNvSpPr txBox="1"/>
          <p:nvPr/>
        </p:nvSpPr>
        <p:spPr>
          <a:xfrm>
            <a:off x="322918" y="283952"/>
            <a:ext cx="6094070" cy="830997"/>
          </a:xfrm>
          <a:prstGeom prst="rect">
            <a:avLst/>
          </a:prstGeom>
          <a:noFill/>
        </p:spPr>
        <p:txBody>
          <a:bodyPr wrap="square">
            <a:spAutoFit/>
          </a:bodyPr>
          <a:lstStyle/>
          <a:p>
            <a:r>
              <a:rPr lang="en-US" sz="4800" spc="-10">
                <a:solidFill>
                  <a:schemeClr val="bg1"/>
                </a:solidFill>
              </a:rPr>
              <a:t>Types</a:t>
            </a:r>
            <a:r>
              <a:rPr lang="en-US" sz="4800" spc="-75">
                <a:solidFill>
                  <a:schemeClr val="bg1"/>
                </a:solidFill>
              </a:rPr>
              <a:t> </a:t>
            </a:r>
            <a:r>
              <a:rPr lang="en-US" sz="4800">
                <a:solidFill>
                  <a:schemeClr val="bg1"/>
                </a:solidFill>
              </a:rPr>
              <a:t>of</a:t>
            </a:r>
            <a:r>
              <a:rPr lang="en-US" sz="4800" spc="-70">
                <a:solidFill>
                  <a:schemeClr val="bg1"/>
                </a:solidFill>
              </a:rPr>
              <a:t> </a:t>
            </a:r>
            <a:r>
              <a:rPr lang="en-US" sz="4800">
                <a:solidFill>
                  <a:schemeClr val="bg1"/>
                </a:solidFill>
              </a:rPr>
              <a:t>ML</a:t>
            </a:r>
            <a:r>
              <a:rPr lang="en-US" sz="4800" spc="-70">
                <a:solidFill>
                  <a:schemeClr val="bg1"/>
                </a:solidFill>
              </a:rPr>
              <a:t> </a:t>
            </a:r>
            <a:r>
              <a:rPr lang="en-US" sz="4800" spc="-10">
                <a:solidFill>
                  <a:schemeClr val="bg1"/>
                </a:solidFill>
              </a:rPr>
              <a:t>Algorithms</a:t>
            </a:r>
            <a:endParaRPr lang="en-US" sz="4800">
              <a:solidFill>
                <a:schemeClr val="bg1"/>
              </a:solidFill>
            </a:endParaRPr>
          </a:p>
        </p:txBody>
      </p:sp>
    </p:spTree>
    <p:extLst>
      <p:ext uri="{BB962C8B-B14F-4D97-AF65-F5344CB8AC3E}">
        <p14:creationId xmlns:p14="http://schemas.microsoft.com/office/powerpoint/2010/main" val="3733428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2BD8-32E0-E0AB-362F-03CF35060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98044-A714-485D-5534-00D270EF91C4}"/>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Deep Learning Basics :Neuron</a:t>
            </a:r>
            <a:endParaRPr lang="ar-EG" sz="4000">
              <a:solidFill>
                <a:schemeClr val="bg1"/>
              </a:solidFill>
            </a:endParaRPr>
          </a:p>
        </p:txBody>
      </p:sp>
      <p:pic>
        <p:nvPicPr>
          <p:cNvPr id="5" name="Picture 4">
            <a:extLst>
              <a:ext uri="{FF2B5EF4-FFF2-40B4-BE49-F238E27FC236}">
                <a16:creationId xmlns:a16="http://schemas.microsoft.com/office/drawing/2014/main" id="{88CB1AB0-CA70-5E97-E5FF-56D21ABFFF05}"/>
              </a:ext>
            </a:extLst>
          </p:cNvPr>
          <p:cNvPicPr>
            <a:picLocks noChangeAspect="1" noChangeArrowheads="1"/>
          </p:cNvPicPr>
          <p:nvPr/>
        </p:nvPicPr>
        <p:blipFill>
          <a:blip r:embed="rId2" cstate="print"/>
          <a:srcRect/>
          <a:stretch>
            <a:fillRect/>
          </a:stretch>
        </p:blipFill>
        <p:spPr bwMode="auto">
          <a:xfrm>
            <a:off x="6982584" y="2080170"/>
            <a:ext cx="4924425" cy="2676525"/>
          </a:xfrm>
          <a:prstGeom prst="rect">
            <a:avLst/>
          </a:prstGeom>
          <a:noFill/>
          <a:ln w="9525">
            <a:noFill/>
            <a:miter lim="800000"/>
            <a:headEnd/>
            <a:tailEnd/>
          </a:ln>
        </p:spPr>
      </p:pic>
      <p:sp>
        <p:nvSpPr>
          <p:cNvPr id="6" name="Content Placeholder 2">
            <a:extLst>
              <a:ext uri="{FF2B5EF4-FFF2-40B4-BE49-F238E27FC236}">
                <a16:creationId xmlns:a16="http://schemas.microsoft.com/office/drawing/2014/main" id="{BC8A628E-CF35-F6D0-7239-6F2D3B2603BD}"/>
              </a:ext>
            </a:extLst>
          </p:cNvPr>
          <p:cNvSpPr txBox="1">
            <a:spLocks/>
          </p:cNvSpPr>
          <p:nvPr/>
        </p:nvSpPr>
        <p:spPr>
          <a:xfrm>
            <a:off x="284991" y="2013495"/>
            <a:ext cx="6150533" cy="2743200"/>
          </a:xfrm>
          <a:prstGeom prst="rect">
            <a:avLst/>
          </a:prstGeom>
        </p:spPr>
        <p:txBody>
          <a:bodyPr vert="horz" lIns="0" tIns="0" rIns="0" bIns="0" rtlCol="0">
            <a:normAutofit fontScale="47500" lnSpcReduction="20000"/>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a:buNone/>
            </a:pPr>
            <a:r>
              <a:rPr lang="en-US"/>
              <a:t>Commonalities with real brains:</a:t>
            </a:r>
          </a:p>
          <a:p>
            <a:pPr>
              <a:buFont typeface="Arial"/>
              <a:buNone/>
            </a:pPr>
            <a:r>
              <a:rPr lang="en-US"/>
              <a:t>● Each neuron is connected to a small subset of other neurons.</a:t>
            </a:r>
          </a:p>
          <a:p>
            <a:pPr>
              <a:buFont typeface="Arial"/>
              <a:buNone/>
            </a:pPr>
            <a:r>
              <a:rPr lang="en-US"/>
              <a:t>● Based on what it sees, it decides what it wants to say.</a:t>
            </a:r>
          </a:p>
          <a:p>
            <a:pPr>
              <a:buFont typeface="Arial"/>
              <a:buNone/>
            </a:pPr>
            <a:r>
              <a:rPr lang="en-US"/>
              <a:t>● Neurons learn to cooperate to accomplish the task.</a:t>
            </a:r>
            <a:endParaRPr lang="ar-EG"/>
          </a:p>
          <a:p>
            <a:pPr>
              <a:buFont typeface="Arial"/>
              <a:buNone/>
            </a:pPr>
            <a:r>
              <a:rPr lang="en-US"/>
              <a:t>• The </a:t>
            </a:r>
            <a:r>
              <a:rPr lang="en-US" err="1"/>
              <a:t>vental</a:t>
            </a:r>
            <a:r>
              <a:rPr lang="en-US"/>
              <a:t> pathway in the visual cortex has multiple stages </a:t>
            </a:r>
          </a:p>
          <a:p>
            <a:pPr>
              <a:buFont typeface="Arial"/>
              <a:buNone/>
            </a:pPr>
            <a:r>
              <a:rPr lang="en-US"/>
              <a:t>• There exist a lot of intermediate representations </a:t>
            </a:r>
          </a:p>
          <a:p>
            <a:pPr>
              <a:buFont typeface="Arial"/>
              <a:buNone/>
            </a:pPr>
            <a:endParaRPr lang="ar-EG"/>
          </a:p>
        </p:txBody>
      </p:sp>
    </p:spTree>
    <p:extLst>
      <p:ext uri="{BB962C8B-B14F-4D97-AF65-F5344CB8AC3E}">
        <p14:creationId xmlns:p14="http://schemas.microsoft.com/office/powerpoint/2010/main" val="249191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E818A-F855-9679-F7BA-57F8355D6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B4AEA-476A-1485-2E46-3AA5B904B014}"/>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Deep Learning Basics :Neuron</a:t>
            </a:r>
            <a:endParaRPr lang="ar-EG" sz="4000">
              <a:solidFill>
                <a:schemeClr val="bg1"/>
              </a:solidFill>
            </a:endParaRPr>
          </a:p>
        </p:txBody>
      </p:sp>
      <p:pic>
        <p:nvPicPr>
          <p:cNvPr id="3" name="Picture 2">
            <a:extLst>
              <a:ext uri="{FF2B5EF4-FFF2-40B4-BE49-F238E27FC236}">
                <a16:creationId xmlns:a16="http://schemas.microsoft.com/office/drawing/2014/main" id="{5E7CD5A2-6868-3DE8-5212-E8701734AA57}"/>
              </a:ext>
            </a:extLst>
          </p:cNvPr>
          <p:cNvPicPr>
            <a:picLocks noChangeAspect="1" noChangeArrowheads="1"/>
          </p:cNvPicPr>
          <p:nvPr/>
        </p:nvPicPr>
        <p:blipFill rotWithShape="1">
          <a:blip r:embed="rId2" cstate="print"/>
          <a:srcRect l="1990" t="3053" r="1610" b="53223"/>
          <a:stretch/>
        </p:blipFill>
        <p:spPr bwMode="auto">
          <a:xfrm>
            <a:off x="2349689" y="1409130"/>
            <a:ext cx="7492622" cy="2019870"/>
          </a:xfrm>
          <a:prstGeom prst="rect">
            <a:avLst/>
          </a:prstGeom>
          <a:noFill/>
          <a:ln w="9525">
            <a:noFill/>
            <a:miter lim="800000"/>
            <a:headEnd/>
            <a:tailEnd/>
          </a:ln>
        </p:spPr>
      </p:pic>
      <p:grpSp>
        <p:nvGrpSpPr>
          <p:cNvPr id="4" name="مجموعة 3">
            <a:extLst>
              <a:ext uri="{FF2B5EF4-FFF2-40B4-BE49-F238E27FC236}">
                <a16:creationId xmlns:a16="http://schemas.microsoft.com/office/drawing/2014/main" id="{547D55C8-4136-C6E4-36A7-DCC488D0AAAA}"/>
              </a:ext>
            </a:extLst>
          </p:cNvPr>
          <p:cNvGrpSpPr/>
          <p:nvPr/>
        </p:nvGrpSpPr>
        <p:grpSpPr>
          <a:xfrm>
            <a:off x="1737814" y="3850941"/>
            <a:ext cx="8839200" cy="2286000"/>
            <a:chOff x="152400" y="4492942"/>
            <a:chExt cx="8839200" cy="1831658"/>
          </a:xfrm>
        </p:grpSpPr>
        <p:sp>
          <p:nvSpPr>
            <p:cNvPr id="7" name="شكل حر 4">
              <a:extLst>
                <a:ext uri="{FF2B5EF4-FFF2-40B4-BE49-F238E27FC236}">
                  <a16:creationId xmlns:a16="http://schemas.microsoft.com/office/drawing/2014/main" id="{6539348C-9D34-3A87-48AD-DAA132832257}"/>
                </a:ext>
              </a:extLst>
            </p:cNvPr>
            <p:cNvSpPr/>
            <p:nvPr/>
          </p:nvSpPr>
          <p:spPr>
            <a:xfrm>
              <a:off x="152400" y="4492942"/>
              <a:ext cx="8839200" cy="786764"/>
            </a:xfrm>
            <a:custGeom>
              <a:avLst/>
              <a:gdLst>
                <a:gd name="connsiteX0" fmla="*/ 0 w 8839200"/>
                <a:gd name="connsiteY0" fmla="*/ 66675 h 666750"/>
                <a:gd name="connsiteX1" fmla="*/ 66675 w 8839200"/>
                <a:gd name="connsiteY1" fmla="*/ 0 h 666750"/>
                <a:gd name="connsiteX2" fmla="*/ 8772525 w 8839200"/>
                <a:gd name="connsiteY2" fmla="*/ 0 h 666750"/>
                <a:gd name="connsiteX3" fmla="*/ 8839200 w 8839200"/>
                <a:gd name="connsiteY3" fmla="*/ 66675 h 666750"/>
                <a:gd name="connsiteX4" fmla="*/ 8839200 w 8839200"/>
                <a:gd name="connsiteY4" fmla="*/ 600075 h 666750"/>
                <a:gd name="connsiteX5" fmla="*/ 8772525 w 8839200"/>
                <a:gd name="connsiteY5" fmla="*/ 666750 h 666750"/>
                <a:gd name="connsiteX6" fmla="*/ 66675 w 8839200"/>
                <a:gd name="connsiteY6" fmla="*/ 666750 h 666750"/>
                <a:gd name="connsiteX7" fmla="*/ 0 w 8839200"/>
                <a:gd name="connsiteY7" fmla="*/ 600075 h 666750"/>
                <a:gd name="connsiteX8" fmla="*/ 0 w 8839200"/>
                <a:gd name="connsiteY8" fmla="*/ 66675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39200" h="666750">
                  <a:moveTo>
                    <a:pt x="0" y="66675"/>
                  </a:moveTo>
                  <a:cubicBezTo>
                    <a:pt x="0" y="29851"/>
                    <a:pt x="29851" y="0"/>
                    <a:pt x="66675" y="0"/>
                  </a:cubicBezTo>
                  <a:lnTo>
                    <a:pt x="8772525" y="0"/>
                  </a:lnTo>
                  <a:cubicBezTo>
                    <a:pt x="8809349" y="0"/>
                    <a:pt x="8839200" y="29851"/>
                    <a:pt x="8839200" y="66675"/>
                  </a:cubicBezTo>
                  <a:lnTo>
                    <a:pt x="8839200" y="600075"/>
                  </a:lnTo>
                  <a:cubicBezTo>
                    <a:pt x="8839200" y="636899"/>
                    <a:pt x="8809349" y="666750"/>
                    <a:pt x="8772525" y="666750"/>
                  </a:cubicBezTo>
                  <a:lnTo>
                    <a:pt x="66675" y="666750"/>
                  </a:lnTo>
                  <a:cubicBezTo>
                    <a:pt x="29851" y="666750"/>
                    <a:pt x="0" y="636899"/>
                    <a:pt x="0" y="600075"/>
                  </a:cubicBezTo>
                  <a:lnTo>
                    <a:pt x="0" y="66675"/>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9533" tIns="46198" rIns="59533" bIns="46198" numCol="1" spcCol="1270" anchor="ctr" anchorCtr="0">
              <a:noAutofit/>
            </a:bodyPr>
            <a:lstStyle/>
            <a:p>
              <a:pPr algn="l" defTabSz="933450" rtl="0">
                <a:lnSpc>
                  <a:spcPct val="90000"/>
                </a:lnSpc>
                <a:spcBef>
                  <a:spcPct val="0"/>
                </a:spcBef>
                <a:spcAft>
                  <a:spcPct val="35000"/>
                </a:spcAft>
              </a:pPr>
              <a:r>
                <a:rPr lang="en-US" sz="2100">
                  <a:solidFill>
                    <a:prstClr val="white"/>
                  </a:solidFill>
                  <a:latin typeface="Cambria"/>
                </a:rPr>
                <a:t>An artificial neuron contains a nonlinear activation function and has several incoming and outgoing weighted connections.</a:t>
              </a:r>
              <a:endParaRPr lang="ar-SA" sz="2100">
                <a:solidFill>
                  <a:prstClr val="white"/>
                </a:solidFill>
                <a:latin typeface="Cambria"/>
                <a:cs typeface="Times New Roman" panose="02020603050405020304" pitchFamily="18" charset="0"/>
              </a:endParaRPr>
            </a:p>
          </p:txBody>
        </p:sp>
        <p:sp>
          <p:nvSpPr>
            <p:cNvPr id="8" name="شكل حر 6">
              <a:extLst>
                <a:ext uri="{FF2B5EF4-FFF2-40B4-BE49-F238E27FC236}">
                  <a16:creationId xmlns:a16="http://schemas.microsoft.com/office/drawing/2014/main" id="{C73166CA-95AC-2D0B-4349-4BD87B5B7F4A}"/>
                </a:ext>
              </a:extLst>
            </p:cNvPr>
            <p:cNvSpPr/>
            <p:nvPr/>
          </p:nvSpPr>
          <p:spPr>
            <a:xfrm>
              <a:off x="152400" y="5469826"/>
              <a:ext cx="8839199" cy="854774"/>
            </a:xfrm>
            <a:custGeom>
              <a:avLst/>
              <a:gdLst>
                <a:gd name="connsiteX0" fmla="*/ 0 w 8132444"/>
                <a:gd name="connsiteY0" fmla="*/ 111147 h 666750"/>
                <a:gd name="connsiteX1" fmla="*/ 111147 w 8132444"/>
                <a:gd name="connsiteY1" fmla="*/ 0 h 666750"/>
                <a:gd name="connsiteX2" fmla="*/ 8021297 w 8132444"/>
                <a:gd name="connsiteY2" fmla="*/ 0 h 666750"/>
                <a:gd name="connsiteX3" fmla="*/ 8132444 w 8132444"/>
                <a:gd name="connsiteY3" fmla="*/ 111147 h 666750"/>
                <a:gd name="connsiteX4" fmla="*/ 8132444 w 8132444"/>
                <a:gd name="connsiteY4" fmla="*/ 555603 h 666750"/>
                <a:gd name="connsiteX5" fmla="*/ 8021297 w 8132444"/>
                <a:gd name="connsiteY5" fmla="*/ 666750 h 666750"/>
                <a:gd name="connsiteX6" fmla="*/ 111147 w 8132444"/>
                <a:gd name="connsiteY6" fmla="*/ 666750 h 666750"/>
                <a:gd name="connsiteX7" fmla="*/ 0 w 8132444"/>
                <a:gd name="connsiteY7" fmla="*/ 555603 h 666750"/>
                <a:gd name="connsiteX8" fmla="*/ 0 w 8132444"/>
                <a:gd name="connsiteY8" fmla="*/ 111147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32444" h="666750">
                  <a:moveTo>
                    <a:pt x="0" y="111147"/>
                  </a:moveTo>
                  <a:cubicBezTo>
                    <a:pt x="0" y="49762"/>
                    <a:pt x="49762" y="0"/>
                    <a:pt x="111147" y="0"/>
                  </a:cubicBezTo>
                  <a:lnTo>
                    <a:pt x="8021297" y="0"/>
                  </a:lnTo>
                  <a:cubicBezTo>
                    <a:pt x="8082682" y="0"/>
                    <a:pt x="8132444" y="49762"/>
                    <a:pt x="8132444" y="111147"/>
                  </a:cubicBezTo>
                  <a:lnTo>
                    <a:pt x="8132444" y="555603"/>
                  </a:lnTo>
                  <a:cubicBezTo>
                    <a:pt x="8132444" y="616988"/>
                    <a:pt x="8082682" y="666750"/>
                    <a:pt x="8021297" y="666750"/>
                  </a:cubicBezTo>
                  <a:lnTo>
                    <a:pt x="111147" y="666750"/>
                  </a:lnTo>
                  <a:cubicBezTo>
                    <a:pt x="49762" y="666750"/>
                    <a:pt x="0" y="616988"/>
                    <a:pt x="0" y="555603"/>
                  </a:cubicBezTo>
                  <a:lnTo>
                    <a:pt x="0" y="11114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32122" tIns="132122" rIns="132122" bIns="132122" numCol="1" spcCol="1270" anchor="ctr" anchorCtr="0">
              <a:noAutofit/>
            </a:bodyPr>
            <a:lstStyle/>
            <a:p>
              <a:pPr algn="l" defTabSz="622300" rtl="0">
                <a:lnSpc>
                  <a:spcPct val="90000"/>
                </a:lnSpc>
                <a:spcBef>
                  <a:spcPct val="0"/>
                </a:spcBef>
                <a:spcAft>
                  <a:spcPct val="35000"/>
                </a:spcAft>
              </a:pPr>
              <a:r>
                <a:rPr lang="en-US" sz="2100">
                  <a:solidFill>
                    <a:prstClr val="white"/>
                  </a:solidFill>
                  <a:latin typeface="Cambria"/>
                </a:rPr>
                <a:t>Neurons are trained filters and detect specific features or patterns (e.g. edge, nose) by receiving weighted input, transforming it with the activation function and passing it to the outgoing connections</a:t>
              </a:r>
              <a:endParaRPr lang="ar-SA" sz="2100">
                <a:solidFill>
                  <a:prstClr val="white"/>
                </a:solidFill>
                <a:latin typeface="Cambria"/>
                <a:cs typeface="Times New Roman" panose="02020603050405020304" pitchFamily="18" charset="0"/>
              </a:endParaRPr>
            </a:p>
          </p:txBody>
        </p:sp>
      </p:grpSp>
    </p:spTree>
    <p:extLst>
      <p:ext uri="{BB962C8B-B14F-4D97-AF65-F5344CB8AC3E}">
        <p14:creationId xmlns:p14="http://schemas.microsoft.com/office/powerpoint/2010/main" val="3332185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011CE-05CC-08A0-6D07-48F59510C8B7}"/>
            </a:ext>
          </a:extLst>
        </p:cNvPr>
        <p:cNvGrpSpPr/>
        <p:nvPr/>
      </p:nvGrpSpPr>
      <p:grpSpPr>
        <a:xfrm>
          <a:off x="0" y="0"/>
          <a:ext cx="0" cy="0"/>
          <a:chOff x="0" y="0"/>
          <a:chExt cx="0" cy="0"/>
        </a:xfrm>
      </p:grpSpPr>
      <p:pic>
        <p:nvPicPr>
          <p:cNvPr id="2" name="object 3">
            <a:extLst>
              <a:ext uri="{FF2B5EF4-FFF2-40B4-BE49-F238E27FC236}">
                <a16:creationId xmlns:a16="http://schemas.microsoft.com/office/drawing/2014/main" id="{B9149621-BF48-0AC4-6CCA-12815980D988}"/>
              </a:ext>
            </a:extLst>
          </p:cNvPr>
          <p:cNvPicPr/>
          <p:nvPr/>
        </p:nvPicPr>
        <p:blipFill>
          <a:blip r:embed="rId2" cstate="print"/>
          <a:srcRect l="4213" t="30731" r="6587" b="8383"/>
          <a:stretch>
            <a:fillRect/>
          </a:stretch>
        </p:blipFill>
        <p:spPr>
          <a:xfrm>
            <a:off x="2036190" y="2290713"/>
            <a:ext cx="7909088" cy="3167407"/>
          </a:xfrm>
          <a:prstGeom prst="rect">
            <a:avLst/>
          </a:prstGeom>
        </p:spPr>
      </p:pic>
      <p:sp>
        <p:nvSpPr>
          <p:cNvPr id="3" name="object 6">
            <a:extLst>
              <a:ext uri="{FF2B5EF4-FFF2-40B4-BE49-F238E27FC236}">
                <a16:creationId xmlns:a16="http://schemas.microsoft.com/office/drawing/2014/main" id="{440DDCDB-E51D-D503-08CA-426E3C8DA26E}"/>
              </a:ext>
            </a:extLst>
          </p:cNvPr>
          <p:cNvSpPr txBox="1"/>
          <p:nvPr/>
        </p:nvSpPr>
        <p:spPr>
          <a:xfrm>
            <a:off x="9119235" y="6068678"/>
            <a:ext cx="3072765" cy="182101"/>
          </a:xfrm>
          <a:prstGeom prst="rect">
            <a:avLst/>
          </a:prstGeom>
        </p:spPr>
        <p:txBody>
          <a:bodyPr vert="horz" wrap="square" lIns="0" tIns="12700" rIns="0" bIns="0" rtlCol="0">
            <a:spAutoFit/>
          </a:bodyPr>
          <a:lstStyle/>
          <a:p>
            <a:pPr marL="12700">
              <a:lnSpc>
                <a:spcPct val="100000"/>
              </a:lnSpc>
              <a:spcBef>
                <a:spcPts val="100"/>
              </a:spcBef>
            </a:pPr>
            <a:r>
              <a:rPr sz="1100" b="1" i="1">
                <a:latin typeface="Calibri"/>
                <a:cs typeface="Calibri"/>
              </a:rPr>
              <a:t>Adapted</a:t>
            </a:r>
            <a:r>
              <a:rPr sz="1100" b="1" i="1" spc="-45">
                <a:latin typeface="Calibri"/>
                <a:cs typeface="Calibri"/>
              </a:rPr>
              <a:t> </a:t>
            </a:r>
            <a:r>
              <a:rPr sz="1100" b="1" i="1">
                <a:latin typeface="Calibri"/>
                <a:cs typeface="Calibri"/>
              </a:rPr>
              <a:t>from:</a:t>
            </a:r>
            <a:r>
              <a:rPr sz="1100" b="1" i="1" spc="-35">
                <a:latin typeface="Calibri"/>
                <a:cs typeface="Calibri"/>
              </a:rPr>
              <a:t> </a:t>
            </a:r>
            <a:r>
              <a:rPr sz="1100" b="1" i="1" spc="-10">
                <a:latin typeface="Calibri"/>
                <a:cs typeface="Calibri"/>
                <a:hlinkClick r:id="rId3"/>
              </a:rPr>
              <a:t>www.edureka.co</a:t>
            </a:r>
            <a:endParaRPr sz="1100">
              <a:latin typeface="Calibri"/>
              <a:cs typeface="Calibri"/>
            </a:endParaRPr>
          </a:p>
        </p:txBody>
      </p:sp>
      <p:sp>
        <p:nvSpPr>
          <p:cNvPr id="4" name="Title 1">
            <a:extLst>
              <a:ext uri="{FF2B5EF4-FFF2-40B4-BE49-F238E27FC236}">
                <a16:creationId xmlns:a16="http://schemas.microsoft.com/office/drawing/2014/main" id="{B08DCDD6-9ED6-06FF-9DFA-1399DA04AE49}"/>
              </a:ext>
            </a:extLst>
          </p:cNvPr>
          <p:cNvSpPr txBox="1">
            <a:spLocks/>
          </p:cNvSpPr>
          <p:nvPr/>
        </p:nvSpPr>
        <p:spPr>
          <a:xfrm>
            <a:off x="396951" y="263325"/>
            <a:ext cx="8041440" cy="8588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Unique Characteristics of DL</a:t>
            </a:r>
            <a:endParaRPr lang="ar-EG" sz="4000">
              <a:solidFill>
                <a:schemeClr val="bg1"/>
              </a:solidFill>
            </a:endParaRPr>
          </a:p>
        </p:txBody>
      </p:sp>
    </p:spTree>
    <p:extLst>
      <p:ext uri="{BB962C8B-B14F-4D97-AF65-F5344CB8AC3E}">
        <p14:creationId xmlns:p14="http://schemas.microsoft.com/office/powerpoint/2010/main" val="2078588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A08CC-3B1B-BD76-4CA5-4EC116365D31}"/>
            </a:ext>
          </a:extLst>
        </p:cNvPr>
        <p:cNvGrpSpPr/>
        <p:nvPr/>
      </p:nvGrpSpPr>
      <p:grpSpPr>
        <a:xfrm>
          <a:off x="0" y="0"/>
          <a:ext cx="0" cy="0"/>
          <a:chOff x="0" y="0"/>
          <a:chExt cx="0" cy="0"/>
        </a:xfrm>
      </p:grpSpPr>
      <p:pic>
        <p:nvPicPr>
          <p:cNvPr id="2" name="صورة 4">
            <a:extLst>
              <a:ext uri="{FF2B5EF4-FFF2-40B4-BE49-F238E27FC236}">
                <a16:creationId xmlns:a16="http://schemas.microsoft.com/office/drawing/2014/main" id="{DCD723CF-B59E-FEBE-BFE6-75F83FF60D43}"/>
              </a:ext>
            </a:extLst>
          </p:cNvPr>
          <p:cNvPicPr>
            <a:picLocks noChangeAspect="1"/>
          </p:cNvPicPr>
          <p:nvPr/>
        </p:nvPicPr>
        <p:blipFill>
          <a:blip r:embed="rId2"/>
          <a:stretch>
            <a:fillRect/>
          </a:stretch>
        </p:blipFill>
        <p:spPr>
          <a:xfrm>
            <a:off x="1095818" y="452487"/>
            <a:ext cx="10308813" cy="5276750"/>
          </a:xfrm>
          <a:prstGeom prst="rect">
            <a:avLst/>
          </a:prstGeom>
        </p:spPr>
      </p:pic>
    </p:spTree>
    <p:extLst>
      <p:ext uri="{BB962C8B-B14F-4D97-AF65-F5344CB8AC3E}">
        <p14:creationId xmlns:p14="http://schemas.microsoft.com/office/powerpoint/2010/main" val="2880960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A91E-AB8D-33C3-E30A-8DF9B535AB9C}"/>
            </a:ext>
          </a:extLst>
        </p:cNvPr>
        <p:cNvGrpSpPr/>
        <p:nvPr/>
      </p:nvGrpSpPr>
      <p:grpSpPr>
        <a:xfrm>
          <a:off x="0" y="0"/>
          <a:ext cx="0" cy="0"/>
          <a:chOff x="0" y="0"/>
          <a:chExt cx="0" cy="0"/>
        </a:xfrm>
      </p:grpSpPr>
      <p:pic>
        <p:nvPicPr>
          <p:cNvPr id="2" name="Picture 2" descr="C:\Users\amr rashed\Desktop\fig7.png">
            <a:extLst>
              <a:ext uri="{FF2B5EF4-FFF2-40B4-BE49-F238E27FC236}">
                <a16:creationId xmlns:a16="http://schemas.microsoft.com/office/drawing/2014/main" id="{7763CCBC-4665-7816-7630-F6E9BDBCFB5C}"/>
              </a:ext>
            </a:extLst>
          </p:cNvPr>
          <p:cNvPicPr>
            <a:picLocks noChangeAspect="1" noChangeArrowheads="1"/>
          </p:cNvPicPr>
          <p:nvPr/>
        </p:nvPicPr>
        <p:blipFill>
          <a:blip r:embed="rId2" cstate="print"/>
          <a:srcRect/>
          <a:stretch>
            <a:fillRect/>
          </a:stretch>
        </p:blipFill>
        <p:spPr bwMode="auto">
          <a:xfrm>
            <a:off x="2918254" y="1120346"/>
            <a:ext cx="6153150" cy="2457450"/>
          </a:xfrm>
          <a:prstGeom prst="rect">
            <a:avLst/>
          </a:prstGeom>
          <a:noFill/>
        </p:spPr>
      </p:pic>
      <p:sp>
        <p:nvSpPr>
          <p:cNvPr id="3" name="Content Placeholder 2">
            <a:extLst>
              <a:ext uri="{FF2B5EF4-FFF2-40B4-BE49-F238E27FC236}">
                <a16:creationId xmlns:a16="http://schemas.microsoft.com/office/drawing/2014/main" id="{9C439B2C-6CB5-7BEE-C8AE-512DFA7E3118}"/>
              </a:ext>
            </a:extLst>
          </p:cNvPr>
          <p:cNvSpPr txBox="1">
            <a:spLocks/>
          </p:cNvSpPr>
          <p:nvPr/>
        </p:nvSpPr>
        <p:spPr>
          <a:xfrm>
            <a:off x="1927654" y="3863546"/>
            <a:ext cx="8534400" cy="2438400"/>
          </a:xfrm>
          <a:prstGeom prst="rect">
            <a:avLst/>
          </a:prstGeom>
        </p:spPr>
        <p:txBody>
          <a:bodyPr vert="horz" lIns="91440" tIns="45720" rIns="91440" bIns="45720" rtlCol="0">
            <a:normAutofit fontScale="92500" lnSpcReduction="10000"/>
          </a:bodyPr>
          <a:lstStyle>
            <a:lvl1pPr marL="228600" indent="-228600" algn="r" defTabSz="457200" rtl="1" eaLnBrk="1" latinLnBrk="0" hangingPunct="1">
              <a:spcBef>
                <a:spcPct val="20000"/>
              </a:spcBef>
              <a:buClr>
                <a:schemeClr val="accent1"/>
              </a:buClr>
              <a:buSzPct val="95000"/>
              <a:buFont typeface="Rage Italic" pitchFamily="66" charset="0"/>
              <a:buChar char="0"/>
              <a:defRPr sz="2400" kern="1200">
                <a:solidFill>
                  <a:schemeClr val="tx1">
                    <a:lumMod val="75000"/>
                    <a:lumOff val="25000"/>
                  </a:schemeClr>
                </a:solidFill>
                <a:latin typeface="+mn-lt"/>
                <a:ea typeface="+mn-ea"/>
                <a:cs typeface="+mn-cs"/>
              </a:defRPr>
            </a:lvl1pPr>
            <a:lvl2pPr marL="557784" indent="-228600" algn="r" defTabSz="457200" rtl="1" eaLnBrk="1" latinLnBrk="0" hangingPunct="1">
              <a:spcBef>
                <a:spcPct val="20000"/>
              </a:spcBef>
              <a:buClr>
                <a:schemeClr val="accent1"/>
              </a:buClr>
              <a:buSzPct val="95000"/>
              <a:buFont typeface="Rage Italic" pitchFamily="66" charset="0"/>
              <a:buChar char="0"/>
              <a:defRPr sz="2200" kern="1200">
                <a:solidFill>
                  <a:schemeClr val="tx1">
                    <a:lumMod val="75000"/>
                    <a:lumOff val="25000"/>
                  </a:schemeClr>
                </a:solidFill>
                <a:latin typeface="+mn-lt"/>
                <a:ea typeface="+mn-ea"/>
                <a:cs typeface="+mn-cs"/>
              </a:defRPr>
            </a:lvl2pPr>
            <a:lvl3pPr marL="822960" indent="-182880" algn="r" defTabSz="457200" rtl="1" eaLnBrk="1" latinLnBrk="0" hangingPunct="1">
              <a:spcBef>
                <a:spcPct val="20000"/>
              </a:spcBef>
              <a:buClr>
                <a:schemeClr val="accent1"/>
              </a:buClr>
              <a:buSzPct val="95000"/>
              <a:buFont typeface="Rage Italic" pitchFamily="66" charset="0"/>
              <a:buChar char="0"/>
              <a:defRPr sz="2000" kern="1200">
                <a:solidFill>
                  <a:schemeClr val="tx1">
                    <a:lumMod val="75000"/>
                    <a:lumOff val="25000"/>
                  </a:schemeClr>
                </a:solidFill>
                <a:latin typeface="+mn-lt"/>
                <a:ea typeface="+mn-ea"/>
                <a:cs typeface="+mn-cs"/>
              </a:defRPr>
            </a:lvl3pPr>
            <a:lvl4pPr marL="1097280" indent="-182880" algn="r" defTabSz="457200" rtl="1" eaLnBrk="1" latinLnBrk="0" hangingPunct="1">
              <a:spcBef>
                <a:spcPct val="20000"/>
              </a:spcBef>
              <a:buClr>
                <a:schemeClr val="accent1"/>
              </a:buClr>
              <a:buSzPct val="95000"/>
              <a:buFont typeface="Rage Italic" pitchFamily="66" charset="0"/>
              <a:buChar char="0"/>
              <a:defRPr sz="1600" kern="1200">
                <a:solidFill>
                  <a:schemeClr val="tx1">
                    <a:lumMod val="75000"/>
                    <a:lumOff val="25000"/>
                  </a:schemeClr>
                </a:solidFill>
                <a:latin typeface="+mn-lt"/>
                <a:ea typeface="+mn-ea"/>
                <a:cs typeface="+mn-cs"/>
              </a:defRPr>
            </a:lvl4pPr>
            <a:lvl5pPr marL="1417320" indent="-182880" algn="r" defTabSz="457200" rtl="1" eaLnBrk="1" latinLnBrk="0" hangingPunct="1">
              <a:spcBef>
                <a:spcPct val="20000"/>
              </a:spcBef>
              <a:buClr>
                <a:schemeClr val="accent1"/>
              </a:buClr>
              <a:buSzPct val="95000"/>
              <a:buFont typeface="Rage Italic" pitchFamily="66" charset="0"/>
              <a:buChar char="0"/>
              <a:defRPr sz="1400" kern="1200" baseline="0">
                <a:solidFill>
                  <a:schemeClr val="tx1">
                    <a:lumMod val="75000"/>
                    <a:lumOff val="25000"/>
                  </a:schemeClr>
                </a:solidFill>
                <a:latin typeface="+mn-lt"/>
                <a:ea typeface="+mn-ea"/>
                <a:cs typeface="+mn-cs"/>
              </a:defRPr>
            </a:lvl5pPr>
            <a:lvl6pPr marL="164592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6pPr>
            <a:lvl7pPr marL="192024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7pPr>
            <a:lvl8pPr marL="219456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8pPr>
            <a:lvl9pPr marL="2468880" indent="-182880" algn="r" defTabSz="457200" rtl="1" eaLnBrk="1" latinLnBrk="0" hangingPunct="1">
              <a:spcBef>
                <a:spcPct val="20000"/>
              </a:spcBef>
              <a:buClr>
                <a:schemeClr val="accent1"/>
              </a:buClr>
              <a:buSzPct val="95000"/>
              <a:buFont typeface="Rage Italic" pitchFamily="66" charset="0"/>
              <a:buChar char="0"/>
              <a:defRPr sz="1400" kern="1200">
                <a:solidFill>
                  <a:schemeClr val="tx1">
                    <a:lumMod val="75000"/>
                    <a:lumOff val="25000"/>
                  </a:schemeClr>
                </a:solidFill>
                <a:latin typeface="+mn-lt"/>
                <a:ea typeface="+mn-ea"/>
                <a:cs typeface="+mn-cs"/>
              </a:defRPr>
            </a:lvl9pPr>
          </a:lstStyle>
          <a:p>
            <a:pPr algn="just" rtl="0">
              <a:buClr>
                <a:srgbClr val="A63212"/>
              </a:buClr>
            </a:pPr>
            <a:r>
              <a:rPr lang="en-US">
                <a:solidFill>
                  <a:prstClr val="black">
                    <a:lumMod val="75000"/>
                    <a:lumOff val="25000"/>
                  </a:prstClr>
                </a:solidFill>
                <a:latin typeface="Cambria"/>
              </a:rPr>
              <a:t>Depending on the resolution and size of the image, it will see a 32 x 32 x 3 array of numbers </a:t>
            </a:r>
          </a:p>
          <a:p>
            <a:pPr algn="just" rtl="0">
              <a:buClr>
                <a:srgbClr val="A63212"/>
              </a:buClr>
            </a:pPr>
            <a:r>
              <a:rPr lang="en-US">
                <a:solidFill>
                  <a:prstClr val="black">
                    <a:lumMod val="75000"/>
                    <a:lumOff val="25000"/>
                  </a:prstClr>
                </a:solidFill>
                <a:latin typeface="Cambria"/>
              </a:rPr>
              <a:t>These numbers, while meaningless to us when we perform image classification, are the only inputs available to the computer. </a:t>
            </a:r>
          </a:p>
          <a:p>
            <a:pPr algn="just" rtl="0">
              <a:buClr>
                <a:srgbClr val="A63212"/>
              </a:buClr>
            </a:pPr>
            <a:r>
              <a:rPr lang="en-US">
                <a:solidFill>
                  <a:prstClr val="black">
                    <a:lumMod val="75000"/>
                    <a:lumOff val="25000"/>
                  </a:prstClr>
                </a:solidFill>
                <a:latin typeface="Cambria"/>
              </a:rPr>
              <a:t> </a:t>
            </a:r>
            <a:r>
              <a:rPr lang="en-US">
                <a:solidFill>
                  <a:srgbClr val="FF0000"/>
                </a:solidFill>
                <a:latin typeface="Cambria"/>
              </a:rPr>
              <a:t>The idea is that you give the computer this array of numbers and it will output numbers that describe the probability of the image being a certain class (.80 for cat, .15 for dog, .05 for bird, </a:t>
            </a:r>
            <a:r>
              <a:rPr lang="en-US" err="1">
                <a:solidFill>
                  <a:srgbClr val="FF0000"/>
                </a:solidFill>
                <a:latin typeface="Cambria"/>
              </a:rPr>
              <a:t>etc</a:t>
            </a:r>
            <a:r>
              <a:rPr lang="en-US">
                <a:solidFill>
                  <a:srgbClr val="FF0000"/>
                </a:solidFill>
                <a:latin typeface="Cambria"/>
              </a:rPr>
              <a:t>).</a:t>
            </a:r>
            <a:endParaRPr lang="ar-EG">
              <a:solidFill>
                <a:srgbClr val="FF0000"/>
              </a:solidFill>
              <a:latin typeface="Cambria"/>
              <a:cs typeface="Times New Roman" panose="02020603050405020304" pitchFamily="18" charset="0"/>
            </a:endParaRPr>
          </a:p>
        </p:txBody>
      </p:sp>
      <p:sp>
        <p:nvSpPr>
          <p:cNvPr id="4" name="Title 1">
            <a:extLst>
              <a:ext uri="{FF2B5EF4-FFF2-40B4-BE49-F238E27FC236}">
                <a16:creationId xmlns:a16="http://schemas.microsoft.com/office/drawing/2014/main" id="{1CCC440B-241C-D6E7-B39F-4B4DB8DD6A0B}"/>
              </a:ext>
            </a:extLst>
          </p:cNvPr>
          <p:cNvSpPr txBox="1">
            <a:spLocks/>
          </p:cNvSpPr>
          <p:nvPr/>
        </p:nvSpPr>
        <p:spPr>
          <a:xfrm>
            <a:off x="234123" y="271034"/>
            <a:ext cx="8041440" cy="706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3600">
                <a:solidFill>
                  <a:schemeClr val="bg1"/>
                </a:solidFill>
              </a:rPr>
              <a:t>The Problem Space : inputs &amp; outputs</a:t>
            </a:r>
            <a:endParaRPr lang="ar-EG" sz="3600">
              <a:solidFill>
                <a:schemeClr val="bg1"/>
              </a:solidFill>
            </a:endParaRPr>
          </a:p>
        </p:txBody>
      </p:sp>
    </p:spTree>
    <p:extLst>
      <p:ext uri="{BB962C8B-B14F-4D97-AF65-F5344CB8AC3E}">
        <p14:creationId xmlns:p14="http://schemas.microsoft.com/office/powerpoint/2010/main" val="686032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B53C9-9934-26DB-3009-87E8C10E4629}"/>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6BCEB6F-AE0C-9C01-483B-A9841BBC7496}"/>
              </a:ext>
            </a:extLst>
          </p:cNvPr>
          <p:cNvSpPr txBox="1">
            <a:spLocks/>
          </p:cNvSpPr>
          <p:nvPr/>
        </p:nvSpPr>
        <p:spPr>
          <a:xfrm>
            <a:off x="646670" y="1729946"/>
            <a:ext cx="10898660" cy="4541108"/>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a:t>To be able to differentiate between all the images it’s given and figure out the unique features that make a dog a dog or that make a cat a cat.</a:t>
            </a:r>
          </a:p>
          <a:p>
            <a:r>
              <a:rPr lang="en-US" sz="2400"/>
              <a:t> This is the process that goes on in our minds subconsciously as well.</a:t>
            </a:r>
          </a:p>
          <a:p>
            <a:r>
              <a:rPr lang="en-US" sz="2400"/>
              <a:t> When we look at a picture of a dog, we can classify it as such if the picture has identifiable features such as paws or 4 legs.</a:t>
            </a:r>
          </a:p>
          <a:p>
            <a:r>
              <a:rPr lang="en-US" sz="2400"/>
              <a:t> </a:t>
            </a:r>
            <a:r>
              <a:rPr lang="en-US" sz="2400">
                <a:solidFill>
                  <a:srgbClr val="FF0000"/>
                </a:solidFill>
              </a:rPr>
              <a:t>In a similar way, the computer is able perform image classification by looking for low level features such as edges and curves, and then building up to more abstract concepts through a series of convolutional layers</a:t>
            </a:r>
            <a:r>
              <a:rPr lang="en-US" sz="2400"/>
              <a:t>. </a:t>
            </a:r>
          </a:p>
        </p:txBody>
      </p:sp>
      <p:sp>
        <p:nvSpPr>
          <p:cNvPr id="3" name="Title 1">
            <a:extLst>
              <a:ext uri="{FF2B5EF4-FFF2-40B4-BE49-F238E27FC236}">
                <a16:creationId xmlns:a16="http://schemas.microsoft.com/office/drawing/2014/main" id="{E803617E-808E-9ED4-D10F-7E5890343A47}"/>
              </a:ext>
            </a:extLst>
          </p:cNvPr>
          <p:cNvSpPr txBox="1">
            <a:spLocks/>
          </p:cNvSpPr>
          <p:nvPr/>
        </p:nvSpPr>
        <p:spPr>
          <a:xfrm>
            <a:off x="-125627" y="485991"/>
            <a:ext cx="8364120" cy="554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a:solidFill>
                  <a:schemeClr val="bg1"/>
                </a:solidFill>
              </a:rPr>
              <a:t>The Problem Space :What We Want the Computer to Do</a:t>
            </a:r>
            <a:br>
              <a:rPr lang="en-US" sz="2400" b="1">
                <a:solidFill>
                  <a:schemeClr val="bg1"/>
                </a:solidFill>
              </a:rPr>
            </a:br>
            <a:endParaRPr lang="ar-EG" sz="2400">
              <a:solidFill>
                <a:schemeClr val="bg1"/>
              </a:solidFill>
            </a:endParaRPr>
          </a:p>
        </p:txBody>
      </p:sp>
    </p:spTree>
    <p:extLst>
      <p:ext uri="{BB962C8B-B14F-4D97-AF65-F5344CB8AC3E}">
        <p14:creationId xmlns:p14="http://schemas.microsoft.com/office/powerpoint/2010/main" val="141942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A1208-52FA-9EC0-7A29-61E8C3BBCD89}"/>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6C38C653-DA2F-C210-6BBE-6D186245F34B}"/>
              </a:ext>
            </a:extLst>
          </p:cNvPr>
          <p:cNvPicPr>
            <a:picLocks noChangeAspect="1"/>
          </p:cNvPicPr>
          <p:nvPr/>
        </p:nvPicPr>
        <p:blipFill>
          <a:blip r:embed="rId2"/>
          <a:stretch>
            <a:fillRect/>
          </a:stretch>
        </p:blipFill>
        <p:spPr>
          <a:xfrm>
            <a:off x="2361189" y="1446836"/>
            <a:ext cx="7940280" cy="4480463"/>
          </a:xfrm>
          <a:prstGeom prst="rect">
            <a:avLst/>
          </a:prstGeom>
        </p:spPr>
      </p:pic>
    </p:spTree>
    <p:extLst>
      <p:ext uri="{BB962C8B-B14F-4D97-AF65-F5344CB8AC3E}">
        <p14:creationId xmlns:p14="http://schemas.microsoft.com/office/powerpoint/2010/main" val="10218421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DBFF-CA27-66C1-5E8B-44DDF92DE7E7}"/>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BCBA494E-9D7A-97C9-CE5E-01210A3977A7}"/>
              </a:ext>
            </a:extLst>
          </p:cNvPr>
          <p:cNvPicPr>
            <a:picLocks noChangeAspect="1"/>
          </p:cNvPicPr>
          <p:nvPr/>
        </p:nvPicPr>
        <p:blipFill>
          <a:blip r:embed="rId2"/>
          <a:stretch>
            <a:fillRect/>
          </a:stretch>
        </p:blipFill>
        <p:spPr>
          <a:xfrm>
            <a:off x="2052013" y="1437201"/>
            <a:ext cx="8087974" cy="4546912"/>
          </a:xfrm>
          <a:prstGeom prst="rect">
            <a:avLst/>
          </a:prstGeom>
        </p:spPr>
      </p:pic>
    </p:spTree>
    <p:extLst>
      <p:ext uri="{BB962C8B-B14F-4D97-AF65-F5344CB8AC3E}">
        <p14:creationId xmlns:p14="http://schemas.microsoft.com/office/powerpoint/2010/main" val="15633293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1D221-FCD9-2D01-D1BC-7E2B80478553}"/>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9441A12C-4B5E-32B2-AD9C-2125ACAA2926}"/>
              </a:ext>
            </a:extLst>
          </p:cNvPr>
          <p:cNvPicPr>
            <a:picLocks noChangeAspect="1"/>
          </p:cNvPicPr>
          <p:nvPr/>
        </p:nvPicPr>
        <p:blipFill>
          <a:blip r:embed="rId2"/>
          <a:stretch>
            <a:fillRect/>
          </a:stretch>
        </p:blipFill>
        <p:spPr>
          <a:xfrm>
            <a:off x="1205219" y="681701"/>
            <a:ext cx="10051900" cy="5494598"/>
          </a:xfrm>
          <a:prstGeom prst="rect">
            <a:avLst/>
          </a:prstGeom>
        </p:spPr>
      </p:pic>
    </p:spTree>
    <p:extLst>
      <p:ext uri="{BB962C8B-B14F-4D97-AF65-F5344CB8AC3E}">
        <p14:creationId xmlns:p14="http://schemas.microsoft.com/office/powerpoint/2010/main" val="2567399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E272B-72EB-6DB1-FDDE-48308B333DD4}"/>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A858347C-C5E1-A889-7EF2-94ABA4243A78}"/>
              </a:ext>
            </a:extLst>
          </p:cNvPr>
          <p:cNvPicPr>
            <a:picLocks noChangeAspect="1"/>
          </p:cNvPicPr>
          <p:nvPr/>
        </p:nvPicPr>
        <p:blipFill>
          <a:blip r:embed="rId2"/>
          <a:stretch>
            <a:fillRect/>
          </a:stretch>
        </p:blipFill>
        <p:spPr>
          <a:xfrm>
            <a:off x="646111" y="0"/>
            <a:ext cx="10991762" cy="6155703"/>
          </a:xfrm>
          <a:prstGeom prst="rect">
            <a:avLst/>
          </a:prstGeom>
        </p:spPr>
      </p:pic>
    </p:spTree>
    <p:extLst>
      <p:ext uri="{BB962C8B-B14F-4D97-AF65-F5344CB8AC3E}">
        <p14:creationId xmlns:p14="http://schemas.microsoft.com/office/powerpoint/2010/main" val="3526942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9E7A6-5D26-7E44-423C-FF3D29BD59A2}"/>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192932FC-1148-A188-5F35-E5F4655A5CC2}"/>
              </a:ext>
            </a:extLst>
          </p:cNvPr>
          <p:cNvPicPr>
            <a:picLocks noChangeAspect="1"/>
          </p:cNvPicPr>
          <p:nvPr/>
        </p:nvPicPr>
        <p:blipFill>
          <a:blip r:embed="rId2"/>
          <a:stretch>
            <a:fillRect/>
          </a:stretch>
        </p:blipFill>
        <p:spPr>
          <a:xfrm>
            <a:off x="782768" y="0"/>
            <a:ext cx="10626464" cy="5683171"/>
          </a:xfrm>
          <a:prstGeom prst="rect">
            <a:avLst/>
          </a:prstGeom>
        </p:spPr>
      </p:pic>
    </p:spTree>
    <p:extLst>
      <p:ext uri="{BB962C8B-B14F-4D97-AF65-F5344CB8AC3E}">
        <p14:creationId xmlns:p14="http://schemas.microsoft.com/office/powerpoint/2010/main" val="1046007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A312-E190-F369-F132-0FBD092E433F}"/>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B88333A2-D2AA-2957-E902-982173E30F60}"/>
              </a:ext>
            </a:extLst>
          </p:cNvPr>
          <p:cNvPicPr>
            <a:picLocks noChangeAspect="1"/>
          </p:cNvPicPr>
          <p:nvPr/>
        </p:nvPicPr>
        <p:blipFill>
          <a:blip r:embed="rId2"/>
          <a:stretch>
            <a:fillRect/>
          </a:stretch>
        </p:blipFill>
        <p:spPr>
          <a:xfrm>
            <a:off x="2220036" y="0"/>
            <a:ext cx="7728584" cy="6070862"/>
          </a:xfrm>
          <a:prstGeom prst="rect">
            <a:avLst/>
          </a:prstGeom>
        </p:spPr>
      </p:pic>
    </p:spTree>
    <p:extLst>
      <p:ext uri="{BB962C8B-B14F-4D97-AF65-F5344CB8AC3E}">
        <p14:creationId xmlns:p14="http://schemas.microsoft.com/office/powerpoint/2010/main" val="2700690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2065-8D1B-4334-6AAC-A37353A44EA9}"/>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536E574D-B177-09F2-5514-6B349435148F}"/>
              </a:ext>
            </a:extLst>
          </p:cNvPr>
          <p:cNvPicPr>
            <a:picLocks noChangeAspect="1"/>
          </p:cNvPicPr>
          <p:nvPr/>
        </p:nvPicPr>
        <p:blipFill>
          <a:blip r:embed="rId2"/>
          <a:stretch>
            <a:fillRect/>
          </a:stretch>
        </p:blipFill>
        <p:spPr>
          <a:xfrm>
            <a:off x="2140833" y="0"/>
            <a:ext cx="7910333" cy="6334125"/>
          </a:xfrm>
          <a:prstGeom prst="rect">
            <a:avLst/>
          </a:prstGeom>
        </p:spPr>
      </p:pic>
    </p:spTree>
    <p:extLst>
      <p:ext uri="{BB962C8B-B14F-4D97-AF65-F5344CB8AC3E}">
        <p14:creationId xmlns:p14="http://schemas.microsoft.com/office/powerpoint/2010/main" val="23913631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9D62-78D9-113B-E85C-78B0734DBC37}"/>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50334418-1DE5-EBA9-0996-E6F42B5939D4}"/>
              </a:ext>
            </a:extLst>
          </p:cNvPr>
          <p:cNvPicPr>
            <a:picLocks noChangeAspect="1"/>
          </p:cNvPicPr>
          <p:nvPr/>
        </p:nvPicPr>
        <p:blipFill>
          <a:blip r:embed="rId3"/>
          <a:stretch>
            <a:fillRect/>
          </a:stretch>
        </p:blipFill>
        <p:spPr>
          <a:xfrm>
            <a:off x="2136304" y="0"/>
            <a:ext cx="8511498" cy="5759777"/>
          </a:xfrm>
          <a:prstGeom prst="rect">
            <a:avLst/>
          </a:prstGeom>
        </p:spPr>
      </p:pic>
    </p:spTree>
    <p:extLst>
      <p:ext uri="{BB962C8B-B14F-4D97-AF65-F5344CB8AC3E}">
        <p14:creationId xmlns:p14="http://schemas.microsoft.com/office/powerpoint/2010/main" val="424276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1774F-E111-EB7F-090A-A8A6E84A7855}"/>
            </a:ext>
          </a:extLst>
        </p:cNvPr>
        <p:cNvGrpSpPr/>
        <p:nvPr/>
      </p:nvGrpSpPr>
      <p:grpSpPr>
        <a:xfrm>
          <a:off x="0" y="0"/>
          <a:ext cx="0" cy="0"/>
          <a:chOff x="0" y="0"/>
          <a:chExt cx="0" cy="0"/>
        </a:xfrm>
      </p:grpSpPr>
      <p:pic>
        <p:nvPicPr>
          <p:cNvPr id="2" name="صورة 2">
            <a:extLst>
              <a:ext uri="{FF2B5EF4-FFF2-40B4-BE49-F238E27FC236}">
                <a16:creationId xmlns:a16="http://schemas.microsoft.com/office/drawing/2014/main" id="{AF1921E7-07BB-0D93-2744-C74F2D2F7F5E}"/>
              </a:ext>
            </a:extLst>
          </p:cNvPr>
          <p:cNvPicPr>
            <a:picLocks noChangeAspect="1"/>
          </p:cNvPicPr>
          <p:nvPr/>
        </p:nvPicPr>
        <p:blipFill>
          <a:blip r:embed="rId2"/>
          <a:stretch>
            <a:fillRect/>
          </a:stretch>
        </p:blipFill>
        <p:spPr>
          <a:xfrm>
            <a:off x="2478135" y="1797801"/>
            <a:ext cx="7554488" cy="3774999"/>
          </a:xfrm>
          <a:prstGeom prst="rect">
            <a:avLst/>
          </a:prstGeom>
        </p:spPr>
      </p:pic>
    </p:spTree>
    <p:extLst>
      <p:ext uri="{BB962C8B-B14F-4D97-AF65-F5344CB8AC3E}">
        <p14:creationId xmlns:p14="http://schemas.microsoft.com/office/powerpoint/2010/main" val="1677144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5D25C-FE58-9CF6-0EA2-809BE5D3C46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8ED414-8707-F7EA-5398-ECFDF3EEF9BE}"/>
              </a:ext>
            </a:extLst>
          </p:cNvPr>
          <p:cNvSpPr txBox="1">
            <a:spLocks/>
          </p:cNvSpPr>
          <p:nvPr/>
        </p:nvSpPr>
        <p:spPr>
          <a:xfrm>
            <a:off x="91032" y="347473"/>
            <a:ext cx="8041440" cy="5540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a:solidFill>
                  <a:schemeClr val="bg1"/>
                </a:solidFill>
              </a:rPr>
              <a:t>Types of Networks used for Deep Learning</a:t>
            </a:r>
            <a:endParaRPr lang="ar-SA" sz="3200">
              <a:solidFill>
                <a:schemeClr val="bg1"/>
              </a:solidFill>
            </a:endParaRPr>
          </a:p>
        </p:txBody>
      </p:sp>
      <p:graphicFrame>
        <p:nvGraphicFramePr>
          <p:cNvPr id="3" name="عنصر نائب للمحتوى 3">
            <a:extLst>
              <a:ext uri="{FF2B5EF4-FFF2-40B4-BE49-F238E27FC236}">
                <a16:creationId xmlns:a16="http://schemas.microsoft.com/office/drawing/2014/main" id="{022708F3-16FF-0BC2-64C1-CE6B9499B9BA}"/>
              </a:ext>
            </a:extLst>
          </p:cNvPr>
          <p:cNvGraphicFramePr>
            <a:graphicFrameLocks/>
          </p:cNvGraphicFramePr>
          <p:nvPr>
            <p:extLst>
              <p:ext uri="{D42A27DB-BD31-4B8C-83A1-F6EECF244321}">
                <p14:modId xmlns:p14="http://schemas.microsoft.com/office/powerpoint/2010/main" val="2266538141"/>
              </p:ext>
            </p:extLst>
          </p:nvPr>
        </p:nvGraphicFramePr>
        <p:xfrm>
          <a:off x="1758696" y="1544637"/>
          <a:ext cx="6141720" cy="4477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39990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ACB6-13DB-B767-F741-D05ED4331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35312-496D-A021-354F-67ADD69F9FAC}"/>
              </a:ext>
            </a:extLst>
          </p:cNvPr>
          <p:cNvSpPr txBox="1">
            <a:spLocks/>
          </p:cNvSpPr>
          <p:nvPr/>
        </p:nvSpPr>
        <p:spPr>
          <a:xfrm>
            <a:off x="475080" y="473140"/>
            <a:ext cx="8041440" cy="6302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800">
                <a:solidFill>
                  <a:schemeClr val="bg1"/>
                </a:solidFill>
              </a:rPr>
              <a:t>Convolution Neural Networks(CNN):Basic Idea</a:t>
            </a:r>
            <a:endParaRPr lang="ar-EG" sz="2800">
              <a:solidFill>
                <a:schemeClr val="bg1"/>
              </a:solidFill>
            </a:endParaRPr>
          </a:p>
        </p:txBody>
      </p:sp>
      <p:sp>
        <p:nvSpPr>
          <p:cNvPr id="3" name="Content Placeholder 2">
            <a:extLst>
              <a:ext uri="{FF2B5EF4-FFF2-40B4-BE49-F238E27FC236}">
                <a16:creationId xmlns:a16="http://schemas.microsoft.com/office/drawing/2014/main" id="{5CC2F963-0519-00DE-1941-8824767FB84D}"/>
              </a:ext>
            </a:extLst>
          </p:cNvPr>
          <p:cNvSpPr txBox="1">
            <a:spLocks/>
          </p:cNvSpPr>
          <p:nvPr/>
        </p:nvSpPr>
        <p:spPr>
          <a:xfrm>
            <a:off x="475080" y="2188464"/>
            <a:ext cx="10628376" cy="2481072"/>
          </a:xfrm>
          <a:prstGeom prst="rect">
            <a:avLst/>
          </a:prstGeom>
        </p:spPr>
        <p:txBody>
          <a:bodyPr vert="horz" lIns="0" tIns="0" rIns="0" bIns="0" rtlCol="0">
            <a:normAutofit/>
          </a:bodyPr>
          <a:lstStyle>
            <a:lvl1pPr marL="342900" indent="-342900" algn="l" defTabSz="457200" rtl="0" eaLnBrk="1" latinLnBrk="0" hangingPunct="1">
              <a:spcBef>
                <a:spcPct val="20000"/>
              </a:spcBef>
              <a:buFont typeface="Arial"/>
              <a:buChar char="•"/>
              <a:defRPr sz="4500" b="0" i="0" kern="1200">
                <a:solidFill>
                  <a:schemeClr val="tx1"/>
                </a:solidFill>
                <a:latin typeface="Calibri Light"/>
                <a:ea typeface="+mn-ea"/>
                <a:cs typeface="Calibri Light"/>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a:t>This idea was expanded upon by a fascinating experiment by Hubel and Wiesel in 1962  where they showed that some individual neuronal cells in the brain responded (or fired) only in the presence of edges of a certain orientation.</a:t>
            </a:r>
          </a:p>
          <a:p>
            <a:r>
              <a:rPr lang="en-US" sz="1600"/>
              <a:t> </a:t>
            </a:r>
            <a:r>
              <a:rPr lang="en-US" sz="1600">
                <a:solidFill>
                  <a:srgbClr val="FF0000"/>
                </a:solidFill>
              </a:rPr>
              <a:t>For example, some neurons fired when exposed to vertical edges and some when shown horizontal or diagonal edges. Hubel and Wiesel found out that all of these neurons were organized in a columnar architecture and that together, they were able to produce visual perception.</a:t>
            </a:r>
          </a:p>
          <a:p>
            <a:r>
              <a:rPr lang="en-US" sz="1600"/>
              <a:t> This idea of specialized components inside of a system having specific tasks (the neuronal cells in the visual cortex looking for specific characteristics) is one that machines use as well, and is the basis behind CNNs.</a:t>
            </a:r>
            <a:endParaRPr lang="ar-EG" sz="1600"/>
          </a:p>
        </p:txBody>
      </p:sp>
    </p:spTree>
    <p:extLst>
      <p:ext uri="{BB962C8B-B14F-4D97-AF65-F5344CB8AC3E}">
        <p14:creationId xmlns:p14="http://schemas.microsoft.com/office/powerpoint/2010/main" val="688153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A5D1E-CFDB-0CDD-AF8E-7553039A1455}"/>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37D51A53-AF98-A372-51E4-B3DC68FF3BA2}"/>
              </a:ext>
            </a:extLst>
          </p:cNvPr>
          <p:cNvSpPr txBox="1">
            <a:spLocks/>
          </p:cNvSpPr>
          <p:nvPr/>
        </p:nvSpPr>
        <p:spPr>
          <a:xfrm>
            <a:off x="273688" y="334163"/>
            <a:ext cx="6812911"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a:solidFill>
                  <a:schemeClr val="bg1"/>
                </a:solidFill>
              </a:rPr>
              <a:t>Inputs</a:t>
            </a:r>
            <a:r>
              <a:rPr lang="en-US" spc="-65">
                <a:solidFill>
                  <a:schemeClr val="bg1"/>
                </a:solidFill>
              </a:rPr>
              <a:t> </a:t>
            </a:r>
            <a:r>
              <a:rPr lang="en-US">
                <a:solidFill>
                  <a:schemeClr val="bg1"/>
                </a:solidFill>
              </a:rPr>
              <a:t>and</a:t>
            </a:r>
            <a:r>
              <a:rPr lang="en-US" spc="-60">
                <a:solidFill>
                  <a:schemeClr val="bg1"/>
                </a:solidFill>
              </a:rPr>
              <a:t> </a:t>
            </a:r>
            <a:r>
              <a:rPr lang="en-US" spc="-10">
                <a:solidFill>
                  <a:schemeClr val="bg1"/>
                </a:solidFill>
              </a:rPr>
              <a:t>Outputs</a:t>
            </a:r>
          </a:p>
        </p:txBody>
      </p:sp>
      <p:pic>
        <p:nvPicPr>
          <p:cNvPr id="5" name="object 3">
            <a:extLst>
              <a:ext uri="{FF2B5EF4-FFF2-40B4-BE49-F238E27FC236}">
                <a16:creationId xmlns:a16="http://schemas.microsoft.com/office/drawing/2014/main" id="{604A17AD-FC7D-FE2F-3E23-B38DF9C3E364}"/>
              </a:ext>
            </a:extLst>
          </p:cNvPr>
          <p:cNvPicPr/>
          <p:nvPr/>
        </p:nvPicPr>
        <p:blipFill>
          <a:blip r:embed="rId2" cstate="print"/>
          <a:stretch>
            <a:fillRect/>
          </a:stretch>
        </p:blipFill>
        <p:spPr>
          <a:xfrm>
            <a:off x="1959758" y="1972626"/>
            <a:ext cx="4841926" cy="3857142"/>
          </a:xfrm>
          <a:prstGeom prst="rect">
            <a:avLst/>
          </a:prstGeom>
        </p:spPr>
      </p:pic>
      <p:sp>
        <p:nvSpPr>
          <p:cNvPr id="6" name="object 4">
            <a:extLst>
              <a:ext uri="{FF2B5EF4-FFF2-40B4-BE49-F238E27FC236}">
                <a16:creationId xmlns:a16="http://schemas.microsoft.com/office/drawing/2014/main" id="{F5546376-BA57-D34F-6B26-FE620FE56929}"/>
              </a:ext>
            </a:extLst>
          </p:cNvPr>
          <p:cNvSpPr txBox="1"/>
          <p:nvPr/>
        </p:nvSpPr>
        <p:spPr>
          <a:xfrm>
            <a:off x="8130133" y="1403775"/>
            <a:ext cx="949960" cy="870585"/>
          </a:xfrm>
          <a:prstGeom prst="rect">
            <a:avLst/>
          </a:prstGeom>
          <a:solidFill>
            <a:srgbClr val="EEEEEE"/>
          </a:solidFill>
          <a:ln w="9524">
            <a:solidFill>
              <a:srgbClr val="595959"/>
            </a:solidFill>
          </a:ln>
        </p:spPr>
        <p:txBody>
          <a:bodyPr vert="horz" wrap="square" lIns="0" tIns="70485" rIns="0" bIns="0" rtlCol="0">
            <a:spAutoFit/>
          </a:bodyPr>
          <a:lstStyle/>
          <a:p>
            <a:pPr>
              <a:lnSpc>
                <a:spcPct val="100000"/>
              </a:lnSpc>
              <a:spcBef>
                <a:spcPts val="555"/>
              </a:spcBef>
            </a:pPr>
            <a:endParaRPr sz="1200">
              <a:latin typeface="Times New Roman"/>
              <a:cs typeface="Times New Roman"/>
            </a:endParaRPr>
          </a:p>
          <a:p>
            <a:pPr algn="ctr">
              <a:lnSpc>
                <a:spcPct val="100000"/>
              </a:lnSpc>
            </a:pPr>
            <a:r>
              <a:rPr sz="1200">
                <a:latin typeface="Arial MT"/>
                <a:cs typeface="Arial MT"/>
              </a:rPr>
              <a:t>256</a:t>
            </a:r>
            <a:r>
              <a:rPr sz="1200" spc="-10">
                <a:latin typeface="Arial MT"/>
                <a:cs typeface="Arial MT"/>
              </a:rPr>
              <a:t> </a:t>
            </a:r>
            <a:r>
              <a:rPr sz="1200">
                <a:latin typeface="Arial MT"/>
                <a:cs typeface="Arial MT"/>
              </a:rPr>
              <a:t>X</a:t>
            </a:r>
            <a:r>
              <a:rPr sz="1200" spc="-10">
                <a:latin typeface="Arial MT"/>
                <a:cs typeface="Arial MT"/>
              </a:rPr>
              <a:t> </a:t>
            </a:r>
            <a:r>
              <a:rPr sz="1200" spc="-25">
                <a:latin typeface="Arial MT"/>
                <a:cs typeface="Arial MT"/>
              </a:rPr>
              <a:t>256</a:t>
            </a:r>
            <a:endParaRPr sz="1200">
              <a:latin typeface="Arial MT"/>
              <a:cs typeface="Arial MT"/>
            </a:endParaRPr>
          </a:p>
          <a:p>
            <a:pPr algn="ctr">
              <a:lnSpc>
                <a:spcPct val="100000"/>
              </a:lnSpc>
            </a:pPr>
            <a:r>
              <a:rPr sz="1200" spc="-10">
                <a:latin typeface="Arial MT"/>
                <a:cs typeface="Arial MT"/>
              </a:rPr>
              <a:t>Matrix</a:t>
            </a:r>
            <a:endParaRPr sz="1200">
              <a:latin typeface="Arial MT"/>
              <a:cs typeface="Arial MT"/>
            </a:endParaRPr>
          </a:p>
        </p:txBody>
      </p:sp>
      <p:grpSp>
        <p:nvGrpSpPr>
          <p:cNvPr id="7" name="object 5">
            <a:extLst>
              <a:ext uri="{FF2B5EF4-FFF2-40B4-BE49-F238E27FC236}">
                <a16:creationId xmlns:a16="http://schemas.microsoft.com/office/drawing/2014/main" id="{168DA507-97F4-370D-F76F-E33E5CB5B29A}"/>
              </a:ext>
            </a:extLst>
          </p:cNvPr>
          <p:cNvGrpSpPr/>
          <p:nvPr/>
        </p:nvGrpSpPr>
        <p:grpSpPr>
          <a:xfrm>
            <a:off x="8564042" y="2274075"/>
            <a:ext cx="82550" cy="618490"/>
            <a:chOff x="6899834" y="1323099"/>
            <a:chExt cx="82550" cy="618490"/>
          </a:xfrm>
        </p:grpSpPr>
        <p:sp>
          <p:nvSpPr>
            <p:cNvPr id="8" name="object 6">
              <a:extLst>
                <a:ext uri="{FF2B5EF4-FFF2-40B4-BE49-F238E27FC236}">
                  <a16:creationId xmlns:a16="http://schemas.microsoft.com/office/drawing/2014/main" id="{A8365E63-BCCC-A2B7-71B1-7B1ABF606307}"/>
                </a:ext>
              </a:extLst>
            </p:cNvPr>
            <p:cNvSpPr/>
            <p:nvPr/>
          </p:nvSpPr>
          <p:spPr>
            <a:xfrm>
              <a:off x="6940825" y="1323099"/>
              <a:ext cx="0" cy="522605"/>
            </a:xfrm>
            <a:custGeom>
              <a:avLst/>
              <a:gdLst/>
              <a:ahLst/>
              <a:cxnLst/>
              <a:rect l="l" t="t" r="r" b="b"/>
              <a:pathLst>
                <a:path h="522605">
                  <a:moveTo>
                    <a:pt x="0" y="0"/>
                  </a:moveTo>
                  <a:lnTo>
                    <a:pt x="0" y="521999"/>
                  </a:lnTo>
                </a:path>
              </a:pathLst>
            </a:custGeom>
            <a:ln w="19049">
              <a:solidFill>
                <a:srgbClr val="595959"/>
              </a:solidFill>
            </a:ln>
          </p:spPr>
          <p:txBody>
            <a:bodyPr wrap="square" lIns="0" tIns="0" rIns="0" bIns="0" rtlCol="0"/>
            <a:lstStyle/>
            <a:p>
              <a:endParaRPr/>
            </a:p>
          </p:txBody>
        </p:sp>
        <p:pic>
          <p:nvPicPr>
            <p:cNvPr id="9" name="object 7">
              <a:extLst>
                <a:ext uri="{FF2B5EF4-FFF2-40B4-BE49-F238E27FC236}">
                  <a16:creationId xmlns:a16="http://schemas.microsoft.com/office/drawing/2014/main" id="{54800077-E95C-5020-F267-BF83C5D2FAF0}"/>
                </a:ext>
              </a:extLst>
            </p:cNvPr>
            <p:cNvPicPr/>
            <p:nvPr/>
          </p:nvPicPr>
          <p:blipFill>
            <a:blip r:embed="rId3" cstate="print"/>
            <a:stretch>
              <a:fillRect/>
            </a:stretch>
          </p:blipFill>
          <p:spPr>
            <a:xfrm>
              <a:off x="6899834" y="1835574"/>
              <a:ext cx="81980" cy="105500"/>
            </a:xfrm>
            <a:prstGeom prst="rect">
              <a:avLst/>
            </a:prstGeom>
          </p:spPr>
        </p:pic>
      </p:grpSp>
      <p:sp>
        <p:nvSpPr>
          <p:cNvPr id="10" name="object 8">
            <a:extLst>
              <a:ext uri="{FF2B5EF4-FFF2-40B4-BE49-F238E27FC236}">
                <a16:creationId xmlns:a16="http://schemas.microsoft.com/office/drawing/2014/main" id="{B82D5A0D-205F-48DB-252F-039BC5A7F7E7}"/>
              </a:ext>
            </a:extLst>
          </p:cNvPr>
          <p:cNvSpPr txBox="1"/>
          <p:nvPr/>
        </p:nvSpPr>
        <p:spPr>
          <a:xfrm>
            <a:off x="7910816" y="2449017"/>
            <a:ext cx="1563370" cy="766445"/>
          </a:xfrm>
          <a:prstGeom prst="rect">
            <a:avLst/>
          </a:prstGeom>
        </p:spPr>
        <p:txBody>
          <a:bodyPr vert="horz" wrap="square" lIns="0" tIns="12700" rIns="0" bIns="0" rtlCol="0">
            <a:spAutoFit/>
          </a:bodyPr>
          <a:lstStyle/>
          <a:p>
            <a:pPr marL="903605">
              <a:lnSpc>
                <a:spcPct val="100000"/>
              </a:lnSpc>
              <a:spcBef>
                <a:spcPts val="100"/>
              </a:spcBef>
            </a:pPr>
            <a:r>
              <a:rPr sz="1200">
                <a:latin typeface="Arial MT"/>
                <a:cs typeface="Arial MT"/>
              </a:rPr>
              <a:t>DL</a:t>
            </a:r>
            <a:r>
              <a:rPr sz="1200" spc="-55">
                <a:latin typeface="Arial MT"/>
                <a:cs typeface="Arial MT"/>
              </a:rPr>
              <a:t> </a:t>
            </a:r>
            <a:r>
              <a:rPr sz="1200" spc="-10">
                <a:latin typeface="Arial MT"/>
                <a:cs typeface="Arial MT"/>
              </a:rPr>
              <a:t>model</a:t>
            </a:r>
            <a:endParaRPr sz="1200">
              <a:latin typeface="Arial MT"/>
              <a:cs typeface="Arial MT"/>
            </a:endParaRPr>
          </a:p>
          <a:p>
            <a:pPr>
              <a:lnSpc>
                <a:spcPct val="100000"/>
              </a:lnSpc>
              <a:spcBef>
                <a:spcPts val="1330"/>
              </a:spcBef>
            </a:pPr>
            <a:endParaRPr sz="1200">
              <a:latin typeface="Arial MT"/>
              <a:cs typeface="Arial MT"/>
            </a:endParaRPr>
          </a:p>
          <a:p>
            <a:pPr marL="12700">
              <a:lnSpc>
                <a:spcPct val="100000"/>
              </a:lnSpc>
            </a:pPr>
            <a:r>
              <a:rPr sz="1400" spc="-10">
                <a:latin typeface="Arial MT"/>
                <a:cs typeface="Arial MT"/>
              </a:rPr>
              <a:t>4-</a:t>
            </a:r>
            <a:r>
              <a:rPr sz="1400">
                <a:latin typeface="Arial MT"/>
                <a:cs typeface="Arial MT"/>
              </a:rPr>
              <a:t>Element</a:t>
            </a:r>
            <a:r>
              <a:rPr sz="1400" spc="-25">
                <a:latin typeface="Arial MT"/>
                <a:cs typeface="Arial MT"/>
              </a:rPr>
              <a:t> </a:t>
            </a:r>
            <a:r>
              <a:rPr sz="1400" spc="-10">
                <a:latin typeface="Arial MT"/>
                <a:cs typeface="Arial MT"/>
              </a:rPr>
              <a:t>Vector</a:t>
            </a:r>
            <a:endParaRPr sz="1400">
              <a:latin typeface="Arial MT"/>
              <a:cs typeface="Arial MT"/>
            </a:endParaRPr>
          </a:p>
        </p:txBody>
      </p:sp>
      <p:grpSp>
        <p:nvGrpSpPr>
          <p:cNvPr id="11" name="object 9">
            <a:extLst>
              <a:ext uri="{FF2B5EF4-FFF2-40B4-BE49-F238E27FC236}">
                <a16:creationId xmlns:a16="http://schemas.microsoft.com/office/drawing/2014/main" id="{8AEEF79E-26D5-31B0-CFE4-1558708C9EFE}"/>
              </a:ext>
            </a:extLst>
          </p:cNvPr>
          <p:cNvGrpSpPr/>
          <p:nvPr/>
        </p:nvGrpSpPr>
        <p:grpSpPr>
          <a:xfrm>
            <a:off x="7321720" y="3860688"/>
            <a:ext cx="732790" cy="1590040"/>
            <a:chOff x="5657512" y="2909712"/>
            <a:chExt cx="732790" cy="1590040"/>
          </a:xfrm>
        </p:grpSpPr>
        <p:sp>
          <p:nvSpPr>
            <p:cNvPr id="12" name="object 10">
              <a:extLst>
                <a:ext uri="{FF2B5EF4-FFF2-40B4-BE49-F238E27FC236}">
                  <a16:creationId xmlns:a16="http://schemas.microsoft.com/office/drawing/2014/main" id="{800FA4FA-FF01-5336-62E6-9AA2C7814EC3}"/>
                </a:ext>
              </a:extLst>
            </p:cNvPr>
            <p:cNvSpPr/>
            <p:nvPr/>
          </p:nvSpPr>
          <p:spPr>
            <a:xfrm>
              <a:off x="5662274" y="2914474"/>
              <a:ext cx="723265" cy="1580515"/>
            </a:xfrm>
            <a:custGeom>
              <a:avLst/>
              <a:gdLst/>
              <a:ahLst/>
              <a:cxnLst/>
              <a:rect l="l" t="t" r="r" b="b"/>
              <a:pathLst>
                <a:path w="723264"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2" y="231400"/>
                  </a:lnTo>
                  <a:lnTo>
                    <a:pt x="634602" y="273083"/>
                  </a:lnTo>
                  <a:lnTo>
                    <a:pt x="650831" y="317186"/>
                  </a:lnTo>
                  <a:lnTo>
                    <a:pt x="665511" y="363507"/>
                  </a:lnTo>
                  <a:lnTo>
                    <a:pt x="678607" y="411848"/>
                  </a:lnTo>
                  <a:lnTo>
                    <a:pt x="690078" y="462009"/>
                  </a:lnTo>
                  <a:lnTo>
                    <a:pt x="699888"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13" name="object 11">
              <a:extLst>
                <a:ext uri="{FF2B5EF4-FFF2-40B4-BE49-F238E27FC236}">
                  <a16:creationId xmlns:a16="http://schemas.microsoft.com/office/drawing/2014/main" id="{E852777C-3C26-0F05-0C31-23C64544347D}"/>
                </a:ext>
              </a:extLst>
            </p:cNvPr>
            <p:cNvSpPr/>
            <p:nvPr/>
          </p:nvSpPr>
          <p:spPr>
            <a:xfrm>
              <a:off x="5662274" y="2914475"/>
              <a:ext cx="723265" cy="1580515"/>
            </a:xfrm>
            <a:custGeom>
              <a:avLst/>
              <a:gdLst/>
              <a:ahLst/>
              <a:cxnLst/>
              <a:rect l="l" t="t" r="r" b="b"/>
              <a:pathLst>
                <a:path w="723264"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2" y="231400"/>
                  </a:lnTo>
                  <a:lnTo>
                    <a:pt x="634602" y="273083"/>
                  </a:lnTo>
                  <a:lnTo>
                    <a:pt x="650831" y="317186"/>
                  </a:lnTo>
                  <a:lnTo>
                    <a:pt x="665511" y="363507"/>
                  </a:lnTo>
                  <a:lnTo>
                    <a:pt x="678607" y="411848"/>
                  </a:lnTo>
                  <a:lnTo>
                    <a:pt x="690078" y="462009"/>
                  </a:lnTo>
                  <a:lnTo>
                    <a:pt x="699888"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14" name="object 12">
            <a:extLst>
              <a:ext uri="{FF2B5EF4-FFF2-40B4-BE49-F238E27FC236}">
                <a16:creationId xmlns:a16="http://schemas.microsoft.com/office/drawing/2014/main" id="{E847DCB5-7D80-1E43-A8DA-3B732D7D8DEB}"/>
              </a:ext>
            </a:extLst>
          </p:cNvPr>
          <p:cNvSpPr txBox="1"/>
          <p:nvPr/>
        </p:nvSpPr>
        <p:spPr>
          <a:xfrm>
            <a:off x="7625718" y="3995609"/>
            <a:ext cx="124460" cy="1305560"/>
          </a:xfrm>
          <a:prstGeom prst="rect">
            <a:avLst/>
          </a:prstGeom>
        </p:spPr>
        <p:txBody>
          <a:bodyPr vert="horz" wrap="square" lIns="0" tIns="12700" rIns="0" bIns="0" rtlCol="0">
            <a:spAutoFit/>
          </a:bodyPr>
          <a:lstStyle/>
          <a:p>
            <a:pPr marL="12700">
              <a:lnSpc>
                <a:spcPct val="100000"/>
              </a:lnSpc>
              <a:spcBef>
                <a:spcPts val="100"/>
              </a:spcBef>
            </a:pPr>
            <a:r>
              <a:rPr sz="1400" spc="-50">
                <a:latin typeface="Arial MT"/>
                <a:cs typeface="Arial MT"/>
              </a:rPr>
              <a:t>1</a:t>
            </a:r>
            <a:endParaRPr sz="1400">
              <a:latin typeface="Arial MT"/>
              <a:cs typeface="Arial MT"/>
            </a:endParaRPr>
          </a:p>
          <a:p>
            <a:pPr marL="12700">
              <a:lnSpc>
                <a:spcPct val="100000"/>
              </a:lnSpc>
            </a:pPr>
            <a:r>
              <a:rPr sz="1400" spc="-50">
                <a:latin typeface="Arial MT"/>
                <a:cs typeface="Arial MT"/>
              </a:rPr>
              <a:t>2</a:t>
            </a:r>
            <a:endParaRPr sz="1400">
              <a:latin typeface="Arial MT"/>
              <a:cs typeface="Arial MT"/>
            </a:endParaRPr>
          </a:p>
          <a:p>
            <a:pPr marL="12700">
              <a:lnSpc>
                <a:spcPct val="100000"/>
              </a:lnSpc>
            </a:pPr>
            <a:r>
              <a:rPr sz="1400" spc="-50">
                <a:latin typeface="Arial MT"/>
                <a:cs typeface="Arial MT"/>
              </a:rPr>
              <a:t>3</a:t>
            </a:r>
            <a:endParaRPr sz="1400">
              <a:latin typeface="Arial MT"/>
              <a:cs typeface="Arial MT"/>
            </a:endParaRPr>
          </a:p>
          <a:p>
            <a:pPr marL="12700">
              <a:lnSpc>
                <a:spcPct val="100000"/>
              </a:lnSpc>
            </a:pPr>
            <a:r>
              <a:rPr sz="1400" spc="-50">
                <a:latin typeface="Arial MT"/>
                <a:cs typeface="Arial MT"/>
              </a:rPr>
              <a:t>4</a:t>
            </a:r>
            <a:endParaRPr sz="1400">
              <a:latin typeface="Arial MT"/>
              <a:cs typeface="Arial MT"/>
            </a:endParaRPr>
          </a:p>
          <a:p>
            <a:pPr marL="12700">
              <a:lnSpc>
                <a:spcPct val="100000"/>
              </a:lnSpc>
            </a:pPr>
            <a:r>
              <a:rPr sz="1400" spc="-50">
                <a:latin typeface="Arial MT"/>
                <a:cs typeface="Arial MT"/>
              </a:rPr>
              <a:t>5</a:t>
            </a:r>
            <a:endParaRPr sz="1400">
              <a:latin typeface="Arial MT"/>
              <a:cs typeface="Arial MT"/>
            </a:endParaRPr>
          </a:p>
          <a:p>
            <a:pPr marL="12700">
              <a:lnSpc>
                <a:spcPct val="100000"/>
              </a:lnSpc>
            </a:pPr>
            <a:r>
              <a:rPr sz="1400" spc="-50">
                <a:latin typeface="Arial MT"/>
                <a:cs typeface="Arial MT"/>
              </a:rPr>
              <a:t>6</a:t>
            </a:r>
            <a:endParaRPr sz="1400">
              <a:latin typeface="Arial MT"/>
              <a:cs typeface="Arial MT"/>
            </a:endParaRPr>
          </a:p>
        </p:txBody>
      </p:sp>
      <p:grpSp>
        <p:nvGrpSpPr>
          <p:cNvPr id="15" name="object 13">
            <a:extLst>
              <a:ext uri="{FF2B5EF4-FFF2-40B4-BE49-F238E27FC236}">
                <a16:creationId xmlns:a16="http://schemas.microsoft.com/office/drawing/2014/main" id="{272B16C4-08CA-CA2E-8CF8-CD43F9647E67}"/>
              </a:ext>
            </a:extLst>
          </p:cNvPr>
          <p:cNvGrpSpPr/>
          <p:nvPr/>
        </p:nvGrpSpPr>
        <p:grpSpPr>
          <a:xfrm>
            <a:off x="8238920" y="3860688"/>
            <a:ext cx="732790" cy="1590040"/>
            <a:chOff x="6574712" y="2909712"/>
            <a:chExt cx="732790" cy="1590040"/>
          </a:xfrm>
        </p:grpSpPr>
        <p:sp>
          <p:nvSpPr>
            <p:cNvPr id="16" name="object 14">
              <a:extLst>
                <a:ext uri="{FF2B5EF4-FFF2-40B4-BE49-F238E27FC236}">
                  <a16:creationId xmlns:a16="http://schemas.microsoft.com/office/drawing/2014/main" id="{82CED3FC-9977-0BDA-48CB-2BEFD2DDEE60}"/>
                </a:ext>
              </a:extLst>
            </p:cNvPr>
            <p:cNvSpPr/>
            <p:nvPr/>
          </p:nvSpPr>
          <p:spPr>
            <a:xfrm>
              <a:off x="6579475" y="2914474"/>
              <a:ext cx="723265" cy="1580515"/>
            </a:xfrm>
            <a:custGeom>
              <a:avLst/>
              <a:gdLst/>
              <a:ahLst/>
              <a:cxnLst/>
              <a:rect l="l" t="t" r="r" b="b"/>
              <a:pathLst>
                <a:path w="723265"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17" name="object 15">
              <a:extLst>
                <a:ext uri="{FF2B5EF4-FFF2-40B4-BE49-F238E27FC236}">
                  <a16:creationId xmlns:a16="http://schemas.microsoft.com/office/drawing/2014/main" id="{BED841BC-394C-E335-8C1A-15D91440AE25}"/>
                </a:ext>
              </a:extLst>
            </p:cNvPr>
            <p:cNvSpPr/>
            <p:nvPr/>
          </p:nvSpPr>
          <p:spPr>
            <a:xfrm>
              <a:off x="6579475" y="2914475"/>
              <a:ext cx="723265" cy="1580515"/>
            </a:xfrm>
            <a:custGeom>
              <a:avLst/>
              <a:gdLst/>
              <a:ahLst/>
              <a:cxnLst/>
              <a:rect l="l" t="t" r="r" b="b"/>
              <a:pathLst>
                <a:path w="723265"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18" name="object 16">
            <a:extLst>
              <a:ext uri="{FF2B5EF4-FFF2-40B4-BE49-F238E27FC236}">
                <a16:creationId xmlns:a16="http://schemas.microsoft.com/office/drawing/2014/main" id="{2DB40581-9C35-F6A8-70F8-66A3B67F37FA}"/>
              </a:ext>
            </a:extLst>
          </p:cNvPr>
          <p:cNvSpPr txBox="1"/>
          <p:nvPr/>
        </p:nvSpPr>
        <p:spPr>
          <a:xfrm>
            <a:off x="8523222" y="4208969"/>
            <a:ext cx="163830" cy="878840"/>
          </a:xfrm>
          <a:prstGeom prst="rect">
            <a:avLst/>
          </a:prstGeom>
        </p:spPr>
        <p:txBody>
          <a:bodyPr vert="horz" wrap="square" lIns="0" tIns="12700" rIns="0" bIns="0" rtlCol="0">
            <a:spAutoFit/>
          </a:bodyPr>
          <a:lstStyle/>
          <a:p>
            <a:pPr marL="12700" marR="5080" indent="9525" algn="just">
              <a:lnSpc>
                <a:spcPct val="100000"/>
              </a:lnSpc>
              <a:spcBef>
                <a:spcPts val="100"/>
              </a:spcBef>
            </a:pPr>
            <a:r>
              <a:rPr sz="1400" spc="-50">
                <a:latin typeface="Arial MT"/>
                <a:cs typeface="Arial MT"/>
              </a:rPr>
              <a:t>A C T G</a:t>
            </a:r>
            <a:endParaRPr sz="1400">
              <a:latin typeface="Arial MT"/>
              <a:cs typeface="Arial MT"/>
            </a:endParaRPr>
          </a:p>
        </p:txBody>
      </p:sp>
      <p:grpSp>
        <p:nvGrpSpPr>
          <p:cNvPr id="19" name="object 17">
            <a:extLst>
              <a:ext uri="{FF2B5EF4-FFF2-40B4-BE49-F238E27FC236}">
                <a16:creationId xmlns:a16="http://schemas.microsoft.com/office/drawing/2014/main" id="{19278CFF-4710-7BAF-44E1-CD3AA0294CFF}"/>
              </a:ext>
            </a:extLst>
          </p:cNvPr>
          <p:cNvGrpSpPr/>
          <p:nvPr/>
        </p:nvGrpSpPr>
        <p:grpSpPr>
          <a:xfrm>
            <a:off x="9156120" y="3860688"/>
            <a:ext cx="732790" cy="1590040"/>
            <a:chOff x="7491912" y="2909712"/>
            <a:chExt cx="732790" cy="1590040"/>
          </a:xfrm>
        </p:grpSpPr>
        <p:sp>
          <p:nvSpPr>
            <p:cNvPr id="20" name="object 18">
              <a:extLst>
                <a:ext uri="{FF2B5EF4-FFF2-40B4-BE49-F238E27FC236}">
                  <a16:creationId xmlns:a16="http://schemas.microsoft.com/office/drawing/2014/main" id="{FA142AA2-818E-B31F-CCA0-CA8EC288CEFC}"/>
                </a:ext>
              </a:extLst>
            </p:cNvPr>
            <p:cNvSpPr/>
            <p:nvPr/>
          </p:nvSpPr>
          <p:spPr>
            <a:xfrm>
              <a:off x="7496674" y="2914474"/>
              <a:ext cx="723265" cy="1580515"/>
            </a:xfrm>
            <a:custGeom>
              <a:avLst/>
              <a:gdLst/>
              <a:ahLst/>
              <a:cxnLst/>
              <a:rect l="l" t="t" r="r" b="b"/>
              <a:pathLst>
                <a:path w="723265" h="1580514">
                  <a:moveTo>
                    <a:pt x="361349" y="1580099"/>
                  </a:move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7" y="231400"/>
                  </a:lnTo>
                  <a:lnTo>
                    <a:pt x="126187" y="190179"/>
                  </a:lnTo>
                  <a:lnTo>
                    <a:pt x="147941" y="152433"/>
                  </a:lnTo>
                  <a:lnTo>
                    <a:pt x="171006" y="118367"/>
                  </a:lnTo>
                  <a:lnTo>
                    <a:pt x="195288" y="88183"/>
                  </a:lnTo>
                  <a:lnTo>
                    <a:pt x="247135" y="40277"/>
                  </a:lnTo>
                  <a:lnTo>
                    <a:pt x="302737" y="10340"/>
                  </a:lnTo>
                  <a:lnTo>
                    <a:pt x="361349" y="0"/>
                  </a:lnTo>
                  <a:lnTo>
                    <a:pt x="397065" y="3865"/>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close/>
                </a:path>
              </a:pathLst>
            </a:custGeom>
            <a:solidFill>
              <a:srgbClr val="EEEEEE"/>
            </a:solidFill>
          </p:spPr>
          <p:txBody>
            <a:bodyPr wrap="square" lIns="0" tIns="0" rIns="0" bIns="0" rtlCol="0"/>
            <a:lstStyle/>
            <a:p>
              <a:endParaRPr/>
            </a:p>
          </p:txBody>
        </p:sp>
        <p:sp>
          <p:nvSpPr>
            <p:cNvPr id="21" name="object 19">
              <a:extLst>
                <a:ext uri="{FF2B5EF4-FFF2-40B4-BE49-F238E27FC236}">
                  <a16:creationId xmlns:a16="http://schemas.microsoft.com/office/drawing/2014/main" id="{E2900EE5-BED1-54B9-E585-D3317BEA7C65}"/>
                </a:ext>
              </a:extLst>
            </p:cNvPr>
            <p:cNvSpPr/>
            <p:nvPr/>
          </p:nvSpPr>
          <p:spPr>
            <a:xfrm>
              <a:off x="7496674" y="2914475"/>
              <a:ext cx="723265" cy="1580515"/>
            </a:xfrm>
            <a:custGeom>
              <a:avLst/>
              <a:gdLst/>
              <a:ahLst/>
              <a:cxnLst/>
              <a:rect l="l" t="t" r="r" b="b"/>
              <a:pathLst>
                <a:path w="723265" h="1580514">
                  <a:moveTo>
                    <a:pt x="0" y="790049"/>
                  </a:moveTo>
                  <a:lnTo>
                    <a:pt x="1197" y="725253"/>
                  </a:lnTo>
                  <a:lnTo>
                    <a:pt x="4729" y="661899"/>
                  </a:lnTo>
                  <a:lnTo>
                    <a:pt x="10501" y="600191"/>
                  </a:lnTo>
                  <a:lnTo>
                    <a:pt x="18421" y="540333"/>
                  </a:lnTo>
                  <a:lnTo>
                    <a:pt x="28396" y="482526"/>
                  </a:lnTo>
                  <a:lnTo>
                    <a:pt x="40333" y="426976"/>
                  </a:lnTo>
                  <a:lnTo>
                    <a:pt x="54138" y="373885"/>
                  </a:lnTo>
                  <a:lnTo>
                    <a:pt x="69719" y="323456"/>
                  </a:lnTo>
                  <a:lnTo>
                    <a:pt x="86983" y="275893"/>
                  </a:lnTo>
                  <a:lnTo>
                    <a:pt x="105836" y="231400"/>
                  </a:lnTo>
                  <a:lnTo>
                    <a:pt x="126187" y="190179"/>
                  </a:lnTo>
                  <a:lnTo>
                    <a:pt x="147941" y="152433"/>
                  </a:lnTo>
                  <a:lnTo>
                    <a:pt x="171006" y="118367"/>
                  </a:lnTo>
                  <a:lnTo>
                    <a:pt x="195288" y="88183"/>
                  </a:lnTo>
                  <a:lnTo>
                    <a:pt x="247135" y="40277"/>
                  </a:lnTo>
                  <a:lnTo>
                    <a:pt x="302737" y="10340"/>
                  </a:lnTo>
                  <a:lnTo>
                    <a:pt x="361349" y="0"/>
                  </a:lnTo>
                  <a:lnTo>
                    <a:pt x="432175" y="15320"/>
                  </a:lnTo>
                  <a:lnTo>
                    <a:pt x="466443" y="34150"/>
                  </a:lnTo>
                  <a:lnTo>
                    <a:pt x="499632" y="60138"/>
                  </a:lnTo>
                  <a:lnTo>
                    <a:pt x="531506" y="93073"/>
                  </a:lnTo>
                  <a:lnTo>
                    <a:pt x="561827" y="132737"/>
                  </a:lnTo>
                  <a:lnTo>
                    <a:pt x="590358" y="178918"/>
                  </a:lnTo>
                  <a:lnTo>
                    <a:pt x="616863" y="231400"/>
                  </a:lnTo>
                  <a:lnTo>
                    <a:pt x="634602" y="273083"/>
                  </a:lnTo>
                  <a:lnTo>
                    <a:pt x="650831" y="317186"/>
                  </a:lnTo>
                  <a:lnTo>
                    <a:pt x="665512" y="363507"/>
                  </a:lnTo>
                  <a:lnTo>
                    <a:pt x="678607" y="411848"/>
                  </a:lnTo>
                  <a:lnTo>
                    <a:pt x="690079" y="462009"/>
                  </a:lnTo>
                  <a:lnTo>
                    <a:pt x="699889" y="513792"/>
                  </a:lnTo>
                  <a:lnTo>
                    <a:pt x="708000" y="566997"/>
                  </a:lnTo>
                  <a:lnTo>
                    <a:pt x="714374" y="621424"/>
                  </a:lnTo>
                  <a:lnTo>
                    <a:pt x="718974" y="676875"/>
                  </a:lnTo>
                  <a:lnTo>
                    <a:pt x="721762" y="733150"/>
                  </a:lnTo>
                  <a:lnTo>
                    <a:pt x="722699" y="790049"/>
                  </a:lnTo>
                  <a:lnTo>
                    <a:pt x="721502" y="854846"/>
                  </a:lnTo>
                  <a:lnTo>
                    <a:pt x="717970" y="918200"/>
                  </a:lnTo>
                  <a:lnTo>
                    <a:pt x="712198" y="979908"/>
                  </a:lnTo>
                  <a:lnTo>
                    <a:pt x="704278" y="1039766"/>
                  </a:lnTo>
                  <a:lnTo>
                    <a:pt x="694303" y="1097573"/>
                  </a:lnTo>
                  <a:lnTo>
                    <a:pt x="682366" y="1153123"/>
                  </a:lnTo>
                  <a:lnTo>
                    <a:pt x="668561" y="1206214"/>
                  </a:lnTo>
                  <a:lnTo>
                    <a:pt x="652980" y="1256643"/>
                  </a:lnTo>
                  <a:lnTo>
                    <a:pt x="635716" y="1304206"/>
                  </a:lnTo>
                  <a:lnTo>
                    <a:pt x="616862" y="1348699"/>
                  </a:lnTo>
                  <a:lnTo>
                    <a:pt x="596512" y="1389920"/>
                  </a:lnTo>
                  <a:lnTo>
                    <a:pt x="574758" y="1427666"/>
                  </a:lnTo>
                  <a:lnTo>
                    <a:pt x="551693" y="1461732"/>
                  </a:lnTo>
                  <a:lnTo>
                    <a:pt x="527411" y="1491916"/>
                  </a:lnTo>
                  <a:lnTo>
                    <a:pt x="475564" y="1539822"/>
                  </a:lnTo>
                  <a:lnTo>
                    <a:pt x="419962" y="1569759"/>
                  </a:lnTo>
                  <a:lnTo>
                    <a:pt x="361349" y="1580099"/>
                  </a:lnTo>
                  <a:lnTo>
                    <a:pt x="302737" y="1569759"/>
                  </a:lnTo>
                  <a:lnTo>
                    <a:pt x="247135" y="1539822"/>
                  </a:lnTo>
                  <a:lnTo>
                    <a:pt x="195288" y="1491916"/>
                  </a:lnTo>
                  <a:lnTo>
                    <a:pt x="171006" y="1461732"/>
                  </a:lnTo>
                  <a:lnTo>
                    <a:pt x="147941" y="1427666"/>
                  </a:lnTo>
                  <a:lnTo>
                    <a:pt x="126187" y="1389920"/>
                  </a:lnTo>
                  <a:lnTo>
                    <a:pt x="105836" y="1348699"/>
                  </a:lnTo>
                  <a:lnTo>
                    <a:pt x="86983" y="1304206"/>
                  </a:lnTo>
                  <a:lnTo>
                    <a:pt x="69719" y="1256643"/>
                  </a:lnTo>
                  <a:lnTo>
                    <a:pt x="54138" y="1206214"/>
                  </a:lnTo>
                  <a:lnTo>
                    <a:pt x="40333" y="1153123"/>
                  </a:lnTo>
                  <a:lnTo>
                    <a:pt x="28396" y="1097573"/>
                  </a:lnTo>
                  <a:lnTo>
                    <a:pt x="18421" y="1039766"/>
                  </a:lnTo>
                  <a:lnTo>
                    <a:pt x="10501" y="979908"/>
                  </a:lnTo>
                  <a:lnTo>
                    <a:pt x="4729" y="918200"/>
                  </a:lnTo>
                  <a:lnTo>
                    <a:pt x="1197" y="854846"/>
                  </a:lnTo>
                  <a:lnTo>
                    <a:pt x="0" y="790049"/>
                  </a:lnTo>
                  <a:close/>
                </a:path>
              </a:pathLst>
            </a:custGeom>
            <a:ln w="9524">
              <a:solidFill>
                <a:srgbClr val="595959"/>
              </a:solidFill>
            </a:ln>
          </p:spPr>
          <p:txBody>
            <a:bodyPr wrap="square" lIns="0" tIns="0" rIns="0" bIns="0" rtlCol="0"/>
            <a:lstStyle/>
            <a:p>
              <a:endParaRPr/>
            </a:p>
          </p:txBody>
        </p:sp>
      </p:grpSp>
      <p:sp>
        <p:nvSpPr>
          <p:cNvPr id="22" name="object 20">
            <a:extLst>
              <a:ext uri="{FF2B5EF4-FFF2-40B4-BE49-F238E27FC236}">
                <a16:creationId xmlns:a16="http://schemas.microsoft.com/office/drawing/2014/main" id="{49AC57E1-A5A9-255C-3F51-9669786D0D94}"/>
              </a:ext>
            </a:extLst>
          </p:cNvPr>
          <p:cNvSpPr txBox="1"/>
          <p:nvPr/>
        </p:nvSpPr>
        <p:spPr>
          <a:xfrm>
            <a:off x="9435520" y="4422329"/>
            <a:ext cx="173990" cy="452120"/>
          </a:xfrm>
          <a:prstGeom prst="rect">
            <a:avLst/>
          </a:prstGeom>
        </p:spPr>
        <p:txBody>
          <a:bodyPr vert="horz" wrap="square" lIns="0" tIns="12700" rIns="0" bIns="0" rtlCol="0">
            <a:spAutoFit/>
          </a:bodyPr>
          <a:lstStyle/>
          <a:p>
            <a:pPr marL="32384" marR="5080" indent="-20320">
              <a:lnSpc>
                <a:spcPct val="100000"/>
              </a:lnSpc>
              <a:spcBef>
                <a:spcPts val="100"/>
              </a:spcBef>
            </a:pPr>
            <a:r>
              <a:rPr sz="1400" spc="-50">
                <a:latin typeface="Arial MT"/>
                <a:cs typeface="Arial MT"/>
              </a:rPr>
              <a:t>M F</a:t>
            </a:r>
            <a:endParaRPr sz="1400">
              <a:latin typeface="Arial MT"/>
              <a:cs typeface="Arial MT"/>
            </a:endParaRPr>
          </a:p>
        </p:txBody>
      </p:sp>
      <p:grpSp>
        <p:nvGrpSpPr>
          <p:cNvPr id="23" name="object 21">
            <a:extLst>
              <a:ext uri="{FF2B5EF4-FFF2-40B4-BE49-F238E27FC236}">
                <a16:creationId xmlns:a16="http://schemas.microsoft.com/office/drawing/2014/main" id="{B61409AD-BD96-9A20-012B-F6F245A6E30A}"/>
              </a:ext>
            </a:extLst>
          </p:cNvPr>
          <p:cNvGrpSpPr/>
          <p:nvPr/>
        </p:nvGrpSpPr>
        <p:grpSpPr>
          <a:xfrm>
            <a:off x="7801720" y="4182338"/>
            <a:ext cx="1592580" cy="961390"/>
            <a:chOff x="6137512" y="3231362"/>
            <a:chExt cx="1592580" cy="961390"/>
          </a:xfrm>
        </p:grpSpPr>
        <p:sp>
          <p:nvSpPr>
            <p:cNvPr id="24" name="object 22">
              <a:extLst>
                <a:ext uri="{FF2B5EF4-FFF2-40B4-BE49-F238E27FC236}">
                  <a16:creationId xmlns:a16="http://schemas.microsoft.com/office/drawing/2014/main" id="{3E4EEC74-DBBE-0C7F-3DD2-ADC46DDC9371}"/>
                </a:ext>
              </a:extLst>
            </p:cNvPr>
            <p:cNvSpPr/>
            <p:nvPr/>
          </p:nvSpPr>
          <p:spPr>
            <a:xfrm>
              <a:off x="6142275" y="323612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25" name="object 23">
              <a:extLst>
                <a:ext uri="{FF2B5EF4-FFF2-40B4-BE49-F238E27FC236}">
                  <a16:creationId xmlns:a16="http://schemas.microsoft.com/office/drawing/2014/main" id="{863D6EC6-DCBE-EFC5-169C-F1CB005CD902}"/>
                </a:ext>
              </a:extLst>
            </p:cNvPr>
            <p:cNvSpPr/>
            <p:nvPr/>
          </p:nvSpPr>
          <p:spPr>
            <a:xfrm>
              <a:off x="6769419" y="337664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26" name="object 24">
              <a:extLst>
                <a:ext uri="{FF2B5EF4-FFF2-40B4-BE49-F238E27FC236}">
                  <a16:creationId xmlns:a16="http://schemas.microsoft.com/office/drawing/2014/main" id="{437124F3-808E-9532-B8EF-6533CE774FCA}"/>
                </a:ext>
              </a:extLst>
            </p:cNvPr>
            <p:cNvSpPr/>
            <p:nvPr/>
          </p:nvSpPr>
          <p:spPr>
            <a:xfrm>
              <a:off x="6769419" y="337664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27" name="object 25">
              <a:extLst>
                <a:ext uri="{FF2B5EF4-FFF2-40B4-BE49-F238E27FC236}">
                  <a16:creationId xmlns:a16="http://schemas.microsoft.com/office/drawing/2014/main" id="{C5B06FF8-46BB-3127-B0D6-CF8519429F8C}"/>
                </a:ext>
              </a:extLst>
            </p:cNvPr>
            <p:cNvSpPr/>
            <p:nvPr/>
          </p:nvSpPr>
          <p:spPr>
            <a:xfrm>
              <a:off x="6142275" y="342794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28" name="object 26">
              <a:extLst>
                <a:ext uri="{FF2B5EF4-FFF2-40B4-BE49-F238E27FC236}">
                  <a16:creationId xmlns:a16="http://schemas.microsoft.com/office/drawing/2014/main" id="{CB7423C1-84A8-06F4-3DE0-5F7615348AC7}"/>
                </a:ext>
              </a:extLst>
            </p:cNvPr>
            <p:cNvSpPr/>
            <p:nvPr/>
          </p:nvSpPr>
          <p:spPr>
            <a:xfrm>
              <a:off x="6769419" y="356847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29" name="object 27">
              <a:extLst>
                <a:ext uri="{FF2B5EF4-FFF2-40B4-BE49-F238E27FC236}">
                  <a16:creationId xmlns:a16="http://schemas.microsoft.com/office/drawing/2014/main" id="{90597754-0C0E-F2F7-99C6-B9388B781764}"/>
                </a:ext>
              </a:extLst>
            </p:cNvPr>
            <p:cNvSpPr/>
            <p:nvPr/>
          </p:nvSpPr>
          <p:spPr>
            <a:xfrm>
              <a:off x="6769419" y="356847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0" name="object 28">
              <a:extLst>
                <a:ext uri="{FF2B5EF4-FFF2-40B4-BE49-F238E27FC236}">
                  <a16:creationId xmlns:a16="http://schemas.microsoft.com/office/drawing/2014/main" id="{2BE6B567-5576-06CF-62F3-AA9461E28E4A}"/>
                </a:ext>
              </a:extLst>
            </p:cNvPr>
            <p:cNvSpPr/>
            <p:nvPr/>
          </p:nvSpPr>
          <p:spPr>
            <a:xfrm>
              <a:off x="6142275" y="361977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31" name="object 29">
              <a:extLst>
                <a:ext uri="{FF2B5EF4-FFF2-40B4-BE49-F238E27FC236}">
                  <a16:creationId xmlns:a16="http://schemas.microsoft.com/office/drawing/2014/main" id="{2A7C15FC-8A5D-B3EF-59DF-65064B8F8E0B}"/>
                </a:ext>
              </a:extLst>
            </p:cNvPr>
            <p:cNvSpPr/>
            <p:nvPr/>
          </p:nvSpPr>
          <p:spPr>
            <a:xfrm>
              <a:off x="6769419" y="376029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32" name="object 30">
              <a:extLst>
                <a:ext uri="{FF2B5EF4-FFF2-40B4-BE49-F238E27FC236}">
                  <a16:creationId xmlns:a16="http://schemas.microsoft.com/office/drawing/2014/main" id="{E6F187A6-56AB-8169-378D-3DD322B584BF}"/>
                </a:ext>
              </a:extLst>
            </p:cNvPr>
            <p:cNvSpPr/>
            <p:nvPr/>
          </p:nvSpPr>
          <p:spPr>
            <a:xfrm>
              <a:off x="6769419" y="376029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3" name="object 31">
              <a:extLst>
                <a:ext uri="{FF2B5EF4-FFF2-40B4-BE49-F238E27FC236}">
                  <a16:creationId xmlns:a16="http://schemas.microsoft.com/office/drawing/2014/main" id="{494E9B77-6202-72D0-0104-758577C181EA}"/>
                </a:ext>
              </a:extLst>
            </p:cNvPr>
            <p:cNvSpPr/>
            <p:nvPr/>
          </p:nvSpPr>
          <p:spPr>
            <a:xfrm>
              <a:off x="6142275" y="381159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34" name="object 32">
              <a:extLst>
                <a:ext uri="{FF2B5EF4-FFF2-40B4-BE49-F238E27FC236}">
                  <a16:creationId xmlns:a16="http://schemas.microsoft.com/office/drawing/2014/main" id="{8F7865C3-5FE1-5DD8-DA5F-D8E25EE70EC7}"/>
                </a:ext>
              </a:extLst>
            </p:cNvPr>
            <p:cNvSpPr/>
            <p:nvPr/>
          </p:nvSpPr>
          <p:spPr>
            <a:xfrm>
              <a:off x="6769419" y="395212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35" name="object 33">
              <a:extLst>
                <a:ext uri="{FF2B5EF4-FFF2-40B4-BE49-F238E27FC236}">
                  <a16:creationId xmlns:a16="http://schemas.microsoft.com/office/drawing/2014/main" id="{0EF54613-06F5-2958-41D4-565895E5719C}"/>
                </a:ext>
              </a:extLst>
            </p:cNvPr>
            <p:cNvSpPr/>
            <p:nvPr/>
          </p:nvSpPr>
          <p:spPr>
            <a:xfrm>
              <a:off x="6769419" y="395212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36" name="object 34">
              <a:extLst>
                <a:ext uri="{FF2B5EF4-FFF2-40B4-BE49-F238E27FC236}">
                  <a16:creationId xmlns:a16="http://schemas.microsoft.com/office/drawing/2014/main" id="{4A604F1E-7FD3-FB94-0143-0A30D056612F}"/>
                </a:ext>
              </a:extLst>
            </p:cNvPr>
            <p:cNvSpPr/>
            <p:nvPr/>
          </p:nvSpPr>
          <p:spPr>
            <a:xfrm>
              <a:off x="6142275" y="3834128"/>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37" name="object 35">
              <a:extLst>
                <a:ext uri="{FF2B5EF4-FFF2-40B4-BE49-F238E27FC236}">
                  <a16:creationId xmlns:a16="http://schemas.microsoft.com/office/drawing/2014/main" id="{674DADE2-F056-7122-63A8-377E40774AAD}"/>
                </a:ext>
              </a:extLst>
            </p:cNvPr>
            <p:cNvSpPr/>
            <p:nvPr/>
          </p:nvSpPr>
          <p:spPr>
            <a:xfrm>
              <a:off x="6764900" y="3818940"/>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38" name="object 36">
              <a:extLst>
                <a:ext uri="{FF2B5EF4-FFF2-40B4-BE49-F238E27FC236}">
                  <a16:creationId xmlns:a16="http://schemas.microsoft.com/office/drawing/2014/main" id="{7E9FE98C-5460-B461-C00D-882E4B5390CC}"/>
                </a:ext>
              </a:extLst>
            </p:cNvPr>
            <p:cNvSpPr/>
            <p:nvPr/>
          </p:nvSpPr>
          <p:spPr>
            <a:xfrm>
              <a:off x="6764900" y="3818940"/>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39" name="object 37">
              <a:extLst>
                <a:ext uri="{FF2B5EF4-FFF2-40B4-BE49-F238E27FC236}">
                  <a16:creationId xmlns:a16="http://schemas.microsoft.com/office/drawing/2014/main" id="{4EC01304-FE97-D278-FE0B-A468F9399A3E}"/>
                </a:ext>
              </a:extLst>
            </p:cNvPr>
            <p:cNvSpPr/>
            <p:nvPr/>
          </p:nvSpPr>
          <p:spPr>
            <a:xfrm>
              <a:off x="6142275" y="4018328"/>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40" name="object 38">
              <a:extLst>
                <a:ext uri="{FF2B5EF4-FFF2-40B4-BE49-F238E27FC236}">
                  <a16:creationId xmlns:a16="http://schemas.microsoft.com/office/drawing/2014/main" id="{8946A5F2-C9D3-B712-36A1-EC8B112E96EB}"/>
                </a:ext>
              </a:extLst>
            </p:cNvPr>
            <p:cNvSpPr/>
            <p:nvPr/>
          </p:nvSpPr>
          <p:spPr>
            <a:xfrm>
              <a:off x="6764900" y="4003140"/>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41" name="object 39">
              <a:extLst>
                <a:ext uri="{FF2B5EF4-FFF2-40B4-BE49-F238E27FC236}">
                  <a16:creationId xmlns:a16="http://schemas.microsoft.com/office/drawing/2014/main" id="{234116A5-4686-40C4-21A8-05AC3A840462}"/>
                </a:ext>
              </a:extLst>
            </p:cNvPr>
            <p:cNvSpPr/>
            <p:nvPr/>
          </p:nvSpPr>
          <p:spPr>
            <a:xfrm>
              <a:off x="6764900" y="4003140"/>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42" name="object 40">
              <a:extLst>
                <a:ext uri="{FF2B5EF4-FFF2-40B4-BE49-F238E27FC236}">
                  <a16:creationId xmlns:a16="http://schemas.microsoft.com/office/drawing/2014/main" id="{6E748759-8BC5-A85A-AB28-BAB5E063553F}"/>
                </a:ext>
              </a:extLst>
            </p:cNvPr>
            <p:cNvSpPr/>
            <p:nvPr/>
          </p:nvSpPr>
          <p:spPr>
            <a:xfrm>
              <a:off x="7052375" y="3427949"/>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43" name="object 41">
              <a:extLst>
                <a:ext uri="{FF2B5EF4-FFF2-40B4-BE49-F238E27FC236}">
                  <a16:creationId xmlns:a16="http://schemas.microsoft.com/office/drawing/2014/main" id="{F363E13B-332E-655A-2B11-C8ABFF1A96A1}"/>
                </a:ext>
              </a:extLst>
            </p:cNvPr>
            <p:cNvSpPr/>
            <p:nvPr/>
          </p:nvSpPr>
          <p:spPr>
            <a:xfrm>
              <a:off x="7679519" y="3568474"/>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44" name="object 42">
              <a:extLst>
                <a:ext uri="{FF2B5EF4-FFF2-40B4-BE49-F238E27FC236}">
                  <a16:creationId xmlns:a16="http://schemas.microsoft.com/office/drawing/2014/main" id="{6AFD8FC7-468C-BDAE-6E4B-0E401721C5E5}"/>
                </a:ext>
              </a:extLst>
            </p:cNvPr>
            <p:cNvSpPr/>
            <p:nvPr/>
          </p:nvSpPr>
          <p:spPr>
            <a:xfrm>
              <a:off x="7679519" y="3568474"/>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45" name="object 43">
              <a:extLst>
                <a:ext uri="{FF2B5EF4-FFF2-40B4-BE49-F238E27FC236}">
                  <a16:creationId xmlns:a16="http://schemas.microsoft.com/office/drawing/2014/main" id="{8A6EE8E9-6196-DBFD-AB8C-F83B56DCE4FB}"/>
                </a:ext>
              </a:extLst>
            </p:cNvPr>
            <p:cNvSpPr/>
            <p:nvPr/>
          </p:nvSpPr>
          <p:spPr>
            <a:xfrm>
              <a:off x="7052375" y="3619774"/>
              <a:ext cx="631190" cy="156210"/>
            </a:xfrm>
            <a:custGeom>
              <a:avLst/>
              <a:gdLst/>
              <a:ahLst/>
              <a:cxnLst/>
              <a:rect l="l" t="t" r="r" b="b"/>
              <a:pathLst>
                <a:path w="631190" h="156210">
                  <a:moveTo>
                    <a:pt x="0" y="0"/>
                  </a:moveTo>
                  <a:lnTo>
                    <a:pt x="630916" y="155798"/>
                  </a:lnTo>
                </a:path>
              </a:pathLst>
            </a:custGeom>
            <a:ln w="9524">
              <a:solidFill>
                <a:srgbClr val="595959"/>
              </a:solidFill>
            </a:ln>
          </p:spPr>
          <p:txBody>
            <a:bodyPr wrap="square" lIns="0" tIns="0" rIns="0" bIns="0" rtlCol="0"/>
            <a:lstStyle/>
            <a:p>
              <a:endParaRPr/>
            </a:p>
          </p:txBody>
        </p:sp>
        <p:sp>
          <p:nvSpPr>
            <p:cNvPr id="46" name="object 44">
              <a:extLst>
                <a:ext uri="{FF2B5EF4-FFF2-40B4-BE49-F238E27FC236}">
                  <a16:creationId xmlns:a16="http://schemas.microsoft.com/office/drawing/2014/main" id="{4662C9AD-36EF-1E17-A4DC-3A785040AC46}"/>
                </a:ext>
              </a:extLst>
            </p:cNvPr>
            <p:cNvSpPr/>
            <p:nvPr/>
          </p:nvSpPr>
          <p:spPr>
            <a:xfrm>
              <a:off x="7679519" y="3760299"/>
              <a:ext cx="46355" cy="31115"/>
            </a:xfrm>
            <a:custGeom>
              <a:avLst/>
              <a:gdLst/>
              <a:ahLst/>
              <a:cxnLst/>
              <a:rect l="l" t="t" r="r" b="b"/>
              <a:pathLst>
                <a:path w="46354" h="31114">
                  <a:moveTo>
                    <a:pt x="0" y="30547"/>
                  </a:moveTo>
                  <a:lnTo>
                    <a:pt x="7543" y="0"/>
                  </a:lnTo>
                  <a:lnTo>
                    <a:pt x="45736" y="25636"/>
                  </a:lnTo>
                  <a:lnTo>
                    <a:pt x="0" y="30547"/>
                  </a:lnTo>
                  <a:close/>
                </a:path>
              </a:pathLst>
            </a:custGeom>
            <a:solidFill>
              <a:srgbClr val="595959"/>
            </a:solidFill>
          </p:spPr>
          <p:txBody>
            <a:bodyPr wrap="square" lIns="0" tIns="0" rIns="0" bIns="0" rtlCol="0"/>
            <a:lstStyle/>
            <a:p>
              <a:endParaRPr/>
            </a:p>
          </p:txBody>
        </p:sp>
        <p:sp>
          <p:nvSpPr>
            <p:cNvPr id="47" name="object 45">
              <a:extLst>
                <a:ext uri="{FF2B5EF4-FFF2-40B4-BE49-F238E27FC236}">
                  <a16:creationId xmlns:a16="http://schemas.microsoft.com/office/drawing/2014/main" id="{529BCB8B-51BA-D6F4-1A5E-12D6911E6D0E}"/>
                </a:ext>
              </a:extLst>
            </p:cNvPr>
            <p:cNvSpPr/>
            <p:nvPr/>
          </p:nvSpPr>
          <p:spPr>
            <a:xfrm>
              <a:off x="7679519" y="3760299"/>
              <a:ext cx="46355" cy="31115"/>
            </a:xfrm>
            <a:custGeom>
              <a:avLst/>
              <a:gdLst/>
              <a:ahLst/>
              <a:cxnLst/>
              <a:rect l="l" t="t" r="r" b="b"/>
              <a:pathLst>
                <a:path w="46354" h="31114">
                  <a:moveTo>
                    <a:pt x="0" y="30547"/>
                  </a:moveTo>
                  <a:lnTo>
                    <a:pt x="45736" y="25636"/>
                  </a:lnTo>
                  <a:lnTo>
                    <a:pt x="7543" y="0"/>
                  </a:lnTo>
                  <a:lnTo>
                    <a:pt x="0" y="30547"/>
                  </a:lnTo>
                  <a:close/>
                </a:path>
              </a:pathLst>
            </a:custGeom>
            <a:ln w="9524">
              <a:solidFill>
                <a:srgbClr val="595959"/>
              </a:solidFill>
            </a:ln>
          </p:spPr>
          <p:txBody>
            <a:bodyPr wrap="square" lIns="0" tIns="0" rIns="0" bIns="0" rtlCol="0"/>
            <a:lstStyle/>
            <a:p>
              <a:endParaRPr/>
            </a:p>
          </p:txBody>
        </p:sp>
        <p:sp>
          <p:nvSpPr>
            <p:cNvPr id="48" name="object 46">
              <a:extLst>
                <a:ext uri="{FF2B5EF4-FFF2-40B4-BE49-F238E27FC236}">
                  <a16:creationId xmlns:a16="http://schemas.microsoft.com/office/drawing/2014/main" id="{E8938408-984C-93D9-9746-3E79F5762233}"/>
                </a:ext>
              </a:extLst>
            </p:cNvPr>
            <p:cNvSpPr/>
            <p:nvPr/>
          </p:nvSpPr>
          <p:spPr>
            <a:xfrm>
              <a:off x="7054625" y="3650853"/>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49" name="object 47">
              <a:extLst>
                <a:ext uri="{FF2B5EF4-FFF2-40B4-BE49-F238E27FC236}">
                  <a16:creationId xmlns:a16="http://schemas.microsoft.com/office/drawing/2014/main" id="{307CD065-AD91-A10C-5329-A8C67CC4B396}"/>
                </a:ext>
              </a:extLst>
            </p:cNvPr>
            <p:cNvSpPr/>
            <p:nvPr/>
          </p:nvSpPr>
          <p:spPr>
            <a:xfrm>
              <a:off x="7677250" y="3635665"/>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50" name="object 48">
              <a:extLst>
                <a:ext uri="{FF2B5EF4-FFF2-40B4-BE49-F238E27FC236}">
                  <a16:creationId xmlns:a16="http://schemas.microsoft.com/office/drawing/2014/main" id="{6C0B113F-2290-9449-8BD8-DD342A9C643F}"/>
                </a:ext>
              </a:extLst>
            </p:cNvPr>
            <p:cNvSpPr/>
            <p:nvPr/>
          </p:nvSpPr>
          <p:spPr>
            <a:xfrm>
              <a:off x="7677250" y="3635665"/>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sp>
          <p:nvSpPr>
            <p:cNvPr id="51" name="object 49">
              <a:extLst>
                <a:ext uri="{FF2B5EF4-FFF2-40B4-BE49-F238E27FC236}">
                  <a16:creationId xmlns:a16="http://schemas.microsoft.com/office/drawing/2014/main" id="{0AF34E83-7BC9-DA5E-FCF3-EA8582A4C415}"/>
                </a:ext>
              </a:extLst>
            </p:cNvPr>
            <p:cNvSpPr/>
            <p:nvPr/>
          </p:nvSpPr>
          <p:spPr>
            <a:xfrm>
              <a:off x="7054625" y="3835053"/>
              <a:ext cx="626745" cy="169545"/>
            </a:xfrm>
            <a:custGeom>
              <a:avLst/>
              <a:gdLst/>
              <a:ahLst/>
              <a:cxnLst/>
              <a:rect l="l" t="t" r="r" b="b"/>
              <a:pathLst>
                <a:path w="626745" h="169545">
                  <a:moveTo>
                    <a:pt x="0" y="169296"/>
                  </a:moveTo>
                  <a:lnTo>
                    <a:pt x="626727" y="0"/>
                  </a:lnTo>
                </a:path>
              </a:pathLst>
            </a:custGeom>
            <a:ln w="9524">
              <a:solidFill>
                <a:srgbClr val="595959"/>
              </a:solidFill>
            </a:ln>
          </p:spPr>
          <p:txBody>
            <a:bodyPr wrap="square" lIns="0" tIns="0" rIns="0" bIns="0" rtlCol="0"/>
            <a:lstStyle/>
            <a:p>
              <a:endParaRPr/>
            </a:p>
          </p:txBody>
        </p:sp>
        <p:sp>
          <p:nvSpPr>
            <p:cNvPr id="52" name="object 50">
              <a:extLst>
                <a:ext uri="{FF2B5EF4-FFF2-40B4-BE49-F238E27FC236}">
                  <a16:creationId xmlns:a16="http://schemas.microsoft.com/office/drawing/2014/main" id="{0C4B327A-EAE0-AC36-0A4D-E0481F890BD4}"/>
                </a:ext>
              </a:extLst>
            </p:cNvPr>
            <p:cNvSpPr/>
            <p:nvPr/>
          </p:nvSpPr>
          <p:spPr>
            <a:xfrm>
              <a:off x="7677250" y="3819865"/>
              <a:ext cx="46355" cy="30480"/>
            </a:xfrm>
            <a:custGeom>
              <a:avLst/>
              <a:gdLst/>
              <a:ahLst/>
              <a:cxnLst/>
              <a:rect l="l" t="t" r="r" b="b"/>
              <a:pathLst>
                <a:path w="46354" h="30479">
                  <a:moveTo>
                    <a:pt x="8205" y="30376"/>
                  </a:moveTo>
                  <a:lnTo>
                    <a:pt x="0" y="0"/>
                  </a:lnTo>
                  <a:lnTo>
                    <a:pt x="45831" y="3915"/>
                  </a:lnTo>
                  <a:lnTo>
                    <a:pt x="8205" y="30376"/>
                  </a:lnTo>
                  <a:close/>
                </a:path>
              </a:pathLst>
            </a:custGeom>
            <a:solidFill>
              <a:srgbClr val="595959"/>
            </a:solidFill>
          </p:spPr>
          <p:txBody>
            <a:bodyPr wrap="square" lIns="0" tIns="0" rIns="0" bIns="0" rtlCol="0"/>
            <a:lstStyle/>
            <a:p>
              <a:endParaRPr/>
            </a:p>
          </p:txBody>
        </p:sp>
        <p:sp>
          <p:nvSpPr>
            <p:cNvPr id="53" name="object 51">
              <a:extLst>
                <a:ext uri="{FF2B5EF4-FFF2-40B4-BE49-F238E27FC236}">
                  <a16:creationId xmlns:a16="http://schemas.microsoft.com/office/drawing/2014/main" id="{57AA9539-084B-70C3-687B-E8BDF4465FB5}"/>
                </a:ext>
              </a:extLst>
            </p:cNvPr>
            <p:cNvSpPr/>
            <p:nvPr/>
          </p:nvSpPr>
          <p:spPr>
            <a:xfrm>
              <a:off x="7677250" y="3819865"/>
              <a:ext cx="46355" cy="30480"/>
            </a:xfrm>
            <a:custGeom>
              <a:avLst/>
              <a:gdLst/>
              <a:ahLst/>
              <a:cxnLst/>
              <a:rect l="l" t="t" r="r" b="b"/>
              <a:pathLst>
                <a:path w="46354" h="30479">
                  <a:moveTo>
                    <a:pt x="8205" y="30376"/>
                  </a:moveTo>
                  <a:lnTo>
                    <a:pt x="45831" y="3915"/>
                  </a:lnTo>
                  <a:lnTo>
                    <a:pt x="0" y="0"/>
                  </a:lnTo>
                  <a:lnTo>
                    <a:pt x="8205" y="30376"/>
                  </a:lnTo>
                  <a:close/>
                </a:path>
              </a:pathLst>
            </a:custGeom>
            <a:ln w="9524">
              <a:solidFill>
                <a:srgbClr val="595959"/>
              </a:solidFill>
            </a:ln>
          </p:spPr>
          <p:txBody>
            <a:bodyPr wrap="square" lIns="0" tIns="0" rIns="0" bIns="0" rtlCol="0"/>
            <a:lstStyle/>
            <a:p>
              <a:endParaRPr/>
            </a:p>
          </p:txBody>
        </p:sp>
      </p:grpSp>
      <p:sp>
        <p:nvSpPr>
          <p:cNvPr id="54" name="object 52">
            <a:extLst>
              <a:ext uri="{FF2B5EF4-FFF2-40B4-BE49-F238E27FC236}">
                <a16:creationId xmlns:a16="http://schemas.microsoft.com/office/drawing/2014/main" id="{CBA492C1-40A8-8D63-8B7B-50D3F47D061A}"/>
              </a:ext>
            </a:extLst>
          </p:cNvPr>
          <p:cNvSpPr txBox="1"/>
          <p:nvPr/>
        </p:nvSpPr>
        <p:spPr>
          <a:xfrm>
            <a:off x="7115433" y="5516567"/>
            <a:ext cx="3190875" cy="345440"/>
          </a:xfrm>
          <a:prstGeom prst="rect">
            <a:avLst/>
          </a:prstGeom>
        </p:spPr>
        <p:txBody>
          <a:bodyPr vert="horz" wrap="square" lIns="0" tIns="12700" rIns="0" bIns="0" rtlCol="0">
            <a:spAutoFit/>
          </a:bodyPr>
          <a:lstStyle/>
          <a:p>
            <a:pPr marL="12700">
              <a:lnSpc>
                <a:spcPct val="100000"/>
              </a:lnSpc>
              <a:spcBef>
                <a:spcPts val="100"/>
              </a:spcBef>
            </a:pPr>
            <a:r>
              <a:rPr sz="1050">
                <a:solidFill>
                  <a:srgbClr val="222222"/>
                </a:solidFill>
                <a:latin typeface="Arial MT"/>
                <a:cs typeface="Arial MT"/>
              </a:rPr>
              <a:t>With</a:t>
            </a:r>
            <a:r>
              <a:rPr sz="1050" spc="-20">
                <a:solidFill>
                  <a:srgbClr val="222222"/>
                </a:solidFill>
                <a:latin typeface="Arial MT"/>
                <a:cs typeface="Arial MT"/>
              </a:rPr>
              <a:t> </a:t>
            </a:r>
            <a:r>
              <a:rPr sz="1050">
                <a:solidFill>
                  <a:srgbClr val="222222"/>
                </a:solidFill>
                <a:latin typeface="Arial MT"/>
                <a:cs typeface="Arial MT"/>
              </a:rPr>
              <a:t>deep</a:t>
            </a:r>
            <a:r>
              <a:rPr sz="1050" spc="-15">
                <a:solidFill>
                  <a:srgbClr val="222222"/>
                </a:solidFill>
                <a:latin typeface="Arial MT"/>
                <a:cs typeface="Arial MT"/>
              </a:rPr>
              <a:t> </a:t>
            </a:r>
            <a:r>
              <a:rPr sz="1050" spc="-10">
                <a:solidFill>
                  <a:srgbClr val="222222"/>
                </a:solidFill>
                <a:latin typeface="Arial MT"/>
                <a:cs typeface="Arial MT"/>
              </a:rPr>
              <a:t>learning,</a:t>
            </a:r>
            <a:r>
              <a:rPr sz="1050" spc="-15">
                <a:solidFill>
                  <a:srgbClr val="222222"/>
                </a:solidFill>
                <a:latin typeface="Arial MT"/>
                <a:cs typeface="Arial MT"/>
              </a:rPr>
              <a:t> </a:t>
            </a:r>
            <a:r>
              <a:rPr sz="1050">
                <a:solidFill>
                  <a:srgbClr val="222222"/>
                </a:solidFill>
                <a:latin typeface="Arial MT"/>
                <a:cs typeface="Arial MT"/>
              </a:rPr>
              <a:t>we</a:t>
            </a:r>
            <a:r>
              <a:rPr sz="1050" spc="-15">
                <a:solidFill>
                  <a:srgbClr val="222222"/>
                </a:solidFill>
                <a:latin typeface="Arial MT"/>
                <a:cs typeface="Arial MT"/>
              </a:rPr>
              <a:t> </a:t>
            </a:r>
            <a:r>
              <a:rPr sz="1050">
                <a:solidFill>
                  <a:srgbClr val="222222"/>
                </a:solidFill>
                <a:latin typeface="Arial MT"/>
                <a:cs typeface="Arial MT"/>
              </a:rPr>
              <a:t>are</a:t>
            </a:r>
            <a:r>
              <a:rPr sz="1050" spc="-20">
                <a:solidFill>
                  <a:srgbClr val="222222"/>
                </a:solidFill>
                <a:latin typeface="Arial MT"/>
                <a:cs typeface="Arial MT"/>
              </a:rPr>
              <a:t> </a:t>
            </a:r>
            <a:r>
              <a:rPr sz="1050" spc="-10">
                <a:solidFill>
                  <a:srgbClr val="222222"/>
                </a:solidFill>
                <a:latin typeface="Arial MT"/>
                <a:cs typeface="Arial MT"/>
              </a:rPr>
              <a:t>searching</a:t>
            </a:r>
            <a:r>
              <a:rPr sz="1050" spc="-15">
                <a:solidFill>
                  <a:srgbClr val="222222"/>
                </a:solidFill>
                <a:latin typeface="Arial MT"/>
                <a:cs typeface="Arial MT"/>
              </a:rPr>
              <a:t> </a:t>
            </a:r>
            <a:r>
              <a:rPr sz="1050">
                <a:solidFill>
                  <a:srgbClr val="222222"/>
                </a:solidFill>
                <a:latin typeface="Arial MT"/>
                <a:cs typeface="Arial MT"/>
              </a:rPr>
              <a:t>for</a:t>
            </a:r>
            <a:r>
              <a:rPr sz="1050" spc="-15">
                <a:solidFill>
                  <a:srgbClr val="222222"/>
                </a:solidFill>
                <a:latin typeface="Arial MT"/>
                <a:cs typeface="Arial MT"/>
              </a:rPr>
              <a:t> </a:t>
            </a:r>
            <a:r>
              <a:rPr sz="1050">
                <a:solidFill>
                  <a:srgbClr val="222222"/>
                </a:solidFill>
                <a:latin typeface="Arial MT"/>
                <a:cs typeface="Arial MT"/>
              </a:rPr>
              <a:t>a</a:t>
            </a:r>
            <a:r>
              <a:rPr sz="1050" spc="5">
                <a:solidFill>
                  <a:srgbClr val="222222"/>
                </a:solidFill>
                <a:latin typeface="Arial MT"/>
                <a:cs typeface="Arial MT"/>
              </a:rPr>
              <a:t> </a:t>
            </a:r>
            <a:r>
              <a:rPr sz="1050" b="1" spc="-10">
                <a:solidFill>
                  <a:srgbClr val="222222"/>
                </a:solidFill>
                <a:latin typeface="Arial"/>
                <a:cs typeface="Arial"/>
              </a:rPr>
              <a:t>surjective</a:t>
            </a:r>
            <a:endParaRPr sz="1050">
              <a:latin typeface="Arial"/>
              <a:cs typeface="Arial"/>
            </a:endParaRPr>
          </a:p>
          <a:p>
            <a:pPr marL="12700">
              <a:lnSpc>
                <a:spcPct val="100000"/>
              </a:lnSpc>
            </a:pPr>
            <a:r>
              <a:rPr sz="1050">
                <a:solidFill>
                  <a:srgbClr val="222222"/>
                </a:solidFill>
                <a:latin typeface="Arial MT"/>
                <a:cs typeface="Arial MT"/>
              </a:rPr>
              <a:t>(or</a:t>
            </a:r>
            <a:r>
              <a:rPr sz="1050" spc="-15">
                <a:solidFill>
                  <a:srgbClr val="222222"/>
                </a:solidFill>
                <a:latin typeface="Arial MT"/>
                <a:cs typeface="Arial MT"/>
              </a:rPr>
              <a:t> </a:t>
            </a:r>
            <a:r>
              <a:rPr sz="1050" b="1">
                <a:solidFill>
                  <a:srgbClr val="222222"/>
                </a:solidFill>
                <a:latin typeface="Arial"/>
                <a:cs typeface="Arial"/>
              </a:rPr>
              <a:t>onto</a:t>
            </a:r>
            <a:r>
              <a:rPr sz="1050">
                <a:solidFill>
                  <a:srgbClr val="222222"/>
                </a:solidFill>
                <a:latin typeface="Arial MT"/>
                <a:cs typeface="Arial MT"/>
              </a:rPr>
              <a:t>)</a:t>
            </a:r>
            <a:r>
              <a:rPr sz="1050" spc="-20">
                <a:solidFill>
                  <a:srgbClr val="222222"/>
                </a:solidFill>
                <a:latin typeface="Arial MT"/>
                <a:cs typeface="Arial MT"/>
              </a:rPr>
              <a:t> </a:t>
            </a:r>
            <a:r>
              <a:rPr sz="1050">
                <a:solidFill>
                  <a:srgbClr val="222222"/>
                </a:solidFill>
                <a:latin typeface="Arial MT"/>
                <a:cs typeface="Arial MT"/>
              </a:rPr>
              <a:t>function</a:t>
            </a:r>
            <a:r>
              <a:rPr sz="1050" spc="-10">
                <a:solidFill>
                  <a:srgbClr val="222222"/>
                </a:solidFill>
                <a:latin typeface="Arial MT"/>
                <a:cs typeface="Arial MT"/>
              </a:rPr>
              <a:t> </a:t>
            </a:r>
            <a:r>
              <a:rPr sz="1050" b="1">
                <a:solidFill>
                  <a:srgbClr val="222222"/>
                </a:solidFill>
                <a:latin typeface="Arial"/>
                <a:cs typeface="Arial"/>
              </a:rPr>
              <a:t>f</a:t>
            </a:r>
            <a:r>
              <a:rPr sz="1050" b="1" spc="-20">
                <a:solidFill>
                  <a:srgbClr val="222222"/>
                </a:solidFill>
                <a:latin typeface="Arial"/>
                <a:cs typeface="Arial"/>
              </a:rPr>
              <a:t> </a:t>
            </a:r>
            <a:r>
              <a:rPr sz="1050">
                <a:solidFill>
                  <a:srgbClr val="222222"/>
                </a:solidFill>
                <a:latin typeface="Arial MT"/>
                <a:cs typeface="Arial MT"/>
              </a:rPr>
              <a:t>from</a:t>
            </a:r>
            <a:r>
              <a:rPr sz="1050" spc="-20">
                <a:solidFill>
                  <a:srgbClr val="222222"/>
                </a:solidFill>
                <a:latin typeface="Arial MT"/>
                <a:cs typeface="Arial MT"/>
              </a:rPr>
              <a:t> </a:t>
            </a:r>
            <a:r>
              <a:rPr sz="1050">
                <a:solidFill>
                  <a:srgbClr val="222222"/>
                </a:solidFill>
                <a:latin typeface="Arial MT"/>
                <a:cs typeface="Arial MT"/>
              </a:rPr>
              <a:t>a</a:t>
            </a:r>
            <a:r>
              <a:rPr sz="1050" spc="-15">
                <a:solidFill>
                  <a:srgbClr val="222222"/>
                </a:solidFill>
                <a:latin typeface="Arial MT"/>
                <a:cs typeface="Arial MT"/>
              </a:rPr>
              <a:t> </a:t>
            </a:r>
            <a:r>
              <a:rPr sz="1050">
                <a:solidFill>
                  <a:srgbClr val="222222"/>
                </a:solidFill>
                <a:latin typeface="Arial MT"/>
                <a:cs typeface="Arial MT"/>
              </a:rPr>
              <a:t>set</a:t>
            </a:r>
            <a:r>
              <a:rPr sz="1050" spc="-15">
                <a:solidFill>
                  <a:srgbClr val="222222"/>
                </a:solidFill>
                <a:latin typeface="Arial MT"/>
                <a:cs typeface="Arial MT"/>
              </a:rPr>
              <a:t> </a:t>
            </a:r>
            <a:r>
              <a:rPr sz="1050" b="1">
                <a:solidFill>
                  <a:srgbClr val="222222"/>
                </a:solidFill>
                <a:latin typeface="Arial"/>
                <a:cs typeface="Arial"/>
              </a:rPr>
              <a:t>X</a:t>
            </a:r>
            <a:r>
              <a:rPr sz="1050" b="1" spc="-15">
                <a:solidFill>
                  <a:srgbClr val="222222"/>
                </a:solidFill>
                <a:latin typeface="Arial"/>
                <a:cs typeface="Arial"/>
              </a:rPr>
              <a:t> </a:t>
            </a:r>
            <a:r>
              <a:rPr sz="1050">
                <a:solidFill>
                  <a:srgbClr val="222222"/>
                </a:solidFill>
                <a:latin typeface="Arial MT"/>
                <a:cs typeface="Arial MT"/>
              </a:rPr>
              <a:t>to</a:t>
            </a:r>
            <a:r>
              <a:rPr sz="1050" spc="-20">
                <a:solidFill>
                  <a:srgbClr val="222222"/>
                </a:solidFill>
                <a:latin typeface="Arial MT"/>
                <a:cs typeface="Arial MT"/>
              </a:rPr>
              <a:t> </a:t>
            </a:r>
            <a:r>
              <a:rPr sz="1050">
                <a:solidFill>
                  <a:srgbClr val="222222"/>
                </a:solidFill>
                <a:latin typeface="Arial MT"/>
                <a:cs typeface="Arial MT"/>
              </a:rPr>
              <a:t>a</a:t>
            </a:r>
            <a:r>
              <a:rPr sz="1050" spc="-20">
                <a:solidFill>
                  <a:srgbClr val="222222"/>
                </a:solidFill>
                <a:latin typeface="Arial MT"/>
                <a:cs typeface="Arial MT"/>
              </a:rPr>
              <a:t> </a:t>
            </a:r>
            <a:r>
              <a:rPr sz="1050">
                <a:solidFill>
                  <a:srgbClr val="222222"/>
                </a:solidFill>
                <a:latin typeface="Arial MT"/>
                <a:cs typeface="Arial MT"/>
              </a:rPr>
              <a:t>set</a:t>
            </a:r>
            <a:r>
              <a:rPr sz="1050" spc="-10">
                <a:solidFill>
                  <a:srgbClr val="222222"/>
                </a:solidFill>
                <a:latin typeface="Arial MT"/>
                <a:cs typeface="Arial MT"/>
              </a:rPr>
              <a:t> </a:t>
            </a:r>
            <a:r>
              <a:rPr sz="1050" b="1" spc="-25">
                <a:solidFill>
                  <a:srgbClr val="222222"/>
                </a:solidFill>
                <a:latin typeface="Arial"/>
                <a:cs typeface="Arial"/>
              </a:rPr>
              <a:t>Y</a:t>
            </a:r>
            <a:r>
              <a:rPr sz="1050" spc="-25">
                <a:solidFill>
                  <a:srgbClr val="222222"/>
                </a:solidFill>
                <a:latin typeface="Arial MT"/>
                <a:cs typeface="Arial MT"/>
              </a:rPr>
              <a:t>.</a:t>
            </a:r>
            <a:endParaRPr sz="1050">
              <a:latin typeface="Arial MT"/>
              <a:cs typeface="Arial MT"/>
            </a:endParaRPr>
          </a:p>
        </p:txBody>
      </p:sp>
      <p:sp>
        <p:nvSpPr>
          <p:cNvPr id="55" name="object 53">
            <a:extLst>
              <a:ext uri="{FF2B5EF4-FFF2-40B4-BE49-F238E27FC236}">
                <a16:creationId xmlns:a16="http://schemas.microsoft.com/office/drawing/2014/main" id="{A7674759-92B4-9604-D359-A49D441815B6}"/>
              </a:ext>
            </a:extLst>
          </p:cNvPr>
          <p:cNvSpPr txBox="1"/>
          <p:nvPr/>
        </p:nvSpPr>
        <p:spPr>
          <a:xfrm>
            <a:off x="7614045" y="3559339"/>
            <a:ext cx="144145" cy="238760"/>
          </a:xfrm>
          <a:prstGeom prst="rect">
            <a:avLst/>
          </a:prstGeom>
        </p:spPr>
        <p:txBody>
          <a:bodyPr vert="horz" wrap="square" lIns="0" tIns="12700" rIns="0" bIns="0" rtlCol="0">
            <a:spAutoFit/>
          </a:bodyPr>
          <a:lstStyle/>
          <a:p>
            <a:pPr marL="12700">
              <a:lnSpc>
                <a:spcPct val="100000"/>
              </a:lnSpc>
              <a:spcBef>
                <a:spcPts val="100"/>
              </a:spcBef>
            </a:pPr>
            <a:r>
              <a:rPr sz="1400" b="1" spc="-50">
                <a:latin typeface="Arial"/>
                <a:cs typeface="Arial"/>
              </a:rPr>
              <a:t>X</a:t>
            </a:r>
            <a:endParaRPr sz="1400">
              <a:latin typeface="Arial"/>
              <a:cs typeface="Arial"/>
            </a:endParaRPr>
          </a:p>
        </p:txBody>
      </p:sp>
      <p:sp>
        <p:nvSpPr>
          <p:cNvPr id="56" name="object 54">
            <a:extLst>
              <a:ext uri="{FF2B5EF4-FFF2-40B4-BE49-F238E27FC236}">
                <a16:creationId xmlns:a16="http://schemas.microsoft.com/office/drawing/2014/main" id="{2EB4CE9F-7B03-DB6A-99BD-42FB3ED55FA7}"/>
              </a:ext>
            </a:extLst>
          </p:cNvPr>
          <p:cNvSpPr txBox="1"/>
          <p:nvPr/>
        </p:nvSpPr>
        <p:spPr>
          <a:xfrm>
            <a:off x="9445970" y="3559339"/>
            <a:ext cx="144145" cy="238760"/>
          </a:xfrm>
          <a:prstGeom prst="rect">
            <a:avLst/>
          </a:prstGeom>
        </p:spPr>
        <p:txBody>
          <a:bodyPr vert="horz" wrap="square" lIns="0" tIns="12700" rIns="0" bIns="0" rtlCol="0">
            <a:spAutoFit/>
          </a:bodyPr>
          <a:lstStyle/>
          <a:p>
            <a:pPr marL="12700">
              <a:lnSpc>
                <a:spcPct val="100000"/>
              </a:lnSpc>
              <a:spcBef>
                <a:spcPts val="100"/>
              </a:spcBef>
            </a:pPr>
            <a:r>
              <a:rPr sz="1400" b="1" spc="-50">
                <a:latin typeface="Arial"/>
                <a:cs typeface="Arial"/>
              </a:rPr>
              <a:t>Y</a:t>
            </a:r>
            <a:endParaRPr sz="1400">
              <a:latin typeface="Arial"/>
              <a:cs typeface="Arial"/>
            </a:endParaRPr>
          </a:p>
        </p:txBody>
      </p:sp>
    </p:spTree>
    <p:extLst>
      <p:ext uri="{BB962C8B-B14F-4D97-AF65-F5344CB8AC3E}">
        <p14:creationId xmlns:p14="http://schemas.microsoft.com/office/powerpoint/2010/main" val="483380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9EE89-8D16-F75F-5F5F-E3A478C429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44F3539-14FE-5E02-3125-F6C5C3BC054F}"/>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spcBef>
                <a:spcPts val="100"/>
              </a:spcBef>
            </a:pPr>
            <a:r>
              <a:rPr lang="en-US">
                <a:solidFill>
                  <a:schemeClr val="bg1"/>
                </a:solidFill>
              </a:rPr>
              <a:t>Learning</a:t>
            </a:r>
            <a:r>
              <a:rPr lang="en-US" spc="-40">
                <a:solidFill>
                  <a:schemeClr val="bg1"/>
                </a:solidFill>
              </a:rPr>
              <a:t> </a:t>
            </a:r>
            <a:r>
              <a:rPr lang="en-US" spc="-10">
                <a:solidFill>
                  <a:schemeClr val="bg1"/>
                </a:solidFill>
              </a:rPr>
              <a:t>Principle</a:t>
            </a:r>
          </a:p>
        </p:txBody>
      </p:sp>
      <p:grpSp>
        <p:nvGrpSpPr>
          <p:cNvPr id="3" name="object 3">
            <a:extLst>
              <a:ext uri="{FF2B5EF4-FFF2-40B4-BE49-F238E27FC236}">
                <a16:creationId xmlns:a16="http://schemas.microsoft.com/office/drawing/2014/main" id="{A6421F74-F78F-136B-B964-CE66BD233B1D}"/>
              </a:ext>
            </a:extLst>
          </p:cNvPr>
          <p:cNvGrpSpPr/>
          <p:nvPr/>
        </p:nvGrpSpPr>
        <p:grpSpPr>
          <a:xfrm>
            <a:off x="5304740" y="2477452"/>
            <a:ext cx="2573655" cy="1903095"/>
            <a:chOff x="3110180" y="1475017"/>
            <a:chExt cx="2573655" cy="1903095"/>
          </a:xfrm>
        </p:grpSpPr>
        <p:sp>
          <p:nvSpPr>
            <p:cNvPr id="4" name="object 4">
              <a:extLst>
                <a:ext uri="{FF2B5EF4-FFF2-40B4-BE49-F238E27FC236}">
                  <a16:creationId xmlns:a16="http://schemas.microsoft.com/office/drawing/2014/main" id="{A6386524-2440-4067-4D2E-6B470040660B}"/>
                </a:ext>
              </a:extLst>
            </p:cNvPr>
            <p:cNvSpPr/>
            <p:nvPr/>
          </p:nvSpPr>
          <p:spPr>
            <a:xfrm>
              <a:off x="4322236" y="18432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B9CEF9"/>
            </a:solidFill>
          </p:spPr>
          <p:txBody>
            <a:bodyPr wrap="square" lIns="0" tIns="0" rIns="0" bIns="0" rtlCol="0"/>
            <a:lstStyle/>
            <a:p>
              <a:endParaRPr/>
            </a:p>
          </p:txBody>
        </p:sp>
        <p:sp>
          <p:nvSpPr>
            <p:cNvPr id="5" name="object 5">
              <a:extLst>
                <a:ext uri="{FF2B5EF4-FFF2-40B4-BE49-F238E27FC236}">
                  <a16:creationId xmlns:a16="http://schemas.microsoft.com/office/drawing/2014/main" id="{41F552C6-174F-F460-13FB-9186567D0485}"/>
                </a:ext>
              </a:extLst>
            </p:cNvPr>
            <p:cNvSpPr/>
            <p:nvPr/>
          </p:nvSpPr>
          <p:spPr>
            <a:xfrm>
              <a:off x="3133993" y="1843255"/>
              <a:ext cx="1512570" cy="1511300"/>
            </a:xfrm>
            <a:custGeom>
              <a:avLst/>
              <a:gdLst/>
              <a:ahLst/>
              <a:cxnLst/>
              <a:rect l="l" t="t" r="r" b="b"/>
              <a:pathLst>
                <a:path w="1512570" h="1511300">
                  <a:moveTo>
                    <a:pt x="1188243" y="161849"/>
                  </a:moveTo>
                  <a:lnTo>
                    <a:pt x="1194025" y="118823"/>
                  </a:lnTo>
                  <a:lnTo>
                    <a:pt x="1210341" y="80161"/>
                  </a:lnTo>
                  <a:lnTo>
                    <a:pt x="1235648" y="47404"/>
                  </a:lnTo>
                  <a:lnTo>
                    <a:pt x="1268405" y="22097"/>
                  </a:lnTo>
                  <a:lnTo>
                    <a:pt x="1307067" y="5781"/>
                  </a:lnTo>
                  <a:lnTo>
                    <a:pt x="1350093" y="0"/>
                  </a:lnTo>
                  <a:lnTo>
                    <a:pt x="1412031" y="12320"/>
                  </a:lnTo>
                  <a:lnTo>
                    <a:pt x="1464539" y="47404"/>
                  </a:lnTo>
                  <a:lnTo>
                    <a:pt x="1499623" y="99912"/>
                  </a:lnTo>
                  <a:lnTo>
                    <a:pt x="1511943" y="161849"/>
                  </a:lnTo>
                  <a:lnTo>
                    <a:pt x="1506162" y="204876"/>
                  </a:lnTo>
                  <a:lnTo>
                    <a:pt x="1489846" y="243538"/>
                  </a:lnTo>
                  <a:lnTo>
                    <a:pt x="1464539" y="276295"/>
                  </a:lnTo>
                  <a:lnTo>
                    <a:pt x="1431782" y="301602"/>
                  </a:lnTo>
                  <a:lnTo>
                    <a:pt x="1393120" y="317918"/>
                  </a:lnTo>
                  <a:lnTo>
                    <a:pt x="1350093" y="323699"/>
                  </a:lnTo>
                  <a:lnTo>
                    <a:pt x="1307067" y="317918"/>
                  </a:lnTo>
                  <a:lnTo>
                    <a:pt x="1268405" y="301602"/>
                  </a:lnTo>
                  <a:lnTo>
                    <a:pt x="1235648" y="276295"/>
                  </a:lnTo>
                  <a:lnTo>
                    <a:pt x="1210341" y="243538"/>
                  </a:lnTo>
                  <a:lnTo>
                    <a:pt x="1194025" y="204876"/>
                  </a:lnTo>
                  <a:lnTo>
                    <a:pt x="1188243" y="161849"/>
                  </a:lnTo>
                  <a:close/>
                </a:path>
                <a:path w="1512570" h="1511300">
                  <a:moveTo>
                    <a:pt x="0" y="1510902"/>
                  </a:moveTo>
                  <a:lnTo>
                    <a:pt x="485699" y="971502"/>
                  </a:lnTo>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81C365C7-3AE0-B714-5105-381A09A71400}"/>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BEB0828E-9DBB-CF95-4CE7-17311D590F1A}"/>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8" name="object 8">
              <a:extLst>
                <a:ext uri="{FF2B5EF4-FFF2-40B4-BE49-F238E27FC236}">
                  <a16:creationId xmlns:a16="http://schemas.microsoft.com/office/drawing/2014/main" id="{EE8F0809-FEA6-7B2B-BD42-F4F0B0156683}"/>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501AE776-E18C-6FFF-58E8-1D236EF63744}"/>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10" name="object 10">
              <a:extLst>
                <a:ext uri="{FF2B5EF4-FFF2-40B4-BE49-F238E27FC236}">
                  <a16:creationId xmlns:a16="http://schemas.microsoft.com/office/drawing/2014/main" id="{59101E4A-852E-D9C4-B054-D97769F5DAF4}"/>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CED15868-7FB6-E0CB-8838-184FE8E66686}"/>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12" name="object 12">
              <a:extLst>
                <a:ext uri="{FF2B5EF4-FFF2-40B4-BE49-F238E27FC236}">
                  <a16:creationId xmlns:a16="http://schemas.microsoft.com/office/drawing/2014/main" id="{6EE9CCF6-95F2-0FD6-DC42-A32BA3E544FF}"/>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8D0B15D1-7AD9-2612-E88C-B96A94D3C895}"/>
                </a:ext>
              </a:extLst>
            </p:cNvPr>
            <p:cNvSpPr/>
            <p:nvPr/>
          </p:nvSpPr>
          <p:spPr>
            <a:xfrm>
              <a:off x="4484162"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98C8F2DA-FE0A-5601-4A80-C9DDBCC3F6F0}"/>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15" name="object 15">
              <a:extLst>
                <a:ext uri="{FF2B5EF4-FFF2-40B4-BE49-F238E27FC236}">
                  <a16:creationId xmlns:a16="http://schemas.microsoft.com/office/drawing/2014/main" id="{41FDF17A-4D74-1813-F994-13BA7677583F}"/>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sp>
          <p:nvSpPr>
            <p:cNvPr id="16" name="object 16">
              <a:extLst>
                <a:ext uri="{FF2B5EF4-FFF2-40B4-BE49-F238E27FC236}">
                  <a16:creationId xmlns:a16="http://schemas.microsoft.com/office/drawing/2014/main" id="{C0C249C8-1988-488C-7BDC-707BD1FFBB6E}"/>
                </a:ext>
              </a:extLst>
            </p:cNvPr>
            <p:cNvSpPr/>
            <p:nvPr/>
          </p:nvSpPr>
          <p:spPr>
            <a:xfrm>
              <a:off x="3619768" y="2167255"/>
              <a:ext cx="864869" cy="323850"/>
            </a:xfrm>
            <a:custGeom>
              <a:avLst/>
              <a:gdLst/>
              <a:ahLst/>
              <a:cxnLst/>
              <a:rect l="l" t="t" r="r" b="b"/>
              <a:pathLst>
                <a:path w="864870" h="323850">
                  <a:moveTo>
                    <a:pt x="0" y="323699"/>
                  </a:moveTo>
                  <a:lnTo>
                    <a:pt x="864599" y="0"/>
                  </a:lnTo>
                </a:path>
              </a:pathLst>
            </a:custGeom>
            <a:ln w="41274">
              <a:solidFill>
                <a:srgbClr val="000000"/>
              </a:solidFill>
            </a:ln>
          </p:spPr>
          <p:txBody>
            <a:bodyPr wrap="square" lIns="0" tIns="0" rIns="0" bIns="0" rtlCol="0"/>
            <a:lstStyle/>
            <a:p>
              <a:endParaRPr/>
            </a:p>
          </p:txBody>
        </p:sp>
        <p:sp>
          <p:nvSpPr>
            <p:cNvPr id="17" name="object 17">
              <a:extLst>
                <a:ext uri="{FF2B5EF4-FFF2-40B4-BE49-F238E27FC236}">
                  <a16:creationId xmlns:a16="http://schemas.microsoft.com/office/drawing/2014/main" id="{2671E299-A6F4-52D8-B6F9-A27D9E29BE13}"/>
                </a:ext>
              </a:extLst>
            </p:cNvPr>
            <p:cNvSpPr/>
            <p:nvPr/>
          </p:nvSpPr>
          <p:spPr>
            <a:xfrm>
              <a:off x="4484162" y="2167105"/>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CA8C1279-258C-8C4E-7094-0FF8305704E9}"/>
                </a:ext>
              </a:extLst>
            </p:cNvPr>
            <p:cNvSpPr/>
            <p:nvPr/>
          </p:nvSpPr>
          <p:spPr>
            <a:xfrm>
              <a:off x="4051964" y="2167255"/>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19" name="object 19">
              <a:extLst>
                <a:ext uri="{FF2B5EF4-FFF2-40B4-BE49-F238E27FC236}">
                  <a16:creationId xmlns:a16="http://schemas.microsoft.com/office/drawing/2014/main" id="{09888F31-AE18-DB89-E6AC-CCEDCA70D2F4}"/>
                </a:ext>
              </a:extLst>
            </p:cNvPr>
            <p:cNvSpPr/>
            <p:nvPr/>
          </p:nvSpPr>
          <p:spPr>
            <a:xfrm>
              <a:off x="4484162" y="2167105"/>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9C07A827-BE64-C59C-E29F-CDBBFE7A7110}"/>
                </a:ext>
              </a:extLst>
            </p:cNvPr>
            <p:cNvSpPr/>
            <p:nvPr/>
          </p:nvSpPr>
          <p:spPr>
            <a:xfrm>
              <a:off x="3511421" y="2167105"/>
              <a:ext cx="1458595" cy="1187450"/>
            </a:xfrm>
            <a:custGeom>
              <a:avLst/>
              <a:gdLst/>
              <a:ahLst/>
              <a:cxnLst/>
              <a:rect l="l" t="t" r="r" b="b"/>
              <a:pathLst>
                <a:path w="1458595" h="1187450">
                  <a:moveTo>
                    <a:pt x="972740" y="0"/>
                  </a:moveTo>
                  <a:lnTo>
                    <a:pt x="1458440" y="323699"/>
                  </a:lnTo>
                </a:path>
                <a:path w="1458595" h="1187450">
                  <a:moveTo>
                    <a:pt x="0" y="1187052"/>
                  </a:moveTo>
                  <a:lnTo>
                    <a:pt x="108599" y="647652"/>
                  </a:lnTo>
                </a:path>
                <a:path w="1458595" h="1187450">
                  <a:moveTo>
                    <a:pt x="0" y="1187052"/>
                  </a:moveTo>
                  <a:lnTo>
                    <a:pt x="540599" y="647652"/>
                  </a:lnTo>
                </a:path>
              </a:pathLst>
            </a:custGeom>
            <a:ln w="22224">
              <a:solidFill>
                <a:srgbClr val="92D050"/>
              </a:solidFill>
            </a:ln>
          </p:spPr>
          <p:txBody>
            <a:bodyPr wrap="square" lIns="0" tIns="0" rIns="0" bIns="0" rtlCol="0"/>
            <a:lstStyle/>
            <a:p>
              <a:endParaRPr/>
            </a:p>
          </p:txBody>
        </p:sp>
        <p:sp>
          <p:nvSpPr>
            <p:cNvPr id="21" name="object 21">
              <a:extLst>
                <a:ext uri="{FF2B5EF4-FFF2-40B4-BE49-F238E27FC236}">
                  <a16:creationId xmlns:a16="http://schemas.microsoft.com/office/drawing/2014/main" id="{56F3737F-FDD0-CBB0-49B8-06F63E9CD5EE}"/>
                </a:ext>
              </a:extLst>
            </p:cNvPr>
            <p:cNvSpPr/>
            <p:nvPr/>
          </p:nvSpPr>
          <p:spPr>
            <a:xfrm>
              <a:off x="3511421" y="2814758"/>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569AE27B-71BE-F75D-A127-8D416668BB2B}"/>
                </a:ext>
              </a:extLst>
            </p:cNvPr>
            <p:cNvSpPr/>
            <p:nvPr/>
          </p:nvSpPr>
          <p:spPr>
            <a:xfrm>
              <a:off x="3511421" y="2814758"/>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sp>
          <p:nvSpPr>
            <p:cNvPr id="23" name="object 23">
              <a:extLst>
                <a:ext uri="{FF2B5EF4-FFF2-40B4-BE49-F238E27FC236}">
                  <a16:creationId xmlns:a16="http://schemas.microsoft.com/office/drawing/2014/main" id="{972B0B81-E909-52BE-9270-E53C1BD0C1A7}"/>
                </a:ext>
              </a:extLst>
            </p:cNvPr>
            <p:cNvSpPr/>
            <p:nvPr/>
          </p:nvSpPr>
          <p:spPr>
            <a:xfrm>
              <a:off x="3457842"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4" name="object 24">
              <a:extLst>
                <a:ext uri="{FF2B5EF4-FFF2-40B4-BE49-F238E27FC236}">
                  <a16:creationId xmlns:a16="http://schemas.microsoft.com/office/drawing/2014/main" id="{162E8E94-D91A-D994-318D-E86C6E4D2B7A}"/>
                </a:ext>
              </a:extLst>
            </p:cNvPr>
            <p:cNvSpPr/>
            <p:nvPr/>
          </p:nvSpPr>
          <p:spPr>
            <a:xfrm>
              <a:off x="3457843" y="2490955"/>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5" name="object 25">
              <a:extLst>
                <a:ext uri="{FF2B5EF4-FFF2-40B4-BE49-F238E27FC236}">
                  <a16:creationId xmlns:a16="http://schemas.microsoft.com/office/drawing/2014/main" id="{2BDF571F-CB66-9213-0D55-B70480F2610D}"/>
                </a:ext>
              </a:extLst>
            </p:cNvPr>
            <p:cNvSpPr/>
            <p:nvPr/>
          </p:nvSpPr>
          <p:spPr>
            <a:xfrm>
              <a:off x="3890039"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6" name="object 26">
              <a:extLst>
                <a:ext uri="{FF2B5EF4-FFF2-40B4-BE49-F238E27FC236}">
                  <a16:creationId xmlns:a16="http://schemas.microsoft.com/office/drawing/2014/main" id="{0C6EAC00-91DD-EE19-EDBC-453956A2B459}"/>
                </a:ext>
              </a:extLst>
            </p:cNvPr>
            <p:cNvSpPr/>
            <p:nvPr/>
          </p:nvSpPr>
          <p:spPr>
            <a:xfrm>
              <a:off x="3890040" y="2490955"/>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675D634E-AAE1-7AF0-0DDF-F111802EC80F}"/>
                </a:ext>
              </a:extLst>
            </p:cNvPr>
            <p:cNvSpPr/>
            <p:nvPr/>
          </p:nvSpPr>
          <p:spPr>
            <a:xfrm>
              <a:off x="4322236" y="2490955"/>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8" name="object 28">
              <a:extLst>
                <a:ext uri="{FF2B5EF4-FFF2-40B4-BE49-F238E27FC236}">
                  <a16:creationId xmlns:a16="http://schemas.microsoft.com/office/drawing/2014/main" id="{6437E376-2278-547E-FED0-493138EF2B96}"/>
                </a:ext>
              </a:extLst>
            </p:cNvPr>
            <p:cNvSpPr/>
            <p:nvPr/>
          </p:nvSpPr>
          <p:spPr>
            <a:xfrm>
              <a:off x="4322237" y="2490955"/>
              <a:ext cx="1295400" cy="323850"/>
            </a:xfrm>
            <a:custGeom>
              <a:avLst/>
              <a:gdLst/>
              <a:ahLst/>
              <a:cxnLst/>
              <a:rect l="l" t="t" r="r" b="b"/>
              <a:pathLst>
                <a:path w="129540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 w="1295400" h="323850">
                  <a:moveTo>
                    <a:pt x="485774" y="161849"/>
                  </a:moveTo>
                  <a:lnTo>
                    <a:pt x="491556" y="118823"/>
                  </a:lnTo>
                  <a:lnTo>
                    <a:pt x="507872" y="80161"/>
                  </a:lnTo>
                  <a:lnTo>
                    <a:pt x="533179" y="47404"/>
                  </a:lnTo>
                  <a:lnTo>
                    <a:pt x="565936" y="22097"/>
                  </a:lnTo>
                  <a:lnTo>
                    <a:pt x="604598" y="5781"/>
                  </a:lnTo>
                  <a:lnTo>
                    <a:pt x="647624" y="0"/>
                  </a:lnTo>
                  <a:lnTo>
                    <a:pt x="709562" y="12320"/>
                  </a:lnTo>
                  <a:lnTo>
                    <a:pt x="762070" y="47404"/>
                  </a:lnTo>
                  <a:lnTo>
                    <a:pt x="797154" y="99912"/>
                  </a:lnTo>
                  <a:lnTo>
                    <a:pt x="809474" y="161849"/>
                  </a:lnTo>
                  <a:lnTo>
                    <a:pt x="803693" y="204876"/>
                  </a:lnTo>
                  <a:lnTo>
                    <a:pt x="787377" y="243538"/>
                  </a:lnTo>
                  <a:lnTo>
                    <a:pt x="762070" y="276295"/>
                  </a:lnTo>
                  <a:lnTo>
                    <a:pt x="729313" y="301602"/>
                  </a:lnTo>
                  <a:lnTo>
                    <a:pt x="690651" y="317918"/>
                  </a:lnTo>
                  <a:lnTo>
                    <a:pt x="647624" y="323699"/>
                  </a:lnTo>
                  <a:lnTo>
                    <a:pt x="604598" y="317918"/>
                  </a:lnTo>
                  <a:lnTo>
                    <a:pt x="565936" y="301602"/>
                  </a:lnTo>
                  <a:lnTo>
                    <a:pt x="533179" y="276295"/>
                  </a:lnTo>
                  <a:lnTo>
                    <a:pt x="507872" y="243538"/>
                  </a:lnTo>
                  <a:lnTo>
                    <a:pt x="491556" y="204876"/>
                  </a:lnTo>
                  <a:lnTo>
                    <a:pt x="485774" y="161849"/>
                  </a:lnTo>
                  <a:close/>
                </a:path>
                <a:path w="1295400" h="323850">
                  <a:moveTo>
                    <a:pt x="971549" y="161849"/>
                  </a:moveTo>
                  <a:lnTo>
                    <a:pt x="977331" y="118823"/>
                  </a:lnTo>
                  <a:lnTo>
                    <a:pt x="993647" y="80161"/>
                  </a:lnTo>
                  <a:lnTo>
                    <a:pt x="1018954" y="47404"/>
                  </a:lnTo>
                  <a:lnTo>
                    <a:pt x="1051711" y="22097"/>
                  </a:lnTo>
                  <a:lnTo>
                    <a:pt x="1090373" y="5781"/>
                  </a:lnTo>
                  <a:lnTo>
                    <a:pt x="1133399" y="0"/>
                  </a:lnTo>
                  <a:lnTo>
                    <a:pt x="1195337" y="12320"/>
                  </a:lnTo>
                  <a:lnTo>
                    <a:pt x="1247845" y="47404"/>
                  </a:lnTo>
                  <a:lnTo>
                    <a:pt x="1282929" y="99912"/>
                  </a:lnTo>
                  <a:lnTo>
                    <a:pt x="1295249" y="161849"/>
                  </a:lnTo>
                  <a:lnTo>
                    <a:pt x="1289468" y="204876"/>
                  </a:lnTo>
                  <a:lnTo>
                    <a:pt x="1273152" y="243538"/>
                  </a:lnTo>
                  <a:lnTo>
                    <a:pt x="1247845" y="276295"/>
                  </a:lnTo>
                  <a:lnTo>
                    <a:pt x="1215088" y="301602"/>
                  </a:lnTo>
                  <a:lnTo>
                    <a:pt x="1176426" y="317918"/>
                  </a:lnTo>
                  <a:lnTo>
                    <a:pt x="1133399" y="323699"/>
                  </a:lnTo>
                  <a:lnTo>
                    <a:pt x="1090373" y="317918"/>
                  </a:lnTo>
                  <a:lnTo>
                    <a:pt x="1051711" y="301602"/>
                  </a:lnTo>
                  <a:lnTo>
                    <a:pt x="1018954" y="276295"/>
                  </a:lnTo>
                  <a:lnTo>
                    <a:pt x="993647" y="243538"/>
                  </a:lnTo>
                  <a:lnTo>
                    <a:pt x="977331" y="204876"/>
                  </a:lnTo>
                  <a:lnTo>
                    <a:pt x="971549" y="161849"/>
                  </a:lnTo>
                  <a:close/>
                </a:path>
              </a:pathLst>
            </a:custGeom>
            <a:ln w="12699">
              <a:solidFill>
                <a:srgbClr val="000000"/>
              </a:solidFill>
            </a:ln>
          </p:spPr>
          <p:txBody>
            <a:bodyPr wrap="square" lIns="0" tIns="0" rIns="0" bIns="0" rtlCol="0"/>
            <a:lstStyle/>
            <a:p>
              <a:endParaRPr/>
            </a:p>
          </p:txBody>
        </p:sp>
      </p:grpSp>
      <p:sp>
        <p:nvSpPr>
          <p:cNvPr id="29" name="object 29">
            <a:extLst>
              <a:ext uri="{FF2B5EF4-FFF2-40B4-BE49-F238E27FC236}">
                <a16:creationId xmlns:a16="http://schemas.microsoft.com/office/drawing/2014/main" id="{930C8B95-5E2F-B882-A957-745C890EBFD8}"/>
              </a:ext>
            </a:extLst>
          </p:cNvPr>
          <p:cNvSpPr txBox="1"/>
          <p:nvPr/>
        </p:nvSpPr>
        <p:spPr>
          <a:xfrm>
            <a:off x="5220603" y="4582050"/>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a:solidFill>
                  <a:srgbClr val="B3B3B3"/>
                </a:solidFill>
                <a:latin typeface="Arial MT"/>
                <a:cs typeface="Arial MT"/>
              </a:rPr>
              <a:t>x</a:t>
            </a:r>
            <a:r>
              <a:rPr sz="2100" baseline="1984">
                <a:solidFill>
                  <a:srgbClr val="B3B3B3"/>
                </a:solidFill>
                <a:latin typeface="Arial MT"/>
                <a:cs typeface="Arial MT"/>
              </a:rPr>
              <a:t>	</a:t>
            </a: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a:solidFill>
                  <a:srgbClr val="B3B3B3"/>
                </a:solidFill>
                <a:latin typeface="Arial MT"/>
                <a:cs typeface="Arial MT"/>
              </a:rPr>
              <a:t>1</a:t>
            </a:r>
            <a:r>
              <a:rPr sz="1350" baseline="3086">
                <a:solidFill>
                  <a:srgbClr val="B3B3B3"/>
                </a:solidFill>
                <a:latin typeface="Arial MT"/>
                <a:cs typeface="Arial MT"/>
              </a:rPr>
              <a:t>	</a:t>
            </a:r>
            <a:r>
              <a:rPr sz="900" spc="-50">
                <a:solidFill>
                  <a:srgbClr val="B3B3B3"/>
                </a:solidFill>
                <a:latin typeface="Arial MT"/>
                <a:cs typeface="Arial MT"/>
              </a:rPr>
              <a:t>2</a:t>
            </a:r>
            <a:endParaRPr sz="900">
              <a:latin typeface="Arial MT"/>
              <a:cs typeface="Arial MT"/>
            </a:endParaRPr>
          </a:p>
        </p:txBody>
      </p:sp>
      <p:sp>
        <p:nvSpPr>
          <p:cNvPr id="30" name="object 30">
            <a:extLst>
              <a:ext uri="{FF2B5EF4-FFF2-40B4-BE49-F238E27FC236}">
                <a16:creationId xmlns:a16="http://schemas.microsoft.com/office/drawing/2014/main" id="{BF14229D-8319-0477-8382-AFDBFCCA158E}"/>
              </a:ext>
            </a:extLst>
          </p:cNvPr>
          <p:cNvSpPr txBox="1"/>
          <p:nvPr/>
        </p:nvSpPr>
        <p:spPr>
          <a:xfrm>
            <a:off x="7817356" y="4582050"/>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a:solidFill>
                  <a:srgbClr val="B3B3B3"/>
                </a:solidFill>
                <a:latin typeface="Arial MT"/>
                <a:cs typeface="Arial MT"/>
              </a:rPr>
              <a:t>n</a:t>
            </a:r>
            <a:endParaRPr sz="900">
              <a:latin typeface="Arial MT"/>
              <a:cs typeface="Arial MT"/>
            </a:endParaRPr>
          </a:p>
        </p:txBody>
      </p:sp>
      <p:sp>
        <p:nvSpPr>
          <p:cNvPr id="31" name="object 31">
            <a:extLst>
              <a:ext uri="{FF2B5EF4-FFF2-40B4-BE49-F238E27FC236}">
                <a16:creationId xmlns:a16="http://schemas.microsoft.com/office/drawing/2014/main" id="{80704801-DE74-52A2-9E81-7D3CCF3B9766}"/>
              </a:ext>
            </a:extLst>
          </p:cNvPr>
          <p:cNvSpPr txBox="1"/>
          <p:nvPr/>
        </p:nvSpPr>
        <p:spPr>
          <a:xfrm>
            <a:off x="6354078" y="4582050"/>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a:solidFill>
                  <a:srgbClr val="B3B3B3"/>
                </a:solidFill>
                <a:latin typeface="Arial MT"/>
                <a:cs typeface="Arial MT"/>
              </a:rPr>
              <a:t>…..</a:t>
            </a:r>
            <a:endParaRPr sz="1400">
              <a:latin typeface="Arial MT"/>
              <a:cs typeface="Arial MT"/>
            </a:endParaRPr>
          </a:p>
        </p:txBody>
      </p:sp>
      <p:grpSp>
        <p:nvGrpSpPr>
          <p:cNvPr id="32" name="object 32">
            <a:extLst>
              <a:ext uri="{FF2B5EF4-FFF2-40B4-BE49-F238E27FC236}">
                <a16:creationId xmlns:a16="http://schemas.microsoft.com/office/drawing/2014/main" id="{C29C6D67-88C1-3E9D-13B1-681548AC9419}"/>
              </a:ext>
            </a:extLst>
          </p:cNvPr>
          <p:cNvGrpSpPr/>
          <p:nvPr/>
        </p:nvGrpSpPr>
        <p:grpSpPr>
          <a:xfrm>
            <a:off x="6728728" y="5359265"/>
            <a:ext cx="333375" cy="333375"/>
            <a:chOff x="4534168" y="4356830"/>
            <a:chExt cx="333375" cy="333375"/>
          </a:xfrm>
        </p:grpSpPr>
        <p:sp>
          <p:nvSpPr>
            <p:cNvPr id="33" name="object 33">
              <a:extLst>
                <a:ext uri="{FF2B5EF4-FFF2-40B4-BE49-F238E27FC236}">
                  <a16:creationId xmlns:a16="http://schemas.microsoft.com/office/drawing/2014/main" id="{62698E36-48A2-5F3D-4297-ADB082D447B5}"/>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34" name="object 34">
              <a:extLst>
                <a:ext uri="{FF2B5EF4-FFF2-40B4-BE49-F238E27FC236}">
                  <a16:creationId xmlns:a16="http://schemas.microsoft.com/office/drawing/2014/main" id="{97DE89B3-A86E-18B2-85C6-B9C58D3BF1E9}"/>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5" name="object 35">
            <a:extLst>
              <a:ext uri="{FF2B5EF4-FFF2-40B4-BE49-F238E27FC236}">
                <a16:creationId xmlns:a16="http://schemas.microsoft.com/office/drawing/2014/main" id="{21AC830F-8505-5877-85EF-5E0C6F53D43C}"/>
              </a:ext>
            </a:extLst>
          </p:cNvPr>
          <p:cNvGrpSpPr/>
          <p:nvPr/>
        </p:nvGrpSpPr>
        <p:grpSpPr>
          <a:xfrm>
            <a:off x="6137482" y="5362027"/>
            <a:ext cx="333375" cy="333375"/>
            <a:chOff x="3942922" y="4359592"/>
            <a:chExt cx="333375" cy="333375"/>
          </a:xfrm>
        </p:grpSpPr>
        <p:sp>
          <p:nvSpPr>
            <p:cNvPr id="36" name="object 36">
              <a:extLst>
                <a:ext uri="{FF2B5EF4-FFF2-40B4-BE49-F238E27FC236}">
                  <a16:creationId xmlns:a16="http://schemas.microsoft.com/office/drawing/2014/main" id="{0F4FCA1A-5B98-7CFB-F908-6658C175139D}"/>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B9CEF9"/>
            </a:solidFill>
          </p:spPr>
          <p:txBody>
            <a:bodyPr wrap="square" lIns="0" tIns="0" rIns="0" bIns="0" rtlCol="0"/>
            <a:lstStyle/>
            <a:p>
              <a:endParaRPr/>
            </a:p>
          </p:txBody>
        </p:sp>
        <p:sp>
          <p:nvSpPr>
            <p:cNvPr id="37" name="object 37">
              <a:extLst>
                <a:ext uri="{FF2B5EF4-FFF2-40B4-BE49-F238E27FC236}">
                  <a16:creationId xmlns:a16="http://schemas.microsoft.com/office/drawing/2014/main" id="{4CF50355-F5F6-99B5-6CB0-2CD69829C151}"/>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8" name="object 38">
            <a:extLst>
              <a:ext uri="{FF2B5EF4-FFF2-40B4-BE49-F238E27FC236}">
                <a16:creationId xmlns:a16="http://schemas.microsoft.com/office/drawing/2014/main" id="{21AEBC12-5972-14D3-AD03-17508198DBE4}"/>
              </a:ext>
            </a:extLst>
          </p:cNvPr>
          <p:cNvGrpSpPr/>
          <p:nvPr/>
        </p:nvGrpSpPr>
        <p:grpSpPr>
          <a:xfrm>
            <a:off x="8123642" y="4298847"/>
            <a:ext cx="333375" cy="333375"/>
            <a:chOff x="5929082" y="3296412"/>
            <a:chExt cx="333375" cy="333375"/>
          </a:xfrm>
        </p:grpSpPr>
        <p:sp>
          <p:nvSpPr>
            <p:cNvPr id="39" name="object 39">
              <a:extLst>
                <a:ext uri="{FF2B5EF4-FFF2-40B4-BE49-F238E27FC236}">
                  <a16:creationId xmlns:a16="http://schemas.microsoft.com/office/drawing/2014/main" id="{5A1CD32D-0603-E259-60EA-B94A749BC17D}"/>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0" name="object 40">
              <a:extLst>
                <a:ext uri="{FF2B5EF4-FFF2-40B4-BE49-F238E27FC236}">
                  <a16:creationId xmlns:a16="http://schemas.microsoft.com/office/drawing/2014/main" id="{E7916C7F-3404-6A9B-D398-FB5A16C08C20}"/>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41" name="object 41">
            <a:extLst>
              <a:ext uri="{FF2B5EF4-FFF2-40B4-BE49-F238E27FC236}">
                <a16:creationId xmlns:a16="http://schemas.microsoft.com/office/drawing/2014/main" id="{704CD2C1-C268-4848-781C-2F94411743F2}"/>
              </a:ext>
            </a:extLst>
          </p:cNvPr>
          <p:cNvSpPr txBox="1"/>
          <p:nvPr/>
        </p:nvSpPr>
        <p:spPr>
          <a:xfrm>
            <a:off x="6541657" y="5303432"/>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a:solidFill>
                  <a:srgbClr val="B3B3B3"/>
                </a:solidFill>
                <a:latin typeface="Arial MT"/>
                <a:cs typeface="Arial MT"/>
              </a:rPr>
              <a:t>-</a:t>
            </a:r>
            <a:endParaRPr sz="2100">
              <a:latin typeface="Arial MT"/>
              <a:cs typeface="Arial MT"/>
            </a:endParaRPr>
          </a:p>
        </p:txBody>
      </p:sp>
      <p:sp>
        <p:nvSpPr>
          <p:cNvPr id="42" name="object 42">
            <a:extLst>
              <a:ext uri="{FF2B5EF4-FFF2-40B4-BE49-F238E27FC236}">
                <a16:creationId xmlns:a16="http://schemas.microsoft.com/office/drawing/2014/main" id="{D69DC30A-EA44-75F2-05D4-D3F40D395463}"/>
              </a:ext>
            </a:extLst>
          </p:cNvPr>
          <p:cNvSpPr txBox="1"/>
          <p:nvPr/>
        </p:nvSpPr>
        <p:spPr>
          <a:xfrm>
            <a:off x="5637524" y="5396217"/>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a:solidFill>
                  <a:srgbClr val="B3B3B3"/>
                </a:solidFill>
                <a:latin typeface="Arial MT"/>
                <a:cs typeface="Arial MT"/>
              </a:rPr>
              <a:t>Error:</a:t>
            </a:r>
            <a:endParaRPr sz="1400">
              <a:latin typeface="Arial MT"/>
              <a:cs typeface="Arial MT"/>
            </a:endParaRPr>
          </a:p>
        </p:txBody>
      </p:sp>
      <p:sp>
        <p:nvSpPr>
          <p:cNvPr id="43" name="object 43">
            <a:extLst>
              <a:ext uri="{FF2B5EF4-FFF2-40B4-BE49-F238E27FC236}">
                <a16:creationId xmlns:a16="http://schemas.microsoft.com/office/drawing/2014/main" id="{7BA6832D-52E7-2393-D126-D47FFCDD1A91}"/>
              </a:ext>
            </a:extLst>
          </p:cNvPr>
          <p:cNvSpPr txBox="1"/>
          <p:nvPr/>
        </p:nvSpPr>
        <p:spPr>
          <a:xfrm>
            <a:off x="6895217" y="2851691"/>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a:solidFill>
                  <a:srgbClr val="B3B3B3"/>
                </a:solidFill>
                <a:latin typeface="Arial MT"/>
                <a:cs typeface="Arial MT"/>
              </a:rPr>
              <a:t>Output/Prediction</a:t>
            </a:r>
            <a:endParaRPr sz="1400">
              <a:latin typeface="Arial MT"/>
              <a:cs typeface="Arial MT"/>
            </a:endParaRPr>
          </a:p>
        </p:txBody>
      </p:sp>
      <p:sp>
        <p:nvSpPr>
          <p:cNvPr id="44" name="object 44">
            <a:extLst>
              <a:ext uri="{FF2B5EF4-FFF2-40B4-BE49-F238E27FC236}">
                <a16:creationId xmlns:a16="http://schemas.microsoft.com/office/drawing/2014/main" id="{42D4723A-C76C-951E-0041-CDD9B6B0F048}"/>
              </a:ext>
            </a:extLst>
          </p:cNvPr>
          <p:cNvSpPr txBox="1"/>
          <p:nvPr/>
        </p:nvSpPr>
        <p:spPr>
          <a:xfrm>
            <a:off x="8560847" y="4312373"/>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a:solidFill>
                  <a:srgbClr val="B3B3B3"/>
                </a:solidFill>
                <a:latin typeface="Arial MT"/>
                <a:cs typeface="Arial MT"/>
              </a:rPr>
              <a:t>Target</a:t>
            </a:r>
            <a:r>
              <a:rPr sz="1400">
                <a:solidFill>
                  <a:srgbClr val="B3B3B3"/>
                </a:solidFill>
                <a:latin typeface="Arial MT"/>
                <a:cs typeface="Arial MT"/>
              </a:rPr>
              <a:t> </a:t>
            </a:r>
            <a:r>
              <a:rPr sz="1400" spc="-10">
                <a:solidFill>
                  <a:srgbClr val="B3B3B3"/>
                </a:solidFill>
                <a:latin typeface="Arial MT"/>
                <a:cs typeface="Arial MT"/>
              </a:rPr>
              <a:t>Output</a:t>
            </a:r>
            <a:endParaRPr sz="1400">
              <a:latin typeface="Arial MT"/>
              <a:cs typeface="Arial MT"/>
            </a:endParaRPr>
          </a:p>
        </p:txBody>
      </p:sp>
      <p:grpSp>
        <p:nvGrpSpPr>
          <p:cNvPr id="45" name="object 45">
            <a:extLst>
              <a:ext uri="{FF2B5EF4-FFF2-40B4-BE49-F238E27FC236}">
                <a16:creationId xmlns:a16="http://schemas.microsoft.com/office/drawing/2014/main" id="{A3B7E1FB-6E62-A352-2B26-5BD642418E58}"/>
              </a:ext>
            </a:extLst>
          </p:cNvPr>
          <p:cNvGrpSpPr/>
          <p:nvPr/>
        </p:nvGrpSpPr>
        <p:grpSpPr>
          <a:xfrm>
            <a:off x="5213855" y="4351433"/>
            <a:ext cx="228600" cy="228600"/>
            <a:chOff x="3019295" y="3348998"/>
            <a:chExt cx="228600" cy="228600"/>
          </a:xfrm>
        </p:grpSpPr>
        <p:sp>
          <p:nvSpPr>
            <p:cNvPr id="46" name="object 46">
              <a:extLst>
                <a:ext uri="{FF2B5EF4-FFF2-40B4-BE49-F238E27FC236}">
                  <a16:creationId xmlns:a16="http://schemas.microsoft.com/office/drawing/2014/main" id="{B05D2E49-7028-583D-213E-7D3BC7390015}"/>
                </a:ext>
              </a:extLst>
            </p:cNvPr>
            <p:cNvSpPr/>
            <p:nvPr/>
          </p:nvSpPr>
          <p:spPr>
            <a:xfrm>
              <a:off x="3025645"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47" name="object 47">
              <a:extLst>
                <a:ext uri="{FF2B5EF4-FFF2-40B4-BE49-F238E27FC236}">
                  <a16:creationId xmlns:a16="http://schemas.microsoft.com/office/drawing/2014/main" id="{3F47BC5D-AEE8-054E-601D-67FDAF4F26B6}"/>
                </a:ext>
              </a:extLst>
            </p:cNvPr>
            <p:cNvSpPr/>
            <p:nvPr/>
          </p:nvSpPr>
          <p:spPr>
            <a:xfrm>
              <a:off x="302564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48" name="object 48">
            <a:extLst>
              <a:ext uri="{FF2B5EF4-FFF2-40B4-BE49-F238E27FC236}">
                <a16:creationId xmlns:a16="http://schemas.microsoft.com/office/drawing/2014/main" id="{5FD64F82-130B-79D8-E1FC-91698816295B}"/>
              </a:ext>
            </a:extLst>
          </p:cNvPr>
          <p:cNvGrpSpPr/>
          <p:nvPr/>
        </p:nvGrpSpPr>
        <p:grpSpPr>
          <a:xfrm>
            <a:off x="5592475" y="4351433"/>
            <a:ext cx="228600" cy="228600"/>
            <a:chOff x="3397915" y="3348998"/>
            <a:chExt cx="228600" cy="228600"/>
          </a:xfrm>
        </p:grpSpPr>
        <p:sp>
          <p:nvSpPr>
            <p:cNvPr id="49" name="object 49">
              <a:extLst>
                <a:ext uri="{FF2B5EF4-FFF2-40B4-BE49-F238E27FC236}">
                  <a16:creationId xmlns:a16="http://schemas.microsoft.com/office/drawing/2014/main" id="{6C00428B-1045-F659-668F-B7384327648E}"/>
                </a:ext>
              </a:extLst>
            </p:cNvPr>
            <p:cNvSpPr/>
            <p:nvPr/>
          </p:nvSpPr>
          <p:spPr>
            <a:xfrm>
              <a:off x="3404265"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50" name="object 50">
              <a:extLst>
                <a:ext uri="{FF2B5EF4-FFF2-40B4-BE49-F238E27FC236}">
                  <a16:creationId xmlns:a16="http://schemas.microsoft.com/office/drawing/2014/main" id="{DD406F91-BE9A-60DA-FAB6-FBD36DC9D00D}"/>
                </a:ext>
              </a:extLst>
            </p:cNvPr>
            <p:cNvSpPr/>
            <p:nvPr/>
          </p:nvSpPr>
          <p:spPr>
            <a:xfrm>
              <a:off x="340426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1" name="object 51">
            <a:extLst>
              <a:ext uri="{FF2B5EF4-FFF2-40B4-BE49-F238E27FC236}">
                <a16:creationId xmlns:a16="http://schemas.microsoft.com/office/drawing/2014/main" id="{022C1CDA-9701-061F-B0EF-FC1DC62E0AFE}"/>
              </a:ext>
            </a:extLst>
          </p:cNvPr>
          <p:cNvGrpSpPr/>
          <p:nvPr/>
        </p:nvGrpSpPr>
        <p:grpSpPr>
          <a:xfrm>
            <a:off x="6024671" y="4351433"/>
            <a:ext cx="228600" cy="228600"/>
            <a:chOff x="3830111" y="3348998"/>
            <a:chExt cx="228600" cy="228600"/>
          </a:xfrm>
        </p:grpSpPr>
        <p:sp>
          <p:nvSpPr>
            <p:cNvPr id="52" name="object 52">
              <a:extLst>
                <a:ext uri="{FF2B5EF4-FFF2-40B4-BE49-F238E27FC236}">
                  <a16:creationId xmlns:a16="http://schemas.microsoft.com/office/drawing/2014/main" id="{E36E2903-AC80-7171-D9F8-83C2AF9383BC}"/>
                </a:ext>
              </a:extLst>
            </p:cNvPr>
            <p:cNvSpPr/>
            <p:nvPr/>
          </p:nvSpPr>
          <p:spPr>
            <a:xfrm>
              <a:off x="3836461"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53" name="object 53">
              <a:extLst>
                <a:ext uri="{FF2B5EF4-FFF2-40B4-BE49-F238E27FC236}">
                  <a16:creationId xmlns:a16="http://schemas.microsoft.com/office/drawing/2014/main" id="{ACF1475F-2279-0C38-405C-51D365235506}"/>
                </a:ext>
              </a:extLst>
            </p:cNvPr>
            <p:cNvSpPr/>
            <p:nvPr/>
          </p:nvSpPr>
          <p:spPr>
            <a:xfrm>
              <a:off x="3836461"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54" name="object 54">
            <a:extLst>
              <a:ext uri="{FF2B5EF4-FFF2-40B4-BE49-F238E27FC236}">
                <a16:creationId xmlns:a16="http://schemas.microsoft.com/office/drawing/2014/main" id="{A6F7B3E2-131C-F7BD-6258-8007AA9E4C9E}"/>
              </a:ext>
            </a:extLst>
          </p:cNvPr>
          <p:cNvSpPr/>
          <p:nvPr/>
        </p:nvSpPr>
        <p:spPr>
          <a:xfrm>
            <a:off x="6463218"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5" name="object 55">
            <a:extLst>
              <a:ext uri="{FF2B5EF4-FFF2-40B4-BE49-F238E27FC236}">
                <a16:creationId xmlns:a16="http://schemas.microsoft.com/office/drawing/2014/main" id="{702027F3-31D0-4D6D-05B2-5E37E027FEC6}"/>
              </a:ext>
            </a:extLst>
          </p:cNvPr>
          <p:cNvSpPr/>
          <p:nvPr/>
        </p:nvSpPr>
        <p:spPr>
          <a:xfrm>
            <a:off x="6895415"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6" name="object 56">
            <a:extLst>
              <a:ext uri="{FF2B5EF4-FFF2-40B4-BE49-F238E27FC236}">
                <a16:creationId xmlns:a16="http://schemas.microsoft.com/office/drawing/2014/main" id="{FA9C68C3-132D-0299-50C9-A4DA0D3F5EF5}"/>
              </a:ext>
            </a:extLst>
          </p:cNvPr>
          <p:cNvSpPr/>
          <p:nvPr/>
        </p:nvSpPr>
        <p:spPr>
          <a:xfrm>
            <a:off x="7326421" y="4357783"/>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nvGrpSpPr>
          <p:cNvPr id="57" name="object 57">
            <a:extLst>
              <a:ext uri="{FF2B5EF4-FFF2-40B4-BE49-F238E27FC236}">
                <a16:creationId xmlns:a16="http://schemas.microsoft.com/office/drawing/2014/main" id="{92B37F9E-E605-17C5-ACA9-8FF8141BD857}"/>
              </a:ext>
            </a:extLst>
          </p:cNvPr>
          <p:cNvGrpSpPr/>
          <p:nvPr/>
        </p:nvGrpSpPr>
        <p:grpSpPr>
          <a:xfrm>
            <a:off x="7752268" y="4351433"/>
            <a:ext cx="228600" cy="228600"/>
            <a:chOff x="5557708" y="3348998"/>
            <a:chExt cx="228600" cy="228600"/>
          </a:xfrm>
        </p:grpSpPr>
        <p:sp>
          <p:nvSpPr>
            <p:cNvPr id="58" name="object 58">
              <a:extLst>
                <a:ext uri="{FF2B5EF4-FFF2-40B4-BE49-F238E27FC236}">
                  <a16:creationId xmlns:a16="http://schemas.microsoft.com/office/drawing/2014/main" id="{99D6931C-F4BD-8510-F035-0CC555841CBE}"/>
                </a:ext>
              </a:extLst>
            </p:cNvPr>
            <p:cNvSpPr/>
            <p:nvPr/>
          </p:nvSpPr>
          <p:spPr>
            <a:xfrm>
              <a:off x="5564058" y="33553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59" name="object 59">
              <a:extLst>
                <a:ext uri="{FF2B5EF4-FFF2-40B4-BE49-F238E27FC236}">
                  <a16:creationId xmlns:a16="http://schemas.microsoft.com/office/drawing/2014/main" id="{3C2404D7-857F-1897-359C-472CCBEAF6AC}"/>
                </a:ext>
              </a:extLst>
            </p:cNvPr>
            <p:cNvSpPr/>
            <p:nvPr/>
          </p:nvSpPr>
          <p:spPr>
            <a:xfrm>
              <a:off x="55640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0" name="object 60">
            <a:extLst>
              <a:ext uri="{FF2B5EF4-FFF2-40B4-BE49-F238E27FC236}">
                <a16:creationId xmlns:a16="http://schemas.microsoft.com/office/drawing/2014/main" id="{F7B6BAF8-3116-BF5B-97BF-D44664062FC0}"/>
              </a:ext>
            </a:extLst>
          </p:cNvPr>
          <p:cNvGrpSpPr/>
          <p:nvPr/>
        </p:nvGrpSpPr>
        <p:grpSpPr>
          <a:xfrm>
            <a:off x="2468306" y="2133978"/>
            <a:ext cx="2258060" cy="1473200"/>
            <a:chOff x="273746" y="1131543"/>
            <a:chExt cx="2258060" cy="1473200"/>
          </a:xfrm>
        </p:grpSpPr>
        <p:sp>
          <p:nvSpPr>
            <p:cNvPr id="61" name="object 61">
              <a:extLst>
                <a:ext uri="{FF2B5EF4-FFF2-40B4-BE49-F238E27FC236}">
                  <a16:creationId xmlns:a16="http://schemas.microsoft.com/office/drawing/2014/main" id="{7B53FC9C-F254-0626-C751-9FF4BDE0E585}"/>
                </a:ext>
              </a:extLst>
            </p:cNvPr>
            <p:cNvSpPr/>
            <p:nvPr/>
          </p:nvSpPr>
          <p:spPr>
            <a:xfrm>
              <a:off x="2195726" y="1136306"/>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62" name="object 62">
              <a:extLst>
                <a:ext uri="{FF2B5EF4-FFF2-40B4-BE49-F238E27FC236}">
                  <a16:creationId xmlns:a16="http://schemas.microsoft.com/office/drawing/2014/main" id="{0363D1DD-5666-163F-AF16-F8C153F689F0}"/>
                </a:ext>
              </a:extLst>
            </p:cNvPr>
            <p:cNvSpPr/>
            <p:nvPr/>
          </p:nvSpPr>
          <p:spPr>
            <a:xfrm>
              <a:off x="2195726" y="1136306"/>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63" name="object 63">
              <a:extLst>
                <a:ext uri="{FF2B5EF4-FFF2-40B4-BE49-F238E27FC236}">
                  <a16:creationId xmlns:a16="http://schemas.microsoft.com/office/drawing/2014/main" id="{93C267FC-7C64-F539-C119-F3FB170A3FA2}"/>
                </a:ext>
              </a:extLst>
            </p:cNvPr>
            <p:cNvSpPr/>
            <p:nvPr/>
          </p:nvSpPr>
          <p:spPr>
            <a:xfrm>
              <a:off x="280096"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64" name="object 64">
              <a:extLst>
                <a:ext uri="{FF2B5EF4-FFF2-40B4-BE49-F238E27FC236}">
                  <a16:creationId xmlns:a16="http://schemas.microsoft.com/office/drawing/2014/main" id="{452FD7C9-6E86-D844-BD98-C0CB8D0612F3}"/>
                </a:ext>
              </a:extLst>
            </p:cNvPr>
            <p:cNvSpPr/>
            <p:nvPr/>
          </p:nvSpPr>
          <p:spPr>
            <a:xfrm>
              <a:off x="280096" y="1190479"/>
              <a:ext cx="482600" cy="215900"/>
            </a:xfrm>
            <a:custGeom>
              <a:avLst/>
              <a:gdLst/>
              <a:ahLst/>
              <a:cxnLst/>
              <a:rect l="l" t="t" r="r" b="b"/>
              <a:pathLst>
                <a:path w="482600" h="215900">
                  <a:moveTo>
                    <a:pt x="0" y="0"/>
                  </a:moveTo>
                  <a:lnTo>
                    <a:pt x="215399" y="0"/>
                  </a:lnTo>
                  <a:lnTo>
                    <a:pt x="215399" y="215399"/>
                  </a:lnTo>
                  <a:lnTo>
                    <a:pt x="0" y="215399"/>
                  </a:lnTo>
                  <a:lnTo>
                    <a:pt x="0" y="0"/>
                  </a:lnTo>
                  <a:close/>
                </a:path>
                <a:path w="482600" h="215900">
                  <a:moveTo>
                    <a:pt x="267116" y="0"/>
                  </a:moveTo>
                  <a:lnTo>
                    <a:pt x="482516" y="0"/>
                  </a:lnTo>
                  <a:lnTo>
                    <a:pt x="482516" y="215399"/>
                  </a:lnTo>
                  <a:lnTo>
                    <a:pt x="267116" y="215399"/>
                  </a:lnTo>
                  <a:lnTo>
                    <a:pt x="267116" y="0"/>
                  </a:lnTo>
                  <a:close/>
                </a:path>
              </a:pathLst>
            </a:custGeom>
            <a:ln w="12699">
              <a:solidFill>
                <a:srgbClr val="000000"/>
              </a:solidFill>
            </a:ln>
          </p:spPr>
          <p:txBody>
            <a:bodyPr wrap="square" lIns="0" tIns="0" rIns="0" bIns="0" rtlCol="0"/>
            <a:lstStyle/>
            <a:p>
              <a:endParaRPr/>
            </a:p>
          </p:txBody>
        </p:sp>
        <p:sp>
          <p:nvSpPr>
            <p:cNvPr id="65" name="object 65">
              <a:extLst>
                <a:ext uri="{FF2B5EF4-FFF2-40B4-BE49-F238E27FC236}">
                  <a16:creationId xmlns:a16="http://schemas.microsoft.com/office/drawing/2014/main" id="{06B2F16E-AF31-0426-03C6-9A1A61C5DFD0}"/>
                </a:ext>
              </a:extLst>
            </p:cNvPr>
            <p:cNvSpPr/>
            <p:nvPr/>
          </p:nvSpPr>
          <p:spPr>
            <a:xfrm>
              <a:off x="828324"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66" name="object 66">
              <a:extLst>
                <a:ext uri="{FF2B5EF4-FFF2-40B4-BE49-F238E27FC236}">
                  <a16:creationId xmlns:a16="http://schemas.microsoft.com/office/drawing/2014/main" id="{9BF9AC86-7765-1AC7-A5B7-A28B97F9706A}"/>
                </a:ext>
              </a:extLst>
            </p:cNvPr>
            <p:cNvSpPr/>
            <p:nvPr/>
          </p:nvSpPr>
          <p:spPr>
            <a:xfrm>
              <a:off x="828324" y="1190479"/>
              <a:ext cx="1058545" cy="215900"/>
            </a:xfrm>
            <a:custGeom>
              <a:avLst/>
              <a:gdLst/>
              <a:ahLst/>
              <a:cxnLst/>
              <a:rect l="l" t="t" r="r" b="b"/>
              <a:pathLst>
                <a:path w="1058545" h="215900">
                  <a:moveTo>
                    <a:pt x="0" y="0"/>
                  </a:moveTo>
                  <a:lnTo>
                    <a:pt x="215399" y="0"/>
                  </a:lnTo>
                  <a:lnTo>
                    <a:pt x="215399" y="215399"/>
                  </a:lnTo>
                  <a:lnTo>
                    <a:pt x="0" y="215399"/>
                  </a:lnTo>
                  <a:lnTo>
                    <a:pt x="0" y="0"/>
                  </a:lnTo>
                  <a:close/>
                </a:path>
                <a:path w="1058545" h="215900">
                  <a:moveTo>
                    <a:pt x="281109" y="0"/>
                  </a:moveTo>
                  <a:lnTo>
                    <a:pt x="496509" y="0"/>
                  </a:lnTo>
                  <a:lnTo>
                    <a:pt x="496509" y="215399"/>
                  </a:lnTo>
                  <a:lnTo>
                    <a:pt x="281109" y="215399"/>
                  </a:lnTo>
                  <a:lnTo>
                    <a:pt x="281109" y="0"/>
                  </a:lnTo>
                  <a:close/>
                </a:path>
                <a:path w="1058545" h="215900">
                  <a:moveTo>
                    <a:pt x="561891" y="0"/>
                  </a:moveTo>
                  <a:lnTo>
                    <a:pt x="777291" y="0"/>
                  </a:lnTo>
                  <a:lnTo>
                    <a:pt x="777291" y="215399"/>
                  </a:lnTo>
                  <a:lnTo>
                    <a:pt x="561891" y="215399"/>
                  </a:lnTo>
                  <a:lnTo>
                    <a:pt x="561891" y="0"/>
                  </a:lnTo>
                  <a:close/>
                </a:path>
                <a:path w="1058545" h="215900">
                  <a:moveTo>
                    <a:pt x="842671" y="0"/>
                  </a:moveTo>
                  <a:lnTo>
                    <a:pt x="1058071" y="0"/>
                  </a:lnTo>
                  <a:lnTo>
                    <a:pt x="1058071" y="215399"/>
                  </a:lnTo>
                  <a:lnTo>
                    <a:pt x="842671" y="215399"/>
                  </a:lnTo>
                  <a:lnTo>
                    <a:pt x="842671" y="0"/>
                  </a:lnTo>
                  <a:close/>
                </a:path>
              </a:pathLst>
            </a:custGeom>
            <a:ln w="12699">
              <a:solidFill>
                <a:srgbClr val="000000"/>
              </a:solidFill>
            </a:ln>
          </p:spPr>
          <p:txBody>
            <a:bodyPr wrap="square" lIns="0" tIns="0" rIns="0" bIns="0" rtlCol="0"/>
            <a:lstStyle/>
            <a:p>
              <a:endParaRPr/>
            </a:p>
          </p:txBody>
        </p:sp>
        <p:sp>
          <p:nvSpPr>
            <p:cNvPr id="67" name="object 67">
              <a:extLst>
                <a:ext uri="{FF2B5EF4-FFF2-40B4-BE49-F238E27FC236}">
                  <a16:creationId xmlns:a16="http://schemas.microsoft.com/office/drawing/2014/main" id="{10A1126F-9105-9F65-BFCD-0EAE7E883AF2}"/>
                </a:ext>
              </a:extLst>
            </p:cNvPr>
            <p:cNvSpPr/>
            <p:nvPr/>
          </p:nvSpPr>
          <p:spPr>
            <a:xfrm>
              <a:off x="1933360" y="1190479"/>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68" name="object 68">
              <a:extLst>
                <a:ext uri="{FF2B5EF4-FFF2-40B4-BE49-F238E27FC236}">
                  <a16:creationId xmlns:a16="http://schemas.microsoft.com/office/drawing/2014/main" id="{6ED18065-1191-8C56-B507-B5BAB3712F3D}"/>
                </a:ext>
              </a:extLst>
            </p:cNvPr>
            <p:cNvSpPr/>
            <p:nvPr/>
          </p:nvSpPr>
          <p:spPr>
            <a:xfrm>
              <a:off x="1933360" y="1190479"/>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9" name="object 69">
              <a:extLst>
                <a:ext uri="{FF2B5EF4-FFF2-40B4-BE49-F238E27FC236}">
                  <a16:creationId xmlns:a16="http://schemas.microsoft.com/office/drawing/2014/main" id="{BD30CAAF-CC6B-FA30-A007-0C6AE2B6B078}"/>
                </a:ext>
              </a:extLst>
            </p:cNvPr>
            <p:cNvSpPr/>
            <p:nvPr/>
          </p:nvSpPr>
          <p:spPr>
            <a:xfrm>
              <a:off x="2195726" y="151664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70" name="object 70">
              <a:extLst>
                <a:ext uri="{FF2B5EF4-FFF2-40B4-BE49-F238E27FC236}">
                  <a16:creationId xmlns:a16="http://schemas.microsoft.com/office/drawing/2014/main" id="{C506BB81-E7EE-53DA-8299-29CE3DA052DD}"/>
                </a:ext>
              </a:extLst>
            </p:cNvPr>
            <p:cNvSpPr/>
            <p:nvPr/>
          </p:nvSpPr>
          <p:spPr>
            <a:xfrm>
              <a:off x="2195726" y="151664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71" name="object 71">
              <a:extLst>
                <a:ext uri="{FF2B5EF4-FFF2-40B4-BE49-F238E27FC236}">
                  <a16:creationId xmlns:a16="http://schemas.microsoft.com/office/drawing/2014/main" id="{68DB7B5E-6039-695A-D3A9-8E4F2050139F}"/>
                </a:ext>
              </a:extLst>
            </p:cNvPr>
            <p:cNvSpPr/>
            <p:nvPr/>
          </p:nvSpPr>
          <p:spPr>
            <a:xfrm>
              <a:off x="280096"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72" name="object 72">
              <a:extLst>
                <a:ext uri="{FF2B5EF4-FFF2-40B4-BE49-F238E27FC236}">
                  <a16:creationId xmlns:a16="http://schemas.microsoft.com/office/drawing/2014/main" id="{78A1A360-F714-9F4E-EC90-273D51AE0423}"/>
                </a:ext>
              </a:extLst>
            </p:cNvPr>
            <p:cNvSpPr/>
            <p:nvPr/>
          </p:nvSpPr>
          <p:spPr>
            <a:xfrm>
              <a:off x="280096" y="1570817"/>
              <a:ext cx="482600" cy="215900"/>
            </a:xfrm>
            <a:custGeom>
              <a:avLst/>
              <a:gdLst/>
              <a:ahLst/>
              <a:cxnLst/>
              <a:rect l="l" t="t" r="r" b="b"/>
              <a:pathLst>
                <a:path w="482600" h="215900">
                  <a:moveTo>
                    <a:pt x="0" y="0"/>
                  </a:moveTo>
                  <a:lnTo>
                    <a:pt x="215399" y="0"/>
                  </a:lnTo>
                  <a:lnTo>
                    <a:pt x="215399" y="215399"/>
                  </a:lnTo>
                  <a:lnTo>
                    <a:pt x="0" y="215399"/>
                  </a:lnTo>
                  <a:lnTo>
                    <a:pt x="0" y="0"/>
                  </a:lnTo>
                  <a:close/>
                </a:path>
                <a:path w="482600" h="215900">
                  <a:moveTo>
                    <a:pt x="267116" y="0"/>
                  </a:moveTo>
                  <a:lnTo>
                    <a:pt x="482516" y="0"/>
                  </a:lnTo>
                  <a:lnTo>
                    <a:pt x="482516" y="215399"/>
                  </a:lnTo>
                  <a:lnTo>
                    <a:pt x="267116" y="215399"/>
                  </a:lnTo>
                  <a:lnTo>
                    <a:pt x="267116" y="0"/>
                  </a:lnTo>
                  <a:close/>
                </a:path>
              </a:pathLst>
            </a:custGeom>
            <a:ln w="12699">
              <a:solidFill>
                <a:srgbClr val="000000"/>
              </a:solidFill>
            </a:ln>
          </p:spPr>
          <p:txBody>
            <a:bodyPr wrap="square" lIns="0" tIns="0" rIns="0" bIns="0" rtlCol="0"/>
            <a:lstStyle/>
            <a:p>
              <a:endParaRPr/>
            </a:p>
          </p:txBody>
        </p:sp>
        <p:sp>
          <p:nvSpPr>
            <p:cNvPr id="73" name="object 73">
              <a:extLst>
                <a:ext uri="{FF2B5EF4-FFF2-40B4-BE49-F238E27FC236}">
                  <a16:creationId xmlns:a16="http://schemas.microsoft.com/office/drawing/2014/main" id="{82480324-5DB4-422C-021B-A090A29ED5EB}"/>
                </a:ext>
              </a:extLst>
            </p:cNvPr>
            <p:cNvSpPr/>
            <p:nvPr/>
          </p:nvSpPr>
          <p:spPr>
            <a:xfrm>
              <a:off x="828324"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74" name="object 74">
              <a:extLst>
                <a:ext uri="{FF2B5EF4-FFF2-40B4-BE49-F238E27FC236}">
                  <a16:creationId xmlns:a16="http://schemas.microsoft.com/office/drawing/2014/main" id="{2C83B984-AE22-3AC9-89BB-09748554F395}"/>
                </a:ext>
              </a:extLst>
            </p:cNvPr>
            <p:cNvSpPr/>
            <p:nvPr/>
          </p:nvSpPr>
          <p:spPr>
            <a:xfrm>
              <a:off x="828324" y="1570817"/>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5" name="object 75">
              <a:extLst>
                <a:ext uri="{FF2B5EF4-FFF2-40B4-BE49-F238E27FC236}">
                  <a16:creationId xmlns:a16="http://schemas.microsoft.com/office/drawing/2014/main" id="{E3837B7E-9B6D-2DC6-DA6B-0ADFF5342031}"/>
                </a:ext>
              </a:extLst>
            </p:cNvPr>
            <p:cNvSpPr/>
            <p:nvPr/>
          </p:nvSpPr>
          <p:spPr>
            <a:xfrm>
              <a:off x="1109434"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6" name="object 76">
              <a:extLst>
                <a:ext uri="{FF2B5EF4-FFF2-40B4-BE49-F238E27FC236}">
                  <a16:creationId xmlns:a16="http://schemas.microsoft.com/office/drawing/2014/main" id="{60BD9F08-9F5E-5534-2287-EAD8ABBAB128}"/>
                </a:ext>
              </a:extLst>
            </p:cNvPr>
            <p:cNvSpPr/>
            <p:nvPr/>
          </p:nvSpPr>
          <p:spPr>
            <a:xfrm>
              <a:off x="1109434" y="1570817"/>
              <a:ext cx="496570" cy="215900"/>
            </a:xfrm>
            <a:custGeom>
              <a:avLst/>
              <a:gdLst/>
              <a:ahLst/>
              <a:cxnLst/>
              <a:rect l="l" t="t" r="r" b="b"/>
              <a:pathLst>
                <a:path w="496569" h="215900">
                  <a:moveTo>
                    <a:pt x="0" y="0"/>
                  </a:moveTo>
                  <a:lnTo>
                    <a:pt x="215399" y="0"/>
                  </a:lnTo>
                  <a:lnTo>
                    <a:pt x="215399" y="215399"/>
                  </a:lnTo>
                  <a:lnTo>
                    <a:pt x="0" y="215399"/>
                  </a:lnTo>
                  <a:lnTo>
                    <a:pt x="0" y="0"/>
                  </a:lnTo>
                  <a:close/>
                </a:path>
                <a:path w="496569" h="215900">
                  <a:moveTo>
                    <a:pt x="280781" y="0"/>
                  </a:moveTo>
                  <a:lnTo>
                    <a:pt x="496181" y="0"/>
                  </a:lnTo>
                  <a:lnTo>
                    <a:pt x="496181" y="215399"/>
                  </a:lnTo>
                  <a:lnTo>
                    <a:pt x="280781" y="215399"/>
                  </a:lnTo>
                  <a:lnTo>
                    <a:pt x="280781" y="0"/>
                  </a:lnTo>
                  <a:close/>
                </a:path>
              </a:pathLst>
            </a:custGeom>
            <a:ln w="12699">
              <a:solidFill>
                <a:srgbClr val="000000"/>
              </a:solidFill>
            </a:ln>
          </p:spPr>
          <p:txBody>
            <a:bodyPr wrap="square" lIns="0" tIns="0" rIns="0" bIns="0" rtlCol="0"/>
            <a:lstStyle/>
            <a:p>
              <a:endParaRPr/>
            </a:p>
          </p:txBody>
        </p:sp>
        <p:sp>
          <p:nvSpPr>
            <p:cNvPr id="77" name="object 77">
              <a:extLst>
                <a:ext uri="{FF2B5EF4-FFF2-40B4-BE49-F238E27FC236}">
                  <a16:creationId xmlns:a16="http://schemas.microsoft.com/office/drawing/2014/main" id="{1F01D53C-B767-BD1A-D62D-68F681F557F4}"/>
                </a:ext>
              </a:extLst>
            </p:cNvPr>
            <p:cNvSpPr/>
            <p:nvPr/>
          </p:nvSpPr>
          <p:spPr>
            <a:xfrm>
              <a:off x="1670995" y="1570817"/>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78" name="object 78">
              <a:extLst>
                <a:ext uri="{FF2B5EF4-FFF2-40B4-BE49-F238E27FC236}">
                  <a16:creationId xmlns:a16="http://schemas.microsoft.com/office/drawing/2014/main" id="{BDCC162D-D675-D763-F858-21C99AC5866B}"/>
                </a:ext>
              </a:extLst>
            </p:cNvPr>
            <p:cNvSpPr/>
            <p:nvPr/>
          </p:nvSpPr>
          <p:spPr>
            <a:xfrm>
              <a:off x="1670995" y="1570817"/>
              <a:ext cx="478155" cy="215900"/>
            </a:xfrm>
            <a:custGeom>
              <a:avLst/>
              <a:gdLst/>
              <a:ahLst/>
              <a:cxnLst/>
              <a:rect l="l" t="t" r="r" b="b"/>
              <a:pathLst>
                <a:path w="478155" h="215900">
                  <a:moveTo>
                    <a:pt x="0" y="0"/>
                  </a:moveTo>
                  <a:lnTo>
                    <a:pt x="215399" y="0"/>
                  </a:lnTo>
                  <a:lnTo>
                    <a:pt x="215399" y="215399"/>
                  </a:lnTo>
                  <a:lnTo>
                    <a:pt x="0" y="215399"/>
                  </a:lnTo>
                  <a:lnTo>
                    <a:pt x="0" y="0"/>
                  </a:lnTo>
                  <a:close/>
                </a:path>
                <a:path w="478155" h="215900">
                  <a:moveTo>
                    <a:pt x="262364" y="0"/>
                  </a:moveTo>
                  <a:lnTo>
                    <a:pt x="477764" y="0"/>
                  </a:lnTo>
                  <a:lnTo>
                    <a:pt x="477764" y="215399"/>
                  </a:lnTo>
                  <a:lnTo>
                    <a:pt x="262364" y="215399"/>
                  </a:lnTo>
                  <a:lnTo>
                    <a:pt x="262364" y="0"/>
                  </a:lnTo>
                  <a:close/>
                </a:path>
              </a:pathLst>
            </a:custGeom>
            <a:ln w="12699">
              <a:solidFill>
                <a:srgbClr val="000000"/>
              </a:solidFill>
            </a:ln>
          </p:spPr>
          <p:txBody>
            <a:bodyPr wrap="square" lIns="0" tIns="0" rIns="0" bIns="0" rtlCol="0"/>
            <a:lstStyle/>
            <a:p>
              <a:endParaRPr/>
            </a:p>
          </p:txBody>
        </p:sp>
        <p:sp>
          <p:nvSpPr>
            <p:cNvPr id="79" name="object 79">
              <a:extLst>
                <a:ext uri="{FF2B5EF4-FFF2-40B4-BE49-F238E27FC236}">
                  <a16:creationId xmlns:a16="http://schemas.microsoft.com/office/drawing/2014/main" id="{598A1445-76B5-1A62-D81F-6EF9E6323CCD}"/>
                </a:ext>
              </a:extLst>
            </p:cNvPr>
            <p:cNvSpPr/>
            <p:nvPr/>
          </p:nvSpPr>
          <p:spPr>
            <a:xfrm>
              <a:off x="2202967" y="1896981"/>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80" name="object 80">
              <a:extLst>
                <a:ext uri="{FF2B5EF4-FFF2-40B4-BE49-F238E27FC236}">
                  <a16:creationId xmlns:a16="http://schemas.microsoft.com/office/drawing/2014/main" id="{58A189E7-D095-2F4E-EB9A-3889740BE9AD}"/>
                </a:ext>
              </a:extLst>
            </p:cNvPr>
            <p:cNvSpPr/>
            <p:nvPr/>
          </p:nvSpPr>
          <p:spPr>
            <a:xfrm>
              <a:off x="287335" y="1951154"/>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81" name="object 81">
              <a:extLst>
                <a:ext uri="{FF2B5EF4-FFF2-40B4-BE49-F238E27FC236}">
                  <a16:creationId xmlns:a16="http://schemas.microsoft.com/office/drawing/2014/main" id="{CC5409DD-6E98-9802-DC84-B88779E9F322}"/>
                </a:ext>
              </a:extLst>
            </p:cNvPr>
            <p:cNvSpPr/>
            <p:nvPr/>
          </p:nvSpPr>
          <p:spPr>
            <a:xfrm>
              <a:off x="554453" y="1951154"/>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82" name="object 82">
              <a:extLst>
                <a:ext uri="{FF2B5EF4-FFF2-40B4-BE49-F238E27FC236}">
                  <a16:creationId xmlns:a16="http://schemas.microsoft.com/office/drawing/2014/main" id="{BD4F7613-4EFE-EDE0-A8CC-53A3FBEF4114}"/>
                </a:ext>
              </a:extLst>
            </p:cNvPr>
            <p:cNvSpPr/>
            <p:nvPr/>
          </p:nvSpPr>
          <p:spPr>
            <a:xfrm>
              <a:off x="554453" y="1951154"/>
              <a:ext cx="777875" cy="215900"/>
            </a:xfrm>
            <a:custGeom>
              <a:avLst/>
              <a:gdLst/>
              <a:ahLst/>
              <a:cxnLst/>
              <a:rect l="l" t="t" r="r" b="b"/>
              <a:pathLst>
                <a:path w="777875" h="215900">
                  <a:moveTo>
                    <a:pt x="0" y="0"/>
                  </a:moveTo>
                  <a:lnTo>
                    <a:pt x="215399" y="0"/>
                  </a:lnTo>
                  <a:lnTo>
                    <a:pt x="215399" y="215399"/>
                  </a:lnTo>
                  <a:lnTo>
                    <a:pt x="0" y="215399"/>
                  </a:lnTo>
                  <a:lnTo>
                    <a:pt x="0" y="0"/>
                  </a:lnTo>
                  <a:close/>
                </a:path>
                <a:path w="777875" h="215900">
                  <a:moveTo>
                    <a:pt x="281110" y="0"/>
                  </a:moveTo>
                  <a:lnTo>
                    <a:pt x="496510" y="0"/>
                  </a:lnTo>
                  <a:lnTo>
                    <a:pt x="496510" y="215399"/>
                  </a:lnTo>
                  <a:lnTo>
                    <a:pt x="281110" y="215399"/>
                  </a:lnTo>
                  <a:lnTo>
                    <a:pt x="281110" y="0"/>
                  </a:lnTo>
                  <a:close/>
                </a:path>
                <a:path w="777875" h="215900">
                  <a:moveTo>
                    <a:pt x="562220" y="0"/>
                  </a:moveTo>
                  <a:lnTo>
                    <a:pt x="777620" y="0"/>
                  </a:lnTo>
                  <a:lnTo>
                    <a:pt x="777620" y="215399"/>
                  </a:lnTo>
                  <a:lnTo>
                    <a:pt x="562220" y="215399"/>
                  </a:lnTo>
                  <a:lnTo>
                    <a:pt x="562220" y="0"/>
                  </a:lnTo>
                  <a:close/>
                </a:path>
              </a:pathLst>
            </a:custGeom>
            <a:ln w="12699">
              <a:solidFill>
                <a:srgbClr val="000000"/>
              </a:solidFill>
            </a:ln>
          </p:spPr>
          <p:txBody>
            <a:bodyPr wrap="square" lIns="0" tIns="0" rIns="0" bIns="0" rtlCol="0"/>
            <a:lstStyle/>
            <a:p>
              <a:endParaRPr/>
            </a:p>
          </p:txBody>
        </p:sp>
        <p:sp>
          <p:nvSpPr>
            <p:cNvPr id="83" name="object 83">
              <a:extLst>
                <a:ext uri="{FF2B5EF4-FFF2-40B4-BE49-F238E27FC236}">
                  <a16:creationId xmlns:a16="http://schemas.microsoft.com/office/drawing/2014/main" id="{FA9EE25F-29D2-1154-F8D4-CFC5A23D0705}"/>
                </a:ext>
              </a:extLst>
            </p:cNvPr>
            <p:cNvSpPr/>
            <p:nvPr/>
          </p:nvSpPr>
          <p:spPr>
            <a:xfrm>
              <a:off x="1397456" y="1951154"/>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84" name="object 84">
              <a:extLst>
                <a:ext uri="{FF2B5EF4-FFF2-40B4-BE49-F238E27FC236}">
                  <a16:creationId xmlns:a16="http://schemas.microsoft.com/office/drawing/2014/main" id="{368CFF3A-F789-CA49-E4A3-D17581D01FE9}"/>
                </a:ext>
              </a:extLst>
            </p:cNvPr>
            <p:cNvSpPr/>
            <p:nvPr/>
          </p:nvSpPr>
          <p:spPr>
            <a:xfrm>
              <a:off x="1397456" y="1951154"/>
              <a:ext cx="758825" cy="215900"/>
            </a:xfrm>
            <a:custGeom>
              <a:avLst/>
              <a:gdLst/>
              <a:ahLst/>
              <a:cxnLst/>
              <a:rect l="l" t="t" r="r" b="b"/>
              <a:pathLst>
                <a:path w="758825" h="215900">
                  <a:moveTo>
                    <a:pt x="0" y="0"/>
                  </a:moveTo>
                  <a:lnTo>
                    <a:pt x="215399" y="0"/>
                  </a:lnTo>
                  <a:lnTo>
                    <a:pt x="215399" y="215399"/>
                  </a:lnTo>
                  <a:lnTo>
                    <a:pt x="0" y="215399"/>
                  </a:lnTo>
                  <a:lnTo>
                    <a:pt x="0" y="0"/>
                  </a:lnTo>
                  <a:close/>
                </a:path>
                <a:path w="758825" h="215900">
                  <a:moveTo>
                    <a:pt x="280779" y="0"/>
                  </a:moveTo>
                  <a:lnTo>
                    <a:pt x="496179" y="0"/>
                  </a:lnTo>
                  <a:lnTo>
                    <a:pt x="496179" y="215399"/>
                  </a:lnTo>
                  <a:lnTo>
                    <a:pt x="280779" y="215399"/>
                  </a:lnTo>
                  <a:lnTo>
                    <a:pt x="280779" y="0"/>
                  </a:lnTo>
                  <a:close/>
                </a:path>
                <a:path w="758825" h="215900">
                  <a:moveTo>
                    <a:pt x="543144" y="0"/>
                  </a:moveTo>
                  <a:lnTo>
                    <a:pt x="758544" y="0"/>
                  </a:lnTo>
                  <a:lnTo>
                    <a:pt x="758544" y="215399"/>
                  </a:lnTo>
                  <a:lnTo>
                    <a:pt x="543144" y="215399"/>
                  </a:lnTo>
                  <a:lnTo>
                    <a:pt x="543144" y="0"/>
                  </a:lnTo>
                  <a:close/>
                </a:path>
              </a:pathLst>
            </a:custGeom>
            <a:ln w="12699">
              <a:solidFill>
                <a:srgbClr val="000000"/>
              </a:solidFill>
            </a:ln>
          </p:spPr>
          <p:txBody>
            <a:bodyPr wrap="square" lIns="0" tIns="0" rIns="0" bIns="0" rtlCol="0"/>
            <a:lstStyle/>
            <a:p>
              <a:endParaRPr/>
            </a:p>
          </p:txBody>
        </p:sp>
        <p:sp>
          <p:nvSpPr>
            <p:cNvPr id="85" name="object 85">
              <a:extLst>
                <a:ext uri="{FF2B5EF4-FFF2-40B4-BE49-F238E27FC236}">
                  <a16:creationId xmlns:a16="http://schemas.microsoft.com/office/drawing/2014/main" id="{BD7E936B-3F45-0CA5-49F9-B275AE4B9EAD}"/>
                </a:ext>
              </a:extLst>
            </p:cNvPr>
            <p:cNvSpPr/>
            <p:nvPr/>
          </p:nvSpPr>
          <p:spPr>
            <a:xfrm>
              <a:off x="2202967" y="2276128"/>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02060"/>
            </a:solidFill>
          </p:spPr>
          <p:txBody>
            <a:bodyPr wrap="square" lIns="0" tIns="0" rIns="0" bIns="0" rtlCol="0"/>
            <a:lstStyle/>
            <a:p>
              <a:endParaRPr/>
            </a:p>
          </p:txBody>
        </p:sp>
        <p:sp>
          <p:nvSpPr>
            <p:cNvPr id="86" name="object 86">
              <a:extLst>
                <a:ext uri="{FF2B5EF4-FFF2-40B4-BE49-F238E27FC236}">
                  <a16:creationId xmlns:a16="http://schemas.microsoft.com/office/drawing/2014/main" id="{93B4588F-3467-A91B-E6F2-96DF84F92235}"/>
                </a:ext>
              </a:extLst>
            </p:cNvPr>
            <p:cNvSpPr/>
            <p:nvPr/>
          </p:nvSpPr>
          <p:spPr>
            <a:xfrm>
              <a:off x="2202967" y="2276128"/>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87" name="object 87">
              <a:extLst>
                <a:ext uri="{FF2B5EF4-FFF2-40B4-BE49-F238E27FC236}">
                  <a16:creationId xmlns:a16="http://schemas.microsoft.com/office/drawing/2014/main" id="{17F6FA4C-055A-3E2E-8657-86B8D22DDBC0}"/>
                </a:ext>
              </a:extLst>
            </p:cNvPr>
            <p:cNvSpPr/>
            <p:nvPr/>
          </p:nvSpPr>
          <p:spPr>
            <a:xfrm>
              <a:off x="287335" y="2330302"/>
              <a:ext cx="763905" cy="215900"/>
            </a:xfrm>
            <a:custGeom>
              <a:avLst/>
              <a:gdLst/>
              <a:ahLst/>
              <a:cxnLst/>
              <a:rect l="l" t="t" r="r" b="b"/>
              <a:pathLst>
                <a:path w="763905" h="215900">
                  <a:moveTo>
                    <a:pt x="0" y="0"/>
                  </a:moveTo>
                  <a:lnTo>
                    <a:pt x="215399" y="0"/>
                  </a:lnTo>
                  <a:lnTo>
                    <a:pt x="215399" y="215399"/>
                  </a:lnTo>
                  <a:lnTo>
                    <a:pt x="0" y="215399"/>
                  </a:lnTo>
                  <a:lnTo>
                    <a:pt x="0" y="0"/>
                  </a:lnTo>
                  <a:close/>
                </a:path>
                <a:path w="763905" h="215900">
                  <a:moveTo>
                    <a:pt x="267117" y="0"/>
                  </a:moveTo>
                  <a:lnTo>
                    <a:pt x="482517" y="0"/>
                  </a:lnTo>
                  <a:lnTo>
                    <a:pt x="482517" y="215399"/>
                  </a:lnTo>
                  <a:lnTo>
                    <a:pt x="267117" y="215399"/>
                  </a:lnTo>
                  <a:lnTo>
                    <a:pt x="267117" y="0"/>
                  </a:lnTo>
                  <a:close/>
                </a:path>
                <a:path w="763905" h="215900">
                  <a:moveTo>
                    <a:pt x="548228" y="0"/>
                  </a:moveTo>
                  <a:lnTo>
                    <a:pt x="763628" y="0"/>
                  </a:lnTo>
                  <a:lnTo>
                    <a:pt x="763628" y="215399"/>
                  </a:lnTo>
                  <a:lnTo>
                    <a:pt x="548228" y="215399"/>
                  </a:lnTo>
                  <a:lnTo>
                    <a:pt x="548228" y="0"/>
                  </a:lnTo>
                  <a:close/>
                </a:path>
              </a:pathLst>
            </a:custGeom>
            <a:ln w="12699">
              <a:solidFill>
                <a:srgbClr val="000000"/>
              </a:solidFill>
            </a:ln>
          </p:spPr>
          <p:txBody>
            <a:bodyPr wrap="square" lIns="0" tIns="0" rIns="0" bIns="0" rtlCol="0"/>
            <a:lstStyle/>
            <a:p>
              <a:endParaRPr/>
            </a:p>
          </p:txBody>
        </p:sp>
        <p:sp>
          <p:nvSpPr>
            <p:cNvPr id="88" name="object 88">
              <a:extLst>
                <a:ext uri="{FF2B5EF4-FFF2-40B4-BE49-F238E27FC236}">
                  <a16:creationId xmlns:a16="http://schemas.microsoft.com/office/drawing/2014/main" id="{86C576FB-70DA-EC3A-AD28-B4877574C817}"/>
                </a:ext>
              </a:extLst>
            </p:cNvPr>
            <p:cNvSpPr/>
            <p:nvPr/>
          </p:nvSpPr>
          <p:spPr>
            <a:xfrm>
              <a:off x="1116674"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89" name="object 89">
              <a:extLst>
                <a:ext uri="{FF2B5EF4-FFF2-40B4-BE49-F238E27FC236}">
                  <a16:creationId xmlns:a16="http://schemas.microsoft.com/office/drawing/2014/main" id="{0724BF57-F5B4-8E0D-C1E2-34F3AB086309}"/>
                </a:ext>
              </a:extLst>
            </p:cNvPr>
            <p:cNvSpPr/>
            <p:nvPr/>
          </p:nvSpPr>
          <p:spPr>
            <a:xfrm>
              <a:off x="1116674" y="2330302"/>
              <a:ext cx="496570" cy="215900"/>
            </a:xfrm>
            <a:custGeom>
              <a:avLst/>
              <a:gdLst/>
              <a:ahLst/>
              <a:cxnLst/>
              <a:rect l="l" t="t" r="r" b="b"/>
              <a:pathLst>
                <a:path w="496569" h="215900">
                  <a:moveTo>
                    <a:pt x="0" y="0"/>
                  </a:moveTo>
                  <a:lnTo>
                    <a:pt x="215399" y="0"/>
                  </a:lnTo>
                  <a:lnTo>
                    <a:pt x="215399" y="215399"/>
                  </a:lnTo>
                  <a:lnTo>
                    <a:pt x="0" y="215399"/>
                  </a:lnTo>
                  <a:lnTo>
                    <a:pt x="0" y="0"/>
                  </a:lnTo>
                  <a:close/>
                </a:path>
                <a:path w="496569" h="215900">
                  <a:moveTo>
                    <a:pt x="280781" y="0"/>
                  </a:moveTo>
                  <a:lnTo>
                    <a:pt x="496181" y="0"/>
                  </a:lnTo>
                  <a:lnTo>
                    <a:pt x="496181" y="215399"/>
                  </a:lnTo>
                  <a:lnTo>
                    <a:pt x="280781" y="215399"/>
                  </a:lnTo>
                  <a:lnTo>
                    <a:pt x="280781" y="0"/>
                  </a:lnTo>
                  <a:close/>
                </a:path>
              </a:pathLst>
            </a:custGeom>
            <a:ln w="12699">
              <a:solidFill>
                <a:srgbClr val="000000"/>
              </a:solidFill>
            </a:ln>
          </p:spPr>
          <p:txBody>
            <a:bodyPr wrap="square" lIns="0" tIns="0" rIns="0" bIns="0" rtlCol="0"/>
            <a:lstStyle/>
            <a:p>
              <a:endParaRPr/>
            </a:p>
          </p:txBody>
        </p:sp>
        <p:sp>
          <p:nvSpPr>
            <p:cNvPr id="90" name="object 90">
              <a:extLst>
                <a:ext uri="{FF2B5EF4-FFF2-40B4-BE49-F238E27FC236}">
                  <a16:creationId xmlns:a16="http://schemas.microsoft.com/office/drawing/2014/main" id="{530EFCEE-B911-7D8E-C8BD-4F5FACFF010A}"/>
                </a:ext>
              </a:extLst>
            </p:cNvPr>
            <p:cNvSpPr/>
            <p:nvPr/>
          </p:nvSpPr>
          <p:spPr>
            <a:xfrm>
              <a:off x="1678235"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EBEBE"/>
            </a:solidFill>
          </p:spPr>
          <p:txBody>
            <a:bodyPr wrap="square" lIns="0" tIns="0" rIns="0" bIns="0" rtlCol="0"/>
            <a:lstStyle/>
            <a:p>
              <a:endParaRPr/>
            </a:p>
          </p:txBody>
        </p:sp>
        <p:sp>
          <p:nvSpPr>
            <p:cNvPr id="91" name="object 91">
              <a:extLst>
                <a:ext uri="{FF2B5EF4-FFF2-40B4-BE49-F238E27FC236}">
                  <a16:creationId xmlns:a16="http://schemas.microsoft.com/office/drawing/2014/main" id="{DFAB8D3F-7472-643D-E94C-F1B4E0758801}"/>
                </a:ext>
              </a:extLst>
            </p:cNvPr>
            <p:cNvSpPr/>
            <p:nvPr/>
          </p:nvSpPr>
          <p:spPr>
            <a:xfrm>
              <a:off x="1678235" y="233030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92" name="object 92">
              <a:extLst>
                <a:ext uri="{FF2B5EF4-FFF2-40B4-BE49-F238E27FC236}">
                  <a16:creationId xmlns:a16="http://schemas.microsoft.com/office/drawing/2014/main" id="{690975C7-FA71-8474-8DB0-72EE8C1D5E00}"/>
                </a:ext>
              </a:extLst>
            </p:cNvPr>
            <p:cNvSpPr/>
            <p:nvPr/>
          </p:nvSpPr>
          <p:spPr>
            <a:xfrm>
              <a:off x="1940601" y="233030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93" name="object 93">
              <a:extLst>
                <a:ext uri="{FF2B5EF4-FFF2-40B4-BE49-F238E27FC236}">
                  <a16:creationId xmlns:a16="http://schemas.microsoft.com/office/drawing/2014/main" id="{85758141-1ABB-5245-FF0E-AEACFBA21E3E}"/>
                </a:ext>
              </a:extLst>
            </p:cNvPr>
            <p:cNvSpPr/>
            <p:nvPr/>
          </p:nvSpPr>
          <p:spPr>
            <a:xfrm>
              <a:off x="1940601" y="233030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94" name="object 94">
            <a:extLst>
              <a:ext uri="{FF2B5EF4-FFF2-40B4-BE49-F238E27FC236}">
                <a16:creationId xmlns:a16="http://schemas.microsoft.com/office/drawing/2014/main" id="{05E0F78A-311A-5C02-42E1-FFA14F38A459}"/>
              </a:ext>
            </a:extLst>
          </p:cNvPr>
          <p:cNvSpPr txBox="1"/>
          <p:nvPr/>
        </p:nvSpPr>
        <p:spPr>
          <a:xfrm>
            <a:off x="3091639" y="1660344"/>
            <a:ext cx="905510" cy="345440"/>
          </a:xfrm>
          <a:prstGeom prst="rect">
            <a:avLst/>
          </a:prstGeom>
        </p:spPr>
        <p:txBody>
          <a:bodyPr vert="horz" wrap="square" lIns="0" tIns="12700" rIns="0" bIns="0" rtlCol="0">
            <a:spAutoFit/>
          </a:bodyPr>
          <a:lstStyle/>
          <a:p>
            <a:pPr marL="12700">
              <a:lnSpc>
                <a:spcPct val="100000"/>
              </a:lnSpc>
              <a:spcBef>
                <a:spcPts val="100"/>
              </a:spcBef>
            </a:pPr>
            <a:r>
              <a:rPr sz="2100" b="1" spc="-90">
                <a:solidFill>
                  <a:srgbClr val="B3B3B3"/>
                </a:solidFill>
                <a:latin typeface="Arial"/>
                <a:cs typeface="Arial"/>
              </a:rPr>
              <a:t>Dataset</a:t>
            </a:r>
            <a:endParaRPr sz="2100">
              <a:latin typeface="Arial"/>
              <a:cs typeface="Arial"/>
            </a:endParaRPr>
          </a:p>
        </p:txBody>
      </p:sp>
      <p:sp>
        <p:nvSpPr>
          <p:cNvPr id="95" name="object 95">
            <a:extLst>
              <a:ext uri="{FF2B5EF4-FFF2-40B4-BE49-F238E27FC236}">
                <a16:creationId xmlns:a16="http://schemas.microsoft.com/office/drawing/2014/main" id="{3082EF9B-C599-AE5D-4EA2-981721E9D0EC}"/>
              </a:ext>
            </a:extLst>
          </p:cNvPr>
          <p:cNvSpPr txBox="1"/>
          <p:nvPr/>
        </p:nvSpPr>
        <p:spPr>
          <a:xfrm>
            <a:off x="7218471" y="5372791"/>
            <a:ext cx="248285" cy="238760"/>
          </a:xfrm>
          <a:prstGeom prst="rect">
            <a:avLst/>
          </a:prstGeom>
        </p:spPr>
        <p:txBody>
          <a:bodyPr vert="horz" wrap="square" lIns="0" tIns="12700" rIns="0" bIns="0" rtlCol="0">
            <a:spAutoFit/>
          </a:bodyPr>
          <a:lstStyle/>
          <a:p>
            <a:pPr marL="12700">
              <a:lnSpc>
                <a:spcPct val="100000"/>
              </a:lnSpc>
              <a:spcBef>
                <a:spcPts val="100"/>
              </a:spcBef>
            </a:pPr>
            <a:r>
              <a:rPr sz="1400" b="1" spc="-155">
                <a:solidFill>
                  <a:srgbClr val="B3B3B3"/>
                </a:solidFill>
                <a:latin typeface="Arial"/>
                <a:cs typeface="Arial"/>
              </a:rPr>
              <a:t>=</a:t>
            </a:r>
            <a:r>
              <a:rPr sz="1400" b="1" spc="-45">
                <a:solidFill>
                  <a:srgbClr val="B3B3B3"/>
                </a:solidFill>
                <a:latin typeface="Arial"/>
                <a:cs typeface="Arial"/>
              </a:rPr>
              <a:t> </a:t>
            </a:r>
            <a:r>
              <a:rPr sz="1400" b="1" spc="-50">
                <a:solidFill>
                  <a:srgbClr val="B3B3B3"/>
                </a:solidFill>
                <a:latin typeface="Arial"/>
                <a:cs typeface="Arial"/>
              </a:rPr>
              <a:t>5</a:t>
            </a:r>
            <a:endParaRPr sz="1400">
              <a:latin typeface="Arial"/>
              <a:cs typeface="Arial"/>
            </a:endParaRPr>
          </a:p>
        </p:txBody>
      </p:sp>
      <p:sp>
        <p:nvSpPr>
          <p:cNvPr id="96" name="object 96">
            <a:extLst>
              <a:ext uri="{FF2B5EF4-FFF2-40B4-BE49-F238E27FC236}">
                <a16:creationId xmlns:a16="http://schemas.microsoft.com/office/drawing/2014/main" id="{F4E86A91-24A9-A1F3-63BD-98EE8959CE90}"/>
              </a:ext>
            </a:extLst>
          </p:cNvPr>
          <p:cNvSpPr/>
          <p:nvPr/>
        </p:nvSpPr>
        <p:spPr>
          <a:xfrm>
            <a:off x="2406350" y="2017687"/>
            <a:ext cx="2374900" cy="1728470"/>
          </a:xfrm>
          <a:custGeom>
            <a:avLst/>
            <a:gdLst/>
            <a:ahLst/>
            <a:cxnLst/>
            <a:rect l="l" t="t" r="r" b="b"/>
            <a:pathLst>
              <a:path w="2374900" h="1728470">
                <a:moveTo>
                  <a:pt x="0" y="0"/>
                </a:moveTo>
                <a:lnTo>
                  <a:pt x="2374499" y="0"/>
                </a:lnTo>
                <a:lnTo>
                  <a:pt x="2374499" y="1727999"/>
                </a:lnTo>
                <a:lnTo>
                  <a:pt x="0" y="1727999"/>
                </a:lnTo>
                <a:lnTo>
                  <a:pt x="0" y="0"/>
                </a:lnTo>
                <a:close/>
              </a:path>
            </a:pathLst>
          </a:custGeom>
          <a:ln w="25399">
            <a:solidFill>
              <a:srgbClr val="00528F"/>
            </a:solidFill>
          </a:ln>
        </p:spPr>
        <p:txBody>
          <a:bodyPr wrap="square" lIns="0" tIns="0" rIns="0" bIns="0" rtlCol="0"/>
          <a:lstStyle/>
          <a:p>
            <a:endParaRPr/>
          </a:p>
        </p:txBody>
      </p:sp>
      <p:sp>
        <p:nvSpPr>
          <p:cNvPr id="97" name="object 97">
            <a:extLst>
              <a:ext uri="{FF2B5EF4-FFF2-40B4-BE49-F238E27FC236}">
                <a16:creationId xmlns:a16="http://schemas.microsoft.com/office/drawing/2014/main" id="{998CD3C0-B3CD-ACC0-7E99-947DB3AF426F}"/>
              </a:ext>
            </a:extLst>
          </p:cNvPr>
          <p:cNvSpPr txBox="1"/>
          <p:nvPr/>
        </p:nvSpPr>
        <p:spPr>
          <a:xfrm>
            <a:off x="5342980" y="5812930"/>
            <a:ext cx="2670175" cy="177800"/>
          </a:xfrm>
          <a:prstGeom prst="rect">
            <a:avLst/>
          </a:prstGeom>
        </p:spPr>
        <p:txBody>
          <a:bodyPr vert="horz" wrap="square" lIns="0" tIns="12700" rIns="0" bIns="0" rtlCol="0">
            <a:spAutoFit/>
          </a:bodyPr>
          <a:lstStyle/>
          <a:p>
            <a:pPr marL="12700">
              <a:lnSpc>
                <a:spcPct val="100000"/>
              </a:lnSpc>
              <a:spcBef>
                <a:spcPts val="100"/>
              </a:spcBef>
            </a:pPr>
            <a:r>
              <a:rPr sz="1000">
                <a:latin typeface="Arial MT"/>
                <a:cs typeface="Arial MT"/>
              </a:rPr>
              <a:t>(Image</a:t>
            </a:r>
            <a:r>
              <a:rPr sz="1000" spc="-35">
                <a:latin typeface="Arial MT"/>
                <a:cs typeface="Arial MT"/>
              </a:rPr>
              <a:t> </a:t>
            </a:r>
            <a:r>
              <a:rPr sz="1000">
                <a:latin typeface="Arial MT"/>
                <a:cs typeface="Arial MT"/>
              </a:rPr>
              <a:t>Credit:</a:t>
            </a:r>
            <a:r>
              <a:rPr sz="1000" spc="-20">
                <a:latin typeface="Arial MT"/>
                <a:cs typeface="Arial MT"/>
              </a:rPr>
              <a:t> </a:t>
            </a:r>
            <a:r>
              <a:rPr sz="1000" spc="-10">
                <a:latin typeface="Arial MT"/>
                <a:cs typeface="Arial MT"/>
              </a:rPr>
              <a:t>NVIDIA</a:t>
            </a:r>
            <a:r>
              <a:rPr sz="1000" spc="-60">
                <a:latin typeface="Arial MT"/>
                <a:cs typeface="Arial MT"/>
              </a:rPr>
              <a:t> </a:t>
            </a:r>
            <a:r>
              <a:rPr sz="1000">
                <a:latin typeface="Arial MT"/>
                <a:cs typeface="Arial MT"/>
              </a:rPr>
              <a:t>Deep</a:t>
            </a:r>
            <a:r>
              <a:rPr sz="1000" spc="-20">
                <a:latin typeface="Arial MT"/>
                <a:cs typeface="Arial MT"/>
              </a:rPr>
              <a:t> </a:t>
            </a:r>
            <a:r>
              <a:rPr sz="1000">
                <a:latin typeface="Arial MT"/>
                <a:cs typeface="Arial MT"/>
              </a:rPr>
              <a:t>Learning</a:t>
            </a:r>
            <a:r>
              <a:rPr sz="1000" spc="-15">
                <a:latin typeface="Arial MT"/>
                <a:cs typeface="Arial MT"/>
              </a:rPr>
              <a:t> </a:t>
            </a:r>
            <a:r>
              <a:rPr sz="1000" spc="-10">
                <a:latin typeface="Arial MT"/>
                <a:cs typeface="Arial MT"/>
              </a:rPr>
              <a:t>Institute)</a:t>
            </a:r>
            <a:endParaRPr sz="1000">
              <a:latin typeface="Arial MT"/>
              <a:cs typeface="Arial MT"/>
            </a:endParaRPr>
          </a:p>
        </p:txBody>
      </p:sp>
    </p:spTree>
    <p:extLst>
      <p:ext uri="{BB962C8B-B14F-4D97-AF65-F5344CB8AC3E}">
        <p14:creationId xmlns:p14="http://schemas.microsoft.com/office/powerpoint/2010/main" val="323804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31E80-D297-9284-8D6A-F45E11A8746A}"/>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C3F3173A-3EDC-6AA1-AD5B-CEBB3ADE4FB5}"/>
              </a:ext>
            </a:extLst>
          </p:cNvPr>
          <p:cNvGrpSpPr/>
          <p:nvPr/>
        </p:nvGrpSpPr>
        <p:grpSpPr>
          <a:xfrm>
            <a:off x="4591508" y="3348729"/>
            <a:ext cx="2573655" cy="587375"/>
            <a:chOff x="3110180" y="2790945"/>
            <a:chExt cx="2573655" cy="587375"/>
          </a:xfrm>
        </p:grpSpPr>
        <p:sp>
          <p:nvSpPr>
            <p:cNvPr id="3" name="object 3">
              <a:extLst>
                <a:ext uri="{FF2B5EF4-FFF2-40B4-BE49-F238E27FC236}">
                  <a16:creationId xmlns:a16="http://schemas.microsoft.com/office/drawing/2014/main" id="{18A2B8D6-014D-1AA8-D5E7-CE813E8977D4}"/>
                </a:ext>
              </a:extLst>
            </p:cNvPr>
            <p:cNvSpPr/>
            <p:nvPr/>
          </p:nvSpPr>
          <p:spPr>
            <a:xfrm>
              <a:off x="3133993" y="2814758"/>
              <a:ext cx="485775" cy="539750"/>
            </a:xfrm>
            <a:custGeom>
              <a:avLst/>
              <a:gdLst/>
              <a:ahLst/>
              <a:cxnLst/>
              <a:rect l="l" t="t" r="r" b="b"/>
              <a:pathLst>
                <a:path w="485775" h="539750">
                  <a:moveTo>
                    <a:pt x="0" y="539399"/>
                  </a:moveTo>
                  <a:lnTo>
                    <a:pt x="485699" y="0"/>
                  </a:lnTo>
                </a:path>
              </a:pathLst>
            </a:custGeom>
            <a:ln w="9524">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D39198E6-9057-0CC3-B4EB-09C7E4596286}"/>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9C2CC14E-5745-0F59-8FF5-D1C5DDBBD789}"/>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4357CF45-454D-1778-98C1-8456192DA9FC}"/>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7" name="object 7">
              <a:extLst>
                <a:ext uri="{FF2B5EF4-FFF2-40B4-BE49-F238E27FC236}">
                  <a16:creationId xmlns:a16="http://schemas.microsoft.com/office/drawing/2014/main" id="{7B3AD939-7098-3B93-9FE4-E51254F7868F}"/>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8" name="object 8">
              <a:extLst>
                <a:ext uri="{FF2B5EF4-FFF2-40B4-BE49-F238E27FC236}">
                  <a16:creationId xmlns:a16="http://schemas.microsoft.com/office/drawing/2014/main" id="{B5FE8173-D23E-9859-9CA1-5EEB2C27DE28}"/>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9" name="object 9">
              <a:extLst>
                <a:ext uri="{FF2B5EF4-FFF2-40B4-BE49-F238E27FC236}">
                  <a16:creationId xmlns:a16="http://schemas.microsoft.com/office/drawing/2014/main" id="{5320A143-1621-283A-5026-4F1C8BD6F53C}"/>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10" name="object 10">
              <a:extLst>
                <a:ext uri="{FF2B5EF4-FFF2-40B4-BE49-F238E27FC236}">
                  <a16:creationId xmlns:a16="http://schemas.microsoft.com/office/drawing/2014/main" id="{8FDE80F5-4F86-027D-E413-BF8774AC553C}"/>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grpSp>
      <p:grpSp>
        <p:nvGrpSpPr>
          <p:cNvPr id="11" name="object 11">
            <a:extLst>
              <a:ext uri="{FF2B5EF4-FFF2-40B4-BE49-F238E27FC236}">
                <a16:creationId xmlns:a16="http://schemas.microsoft.com/office/drawing/2014/main" id="{7D67E46A-8BF7-7C4F-6DA0-771D0D7B04FA}"/>
              </a:ext>
            </a:extLst>
          </p:cNvPr>
          <p:cNvGrpSpPr/>
          <p:nvPr/>
        </p:nvGrpSpPr>
        <p:grpSpPr>
          <a:xfrm>
            <a:off x="5944994" y="2032801"/>
            <a:ext cx="41275" cy="368300"/>
            <a:chOff x="4463666" y="1475017"/>
            <a:chExt cx="41275" cy="368300"/>
          </a:xfrm>
        </p:grpSpPr>
        <p:sp>
          <p:nvSpPr>
            <p:cNvPr id="12" name="object 12">
              <a:extLst>
                <a:ext uri="{FF2B5EF4-FFF2-40B4-BE49-F238E27FC236}">
                  <a16:creationId xmlns:a16="http://schemas.microsoft.com/office/drawing/2014/main" id="{B4004C0B-A71B-B162-5842-A3D5FE1CB03D}"/>
                </a:ext>
              </a:extLst>
            </p:cNvPr>
            <p:cNvSpPr/>
            <p:nvPr/>
          </p:nvSpPr>
          <p:spPr>
            <a:xfrm>
              <a:off x="4484161"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F1C63652-F4E9-BE4E-AC93-D36082272CEC}"/>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14" name="object 14">
              <a:extLst>
                <a:ext uri="{FF2B5EF4-FFF2-40B4-BE49-F238E27FC236}">
                  <a16:creationId xmlns:a16="http://schemas.microsoft.com/office/drawing/2014/main" id="{A3E7DCCD-BABB-77EE-BB0A-E2311386F468}"/>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grpSp>
      <p:grpSp>
        <p:nvGrpSpPr>
          <p:cNvPr id="15" name="object 15">
            <a:extLst>
              <a:ext uri="{FF2B5EF4-FFF2-40B4-BE49-F238E27FC236}">
                <a16:creationId xmlns:a16="http://schemas.microsoft.com/office/drawing/2014/main" id="{D6012708-B0E7-3205-EE1C-D5A1E688BA9B}"/>
              </a:ext>
            </a:extLst>
          </p:cNvPr>
          <p:cNvGrpSpPr/>
          <p:nvPr/>
        </p:nvGrpSpPr>
        <p:grpSpPr>
          <a:xfrm>
            <a:off x="5059820" y="2683763"/>
            <a:ext cx="1936114" cy="406400"/>
            <a:chOff x="3578492" y="2125979"/>
            <a:chExt cx="1936114" cy="406400"/>
          </a:xfrm>
        </p:grpSpPr>
        <p:sp>
          <p:nvSpPr>
            <p:cNvPr id="16" name="object 16">
              <a:extLst>
                <a:ext uri="{FF2B5EF4-FFF2-40B4-BE49-F238E27FC236}">
                  <a16:creationId xmlns:a16="http://schemas.microsoft.com/office/drawing/2014/main" id="{04017540-7631-E762-129B-A2EABAA17DAE}"/>
                </a:ext>
              </a:extLst>
            </p:cNvPr>
            <p:cNvSpPr/>
            <p:nvPr/>
          </p:nvSpPr>
          <p:spPr>
            <a:xfrm>
              <a:off x="3619767" y="2167254"/>
              <a:ext cx="864869" cy="323850"/>
            </a:xfrm>
            <a:custGeom>
              <a:avLst/>
              <a:gdLst/>
              <a:ahLst/>
              <a:cxnLst/>
              <a:rect l="l" t="t" r="r" b="b"/>
              <a:pathLst>
                <a:path w="864870" h="323850">
                  <a:moveTo>
                    <a:pt x="0" y="323699"/>
                  </a:moveTo>
                  <a:lnTo>
                    <a:pt x="864599" y="0"/>
                  </a:lnTo>
                </a:path>
              </a:pathLst>
            </a:custGeom>
            <a:ln w="82549">
              <a:solidFill>
                <a:srgbClr val="7030A0"/>
              </a:solidFill>
            </a:ln>
          </p:spPr>
          <p:txBody>
            <a:bodyPr wrap="square" lIns="0" tIns="0" rIns="0" bIns="0" rtlCol="0"/>
            <a:lstStyle/>
            <a:p>
              <a:endParaRPr/>
            </a:p>
          </p:txBody>
        </p:sp>
        <p:sp>
          <p:nvSpPr>
            <p:cNvPr id="17" name="object 17">
              <a:extLst>
                <a:ext uri="{FF2B5EF4-FFF2-40B4-BE49-F238E27FC236}">
                  <a16:creationId xmlns:a16="http://schemas.microsoft.com/office/drawing/2014/main" id="{C57A9484-064D-17A1-C24C-572AA5350749}"/>
                </a:ext>
              </a:extLst>
            </p:cNvPr>
            <p:cNvSpPr/>
            <p:nvPr/>
          </p:nvSpPr>
          <p:spPr>
            <a:xfrm>
              <a:off x="4484161" y="2167104"/>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18" name="object 18">
              <a:extLst>
                <a:ext uri="{FF2B5EF4-FFF2-40B4-BE49-F238E27FC236}">
                  <a16:creationId xmlns:a16="http://schemas.microsoft.com/office/drawing/2014/main" id="{97BF4D03-1600-CFA4-7CCD-3DAE7F43E675}"/>
                </a:ext>
              </a:extLst>
            </p:cNvPr>
            <p:cNvSpPr/>
            <p:nvPr/>
          </p:nvSpPr>
          <p:spPr>
            <a:xfrm>
              <a:off x="4051964" y="2167254"/>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19" name="object 19">
              <a:extLst>
                <a:ext uri="{FF2B5EF4-FFF2-40B4-BE49-F238E27FC236}">
                  <a16:creationId xmlns:a16="http://schemas.microsoft.com/office/drawing/2014/main" id="{84730673-5807-1A75-AF22-016C036A9D08}"/>
                </a:ext>
              </a:extLst>
            </p:cNvPr>
            <p:cNvSpPr/>
            <p:nvPr/>
          </p:nvSpPr>
          <p:spPr>
            <a:xfrm>
              <a:off x="4484161" y="2167104"/>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F7BFB3F6-E98E-39E8-EE9B-FBA624F0823E}"/>
                </a:ext>
              </a:extLst>
            </p:cNvPr>
            <p:cNvSpPr/>
            <p:nvPr/>
          </p:nvSpPr>
          <p:spPr>
            <a:xfrm>
              <a:off x="4484161" y="2167104"/>
              <a:ext cx="485775" cy="323850"/>
            </a:xfrm>
            <a:custGeom>
              <a:avLst/>
              <a:gdLst/>
              <a:ahLst/>
              <a:cxnLst/>
              <a:rect l="l" t="t" r="r" b="b"/>
              <a:pathLst>
                <a:path w="485775" h="323850">
                  <a:moveTo>
                    <a:pt x="0" y="0"/>
                  </a:moveTo>
                  <a:lnTo>
                    <a:pt x="485699" y="323699"/>
                  </a:lnTo>
                </a:path>
              </a:pathLst>
            </a:custGeom>
            <a:ln w="22224">
              <a:solidFill>
                <a:srgbClr val="92D050"/>
              </a:solidFill>
            </a:ln>
          </p:spPr>
          <p:txBody>
            <a:bodyPr wrap="square" lIns="0" tIns="0" rIns="0" bIns="0" rtlCol="0"/>
            <a:lstStyle/>
            <a:p>
              <a:endParaRPr/>
            </a:p>
          </p:txBody>
        </p:sp>
      </p:grpSp>
      <p:grpSp>
        <p:nvGrpSpPr>
          <p:cNvPr id="21" name="object 21">
            <a:extLst>
              <a:ext uri="{FF2B5EF4-FFF2-40B4-BE49-F238E27FC236}">
                <a16:creationId xmlns:a16="http://schemas.microsoft.com/office/drawing/2014/main" id="{BEB75AD2-3692-4301-1E0A-724F144DC267}"/>
              </a:ext>
            </a:extLst>
          </p:cNvPr>
          <p:cNvGrpSpPr/>
          <p:nvPr/>
        </p:nvGrpSpPr>
        <p:grpSpPr>
          <a:xfrm>
            <a:off x="4932820" y="3042388"/>
            <a:ext cx="1687195" cy="880744"/>
            <a:chOff x="3451492" y="2484604"/>
            <a:chExt cx="1687195" cy="880744"/>
          </a:xfrm>
        </p:grpSpPr>
        <p:sp>
          <p:nvSpPr>
            <p:cNvPr id="22" name="object 22">
              <a:extLst>
                <a:ext uri="{FF2B5EF4-FFF2-40B4-BE49-F238E27FC236}">
                  <a16:creationId xmlns:a16="http://schemas.microsoft.com/office/drawing/2014/main" id="{556A2D63-9DC2-74D6-969A-4C7D231CDE2F}"/>
                </a:ext>
              </a:extLst>
            </p:cNvPr>
            <p:cNvSpPr/>
            <p:nvPr/>
          </p:nvSpPr>
          <p:spPr>
            <a:xfrm>
              <a:off x="3511420" y="2814757"/>
              <a:ext cx="541020" cy="539750"/>
            </a:xfrm>
            <a:custGeom>
              <a:avLst/>
              <a:gdLst/>
              <a:ahLst/>
              <a:cxnLst/>
              <a:rect l="l" t="t" r="r" b="b"/>
              <a:pathLst>
                <a:path w="541020" h="539750">
                  <a:moveTo>
                    <a:pt x="0" y="539399"/>
                  </a:moveTo>
                  <a:lnTo>
                    <a:pt x="108599" y="0"/>
                  </a:lnTo>
                </a:path>
                <a:path w="541020" h="539750">
                  <a:moveTo>
                    <a:pt x="0" y="539399"/>
                  </a:moveTo>
                  <a:lnTo>
                    <a:pt x="540599" y="0"/>
                  </a:lnTo>
                </a:path>
              </a:pathLst>
            </a:custGeom>
            <a:ln w="22224">
              <a:solidFill>
                <a:srgbClr val="92D050"/>
              </a:solidFill>
            </a:ln>
          </p:spPr>
          <p:txBody>
            <a:bodyPr wrap="square" lIns="0" tIns="0" rIns="0" bIns="0" rtlCol="0"/>
            <a:lstStyle/>
            <a:p>
              <a:endParaRPr/>
            </a:p>
          </p:txBody>
        </p:sp>
        <p:sp>
          <p:nvSpPr>
            <p:cNvPr id="23" name="object 23">
              <a:extLst>
                <a:ext uri="{FF2B5EF4-FFF2-40B4-BE49-F238E27FC236}">
                  <a16:creationId xmlns:a16="http://schemas.microsoft.com/office/drawing/2014/main" id="{55FD65F3-8D9D-8CE7-A568-EA833AF9864A}"/>
                </a:ext>
              </a:extLst>
            </p:cNvPr>
            <p:cNvSpPr/>
            <p:nvPr/>
          </p:nvSpPr>
          <p:spPr>
            <a:xfrm>
              <a:off x="3511420" y="2814757"/>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E3847EB8-A521-D0E9-F890-42F3E93956DD}"/>
                </a:ext>
              </a:extLst>
            </p:cNvPr>
            <p:cNvSpPr/>
            <p:nvPr/>
          </p:nvSpPr>
          <p:spPr>
            <a:xfrm>
              <a:off x="3511420" y="2814757"/>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sp>
          <p:nvSpPr>
            <p:cNvPr id="25" name="object 25">
              <a:extLst>
                <a:ext uri="{FF2B5EF4-FFF2-40B4-BE49-F238E27FC236}">
                  <a16:creationId xmlns:a16="http://schemas.microsoft.com/office/drawing/2014/main" id="{67E078B6-BC94-9759-434E-02A26DDFF83E}"/>
                </a:ext>
              </a:extLst>
            </p:cNvPr>
            <p:cNvSpPr/>
            <p:nvPr/>
          </p:nvSpPr>
          <p:spPr>
            <a:xfrm>
              <a:off x="3457842"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6" name="object 26">
              <a:extLst>
                <a:ext uri="{FF2B5EF4-FFF2-40B4-BE49-F238E27FC236}">
                  <a16:creationId xmlns:a16="http://schemas.microsoft.com/office/drawing/2014/main" id="{74F8D648-9B53-0135-6B09-338F013AD5B1}"/>
                </a:ext>
              </a:extLst>
            </p:cNvPr>
            <p:cNvSpPr/>
            <p:nvPr/>
          </p:nvSpPr>
          <p:spPr>
            <a:xfrm>
              <a:off x="3457842" y="24909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7" name="object 27">
              <a:extLst>
                <a:ext uri="{FF2B5EF4-FFF2-40B4-BE49-F238E27FC236}">
                  <a16:creationId xmlns:a16="http://schemas.microsoft.com/office/drawing/2014/main" id="{0985F9F5-7A57-D400-4B38-C1D5CA44EC4D}"/>
                </a:ext>
              </a:extLst>
            </p:cNvPr>
            <p:cNvSpPr/>
            <p:nvPr/>
          </p:nvSpPr>
          <p:spPr>
            <a:xfrm>
              <a:off x="3890039"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28" name="object 28">
              <a:extLst>
                <a:ext uri="{FF2B5EF4-FFF2-40B4-BE49-F238E27FC236}">
                  <a16:creationId xmlns:a16="http://schemas.microsoft.com/office/drawing/2014/main" id="{178AC797-2C98-412A-223D-1A8C2E3A185C}"/>
                </a:ext>
              </a:extLst>
            </p:cNvPr>
            <p:cNvSpPr/>
            <p:nvPr/>
          </p:nvSpPr>
          <p:spPr>
            <a:xfrm>
              <a:off x="3890039" y="24909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sp>
          <p:nvSpPr>
            <p:cNvPr id="29" name="object 29">
              <a:extLst>
                <a:ext uri="{FF2B5EF4-FFF2-40B4-BE49-F238E27FC236}">
                  <a16:creationId xmlns:a16="http://schemas.microsoft.com/office/drawing/2014/main" id="{D18B6A4A-F718-BC75-9273-A7BED66D4386}"/>
                </a:ext>
              </a:extLst>
            </p:cNvPr>
            <p:cNvSpPr/>
            <p:nvPr/>
          </p:nvSpPr>
          <p:spPr>
            <a:xfrm>
              <a:off x="4322236" y="24909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FFFFF"/>
            </a:solidFill>
          </p:spPr>
          <p:txBody>
            <a:bodyPr wrap="square" lIns="0" tIns="0" rIns="0" bIns="0" rtlCol="0"/>
            <a:lstStyle/>
            <a:p>
              <a:endParaRPr/>
            </a:p>
          </p:txBody>
        </p:sp>
        <p:sp>
          <p:nvSpPr>
            <p:cNvPr id="30" name="object 30">
              <a:extLst>
                <a:ext uri="{FF2B5EF4-FFF2-40B4-BE49-F238E27FC236}">
                  <a16:creationId xmlns:a16="http://schemas.microsoft.com/office/drawing/2014/main" id="{4F203449-39F4-155A-D228-6398B21E04E5}"/>
                </a:ext>
              </a:extLst>
            </p:cNvPr>
            <p:cNvSpPr/>
            <p:nvPr/>
          </p:nvSpPr>
          <p:spPr>
            <a:xfrm>
              <a:off x="4322236" y="2490954"/>
              <a:ext cx="809625" cy="323850"/>
            </a:xfrm>
            <a:custGeom>
              <a:avLst/>
              <a:gdLst/>
              <a:ahLst/>
              <a:cxnLst/>
              <a:rect l="l" t="t" r="r" b="b"/>
              <a:pathLst>
                <a:path w="809625"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 w="809625" h="323850">
                  <a:moveTo>
                    <a:pt x="485774" y="161849"/>
                  </a:moveTo>
                  <a:lnTo>
                    <a:pt x="491556" y="118823"/>
                  </a:lnTo>
                  <a:lnTo>
                    <a:pt x="507872" y="80161"/>
                  </a:lnTo>
                  <a:lnTo>
                    <a:pt x="533179" y="47404"/>
                  </a:lnTo>
                  <a:lnTo>
                    <a:pt x="565936" y="22097"/>
                  </a:lnTo>
                  <a:lnTo>
                    <a:pt x="604598" y="5781"/>
                  </a:lnTo>
                  <a:lnTo>
                    <a:pt x="647624" y="0"/>
                  </a:lnTo>
                  <a:lnTo>
                    <a:pt x="709562" y="12320"/>
                  </a:lnTo>
                  <a:lnTo>
                    <a:pt x="762070" y="47404"/>
                  </a:lnTo>
                  <a:lnTo>
                    <a:pt x="797154" y="99912"/>
                  </a:lnTo>
                  <a:lnTo>
                    <a:pt x="809474" y="161849"/>
                  </a:lnTo>
                  <a:lnTo>
                    <a:pt x="803693" y="204876"/>
                  </a:lnTo>
                  <a:lnTo>
                    <a:pt x="787377" y="243538"/>
                  </a:lnTo>
                  <a:lnTo>
                    <a:pt x="762070" y="276295"/>
                  </a:lnTo>
                  <a:lnTo>
                    <a:pt x="729313" y="301602"/>
                  </a:lnTo>
                  <a:lnTo>
                    <a:pt x="690651" y="317918"/>
                  </a:lnTo>
                  <a:lnTo>
                    <a:pt x="647624" y="323699"/>
                  </a:lnTo>
                  <a:lnTo>
                    <a:pt x="604598" y="317918"/>
                  </a:lnTo>
                  <a:lnTo>
                    <a:pt x="565936" y="301602"/>
                  </a:lnTo>
                  <a:lnTo>
                    <a:pt x="533179" y="276295"/>
                  </a:lnTo>
                  <a:lnTo>
                    <a:pt x="507872" y="243538"/>
                  </a:lnTo>
                  <a:lnTo>
                    <a:pt x="491556" y="204876"/>
                  </a:lnTo>
                  <a:lnTo>
                    <a:pt x="485774" y="161849"/>
                  </a:lnTo>
                  <a:close/>
                </a:path>
              </a:pathLst>
            </a:custGeom>
            <a:ln w="12699">
              <a:solidFill>
                <a:srgbClr val="000000"/>
              </a:solidFill>
            </a:ln>
          </p:spPr>
          <p:txBody>
            <a:bodyPr wrap="square" lIns="0" tIns="0" rIns="0" bIns="0" rtlCol="0"/>
            <a:lstStyle/>
            <a:p>
              <a:endParaRPr/>
            </a:p>
          </p:txBody>
        </p:sp>
      </p:grpSp>
      <p:sp>
        <p:nvSpPr>
          <p:cNvPr id="31" name="object 31">
            <a:extLst>
              <a:ext uri="{FF2B5EF4-FFF2-40B4-BE49-F238E27FC236}">
                <a16:creationId xmlns:a16="http://schemas.microsoft.com/office/drawing/2014/main" id="{FCA41A85-32B5-79D8-4731-F98D40CFD484}"/>
              </a:ext>
            </a:extLst>
          </p:cNvPr>
          <p:cNvSpPr txBox="1"/>
          <p:nvPr/>
        </p:nvSpPr>
        <p:spPr>
          <a:xfrm>
            <a:off x="4507371" y="4137399"/>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a:solidFill>
                  <a:srgbClr val="B3B3B3"/>
                </a:solidFill>
                <a:latin typeface="Arial MT"/>
                <a:cs typeface="Arial MT"/>
              </a:rPr>
              <a:t>x</a:t>
            </a:r>
            <a:r>
              <a:rPr sz="2100" baseline="1984">
                <a:solidFill>
                  <a:srgbClr val="B3B3B3"/>
                </a:solidFill>
                <a:latin typeface="Arial MT"/>
                <a:cs typeface="Arial MT"/>
              </a:rPr>
              <a:t>	</a:t>
            </a: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a:solidFill>
                  <a:srgbClr val="B3B3B3"/>
                </a:solidFill>
                <a:latin typeface="Arial MT"/>
                <a:cs typeface="Arial MT"/>
              </a:rPr>
              <a:t>1</a:t>
            </a:r>
            <a:r>
              <a:rPr sz="1350" baseline="3086">
                <a:solidFill>
                  <a:srgbClr val="B3B3B3"/>
                </a:solidFill>
                <a:latin typeface="Arial MT"/>
                <a:cs typeface="Arial MT"/>
              </a:rPr>
              <a:t>	</a:t>
            </a:r>
            <a:r>
              <a:rPr sz="900" spc="-50">
                <a:solidFill>
                  <a:srgbClr val="B3B3B3"/>
                </a:solidFill>
                <a:latin typeface="Arial MT"/>
                <a:cs typeface="Arial MT"/>
              </a:rPr>
              <a:t>2</a:t>
            </a:r>
            <a:endParaRPr sz="900">
              <a:latin typeface="Arial MT"/>
              <a:cs typeface="Arial MT"/>
            </a:endParaRPr>
          </a:p>
        </p:txBody>
      </p:sp>
      <p:sp>
        <p:nvSpPr>
          <p:cNvPr id="32" name="object 32">
            <a:extLst>
              <a:ext uri="{FF2B5EF4-FFF2-40B4-BE49-F238E27FC236}">
                <a16:creationId xmlns:a16="http://schemas.microsoft.com/office/drawing/2014/main" id="{5DBC6D7E-756C-8442-7F15-3FAF6DC5878E}"/>
              </a:ext>
            </a:extLst>
          </p:cNvPr>
          <p:cNvSpPr txBox="1"/>
          <p:nvPr/>
        </p:nvSpPr>
        <p:spPr>
          <a:xfrm>
            <a:off x="7104124" y="4137399"/>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a:solidFill>
                  <a:srgbClr val="B3B3B3"/>
                </a:solidFill>
                <a:latin typeface="Arial MT"/>
                <a:cs typeface="Arial MT"/>
              </a:rPr>
              <a:t>n</a:t>
            </a:r>
            <a:endParaRPr sz="900">
              <a:latin typeface="Arial MT"/>
              <a:cs typeface="Arial MT"/>
            </a:endParaRPr>
          </a:p>
        </p:txBody>
      </p:sp>
      <p:sp>
        <p:nvSpPr>
          <p:cNvPr id="33" name="object 33">
            <a:extLst>
              <a:ext uri="{FF2B5EF4-FFF2-40B4-BE49-F238E27FC236}">
                <a16:creationId xmlns:a16="http://schemas.microsoft.com/office/drawing/2014/main" id="{BAA4269C-EACC-9915-DA9F-00587143A585}"/>
              </a:ext>
            </a:extLst>
          </p:cNvPr>
          <p:cNvSpPr txBox="1"/>
          <p:nvPr/>
        </p:nvSpPr>
        <p:spPr>
          <a:xfrm>
            <a:off x="5640846" y="4137399"/>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a:solidFill>
                  <a:srgbClr val="B3B3B3"/>
                </a:solidFill>
                <a:latin typeface="Arial MT"/>
                <a:cs typeface="Arial MT"/>
              </a:rPr>
              <a:t>…..</a:t>
            </a:r>
            <a:endParaRPr sz="1400">
              <a:latin typeface="Arial MT"/>
              <a:cs typeface="Arial MT"/>
            </a:endParaRPr>
          </a:p>
        </p:txBody>
      </p:sp>
      <p:grpSp>
        <p:nvGrpSpPr>
          <p:cNvPr id="34" name="object 34">
            <a:extLst>
              <a:ext uri="{FF2B5EF4-FFF2-40B4-BE49-F238E27FC236}">
                <a16:creationId xmlns:a16="http://schemas.microsoft.com/office/drawing/2014/main" id="{81169285-1F30-F74B-C233-337ADAAEA033}"/>
              </a:ext>
            </a:extLst>
          </p:cNvPr>
          <p:cNvGrpSpPr/>
          <p:nvPr/>
        </p:nvGrpSpPr>
        <p:grpSpPr>
          <a:xfrm>
            <a:off x="6015496" y="4914614"/>
            <a:ext cx="333375" cy="333375"/>
            <a:chOff x="4534168" y="4356830"/>
            <a:chExt cx="333375" cy="333375"/>
          </a:xfrm>
        </p:grpSpPr>
        <p:sp>
          <p:nvSpPr>
            <p:cNvPr id="35" name="object 35">
              <a:extLst>
                <a:ext uri="{FF2B5EF4-FFF2-40B4-BE49-F238E27FC236}">
                  <a16:creationId xmlns:a16="http://schemas.microsoft.com/office/drawing/2014/main" id="{CE158B22-E912-D276-8964-E49366D6907B}"/>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36" name="object 36">
              <a:extLst>
                <a:ext uri="{FF2B5EF4-FFF2-40B4-BE49-F238E27FC236}">
                  <a16:creationId xmlns:a16="http://schemas.microsoft.com/office/drawing/2014/main" id="{5D55F231-B56C-D6E0-4B09-C97C2653DEDA}"/>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37" name="object 37">
            <a:extLst>
              <a:ext uri="{FF2B5EF4-FFF2-40B4-BE49-F238E27FC236}">
                <a16:creationId xmlns:a16="http://schemas.microsoft.com/office/drawing/2014/main" id="{614E175E-3943-E698-D6E4-2CE262752C58}"/>
              </a:ext>
            </a:extLst>
          </p:cNvPr>
          <p:cNvGrpSpPr/>
          <p:nvPr/>
        </p:nvGrpSpPr>
        <p:grpSpPr>
          <a:xfrm>
            <a:off x="5424250" y="4917376"/>
            <a:ext cx="333375" cy="333375"/>
            <a:chOff x="3942922" y="4359592"/>
            <a:chExt cx="333375" cy="333375"/>
          </a:xfrm>
        </p:grpSpPr>
        <p:sp>
          <p:nvSpPr>
            <p:cNvPr id="38" name="object 38">
              <a:extLst>
                <a:ext uri="{FF2B5EF4-FFF2-40B4-BE49-F238E27FC236}">
                  <a16:creationId xmlns:a16="http://schemas.microsoft.com/office/drawing/2014/main" id="{9CDC7B82-82A4-A5E8-332C-3FEC85B9D502}"/>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1F1F1"/>
            </a:solidFill>
          </p:spPr>
          <p:txBody>
            <a:bodyPr wrap="square" lIns="0" tIns="0" rIns="0" bIns="0" rtlCol="0"/>
            <a:lstStyle/>
            <a:p>
              <a:endParaRPr/>
            </a:p>
          </p:txBody>
        </p:sp>
        <p:sp>
          <p:nvSpPr>
            <p:cNvPr id="39" name="object 39">
              <a:extLst>
                <a:ext uri="{FF2B5EF4-FFF2-40B4-BE49-F238E27FC236}">
                  <a16:creationId xmlns:a16="http://schemas.microsoft.com/office/drawing/2014/main" id="{C00349AD-2E5D-9AF6-BA8C-C42BF1362AB0}"/>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0" name="object 40">
            <a:extLst>
              <a:ext uri="{FF2B5EF4-FFF2-40B4-BE49-F238E27FC236}">
                <a16:creationId xmlns:a16="http://schemas.microsoft.com/office/drawing/2014/main" id="{0E248288-C9FD-728A-C27A-22FED71268E0}"/>
              </a:ext>
            </a:extLst>
          </p:cNvPr>
          <p:cNvGrpSpPr/>
          <p:nvPr/>
        </p:nvGrpSpPr>
        <p:grpSpPr>
          <a:xfrm>
            <a:off x="7410410" y="3854196"/>
            <a:ext cx="333375" cy="333375"/>
            <a:chOff x="5929082" y="3296412"/>
            <a:chExt cx="333375" cy="333375"/>
          </a:xfrm>
        </p:grpSpPr>
        <p:sp>
          <p:nvSpPr>
            <p:cNvPr id="41" name="object 41">
              <a:extLst>
                <a:ext uri="{FF2B5EF4-FFF2-40B4-BE49-F238E27FC236}">
                  <a16:creationId xmlns:a16="http://schemas.microsoft.com/office/drawing/2014/main" id="{A654F107-787B-7DB4-DC5D-876522886E90}"/>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2" name="object 42">
              <a:extLst>
                <a:ext uri="{FF2B5EF4-FFF2-40B4-BE49-F238E27FC236}">
                  <a16:creationId xmlns:a16="http://schemas.microsoft.com/office/drawing/2014/main" id="{CBF3075C-6636-39D6-E872-91BDBF339EBB}"/>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43" name="object 43">
            <a:extLst>
              <a:ext uri="{FF2B5EF4-FFF2-40B4-BE49-F238E27FC236}">
                <a16:creationId xmlns:a16="http://schemas.microsoft.com/office/drawing/2014/main" id="{5BC77849-BEB4-74E3-97F8-33A8DCA2E957}"/>
              </a:ext>
            </a:extLst>
          </p:cNvPr>
          <p:cNvSpPr txBox="1"/>
          <p:nvPr/>
        </p:nvSpPr>
        <p:spPr>
          <a:xfrm>
            <a:off x="5828425" y="4858781"/>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a:solidFill>
                  <a:srgbClr val="B3B3B3"/>
                </a:solidFill>
                <a:latin typeface="Arial MT"/>
                <a:cs typeface="Arial MT"/>
              </a:rPr>
              <a:t>-</a:t>
            </a:r>
            <a:endParaRPr sz="2100">
              <a:latin typeface="Arial MT"/>
              <a:cs typeface="Arial MT"/>
            </a:endParaRPr>
          </a:p>
        </p:txBody>
      </p:sp>
      <p:sp>
        <p:nvSpPr>
          <p:cNvPr id="44" name="object 44">
            <a:extLst>
              <a:ext uri="{FF2B5EF4-FFF2-40B4-BE49-F238E27FC236}">
                <a16:creationId xmlns:a16="http://schemas.microsoft.com/office/drawing/2014/main" id="{7B11DCC3-6143-4BA0-D15B-8A10565384D3}"/>
              </a:ext>
            </a:extLst>
          </p:cNvPr>
          <p:cNvSpPr txBox="1"/>
          <p:nvPr/>
        </p:nvSpPr>
        <p:spPr>
          <a:xfrm>
            <a:off x="4924292" y="4951566"/>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a:solidFill>
                  <a:srgbClr val="B3B3B3"/>
                </a:solidFill>
                <a:latin typeface="Arial MT"/>
                <a:cs typeface="Arial MT"/>
              </a:rPr>
              <a:t>Error:</a:t>
            </a:r>
            <a:endParaRPr sz="1400">
              <a:latin typeface="Arial MT"/>
              <a:cs typeface="Arial MT"/>
            </a:endParaRPr>
          </a:p>
        </p:txBody>
      </p:sp>
      <p:sp>
        <p:nvSpPr>
          <p:cNvPr id="45" name="object 45">
            <a:extLst>
              <a:ext uri="{FF2B5EF4-FFF2-40B4-BE49-F238E27FC236}">
                <a16:creationId xmlns:a16="http://schemas.microsoft.com/office/drawing/2014/main" id="{EBDFF743-A819-2684-F325-C8E79B2EC7AE}"/>
              </a:ext>
            </a:extLst>
          </p:cNvPr>
          <p:cNvSpPr txBox="1"/>
          <p:nvPr/>
        </p:nvSpPr>
        <p:spPr>
          <a:xfrm>
            <a:off x="6181985" y="2407040"/>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a:solidFill>
                  <a:srgbClr val="B3B3B3"/>
                </a:solidFill>
                <a:latin typeface="Arial MT"/>
                <a:cs typeface="Arial MT"/>
              </a:rPr>
              <a:t>Output/Prediction</a:t>
            </a:r>
            <a:endParaRPr sz="1400">
              <a:latin typeface="Arial MT"/>
              <a:cs typeface="Arial MT"/>
            </a:endParaRPr>
          </a:p>
        </p:txBody>
      </p:sp>
      <p:sp>
        <p:nvSpPr>
          <p:cNvPr id="46" name="object 46">
            <a:extLst>
              <a:ext uri="{FF2B5EF4-FFF2-40B4-BE49-F238E27FC236}">
                <a16:creationId xmlns:a16="http://schemas.microsoft.com/office/drawing/2014/main" id="{4D9F9798-5F84-4E95-2502-540503988ABD}"/>
              </a:ext>
            </a:extLst>
          </p:cNvPr>
          <p:cNvSpPr txBox="1"/>
          <p:nvPr/>
        </p:nvSpPr>
        <p:spPr>
          <a:xfrm>
            <a:off x="7847615" y="3867722"/>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a:solidFill>
                  <a:srgbClr val="B3B3B3"/>
                </a:solidFill>
                <a:latin typeface="Arial MT"/>
                <a:cs typeface="Arial MT"/>
              </a:rPr>
              <a:t>Target</a:t>
            </a:r>
            <a:r>
              <a:rPr sz="1400">
                <a:solidFill>
                  <a:srgbClr val="B3B3B3"/>
                </a:solidFill>
                <a:latin typeface="Arial MT"/>
                <a:cs typeface="Arial MT"/>
              </a:rPr>
              <a:t> </a:t>
            </a:r>
            <a:r>
              <a:rPr sz="1400" spc="-10">
                <a:solidFill>
                  <a:srgbClr val="B3B3B3"/>
                </a:solidFill>
                <a:latin typeface="Arial MT"/>
                <a:cs typeface="Arial MT"/>
              </a:rPr>
              <a:t>Output</a:t>
            </a:r>
            <a:endParaRPr sz="1400">
              <a:latin typeface="Arial MT"/>
              <a:cs typeface="Arial MT"/>
            </a:endParaRPr>
          </a:p>
        </p:txBody>
      </p:sp>
      <p:sp>
        <p:nvSpPr>
          <p:cNvPr id="47" name="object 47">
            <a:extLst>
              <a:ext uri="{FF2B5EF4-FFF2-40B4-BE49-F238E27FC236}">
                <a16:creationId xmlns:a16="http://schemas.microsoft.com/office/drawing/2014/main" id="{97EC31B0-8855-BCB4-E60B-753B045F79B6}"/>
              </a:ext>
            </a:extLst>
          </p:cNvPr>
          <p:cNvSpPr/>
          <p:nvPr/>
        </p:nvSpPr>
        <p:spPr>
          <a:xfrm>
            <a:off x="6775114" y="3048738"/>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12699">
            <a:solidFill>
              <a:srgbClr val="000000"/>
            </a:solidFill>
          </a:ln>
        </p:spPr>
        <p:txBody>
          <a:bodyPr wrap="square" lIns="0" tIns="0" rIns="0" bIns="0" rtlCol="0"/>
          <a:lstStyle/>
          <a:p>
            <a:endParaRPr/>
          </a:p>
        </p:txBody>
      </p:sp>
      <p:grpSp>
        <p:nvGrpSpPr>
          <p:cNvPr id="48" name="object 48">
            <a:extLst>
              <a:ext uri="{FF2B5EF4-FFF2-40B4-BE49-F238E27FC236}">
                <a16:creationId xmlns:a16="http://schemas.microsoft.com/office/drawing/2014/main" id="{684BE252-83C4-FC5A-04C9-662335D7D9D5}"/>
              </a:ext>
            </a:extLst>
          </p:cNvPr>
          <p:cNvGrpSpPr/>
          <p:nvPr/>
        </p:nvGrpSpPr>
        <p:grpSpPr>
          <a:xfrm>
            <a:off x="4499695" y="3906782"/>
            <a:ext cx="229235" cy="229235"/>
            <a:chOff x="3018367" y="3348998"/>
            <a:chExt cx="229235" cy="229235"/>
          </a:xfrm>
        </p:grpSpPr>
        <p:sp>
          <p:nvSpPr>
            <p:cNvPr id="49" name="object 49">
              <a:extLst>
                <a:ext uri="{FF2B5EF4-FFF2-40B4-BE49-F238E27FC236}">
                  <a16:creationId xmlns:a16="http://schemas.microsoft.com/office/drawing/2014/main" id="{D2981D98-29F4-ACA7-8176-B74195921B09}"/>
                </a:ext>
              </a:extLst>
            </p:cNvPr>
            <p:cNvSpPr/>
            <p:nvPr/>
          </p:nvSpPr>
          <p:spPr>
            <a:xfrm>
              <a:off x="302564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0" name="object 50">
              <a:extLst>
                <a:ext uri="{FF2B5EF4-FFF2-40B4-BE49-F238E27FC236}">
                  <a16:creationId xmlns:a16="http://schemas.microsoft.com/office/drawing/2014/main" id="{9D2E65AB-AEC9-7981-620E-F3104371FD1F}"/>
                </a:ext>
              </a:extLst>
            </p:cNvPr>
            <p:cNvSpPr/>
            <p:nvPr/>
          </p:nvSpPr>
          <p:spPr>
            <a:xfrm>
              <a:off x="3024717"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51" name="object 51">
              <a:extLst>
                <a:ext uri="{FF2B5EF4-FFF2-40B4-BE49-F238E27FC236}">
                  <a16:creationId xmlns:a16="http://schemas.microsoft.com/office/drawing/2014/main" id="{C21B63B7-521C-475F-266A-DED4AE910D10}"/>
                </a:ext>
              </a:extLst>
            </p:cNvPr>
            <p:cNvSpPr/>
            <p:nvPr/>
          </p:nvSpPr>
          <p:spPr>
            <a:xfrm>
              <a:off x="3024717"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2" name="object 52">
            <a:extLst>
              <a:ext uri="{FF2B5EF4-FFF2-40B4-BE49-F238E27FC236}">
                <a16:creationId xmlns:a16="http://schemas.microsoft.com/office/drawing/2014/main" id="{B74E8298-1BA3-2E86-5E76-20D6698BAF3C}"/>
              </a:ext>
            </a:extLst>
          </p:cNvPr>
          <p:cNvGrpSpPr/>
          <p:nvPr/>
        </p:nvGrpSpPr>
        <p:grpSpPr>
          <a:xfrm>
            <a:off x="4878314" y="3906782"/>
            <a:ext cx="229235" cy="229235"/>
            <a:chOff x="3396986" y="3348998"/>
            <a:chExt cx="229235" cy="229235"/>
          </a:xfrm>
        </p:grpSpPr>
        <p:sp>
          <p:nvSpPr>
            <p:cNvPr id="53" name="object 53">
              <a:extLst>
                <a:ext uri="{FF2B5EF4-FFF2-40B4-BE49-F238E27FC236}">
                  <a16:creationId xmlns:a16="http://schemas.microsoft.com/office/drawing/2014/main" id="{59B6749D-E7CD-CAD6-7E28-5682657E6DDC}"/>
                </a:ext>
              </a:extLst>
            </p:cNvPr>
            <p:cNvSpPr/>
            <p:nvPr/>
          </p:nvSpPr>
          <p:spPr>
            <a:xfrm>
              <a:off x="3404264"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4" name="object 54">
              <a:extLst>
                <a:ext uri="{FF2B5EF4-FFF2-40B4-BE49-F238E27FC236}">
                  <a16:creationId xmlns:a16="http://schemas.microsoft.com/office/drawing/2014/main" id="{EEF39D67-1A2E-F846-D3D7-2368030E8DD8}"/>
                </a:ext>
              </a:extLst>
            </p:cNvPr>
            <p:cNvSpPr/>
            <p:nvPr/>
          </p:nvSpPr>
          <p:spPr>
            <a:xfrm>
              <a:off x="3403336"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55" name="object 55">
              <a:extLst>
                <a:ext uri="{FF2B5EF4-FFF2-40B4-BE49-F238E27FC236}">
                  <a16:creationId xmlns:a16="http://schemas.microsoft.com/office/drawing/2014/main" id="{8493EB70-BB5C-A195-FE39-46083417886F}"/>
                </a:ext>
              </a:extLst>
            </p:cNvPr>
            <p:cNvSpPr/>
            <p:nvPr/>
          </p:nvSpPr>
          <p:spPr>
            <a:xfrm>
              <a:off x="3403336"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6" name="object 56">
            <a:extLst>
              <a:ext uri="{FF2B5EF4-FFF2-40B4-BE49-F238E27FC236}">
                <a16:creationId xmlns:a16="http://schemas.microsoft.com/office/drawing/2014/main" id="{93919E15-89F5-4CC7-EDA6-6EC6FDD11218}"/>
              </a:ext>
            </a:extLst>
          </p:cNvPr>
          <p:cNvGrpSpPr/>
          <p:nvPr/>
        </p:nvGrpSpPr>
        <p:grpSpPr>
          <a:xfrm>
            <a:off x="5310512" y="3906782"/>
            <a:ext cx="229235" cy="229235"/>
            <a:chOff x="3829184" y="3348998"/>
            <a:chExt cx="229235" cy="229235"/>
          </a:xfrm>
        </p:grpSpPr>
        <p:sp>
          <p:nvSpPr>
            <p:cNvPr id="57" name="object 57">
              <a:extLst>
                <a:ext uri="{FF2B5EF4-FFF2-40B4-BE49-F238E27FC236}">
                  <a16:creationId xmlns:a16="http://schemas.microsoft.com/office/drawing/2014/main" id="{FF06C65D-D1EE-524F-B532-C30BB1F68200}"/>
                </a:ext>
              </a:extLst>
            </p:cNvPr>
            <p:cNvSpPr/>
            <p:nvPr/>
          </p:nvSpPr>
          <p:spPr>
            <a:xfrm>
              <a:off x="3836462"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58" name="object 58">
              <a:extLst>
                <a:ext uri="{FF2B5EF4-FFF2-40B4-BE49-F238E27FC236}">
                  <a16:creationId xmlns:a16="http://schemas.microsoft.com/office/drawing/2014/main" id="{46F5012A-F682-2AF0-708F-C2B27EF9BABA}"/>
                </a:ext>
              </a:extLst>
            </p:cNvPr>
            <p:cNvSpPr/>
            <p:nvPr/>
          </p:nvSpPr>
          <p:spPr>
            <a:xfrm>
              <a:off x="3835534"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59" name="object 59">
              <a:extLst>
                <a:ext uri="{FF2B5EF4-FFF2-40B4-BE49-F238E27FC236}">
                  <a16:creationId xmlns:a16="http://schemas.microsoft.com/office/drawing/2014/main" id="{A1592EAD-C342-A54B-764F-EE199795A7FB}"/>
                </a:ext>
              </a:extLst>
            </p:cNvPr>
            <p:cNvSpPr/>
            <p:nvPr/>
          </p:nvSpPr>
          <p:spPr>
            <a:xfrm>
              <a:off x="3835534"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0" name="object 60">
            <a:extLst>
              <a:ext uri="{FF2B5EF4-FFF2-40B4-BE49-F238E27FC236}">
                <a16:creationId xmlns:a16="http://schemas.microsoft.com/office/drawing/2014/main" id="{72AA94D3-42E5-0B69-DE0A-FDEADEF46054}"/>
              </a:ext>
            </a:extLst>
          </p:cNvPr>
          <p:cNvGrpSpPr/>
          <p:nvPr/>
        </p:nvGrpSpPr>
        <p:grpSpPr>
          <a:xfrm>
            <a:off x="5742707" y="3906782"/>
            <a:ext cx="229235" cy="229235"/>
            <a:chOff x="4261379" y="3348998"/>
            <a:chExt cx="229235" cy="229235"/>
          </a:xfrm>
        </p:grpSpPr>
        <p:sp>
          <p:nvSpPr>
            <p:cNvPr id="61" name="object 61">
              <a:extLst>
                <a:ext uri="{FF2B5EF4-FFF2-40B4-BE49-F238E27FC236}">
                  <a16:creationId xmlns:a16="http://schemas.microsoft.com/office/drawing/2014/main" id="{54A1C90A-7DE9-C8F1-9424-9D4933593222}"/>
                </a:ext>
              </a:extLst>
            </p:cNvPr>
            <p:cNvSpPr/>
            <p:nvPr/>
          </p:nvSpPr>
          <p:spPr>
            <a:xfrm>
              <a:off x="42686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2" name="object 62">
              <a:extLst>
                <a:ext uri="{FF2B5EF4-FFF2-40B4-BE49-F238E27FC236}">
                  <a16:creationId xmlns:a16="http://schemas.microsoft.com/office/drawing/2014/main" id="{FED38221-69B2-5E3A-66A1-246C85D64FBA}"/>
                </a:ext>
              </a:extLst>
            </p:cNvPr>
            <p:cNvSpPr/>
            <p:nvPr/>
          </p:nvSpPr>
          <p:spPr>
            <a:xfrm>
              <a:off x="4267729"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3" name="object 63">
              <a:extLst>
                <a:ext uri="{FF2B5EF4-FFF2-40B4-BE49-F238E27FC236}">
                  <a16:creationId xmlns:a16="http://schemas.microsoft.com/office/drawing/2014/main" id="{9CA084C4-4A5A-EB28-19D0-45592F575A11}"/>
                </a:ext>
              </a:extLst>
            </p:cNvPr>
            <p:cNvSpPr/>
            <p:nvPr/>
          </p:nvSpPr>
          <p:spPr>
            <a:xfrm>
              <a:off x="4267729"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4" name="object 64">
            <a:extLst>
              <a:ext uri="{FF2B5EF4-FFF2-40B4-BE49-F238E27FC236}">
                <a16:creationId xmlns:a16="http://schemas.microsoft.com/office/drawing/2014/main" id="{72195F7B-38AA-6A31-611F-73FA5A00F99D}"/>
              </a:ext>
            </a:extLst>
          </p:cNvPr>
          <p:cNvGrpSpPr/>
          <p:nvPr/>
        </p:nvGrpSpPr>
        <p:grpSpPr>
          <a:xfrm>
            <a:off x="6174905" y="3906782"/>
            <a:ext cx="229235" cy="229235"/>
            <a:chOff x="4693577" y="3348998"/>
            <a:chExt cx="229235" cy="229235"/>
          </a:xfrm>
        </p:grpSpPr>
        <p:sp>
          <p:nvSpPr>
            <p:cNvPr id="65" name="object 65">
              <a:extLst>
                <a:ext uri="{FF2B5EF4-FFF2-40B4-BE49-F238E27FC236}">
                  <a16:creationId xmlns:a16="http://schemas.microsoft.com/office/drawing/2014/main" id="{C843175C-BD74-C4BA-6123-4A3415E8467C}"/>
                </a:ext>
              </a:extLst>
            </p:cNvPr>
            <p:cNvSpPr/>
            <p:nvPr/>
          </p:nvSpPr>
          <p:spPr>
            <a:xfrm>
              <a:off x="4700855"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66" name="object 66">
              <a:extLst>
                <a:ext uri="{FF2B5EF4-FFF2-40B4-BE49-F238E27FC236}">
                  <a16:creationId xmlns:a16="http://schemas.microsoft.com/office/drawing/2014/main" id="{0F4C1EAA-102C-FE93-D791-393D69CF0987}"/>
                </a:ext>
              </a:extLst>
            </p:cNvPr>
            <p:cNvSpPr/>
            <p:nvPr/>
          </p:nvSpPr>
          <p:spPr>
            <a:xfrm>
              <a:off x="4699927"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7" name="object 67">
              <a:extLst>
                <a:ext uri="{FF2B5EF4-FFF2-40B4-BE49-F238E27FC236}">
                  <a16:creationId xmlns:a16="http://schemas.microsoft.com/office/drawing/2014/main" id="{A4A174A2-2CA8-638F-24DA-9D694FE87D55}"/>
                </a:ext>
              </a:extLst>
            </p:cNvPr>
            <p:cNvSpPr/>
            <p:nvPr/>
          </p:nvSpPr>
          <p:spPr>
            <a:xfrm>
              <a:off x="4699927"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8" name="object 68">
            <a:extLst>
              <a:ext uri="{FF2B5EF4-FFF2-40B4-BE49-F238E27FC236}">
                <a16:creationId xmlns:a16="http://schemas.microsoft.com/office/drawing/2014/main" id="{507CCD40-5077-1210-BD9F-EFF278C81BCB}"/>
              </a:ext>
            </a:extLst>
          </p:cNvPr>
          <p:cNvGrpSpPr/>
          <p:nvPr/>
        </p:nvGrpSpPr>
        <p:grpSpPr>
          <a:xfrm>
            <a:off x="6605912" y="3906782"/>
            <a:ext cx="229235" cy="229235"/>
            <a:chOff x="5124584" y="3348998"/>
            <a:chExt cx="229235" cy="229235"/>
          </a:xfrm>
        </p:grpSpPr>
        <p:sp>
          <p:nvSpPr>
            <p:cNvPr id="69" name="object 69">
              <a:extLst>
                <a:ext uri="{FF2B5EF4-FFF2-40B4-BE49-F238E27FC236}">
                  <a16:creationId xmlns:a16="http://schemas.microsoft.com/office/drawing/2014/main" id="{DAFE6ECA-E2C7-C3B4-8304-8B330AC060BE}"/>
                </a:ext>
              </a:extLst>
            </p:cNvPr>
            <p:cNvSpPr/>
            <p:nvPr/>
          </p:nvSpPr>
          <p:spPr>
            <a:xfrm>
              <a:off x="5131862"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0" name="object 70">
              <a:extLst>
                <a:ext uri="{FF2B5EF4-FFF2-40B4-BE49-F238E27FC236}">
                  <a16:creationId xmlns:a16="http://schemas.microsoft.com/office/drawing/2014/main" id="{06F74C1C-58E0-3588-1E3F-877359E83A52}"/>
                </a:ext>
              </a:extLst>
            </p:cNvPr>
            <p:cNvSpPr/>
            <p:nvPr/>
          </p:nvSpPr>
          <p:spPr>
            <a:xfrm>
              <a:off x="5130934"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1" name="object 71">
              <a:extLst>
                <a:ext uri="{FF2B5EF4-FFF2-40B4-BE49-F238E27FC236}">
                  <a16:creationId xmlns:a16="http://schemas.microsoft.com/office/drawing/2014/main" id="{1157D2E1-8158-0F2D-F3CC-1A93F84C1922}"/>
                </a:ext>
              </a:extLst>
            </p:cNvPr>
            <p:cNvSpPr/>
            <p:nvPr/>
          </p:nvSpPr>
          <p:spPr>
            <a:xfrm>
              <a:off x="5130934"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2" name="object 72">
            <a:extLst>
              <a:ext uri="{FF2B5EF4-FFF2-40B4-BE49-F238E27FC236}">
                <a16:creationId xmlns:a16="http://schemas.microsoft.com/office/drawing/2014/main" id="{5B0A4D3A-CBA1-734D-96DF-FECCE7827CBD}"/>
              </a:ext>
            </a:extLst>
          </p:cNvPr>
          <p:cNvGrpSpPr/>
          <p:nvPr/>
        </p:nvGrpSpPr>
        <p:grpSpPr>
          <a:xfrm>
            <a:off x="7038107" y="3906782"/>
            <a:ext cx="229235" cy="229235"/>
            <a:chOff x="5556779" y="3348998"/>
            <a:chExt cx="229235" cy="229235"/>
          </a:xfrm>
        </p:grpSpPr>
        <p:sp>
          <p:nvSpPr>
            <p:cNvPr id="73" name="object 73">
              <a:extLst>
                <a:ext uri="{FF2B5EF4-FFF2-40B4-BE49-F238E27FC236}">
                  <a16:creationId xmlns:a16="http://schemas.microsoft.com/office/drawing/2014/main" id="{FE0592F4-6D9F-F22D-B1B6-038FE562C1F0}"/>
                </a:ext>
              </a:extLst>
            </p:cNvPr>
            <p:cNvSpPr/>
            <p:nvPr/>
          </p:nvSpPr>
          <p:spPr>
            <a:xfrm>
              <a:off x="5564058" y="33553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sp>
          <p:nvSpPr>
            <p:cNvPr id="74" name="object 74">
              <a:extLst>
                <a:ext uri="{FF2B5EF4-FFF2-40B4-BE49-F238E27FC236}">
                  <a16:creationId xmlns:a16="http://schemas.microsoft.com/office/drawing/2014/main" id="{D7A1D6EA-08F1-D701-69AB-D41A59108AD4}"/>
                </a:ext>
              </a:extLst>
            </p:cNvPr>
            <p:cNvSpPr/>
            <p:nvPr/>
          </p:nvSpPr>
          <p:spPr>
            <a:xfrm>
              <a:off x="5563129" y="3356248"/>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5" name="object 75">
              <a:extLst>
                <a:ext uri="{FF2B5EF4-FFF2-40B4-BE49-F238E27FC236}">
                  <a16:creationId xmlns:a16="http://schemas.microsoft.com/office/drawing/2014/main" id="{A5F64F49-738A-5023-C0B4-A0C53A7F46C9}"/>
                </a:ext>
              </a:extLst>
            </p:cNvPr>
            <p:cNvSpPr/>
            <p:nvPr/>
          </p:nvSpPr>
          <p:spPr>
            <a:xfrm>
              <a:off x="5563129" y="3356248"/>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6" name="object 76">
            <a:extLst>
              <a:ext uri="{FF2B5EF4-FFF2-40B4-BE49-F238E27FC236}">
                <a16:creationId xmlns:a16="http://schemas.microsoft.com/office/drawing/2014/main" id="{A819D243-5704-EA8A-CA21-080A843D3D33}"/>
              </a:ext>
            </a:extLst>
          </p:cNvPr>
          <p:cNvGrpSpPr/>
          <p:nvPr/>
        </p:nvGrpSpPr>
        <p:grpSpPr>
          <a:xfrm>
            <a:off x="5798802" y="2396276"/>
            <a:ext cx="333375" cy="333375"/>
            <a:chOff x="4317474" y="1838492"/>
            <a:chExt cx="333375" cy="333375"/>
          </a:xfrm>
        </p:grpSpPr>
        <p:sp>
          <p:nvSpPr>
            <p:cNvPr id="77" name="object 77">
              <a:extLst>
                <a:ext uri="{FF2B5EF4-FFF2-40B4-BE49-F238E27FC236}">
                  <a16:creationId xmlns:a16="http://schemas.microsoft.com/office/drawing/2014/main" id="{708F61CC-4326-3159-2399-D53A7FD85A4B}"/>
                </a:ext>
              </a:extLst>
            </p:cNvPr>
            <p:cNvSpPr/>
            <p:nvPr/>
          </p:nvSpPr>
          <p:spPr>
            <a:xfrm>
              <a:off x="4322236" y="18432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F1F1F1"/>
            </a:solidFill>
          </p:spPr>
          <p:txBody>
            <a:bodyPr wrap="square" lIns="0" tIns="0" rIns="0" bIns="0" rtlCol="0"/>
            <a:lstStyle/>
            <a:p>
              <a:endParaRPr/>
            </a:p>
          </p:txBody>
        </p:sp>
        <p:sp>
          <p:nvSpPr>
            <p:cNvPr id="78" name="object 78">
              <a:extLst>
                <a:ext uri="{FF2B5EF4-FFF2-40B4-BE49-F238E27FC236}">
                  <a16:creationId xmlns:a16="http://schemas.microsoft.com/office/drawing/2014/main" id="{EA54747F-649D-30D2-945B-4CC224DAB85B}"/>
                </a:ext>
              </a:extLst>
            </p:cNvPr>
            <p:cNvSpPr/>
            <p:nvPr/>
          </p:nvSpPr>
          <p:spPr>
            <a:xfrm>
              <a:off x="4322236" y="18432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79" name="object 79">
            <a:extLst>
              <a:ext uri="{FF2B5EF4-FFF2-40B4-BE49-F238E27FC236}">
                <a16:creationId xmlns:a16="http://schemas.microsoft.com/office/drawing/2014/main" id="{FC041EC0-2E3F-34E6-A6E7-58DDF844A9DE}"/>
              </a:ext>
            </a:extLst>
          </p:cNvPr>
          <p:cNvSpPr txBox="1"/>
          <p:nvPr/>
        </p:nvSpPr>
        <p:spPr>
          <a:xfrm>
            <a:off x="6497494" y="4928140"/>
            <a:ext cx="307340" cy="238760"/>
          </a:xfrm>
          <a:prstGeom prst="rect">
            <a:avLst/>
          </a:prstGeom>
        </p:spPr>
        <p:txBody>
          <a:bodyPr vert="horz" wrap="square" lIns="0" tIns="12700" rIns="0" bIns="0" rtlCol="0">
            <a:spAutoFit/>
          </a:bodyPr>
          <a:lstStyle/>
          <a:p>
            <a:pPr marL="12700">
              <a:lnSpc>
                <a:spcPct val="100000"/>
              </a:lnSpc>
              <a:spcBef>
                <a:spcPts val="100"/>
              </a:spcBef>
            </a:pPr>
            <a:r>
              <a:rPr sz="1400" b="1" spc="-155">
                <a:solidFill>
                  <a:srgbClr val="B3B3B3"/>
                </a:solidFill>
                <a:latin typeface="Arial"/>
                <a:cs typeface="Arial"/>
              </a:rPr>
              <a:t>=</a:t>
            </a:r>
            <a:r>
              <a:rPr sz="1400" b="1" spc="-45">
                <a:solidFill>
                  <a:srgbClr val="B3B3B3"/>
                </a:solidFill>
                <a:latin typeface="Arial"/>
                <a:cs typeface="Arial"/>
              </a:rPr>
              <a:t> </a:t>
            </a:r>
            <a:r>
              <a:rPr sz="1400" b="1" spc="-150">
                <a:solidFill>
                  <a:srgbClr val="B3B3B3"/>
                </a:solidFill>
                <a:latin typeface="Arial"/>
                <a:cs typeface="Arial"/>
              </a:rPr>
              <a:t>15</a:t>
            </a:r>
            <a:endParaRPr sz="1400">
              <a:latin typeface="Arial"/>
              <a:cs typeface="Arial"/>
            </a:endParaRPr>
          </a:p>
        </p:txBody>
      </p:sp>
      <p:sp>
        <p:nvSpPr>
          <p:cNvPr id="80" name="object 81">
            <a:extLst>
              <a:ext uri="{FF2B5EF4-FFF2-40B4-BE49-F238E27FC236}">
                <a16:creationId xmlns:a16="http://schemas.microsoft.com/office/drawing/2014/main" id="{00CE6F84-4B9F-2F4A-58D5-5395797869F5}"/>
              </a:ext>
            </a:extLst>
          </p:cNvPr>
          <p:cNvSpPr txBox="1"/>
          <p:nvPr/>
        </p:nvSpPr>
        <p:spPr>
          <a:xfrm>
            <a:off x="4629748" y="5377754"/>
            <a:ext cx="2670175" cy="177800"/>
          </a:xfrm>
          <a:prstGeom prst="rect">
            <a:avLst/>
          </a:prstGeom>
        </p:spPr>
        <p:txBody>
          <a:bodyPr vert="horz" wrap="square" lIns="0" tIns="12700" rIns="0" bIns="0" rtlCol="0">
            <a:spAutoFit/>
          </a:bodyPr>
          <a:lstStyle/>
          <a:p>
            <a:pPr marL="12700">
              <a:lnSpc>
                <a:spcPct val="100000"/>
              </a:lnSpc>
              <a:spcBef>
                <a:spcPts val="100"/>
              </a:spcBef>
            </a:pPr>
            <a:r>
              <a:rPr sz="1000">
                <a:latin typeface="Arial MT"/>
                <a:cs typeface="Arial MT"/>
              </a:rPr>
              <a:t>(Image</a:t>
            </a:r>
            <a:r>
              <a:rPr sz="1000" spc="-35">
                <a:latin typeface="Arial MT"/>
                <a:cs typeface="Arial MT"/>
              </a:rPr>
              <a:t> </a:t>
            </a:r>
            <a:r>
              <a:rPr sz="1000">
                <a:latin typeface="Arial MT"/>
                <a:cs typeface="Arial MT"/>
              </a:rPr>
              <a:t>Credit:</a:t>
            </a:r>
            <a:r>
              <a:rPr sz="1000" spc="-20">
                <a:latin typeface="Arial MT"/>
                <a:cs typeface="Arial MT"/>
              </a:rPr>
              <a:t> </a:t>
            </a:r>
            <a:r>
              <a:rPr sz="1000" spc="-10">
                <a:latin typeface="Arial MT"/>
                <a:cs typeface="Arial MT"/>
              </a:rPr>
              <a:t>NVIDIA</a:t>
            </a:r>
            <a:r>
              <a:rPr sz="1000" spc="-60">
                <a:latin typeface="Arial MT"/>
                <a:cs typeface="Arial MT"/>
              </a:rPr>
              <a:t> </a:t>
            </a:r>
            <a:r>
              <a:rPr sz="1000">
                <a:latin typeface="Arial MT"/>
                <a:cs typeface="Arial MT"/>
              </a:rPr>
              <a:t>Deep</a:t>
            </a:r>
            <a:r>
              <a:rPr sz="1000" spc="-20">
                <a:latin typeface="Arial MT"/>
                <a:cs typeface="Arial MT"/>
              </a:rPr>
              <a:t> </a:t>
            </a:r>
            <a:r>
              <a:rPr sz="1000">
                <a:latin typeface="Arial MT"/>
                <a:cs typeface="Arial MT"/>
              </a:rPr>
              <a:t>Learning</a:t>
            </a:r>
            <a:r>
              <a:rPr sz="1000" spc="-15">
                <a:latin typeface="Arial MT"/>
                <a:cs typeface="Arial MT"/>
              </a:rPr>
              <a:t> </a:t>
            </a:r>
            <a:r>
              <a:rPr sz="1000" spc="-10">
                <a:latin typeface="Arial MT"/>
                <a:cs typeface="Arial MT"/>
              </a:rPr>
              <a:t>Institute)</a:t>
            </a:r>
            <a:endParaRPr sz="1000">
              <a:latin typeface="Arial MT"/>
              <a:cs typeface="Arial MT"/>
            </a:endParaRPr>
          </a:p>
        </p:txBody>
      </p:sp>
      <p:sp>
        <p:nvSpPr>
          <p:cNvPr id="81" name="object 2">
            <a:extLst>
              <a:ext uri="{FF2B5EF4-FFF2-40B4-BE49-F238E27FC236}">
                <a16:creationId xmlns:a16="http://schemas.microsoft.com/office/drawing/2014/main" id="{33F8FA23-EA6D-11E1-7E98-DE68E582E60E}"/>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a:solidFill>
                  <a:schemeClr val="bg1"/>
                </a:solidFill>
              </a:rPr>
              <a:t>Learning</a:t>
            </a:r>
            <a:r>
              <a:rPr lang="en-US" spc="-40">
                <a:solidFill>
                  <a:schemeClr val="bg1"/>
                </a:solidFill>
              </a:rPr>
              <a:t> </a:t>
            </a:r>
            <a:r>
              <a:rPr lang="en-US" spc="-10">
                <a:solidFill>
                  <a:schemeClr val="bg1"/>
                </a:solidFill>
              </a:rPr>
              <a:t>Principle</a:t>
            </a:r>
          </a:p>
        </p:txBody>
      </p:sp>
    </p:spTree>
    <p:extLst>
      <p:ext uri="{BB962C8B-B14F-4D97-AF65-F5344CB8AC3E}">
        <p14:creationId xmlns:p14="http://schemas.microsoft.com/office/powerpoint/2010/main" val="2853862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5C3F-4066-892F-3F6C-E993BD9262A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D475C2A-3D09-1EB0-543B-C943B55AD3A6}"/>
              </a:ext>
            </a:extLst>
          </p:cNvPr>
          <p:cNvSpPr/>
          <p:nvPr/>
        </p:nvSpPr>
        <p:spPr>
          <a:xfrm>
            <a:off x="4646562"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3" name="object 3">
            <a:extLst>
              <a:ext uri="{FF2B5EF4-FFF2-40B4-BE49-F238E27FC236}">
                <a16:creationId xmlns:a16="http://schemas.microsoft.com/office/drawing/2014/main" id="{C9FEB33E-5133-B05C-C82B-6E5DF46CCDA1}"/>
              </a:ext>
            </a:extLst>
          </p:cNvPr>
          <p:cNvSpPr/>
          <p:nvPr/>
        </p:nvSpPr>
        <p:spPr>
          <a:xfrm>
            <a:off x="5078760"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FB77AB8C-22A8-4EE5-C565-911964936694}"/>
              </a:ext>
            </a:extLst>
          </p:cNvPr>
          <p:cNvSpPr/>
          <p:nvPr/>
        </p:nvSpPr>
        <p:spPr>
          <a:xfrm>
            <a:off x="5510956"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232F05E3-162B-0D05-6149-FF461EAAF1E1}"/>
              </a:ext>
            </a:extLst>
          </p:cNvPr>
          <p:cNvSpPr/>
          <p:nvPr/>
        </p:nvSpPr>
        <p:spPr>
          <a:xfrm>
            <a:off x="5996731"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92B5939C-6F53-DD83-90BE-FC459B4657BB}"/>
              </a:ext>
            </a:extLst>
          </p:cNvPr>
          <p:cNvSpPr/>
          <p:nvPr/>
        </p:nvSpPr>
        <p:spPr>
          <a:xfrm>
            <a:off x="6482506" y="3195042"/>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nvGrpSpPr>
          <p:cNvPr id="7" name="object 7">
            <a:extLst>
              <a:ext uri="{FF2B5EF4-FFF2-40B4-BE49-F238E27FC236}">
                <a16:creationId xmlns:a16="http://schemas.microsoft.com/office/drawing/2014/main" id="{5F3DBCE9-E4E2-266B-6BA1-03B172EA126C}"/>
              </a:ext>
            </a:extLst>
          </p:cNvPr>
          <p:cNvGrpSpPr/>
          <p:nvPr/>
        </p:nvGrpSpPr>
        <p:grpSpPr>
          <a:xfrm>
            <a:off x="5506194" y="2542580"/>
            <a:ext cx="333375" cy="333375"/>
            <a:chOff x="4317474" y="1838492"/>
            <a:chExt cx="333375" cy="333375"/>
          </a:xfrm>
        </p:grpSpPr>
        <p:sp>
          <p:nvSpPr>
            <p:cNvPr id="8" name="object 8">
              <a:extLst>
                <a:ext uri="{FF2B5EF4-FFF2-40B4-BE49-F238E27FC236}">
                  <a16:creationId xmlns:a16="http://schemas.microsoft.com/office/drawing/2014/main" id="{3DC51182-7D9E-A840-4CAB-1344B83A9598}"/>
                </a:ext>
              </a:extLst>
            </p:cNvPr>
            <p:cNvSpPr/>
            <p:nvPr/>
          </p:nvSpPr>
          <p:spPr>
            <a:xfrm>
              <a:off x="4322236" y="18432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9" name="object 9">
              <a:extLst>
                <a:ext uri="{FF2B5EF4-FFF2-40B4-BE49-F238E27FC236}">
                  <a16:creationId xmlns:a16="http://schemas.microsoft.com/office/drawing/2014/main" id="{9F25F786-B5F1-472A-8F80-73886FB7BF27}"/>
                </a:ext>
              </a:extLst>
            </p:cNvPr>
            <p:cNvSpPr/>
            <p:nvPr/>
          </p:nvSpPr>
          <p:spPr>
            <a:xfrm>
              <a:off x="4322236" y="18432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10" name="object 10">
            <a:extLst>
              <a:ext uri="{FF2B5EF4-FFF2-40B4-BE49-F238E27FC236}">
                <a16:creationId xmlns:a16="http://schemas.microsoft.com/office/drawing/2014/main" id="{992CCD1F-358F-C592-F198-4477DBBDFB27}"/>
              </a:ext>
            </a:extLst>
          </p:cNvPr>
          <p:cNvSpPr/>
          <p:nvPr/>
        </p:nvSpPr>
        <p:spPr>
          <a:xfrm>
            <a:off x="421436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1" name="object 11">
            <a:extLst>
              <a:ext uri="{FF2B5EF4-FFF2-40B4-BE49-F238E27FC236}">
                <a16:creationId xmlns:a16="http://schemas.microsoft.com/office/drawing/2014/main" id="{2F99FE94-7077-893B-C9F2-0872AFF5DC7E}"/>
              </a:ext>
            </a:extLst>
          </p:cNvPr>
          <p:cNvSpPr/>
          <p:nvPr/>
        </p:nvSpPr>
        <p:spPr>
          <a:xfrm>
            <a:off x="459298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2" name="object 12">
            <a:extLst>
              <a:ext uri="{FF2B5EF4-FFF2-40B4-BE49-F238E27FC236}">
                <a16:creationId xmlns:a16="http://schemas.microsoft.com/office/drawing/2014/main" id="{AB82AF53-A2A0-ABC5-A33F-7CE6A1FAD9B5}"/>
              </a:ext>
            </a:extLst>
          </p:cNvPr>
          <p:cNvSpPr/>
          <p:nvPr/>
        </p:nvSpPr>
        <p:spPr>
          <a:xfrm>
            <a:off x="5025181"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3" name="object 13">
            <a:extLst>
              <a:ext uri="{FF2B5EF4-FFF2-40B4-BE49-F238E27FC236}">
                <a16:creationId xmlns:a16="http://schemas.microsoft.com/office/drawing/2014/main" id="{93A26EA7-DECE-2027-2DC4-4ABE94923F25}"/>
              </a:ext>
            </a:extLst>
          </p:cNvPr>
          <p:cNvSpPr/>
          <p:nvPr/>
        </p:nvSpPr>
        <p:spPr>
          <a:xfrm>
            <a:off x="5457378"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4" name="object 14">
            <a:extLst>
              <a:ext uri="{FF2B5EF4-FFF2-40B4-BE49-F238E27FC236}">
                <a16:creationId xmlns:a16="http://schemas.microsoft.com/office/drawing/2014/main" id="{05F9A131-63CE-C129-0B16-E1D2F121ADCC}"/>
              </a:ext>
            </a:extLst>
          </p:cNvPr>
          <p:cNvSpPr/>
          <p:nvPr/>
        </p:nvSpPr>
        <p:spPr>
          <a:xfrm>
            <a:off x="5889575"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5" name="object 15">
            <a:extLst>
              <a:ext uri="{FF2B5EF4-FFF2-40B4-BE49-F238E27FC236}">
                <a16:creationId xmlns:a16="http://schemas.microsoft.com/office/drawing/2014/main" id="{50F393AF-ADCD-6958-B148-1659773EE145}"/>
              </a:ext>
            </a:extLst>
          </p:cNvPr>
          <p:cNvSpPr/>
          <p:nvPr/>
        </p:nvSpPr>
        <p:spPr>
          <a:xfrm>
            <a:off x="6320581"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sp>
        <p:nvSpPr>
          <p:cNvPr id="16" name="object 16">
            <a:extLst>
              <a:ext uri="{FF2B5EF4-FFF2-40B4-BE49-F238E27FC236}">
                <a16:creationId xmlns:a16="http://schemas.microsoft.com/office/drawing/2014/main" id="{71342451-EB66-59E1-8518-59E3D1037CA6}"/>
              </a:ext>
            </a:extLst>
          </p:cNvPr>
          <p:cNvSpPr/>
          <p:nvPr/>
        </p:nvSpPr>
        <p:spPr>
          <a:xfrm>
            <a:off x="6752778" y="4059436"/>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9524">
            <a:solidFill>
              <a:srgbClr val="000000"/>
            </a:solidFill>
          </a:ln>
        </p:spPr>
        <p:txBody>
          <a:bodyPr wrap="square" lIns="0" tIns="0" rIns="0" bIns="0" rtlCol="0"/>
          <a:lstStyle/>
          <a:p>
            <a:endParaRPr/>
          </a:p>
        </p:txBody>
      </p:sp>
      <p:grpSp>
        <p:nvGrpSpPr>
          <p:cNvPr id="17" name="object 17">
            <a:extLst>
              <a:ext uri="{FF2B5EF4-FFF2-40B4-BE49-F238E27FC236}">
                <a16:creationId xmlns:a16="http://schemas.microsoft.com/office/drawing/2014/main" id="{2E4E4085-5A9E-0149-2D8B-2346F049B0C6}"/>
              </a:ext>
            </a:extLst>
          </p:cNvPr>
          <p:cNvGrpSpPr/>
          <p:nvPr/>
        </p:nvGrpSpPr>
        <p:grpSpPr>
          <a:xfrm>
            <a:off x="4298900" y="3495033"/>
            <a:ext cx="2573655" cy="587375"/>
            <a:chOff x="3110180" y="2790945"/>
            <a:chExt cx="2573655" cy="587375"/>
          </a:xfrm>
        </p:grpSpPr>
        <p:sp>
          <p:nvSpPr>
            <p:cNvPr id="18" name="object 18">
              <a:extLst>
                <a:ext uri="{FF2B5EF4-FFF2-40B4-BE49-F238E27FC236}">
                  <a16:creationId xmlns:a16="http://schemas.microsoft.com/office/drawing/2014/main" id="{964EC042-72A6-D772-22CC-CF3EC10AB076}"/>
                </a:ext>
              </a:extLst>
            </p:cNvPr>
            <p:cNvSpPr/>
            <p:nvPr/>
          </p:nvSpPr>
          <p:spPr>
            <a:xfrm>
              <a:off x="3133993" y="2814758"/>
              <a:ext cx="485775" cy="539750"/>
            </a:xfrm>
            <a:custGeom>
              <a:avLst/>
              <a:gdLst/>
              <a:ahLst/>
              <a:cxnLst/>
              <a:rect l="l" t="t" r="r" b="b"/>
              <a:pathLst>
                <a:path w="485775" h="539750">
                  <a:moveTo>
                    <a:pt x="0" y="539399"/>
                  </a:moveTo>
                  <a:lnTo>
                    <a:pt x="485699" y="0"/>
                  </a:lnTo>
                </a:path>
              </a:pathLst>
            </a:custGeom>
            <a:ln w="9524">
              <a:solidFill>
                <a:srgbClr val="000000"/>
              </a:solidFill>
            </a:ln>
          </p:spPr>
          <p:txBody>
            <a:bodyPr wrap="square" lIns="0" tIns="0" rIns="0" bIns="0" rtlCol="0"/>
            <a:lstStyle/>
            <a:p>
              <a:endParaRPr/>
            </a:p>
          </p:txBody>
        </p:sp>
        <p:sp>
          <p:nvSpPr>
            <p:cNvPr id="19" name="object 19">
              <a:extLst>
                <a:ext uri="{FF2B5EF4-FFF2-40B4-BE49-F238E27FC236}">
                  <a16:creationId xmlns:a16="http://schemas.microsoft.com/office/drawing/2014/main" id="{08147D01-D5CA-C445-B5FF-40FCF16668A8}"/>
                </a:ext>
              </a:extLst>
            </p:cNvPr>
            <p:cNvSpPr/>
            <p:nvPr/>
          </p:nvSpPr>
          <p:spPr>
            <a:xfrm>
              <a:off x="3133993" y="2814758"/>
              <a:ext cx="918210" cy="539750"/>
            </a:xfrm>
            <a:custGeom>
              <a:avLst/>
              <a:gdLst/>
              <a:ahLst/>
              <a:cxnLst/>
              <a:rect l="l" t="t" r="r" b="b"/>
              <a:pathLst>
                <a:path w="918210" h="539750">
                  <a:moveTo>
                    <a:pt x="0" y="539399"/>
                  </a:moveTo>
                  <a:lnTo>
                    <a:pt x="917999" y="0"/>
                  </a:lnTo>
                </a:path>
              </a:pathLst>
            </a:custGeom>
            <a:ln w="47624">
              <a:solidFill>
                <a:srgbClr val="000000"/>
              </a:solidFill>
            </a:ln>
          </p:spPr>
          <p:txBody>
            <a:bodyPr wrap="square" lIns="0" tIns="0" rIns="0" bIns="0" rtlCol="0"/>
            <a:lstStyle/>
            <a:p>
              <a:endParaRPr/>
            </a:p>
          </p:txBody>
        </p:sp>
        <p:sp>
          <p:nvSpPr>
            <p:cNvPr id="20" name="object 20">
              <a:extLst>
                <a:ext uri="{FF2B5EF4-FFF2-40B4-BE49-F238E27FC236}">
                  <a16:creationId xmlns:a16="http://schemas.microsoft.com/office/drawing/2014/main" id="{3FDDC9AF-68CA-B8E9-246C-EFF9197C2504}"/>
                </a:ext>
              </a:extLst>
            </p:cNvPr>
            <p:cNvSpPr/>
            <p:nvPr/>
          </p:nvSpPr>
          <p:spPr>
            <a:xfrm>
              <a:off x="3133993" y="2814758"/>
              <a:ext cx="2322195" cy="539750"/>
            </a:xfrm>
            <a:custGeom>
              <a:avLst/>
              <a:gdLst/>
              <a:ahLst/>
              <a:cxnLst/>
              <a:rect l="l" t="t" r="r" b="b"/>
              <a:pathLst>
                <a:path w="2322195" h="539750">
                  <a:moveTo>
                    <a:pt x="0" y="539399"/>
                  </a:moveTo>
                  <a:lnTo>
                    <a:pt x="1350299" y="0"/>
                  </a:lnTo>
                </a:path>
                <a:path w="2322195" h="539750">
                  <a:moveTo>
                    <a:pt x="53577" y="539399"/>
                  </a:moveTo>
                  <a:lnTo>
                    <a:pt x="1835877" y="0"/>
                  </a:lnTo>
                </a:path>
                <a:path w="2322195" h="539750">
                  <a:moveTo>
                    <a:pt x="53577" y="539399"/>
                  </a:moveTo>
                  <a:lnTo>
                    <a:pt x="2321877" y="0"/>
                  </a:lnTo>
                </a:path>
              </a:pathLst>
            </a:custGeom>
            <a:ln w="9524">
              <a:solidFill>
                <a:srgbClr val="000000"/>
              </a:solidFill>
            </a:ln>
          </p:spPr>
          <p:txBody>
            <a:bodyPr wrap="square" lIns="0" tIns="0" rIns="0" bIns="0" rtlCol="0"/>
            <a:lstStyle/>
            <a:p>
              <a:endParaRPr/>
            </a:p>
          </p:txBody>
        </p:sp>
        <p:sp>
          <p:nvSpPr>
            <p:cNvPr id="21" name="object 21">
              <a:extLst>
                <a:ext uri="{FF2B5EF4-FFF2-40B4-BE49-F238E27FC236}">
                  <a16:creationId xmlns:a16="http://schemas.microsoft.com/office/drawing/2014/main" id="{97AA0722-3995-6B36-102D-B0E19276020F}"/>
                </a:ext>
              </a:extLst>
            </p:cNvPr>
            <p:cNvSpPr/>
            <p:nvPr/>
          </p:nvSpPr>
          <p:spPr>
            <a:xfrm>
              <a:off x="3619805" y="2814758"/>
              <a:ext cx="2052955" cy="539750"/>
            </a:xfrm>
            <a:custGeom>
              <a:avLst/>
              <a:gdLst/>
              <a:ahLst/>
              <a:cxnLst/>
              <a:rect l="l" t="t" r="r" b="b"/>
              <a:pathLst>
                <a:path w="2052954" h="539750">
                  <a:moveTo>
                    <a:pt x="2052599" y="539399"/>
                  </a:moveTo>
                  <a:lnTo>
                    <a:pt x="0" y="0"/>
                  </a:lnTo>
                </a:path>
              </a:pathLst>
            </a:custGeom>
            <a:ln w="22224">
              <a:solidFill>
                <a:srgbClr val="000000"/>
              </a:solidFill>
            </a:ln>
          </p:spPr>
          <p:txBody>
            <a:bodyPr wrap="square" lIns="0" tIns="0" rIns="0" bIns="0" rtlCol="0"/>
            <a:lstStyle/>
            <a:p>
              <a:endParaRPr/>
            </a:p>
          </p:txBody>
        </p:sp>
        <p:sp>
          <p:nvSpPr>
            <p:cNvPr id="22" name="object 22">
              <a:extLst>
                <a:ext uri="{FF2B5EF4-FFF2-40B4-BE49-F238E27FC236}">
                  <a16:creationId xmlns:a16="http://schemas.microsoft.com/office/drawing/2014/main" id="{6FBB33DE-38B9-000D-4D2D-2E7F1693A194}"/>
                </a:ext>
              </a:extLst>
            </p:cNvPr>
            <p:cNvSpPr/>
            <p:nvPr/>
          </p:nvSpPr>
          <p:spPr>
            <a:xfrm>
              <a:off x="4052105" y="2814758"/>
              <a:ext cx="1620520" cy="539750"/>
            </a:xfrm>
            <a:custGeom>
              <a:avLst/>
              <a:gdLst/>
              <a:ahLst/>
              <a:cxnLst/>
              <a:rect l="l" t="t" r="r" b="b"/>
              <a:pathLst>
                <a:path w="1620520" h="539750">
                  <a:moveTo>
                    <a:pt x="1620299" y="539399"/>
                  </a:moveTo>
                  <a:lnTo>
                    <a:pt x="0" y="0"/>
                  </a:lnTo>
                </a:path>
              </a:pathLst>
            </a:custGeom>
            <a:ln w="15874">
              <a:solidFill>
                <a:srgbClr val="92D050"/>
              </a:solidFill>
            </a:ln>
          </p:spPr>
          <p:txBody>
            <a:bodyPr wrap="square" lIns="0" tIns="0" rIns="0" bIns="0" rtlCol="0"/>
            <a:lstStyle/>
            <a:p>
              <a:endParaRPr/>
            </a:p>
          </p:txBody>
        </p:sp>
        <p:sp>
          <p:nvSpPr>
            <p:cNvPr id="23" name="object 23">
              <a:extLst>
                <a:ext uri="{FF2B5EF4-FFF2-40B4-BE49-F238E27FC236}">
                  <a16:creationId xmlns:a16="http://schemas.microsoft.com/office/drawing/2014/main" id="{04C2F812-C82A-E993-3091-755ABA736C36}"/>
                </a:ext>
              </a:extLst>
            </p:cNvPr>
            <p:cNvSpPr/>
            <p:nvPr/>
          </p:nvSpPr>
          <p:spPr>
            <a:xfrm>
              <a:off x="4484105" y="2814758"/>
              <a:ext cx="1188720" cy="539750"/>
            </a:xfrm>
            <a:custGeom>
              <a:avLst/>
              <a:gdLst/>
              <a:ahLst/>
              <a:cxnLst/>
              <a:rect l="l" t="t" r="r" b="b"/>
              <a:pathLst>
                <a:path w="1188720" h="539750">
                  <a:moveTo>
                    <a:pt x="1188299" y="539399"/>
                  </a:moveTo>
                  <a:lnTo>
                    <a:pt x="0" y="0"/>
                  </a:lnTo>
                </a:path>
              </a:pathLst>
            </a:custGeom>
            <a:ln w="9524">
              <a:solidFill>
                <a:srgbClr val="000000"/>
              </a:solidFill>
            </a:ln>
          </p:spPr>
          <p:txBody>
            <a:bodyPr wrap="square" lIns="0" tIns="0" rIns="0" bIns="0" rtlCol="0"/>
            <a:lstStyle/>
            <a:p>
              <a:endParaRPr/>
            </a:p>
          </p:txBody>
        </p:sp>
        <p:sp>
          <p:nvSpPr>
            <p:cNvPr id="24" name="object 24">
              <a:extLst>
                <a:ext uri="{FF2B5EF4-FFF2-40B4-BE49-F238E27FC236}">
                  <a16:creationId xmlns:a16="http://schemas.microsoft.com/office/drawing/2014/main" id="{2AB258BF-F3C5-37B7-081F-39DFC49F5B9D}"/>
                </a:ext>
              </a:extLst>
            </p:cNvPr>
            <p:cNvSpPr/>
            <p:nvPr/>
          </p:nvSpPr>
          <p:spPr>
            <a:xfrm>
              <a:off x="4970105" y="2814758"/>
              <a:ext cx="702310" cy="539750"/>
            </a:xfrm>
            <a:custGeom>
              <a:avLst/>
              <a:gdLst/>
              <a:ahLst/>
              <a:cxnLst/>
              <a:rect l="l" t="t" r="r" b="b"/>
              <a:pathLst>
                <a:path w="702310" h="539750">
                  <a:moveTo>
                    <a:pt x="702299" y="539399"/>
                  </a:moveTo>
                  <a:lnTo>
                    <a:pt x="0" y="0"/>
                  </a:lnTo>
                </a:path>
              </a:pathLst>
            </a:custGeom>
            <a:ln w="9524">
              <a:solidFill>
                <a:srgbClr val="92D050"/>
              </a:solidFill>
            </a:ln>
          </p:spPr>
          <p:txBody>
            <a:bodyPr wrap="square" lIns="0" tIns="0" rIns="0" bIns="0" rtlCol="0"/>
            <a:lstStyle/>
            <a:p>
              <a:endParaRPr/>
            </a:p>
          </p:txBody>
        </p:sp>
        <p:sp>
          <p:nvSpPr>
            <p:cNvPr id="25" name="object 25">
              <a:extLst>
                <a:ext uri="{FF2B5EF4-FFF2-40B4-BE49-F238E27FC236}">
                  <a16:creationId xmlns:a16="http://schemas.microsoft.com/office/drawing/2014/main" id="{9C2AF789-6AF7-A22B-C36C-2C0AD770CA7B}"/>
                </a:ext>
              </a:extLst>
            </p:cNvPr>
            <p:cNvSpPr/>
            <p:nvPr/>
          </p:nvSpPr>
          <p:spPr>
            <a:xfrm>
              <a:off x="5455805" y="2814758"/>
              <a:ext cx="217170" cy="539750"/>
            </a:xfrm>
            <a:custGeom>
              <a:avLst/>
              <a:gdLst/>
              <a:ahLst/>
              <a:cxnLst/>
              <a:rect l="l" t="t" r="r" b="b"/>
              <a:pathLst>
                <a:path w="217170" h="539750">
                  <a:moveTo>
                    <a:pt x="216599" y="539399"/>
                  </a:moveTo>
                  <a:lnTo>
                    <a:pt x="0" y="0"/>
                  </a:lnTo>
                </a:path>
              </a:pathLst>
            </a:custGeom>
            <a:ln w="22224">
              <a:solidFill>
                <a:srgbClr val="000000"/>
              </a:solidFill>
            </a:ln>
          </p:spPr>
          <p:txBody>
            <a:bodyPr wrap="square" lIns="0" tIns="0" rIns="0" bIns="0" rtlCol="0"/>
            <a:lstStyle/>
            <a:p>
              <a:endParaRPr/>
            </a:p>
          </p:txBody>
        </p:sp>
      </p:grpSp>
      <p:grpSp>
        <p:nvGrpSpPr>
          <p:cNvPr id="26" name="object 26">
            <a:extLst>
              <a:ext uri="{FF2B5EF4-FFF2-40B4-BE49-F238E27FC236}">
                <a16:creationId xmlns:a16="http://schemas.microsoft.com/office/drawing/2014/main" id="{D13B3346-3012-C71A-CC71-CE9FBCF09BD9}"/>
              </a:ext>
            </a:extLst>
          </p:cNvPr>
          <p:cNvGrpSpPr/>
          <p:nvPr/>
        </p:nvGrpSpPr>
        <p:grpSpPr>
          <a:xfrm>
            <a:off x="5652386" y="2179105"/>
            <a:ext cx="41275" cy="368300"/>
            <a:chOff x="4463666" y="1475017"/>
            <a:chExt cx="41275" cy="368300"/>
          </a:xfrm>
        </p:grpSpPr>
        <p:sp>
          <p:nvSpPr>
            <p:cNvPr id="27" name="object 27">
              <a:extLst>
                <a:ext uri="{FF2B5EF4-FFF2-40B4-BE49-F238E27FC236}">
                  <a16:creationId xmlns:a16="http://schemas.microsoft.com/office/drawing/2014/main" id="{574F9D59-3BDB-DB54-C9B4-A6EB6FA942AF}"/>
                </a:ext>
              </a:extLst>
            </p:cNvPr>
            <p:cNvSpPr/>
            <p:nvPr/>
          </p:nvSpPr>
          <p:spPr>
            <a:xfrm>
              <a:off x="4484161" y="1523005"/>
              <a:ext cx="0" cy="320675"/>
            </a:xfrm>
            <a:custGeom>
              <a:avLst/>
              <a:gdLst/>
              <a:ahLst/>
              <a:cxnLst/>
              <a:rect l="l" t="t" r="r" b="b"/>
              <a:pathLst>
                <a:path h="320675">
                  <a:moveTo>
                    <a:pt x="0" y="320249"/>
                  </a:moveTo>
                  <a:lnTo>
                    <a:pt x="0" y="0"/>
                  </a:lnTo>
                </a:path>
              </a:pathLst>
            </a:custGeom>
            <a:ln w="9524">
              <a:solidFill>
                <a:srgbClr val="000000"/>
              </a:solidFill>
            </a:ln>
          </p:spPr>
          <p:txBody>
            <a:bodyPr wrap="square" lIns="0" tIns="0" rIns="0" bIns="0" rtlCol="0"/>
            <a:lstStyle/>
            <a:p>
              <a:endParaRPr/>
            </a:p>
          </p:txBody>
        </p:sp>
        <p:sp>
          <p:nvSpPr>
            <p:cNvPr id="28" name="object 28">
              <a:extLst>
                <a:ext uri="{FF2B5EF4-FFF2-40B4-BE49-F238E27FC236}">
                  <a16:creationId xmlns:a16="http://schemas.microsoft.com/office/drawing/2014/main" id="{BFFD5E4C-6C95-6E01-66E4-6D13F009C852}"/>
                </a:ext>
              </a:extLst>
            </p:cNvPr>
            <p:cNvSpPr/>
            <p:nvPr/>
          </p:nvSpPr>
          <p:spPr>
            <a:xfrm>
              <a:off x="4468429" y="1479779"/>
              <a:ext cx="31750" cy="43815"/>
            </a:xfrm>
            <a:custGeom>
              <a:avLst/>
              <a:gdLst/>
              <a:ahLst/>
              <a:cxnLst/>
              <a:rect l="l" t="t" r="r" b="b"/>
              <a:pathLst>
                <a:path w="31750" h="43815">
                  <a:moveTo>
                    <a:pt x="31465" y="43225"/>
                  </a:moveTo>
                  <a:lnTo>
                    <a:pt x="0" y="43225"/>
                  </a:lnTo>
                  <a:lnTo>
                    <a:pt x="15732" y="0"/>
                  </a:lnTo>
                  <a:lnTo>
                    <a:pt x="31465" y="43225"/>
                  </a:lnTo>
                  <a:close/>
                </a:path>
              </a:pathLst>
            </a:custGeom>
            <a:solidFill>
              <a:srgbClr val="000000"/>
            </a:solidFill>
          </p:spPr>
          <p:txBody>
            <a:bodyPr wrap="square" lIns="0" tIns="0" rIns="0" bIns="0" rtlCol="0"/>
            <a:lstStyle/>
            <a:p>
              <a:endParaRPr/>
            </a:p>
          </p:txBody>
        </p:sp>
        <p:sp>
          <p:nvSpPr>
            <p:cNvPr id="29" name="object 29">
              <a:extLst>
                <a:ext uri="{FF2B5EF4-FFF2-40B4-BE49-F238E27FC236}">
                  <a16:creationId xmlns:a16="http://schemas.microsoft.com/office/drawing/2014/main" id="{F3B9C80F-5543-C8C9-34D2-EF64DC777C27}"/>
                </a:ext>
              </a:extLst>
            </p:cNvPr>
            <p:cNvSpPr/>
            <p:nvPr/>
          </p:nvSpPr>
          <p:spPr>
            <a:xfrm>
              <a:off x="4468429" y="1479779"/>
              <a:ext cx="31750" cy="43815"/>
            </a:xfrm>
            <a:custGeom>
              <a:avLst/>
              <a:gdLst/>
              <a:ahLst/>
              <a:cxnLst/>
              <a:rect l="l" t="t" r="r" b="b"/>
              <a:pathLst>
                <a:path w="31750" h="43815">
                  <a:moveTo>
                    <a:pt x="31465" y="43225"/>
                  </a:moveTo>
                  <a:lnTo>
                    <a:pt x="15732" y="0"/>
                  </a:lnTo>
                  <a:lnTo>
                    <a:pt x="0" y="43225"/>
                  </a:lnTo>
                  <a:lnTo>
                    <a:pt x="31465" y="43225"/>
                  </a:lnTo>
                  <a:close/>
                </a:path>
              </a:pathLst>
            </a:custGeom>
            <a:ln w="9524">
              <a:solidFill>
                <a:srgbClr val="000000"/>
              </a:solidFill>
            </a:ln>
          </p:spPr>
          <p:txBody>
            <a:bodyPr wrap="square" lIns="0" tIns="0" rIns="0" bIns="0" rtlCol="0"/>
            <a:lstStyle/>
            <a:p>
              <a:endParaRPr/>
            </a:p>
          </p:txBody>
        </p:sp>
      </p:grpSp>
      <p:grpSp>
        <p:nvGrpSpPr>
          <p:cNvPr id="30" name="object 30">
            <a:extLst>
              <a:ext uri="{FF2B5EF4-FFF2-40B4-BE49-F238E27FC236}">
                <a16:creationId xmlns:a16="http://schemas.microsoft.com/office/drawing/2014/main" id="{F855F421-E1CA-82CA-3345-43E6B21B8535}"/>
              </a:ext>
            </a:extLst>
          </p:cNvPr>
          <p:cNvGrpSpPr/>
          <p:nvPr/>
        </p:nvGrpSpPr>
        <p:grpSpPr>
          <a:xfrm>
            <a:off x="4795787" y="2858642"/>
            <a:ext cx="1907539" cy="349250"/>
            <a:chOff x="3607067" y="2154554"/>
            <a:chExt cx="1907539" cy="349250"/>
          </a:xfrm>
        </p:grpSpPr>
        <p:sp>
          <p:nvSpPr>
            <p:cNvPr id="31" name="object 31">
              <a:extLst>
                <a:ext uri="{FF2B5EF4-FFF2-40B4-BE49-F238E27FC236}">
                  <a16:creationId xmlns:a16="http://schemas.microsoft.com/office/drawing/2014/main" id="{086C375C-12CA-1090-CFAB-1DA356EF88C0}"/>
                </a:ext>
              </a:extLst>
            </p:cNvPr>
            <p:cNvSpPr/>
            <p:nvPr/>
          </p:nvSpPr>
          <p:spPr>
            <a:xfrm>
              <a:off x="3619767" y="2167254"/>
              <a:ext cx="864869" cy="323850"/>
            </a:xfrm>
            <a:custGeom>
              <a:avLst/>
              <a:gdLst/>
              <a:ahLst/>
              <a:cxnLst/>
              <a:rect l="l" t="t" r="r" b="b"/>
              <a:pathLst>
                <a:path w="864870" h="323850">
                  <a:moveTo>
                    <a:pt x="0" y="323699"/>
                  </a:moveTo>
                  <a:lnTo>
                    <a:pt x="864599" y="0"/>
                  </a:lnTo>
                </a:path>
              </a:pathLst>
            </a:custGeom>
            <a:ln w="25399">
              <a:solidFill>
                <a:srgbClr val="7030A0"/>
              </a:solidFill>
            </a:ln>
          </p:spPr>
          <p:txBody>
            <a:bodyPr wrap="square" lIns="0" tIns="0" rIns="0" bIns="0" rtlCol="0"/>
            <a:lstStyle/>
            <a:p>
              <a:endParaRPr/>
            </a:p>
          </p:txBody>
        </p:sp>
        <p:sp>
          <p:nvSpPr>
            <p:cNvPr id="32" name="object 32">
              <a:extLst>
                <a:ext uri="{FF2B5EF4-FFF2-40B4-BE49-F238E27FC236}">
                  <a16:creationId xmlns:a16="http://schemas.microsoft.com/office/drawing/2014/main" id="{DD919D2D-4A87-F6B3-BAC1-C93CBEA8F0EA}"/>
                </a:ext>
              </a:extLst>
            </p:cNvPr>
            <p:cNvSpPr/>
            <p:nvPr/>
          </p:nvSpPr>
          <p:spPr>
            <a:xfrm>
              <a:off x="4484161" y="2167104"/>
              <a:ext cx="1025525" cy="323850"/>
            </a:xfrm>
            <a:custGeom>
              <a:avLst/>
              <a:gdLst/>
              <a:ahLst/>
              <a:cxnLst/>
              <a:rect l="l" t="t" r="r" b="b"/>
              <a:pathLst>
                <a:path w="1025525" h="323850">
                  <a:moveTo>
                    <a:pt x="0" y="0"/>
                  </a:moveTo>
                  <a:lnTo>
                    <a:pt x="1025099" y="323699"/>
                  </a:lnTo>
                </a:path>
              </a:pathLst>
            </a:custGeom>
            <a:ln w="9524">
              <a:solidFill>
                <a:srgbClr val="000000"/>
              </a:solidFill>
            </a:ln>
          </p:spPr>
          <p:txBody>
            <a:bodyPr wrap="square" lIns="0" tIns="0" rIns="0" bIns="0" rtlCol="0"/>
            <a:lstStyle/>
            <a:p>
              <a:endParaRPr/>
            </a:p>
          </p:txBody>
        </p:sp>
        <p:sp>
          <p:nvSpPr>
            <p:cNvPr id="33" name="object 33">
              <a:extLst>
                <a:ext uri="{FF2B5EF4-FFF2-40B4-BE49-F238E27FC236}">
                  <a16:creationId xmlns:a16="http://schemas.microsoft.com/office/drawing/2014/main" id="{FEE45415-57F8-CA08-06E3-6A269305B904}"/>
                </a:ext>
              </a:extLst>
            </p:cNvPr>
            <p:cNvSpPr/>
            <p:nvPr/>
          </p:nvSpPr>
          <p:spPr>
            <a:xfrm>
              <a:off x="4051964" y="2167254"/>
              <a:ext cx="432434" cy="323850"/>
            </a:xfrm>
            <a:custGeom>
              <a:avLst/>
              <a:gdLst/>
              <a:ahLst/>
              <a:cxnLst/>
              <a:rect l="l" t="t" r="r" b="b"/>
              <a:pathLst>
                <a:path w="432435" h="323850">
                  <a:moveTo>
                    <a:pt x="0" y="323699"/>
                  </a:moveTo>
                  <a:lnTo>
                    <a:pt x="432299" y="0"/>
                  </a:lnTo>
                </a:path>
              </a:pathLst>
            </a:custGeom>
            <a:ln w="22224">
              <a:solidFill>
                <a:srgbClr val="92D050"/>
              </a:solidFill>
            </a:ln>
          </p:spPr>
          <p:txBody>
            <a:bodyPr wrap="square" lIns="0" tIns="0" rIns="0" bIns="0" rtlCol="0"/>
            <a:lstStyle/>
            <a:p>
              <a:endParaRPr/>
            </a:p>
          </p:txBody>
        </p:sp>
        <p:sp>
          <p:nvSpPr>
            <p:cNvPr id="34" name="object 34">
              <a:extLst>
                <a:ext uri="{FF2B5EF4-FFF2-40B4-BE49-F238E27FC236}">
                  <a16:creationId xmlns:a16="http://schemas.microsoft.com/office/drawing/2014/main" id="{3D8DEEBC-920D-600A-A16F-4F26AEDD22A6}"/>
                </a:ext>
              </a:extLst>
            </p:cNvPr>
            <p:cNvSpPr/>
            <p:nvPr/>
          </p:nvSpPr>
          <p:spPr>
            <a:xfrm>
              <a:off x="4484161" y="2167104"/>
              <a:ext cx="0" cy="323850"/>
            </a:xfrm>
            <a:custGeom>
              <a:avLst/>
              <a:gdLst/>
              <a:ahLst/>
              <a:cxnLst/>
              <a:rect l="l" t="t" r="r" b="b"/>
              <a:pathLst>
                <a:path h="323850">
                  <a:moveTo>
                    <a:pt x="0" y="0"/>
                  </a:moveTo>
                  <a:lnTo>
                    <a:pt x="0" y="323699"/>
                  </a:lnTo>
                </a:path>
              </a:pathLst>
            </a:custGeom>
            <a:ln w="9524">
              <a:solidFill>
                <a:srgbClr val="000000"/>
              </a:solidFill>
            </a:ln>
          </p:spPr>
          <p:txBody>
            <a:bodyPr wrap="square" lIns="0" tIns="0" rIns="0" bIns="0" rtlCol="0"/>
            <a:lstStyle/>
            <a:p>
              <a:endParaRPr/>
            </a:p>
          </p:txBody>
        </p:sp>
        <p:sp>
          <p:nvSpPr>
            <p:cNvPr id="35" name="object 35">
              <a:extLst>
                <a:ext uri="{FF2B5EF4-FFF2-40B4-BE49-F238E27FC236}">
                  <a16:creationId xmlns:a16="http://schemas.microsoft.com/office/drawing/2014/main" id="{05BAA877-C464-B9C5-96BC-0D84B92899E4}"/>
                </a:ext>
              </a:extLst>
            </p:cNvPr>
            <p:cNvSpPr/>
            <p:nvPr/>
          </p:nvSpPr>
          <p:spPr>
            <a:xfrm>
              <a:off x="4484161" y="2167104"/>
              <a:ext cx="485775" cy="323850"/>
            </a:xfrm>
            <a:custGeom>
              <a:avLst/>
              <a:gdLst/>
              <a:ahLst/>
              <a:cxnLst/>
              <a:rect l="l" t="t" r="r" b="b"/>
              <a:pathLst>
                <a:path w="485775" h="323850">
                  <a:moveTo>
                    <a:pt x="0" y="0"/>
                  </a:moveTo>
                  <a:lnTo>
                    <a:pt x="485699" y="323699"/>
                  </a:lnTo>
                </a:path>
              </a:pathLst>
            </a:custGeom>
            <a:ln w="22224">
              <a:solidFill>
                <a:srgbClr val="92D050"/>
              </a:solidFill>
            </a:ln>
          </p:spPr>
          <p:txBody>
            <a:bodyPr wrap="square" lIns="0" tIns="0" rIns="0" bIns="0" rtlCol="0"/>
            <a:lstStyle/>
            <a:p>
              <a:endParaRPr/>
            </a:p>
          </p:txBody>
        </p:sp>
      </p:grpSp>
      <p:grpSp>
        <p:nvGrpSpPr>
          <p:cNvPr id="36" name="object 36">
            <a:extLst>
              <a:ext uri="{FF2B5EF4-FFF2-40B4-BE49-F238E27FC236}">
                <a16:creationId xmlns:a16="http://schemas.microsoft.com/office/drawing/2014/main" id="{FEBAEE81-B147-2AF3-0F03-A73B040BE3DD}"/>
              </a:ext>
            </a:extLst>
          </p:cNvPr>
          <p:cNvGrpSpPr/>
          <p:nvPr/>
        </p:nvGrpSpPr>
        <p:grpSpPr>
          <a:xfrm>
            <a:off x="4689028" y="3507733"/>
            <a:ext cx="1474470" cy="561975"/>
            <a:chOff x="3500308" y="2803645"/>
            <a:chExt cx="1474470" cy="561975"/>
          </a:xfrm>
        </p:grpSpPr>
        <p:sp>
          <p:nvSpPr>
            <p:cNvPr id="37" name="object 37">
              <a:extLst>
                <a:ext uri="{FF2B5EF4-FFF2-40B4-BE49-F238E27FC236}">
                  <a16:creationId xmlns:a16="http://schemas.microsoft.com/office/drawing/2014/main" id="{24713019-C607-7BF6-2D3E-8547983CE2EF}"/>
                </a:ext>
              </a:extLst>
            </p:cNvPr>
            <p:cNvSpPr/>
            <p:nvPr/>
          </p:nvSpPr>
          <p:spPr>
            <a:xfrm>
              <a:off x="3511420" y="2814758"/>
              <a:ext cx="541020" cy="539750"/>
            </a:xfrm>
            <a:custGeom>
              <a:avLst/>
              <a:gdLst/>
              <a:ahLst/>
              <a:cxnLst/>
              <a:rect l="l" t="t" r="r" b="b"/>
              <a:pathLst>
                <a:path w="541020" h="539750">
                  <a:moveTo>
                    <a:pt x="0" y="539399"/>
                  </a:moveTo>
                  <a:lnTo>
                    <a:pt x="108599" y="0"/>
                  </a:lnTo>
                </a:path>
                <a:path w="541020" h="539750">
                  <a:moveTo>
                    <a:pt x="0" y="539399"/>
                  </a:moveTo>
                  <a:lnTo>
                    <a:pt x="540599" y="0"/>
                  </a:lnTo>
                </a:path>
              </a:pathLst>
            </a:custGeom>
            <a:ln w="22224">
              <a:solidFill>
                <a:srgbClr val="92D050"/>
              </a:solidFill>
            </a:ln>
          </p:spPr>
          <p:txBody>
            <a:bodyPr wrap="square" lIns="0" tIns="0" rIns="0" bIns="0" rtlCol="0"/>
            <a:lstStyle/>
            <a:p>
              <a:endParaRPr/>
            </a:p>
          </p:txBody>
        </p:sp>
        <p:sp>
          <p:nvSpPr>
            <p:cNvPr id="38" name="object 38">
              <a:extLst>
                <a:ext uri="{FF2B5EF4-FFF2-40B4-BE49-F238E27FC236}">
                  <a16:creationId xmlns:a16="http://schemas.microsoft.com/office/drawing/2014/main" id="{71F85F0B-08B5-55AC-56E1-265036F971EF}"/>
                </a:ext>
              </a:extLst>
            </p:cNvPr>
            <p:cNvSpPr/>
            <p:nvPr/>
          </p:nvSpPr>
          <p:spPr>
            <a:xfrm>
              <a:off x="3511420" y="2814758"/>
              <a:ext cx="972819" cy="539750"/>
            </a:xfrm>
            <a:custGeom>
              <a:avLst/>
              <a:gdLst/>
              <a:ahLst/>
              <a:cxnLst/>
              <a:rect l="l" t="t" r="r" b="b"/>
              <a:pathLst>
                <a:path w="972820" h="539750">
                  <a:moveTo>
                    <a:pt x="0" y="539399"/>
                  </a:moveTo>
                  <a:lnTo>
                    <a:pt x="972599" y="0"/>
                  </a:lnTo>
                </a:path>
              </a:pathLst>
            </a:custGeom>
            <a:ln w="22224">
              <a:solidFill>
                <a:srgbClr val="000000"/>
              </a:solidFill>
            </a:ln>
          </p:spPr>
          <p:txBody>
            <a:bodyPr wrap="square" lIns="0" tIns="0" rIns="0" bIns="0" rtlCol="0"/>
            <a:lstStyle/>
            <a:p>
              <a:endParaRPr/>
            </a:p>
          </p:txBody>
        </p:sp>
        <p:sp>
          <p:nvSpPr>
            <p:cNvPr id="39" name="object 39">
              <a:extLst>
                <a:ext uri="{FF2B5EF4-FFF2-40B4-BE49-F238E27FC236}">
                  <a16:creationId xmlns:a16="http://schemas.microsoft.com/office/drawing/2014/main" id="{423F79BF-1BE0-1B66-63C0-4E05D79363F3}"/>
                </a:ext>
              </a:extLst>
            </p:cNvPr>
            <p:cNvSpPr/>
            <p:nvPr/>
          </p:nvSpPr>
          <p:spPr>
            <a:xfrm>
              <a:off x="3511420" y="2814758"/>
              <a:ext cx="1458595" cy="539750"/>
            </a:xfrm>
            <a:custGeom>
              <a:avLst/>
              <a:gdLst/>
              <a:ahLst/>
              <a:cxnLst/>
              <a:rect l="l" t="t" r="r" b="b"/>
              <a:pathLst>
                <a:path w="1458595" h="539750">
                  <a:moveTo>
                    <a:pt x="0" y="539399"/>
                  </a:moveTo>
                  <a:lnTo>
                    <a:pt x="1458299" y="0"/>
                  </a:lnTo>
                </a:path>
              </a:pathLst>
            </a:custGeom>
            <a:ln w="9524">
              <a:solidFill>
                <a:srgbClr val="000000"/>
              </a:solidFill>
            </a:ln>
          </p:spPr>
          <p:txBody>
            <a:bodyPr wrap="square" lIns="0" tIns="0" rIns="0" bIns="0" rtlCol="0"/>
            <a:lstStyle/>
            <a:p>
              <a:endParaRPr/>
            </a:p>
          </p:txBody>
        </p:sp>
      </p:grpSp>
      <p:sp>
        <p:nvSpPr>
          <p:cNvPr id="40" name="object 40">
            <a:extLst>
              <a:ext uri="{FF2B5EF4-FFF2-40B4-BE49-F238E27FC236}">
                <a16:creationId xmlns:a16="http://schemas.microsoft.com/office/drawing/2014/main" id="{1D462C6F-FE89-846E-BE25-7A94BC705260}"/>
              </a:ext>
            </a:extLst>
          </p:cNvPr>
          <p:cNvSpPr txBox="1"/>
          <p:nvPr/>
        </p:nvSpPr>
        <p:spPr>
          <a:xfrm>
            <a:off x="4214763" y="4283703"/>
            <a:ext cx="495300" cy="507365"/>
          </a:xfrm>
          <a:prstGeom prst="rect">
            <a:avLst/>
          </a:prstGeom>
        </p:spPr>
        <p:txBody>
          <a:bodyPr vert="horz" wrap="square" lIns="0" tIns="12700" rIns="0" bIns="0" rtlCol="0">
            <a:spAutoFit/>
          </a:bodyPr>
          <a:lstStyle/>
          <a:p>
            <a:pPr marL="12700">
              <a:lnSpc>
                <a:spcPct val="100000"/>
              </a:lnSpc>
              <a:spcBef>
                <a:spcPts val="100"/>
              </a:spcBef>
              <a:tabLst>
                <a:tab pos="389890" algn="l"/>
              </a:tabLst>
            </a:pPr>
            <a:r>
              <a:rPr sz="2100" spc="-75" baseline="1984">
                <a:solidFill>
                  <a:srgbClr val="B3B3B3"/>
                </a:solidFill>
                <a:latin typeface="Arial MT"/>
                <a:cs typeface="Arial MT"/>
              </a:rPr>
              <a:t>x</a:t>
            </a:r>
            <a:r>
              <a:rPr sz="2100" baseline="1984">
                <a:solidFill>
                  <a:srgbClr val="B3B3B3"/>
                </a:solidFill>
                <a:latin typeface="Arial MT"/>
                <a:cs typeface="Arial MT"/>
              </a:rPr>
              <a:t>	</a:t>
            </a: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tabLst>
                <a:tab pos="389890" algn="l"/>
              </a:tabLst>
            </a:pPr>
            <a:r>
              <a:rPr sz="1350" spc="-75" baseline="3086">
                <a:solidFill>
                  <a:srgbClr val="B3B3B3"/>
                </a:solidFill>
                <a:latin typeface="Arial MT"/>
                <a:cs typeface="Arial MT"/>
              </a:rPr>
              <a:t>1</a:t>
            </a:r>
            <a:r>
              <a:rPr sz="1350" baseline="3086">
                <a:solidFill>
                  <a:srgbClr val="B3B3B3"/>
                </a:solidFill>
                <a:latin typeface="Arial MT"/>
                <a:cs typeface="Arial MT"/>
              </a:rPr>
              <a:t>	</a:t>
            </a:r>
            <a:r>
              <a:rPr sz="900" spc="-50">
                <a:solidFill>
                  <a:srgbClr val="B3B3B3"/>
                </a:solidFill>
                <a:latin typeface="Arial MT"/>
                <a:cs typeface="Arial MT"/>
              </a:rPr>
              <a:t>2</a:t>
            </a:r>
            <a:endParaRPr sz="900">
              <a:latin typeface="Arial MT"/>
              <a:cs typeface="Arial MT"/>
            </a:endParaRPr>
          </a:p>
        </p:txBody>
      </p:sp>
      <p:sp>
        <p:nvSpPr>
          <p:cNvPr id="41" name="object 41">
            <a:extLst>
              <a:ext uri="{FF2B5EF4-FFF2-40B4-BE49-F238E27FC236}">
                <a16:creationId xmlns:a16="http://schemas.microsoft.com/office/drawing/2014/main" id="{816E8ECD-880C-D469-45BD-4A47F0E69C9C}"/>
              </a:ext>
            </a:extLst>
          </p:cNvPr>
          <p:cNvSpPr txBox="1"/>
          <p:nvPr/>
        </p:nvSpPr>
        <p:spPr>
          <a:xfrm>
            <a:off x="6811516" y="4283703"/>
            <a:ext cx="117475" cy="507365"/>
          </a:xfrm>
          <a:prstGeom prst="rect">
            <a:avLst/>
          </a:prstGeom>
        </p:spPr>
        <p:txBody>
          <a:bodyPr vert="horz" wrap="square" lIns="0" tIns="12700" rIns="0" bIns="0" rtlCol="0">
            <a:spAutoFit/>
          </a:bodyPr>
          <a:lstStyle/>
          <a:p>
            <a:pPr marL="12700">
              <a:lnSpc>
                <a:spcPct val="100000"/>
              </a:lnSpc>
              <a:spcBef>
                <a:spcPts val="100"/>
              </a:spcBef>
            </a:pPr>
            <a:r>
              <a:rPr sz="1400" spc="-50">
                <a:solidFill>
                  <a:srgbClr val="B3B3B3"/>
                </a:solidFill>
                <a:latin typeface="Arial MT"/>
                <a:cs typeface="Arial MT"/>
              </a:rPr>
              <a:t>x</a:t>
            </a:r>
            <a:endParaRPr sz="1400">
              <a:latin typeface="Arial MT"/>
              <a:cs typeface="Arial MT"/>
            </a:endParaRPr>
          </a:p>
          <a:p>
            <a:pPr marL="12700">
              <a:lnSpc>
                <a:spcPct val="100000"/>
              </a:lnSpc>
              <a:spcBef>
                <a:spcPts val="1025"/>
              </a:spcBef>
            </a:pPr>
            <a:r>
              <a:rPr sz="900" spc="-50">
                <a:solidFill>
                  <a:srgbClr val="B3B3B3"/>
                </a:solidFill>
                <a:latin typeface="Arial MT"/>
                <a:cs typeface="Arial MT"/>
              </a:rPr>
              <a:t>n</a:t>
            </a:r>
            <a:endParaRPr sz="900">
              <a:latin typeface="Arial MT"/>
              <a:cs typeface="Arial MT"/>
            </a:endParaRPr>
          </a:p>
        </p:txBody>
      </p:sp>
      <p:sp>
        <p:nvSpPr>
          <p:cNvPr id="42" name="object 42">
            <a:extLst>
              <a:ext uri="{FF2B5EF4-FFF2-40B4-BE49-F238E27FC236}">
                <a16:creationId xmlns:a16="http://schemas.microsoft.com/office/drawing/2014/main" id="{84A1C090-FC63-3EA5-30F1-8AE2E1072EA8}"/>
              </a:ext>
            </a:extLst>
          </p:cNvPr>
          <p:cNvSpPr txBox="1"/>
          <p:nvPr/>
        </p:nvSpPr>
        <p:spPr>
          <a:xfrm>
            <a:off x="5348238" y="4283703"/>
            <a:ext cx="218440" cy="238760"/>
          </a:xfrm>
          <a:prstGeom prst="rect">
            <a:avLst/>
          </a:prstGeom>
        </p:spPr>
        <p:txBody>
          <a:bodyPr vert="horz" wrap="square" lIns="0" tIns="12700" rIns="0" bIns="0" rtlCol="0">
            <a:spAutoFit/>
          </a:bodyPr>
          <a:lstStyle/>
          <a:p>
            <a:pPr marL="12700">
              <a:lnSpc>
                <a:spcPct val="100000"/>
              </a:lnSpc>
              <a:spcBef>
                <a:spcPts val="100"/>
              </a:spcBef>
            </a:pPr>
            <a:r>
              <a:rPr sz="1400" spc="-210">
                <a:solidFill>
                  <a:srgbClr val="B3B3B3"/>
                </a:solidFill>
                <a:latin typeface="Arial MT"/>
                <a:cs typeface="Arial MT"/>
              </a:rPr>
              <a:t>…..</a:t>
            </a:r>
            <a:endParaRPr sz="1400">
              <a:latin typeface="Arial MT"/>
              <a:cs typeface="Arial MT"/>
            </a:endParaRPr>
          </a:p>
        </p:txBody>
      </p:sp>
      <p:grpSp>
        <p:nvGrpSpPr>
          <p:cNvPr id="43" name="object 43">
            <a:extLst>
              <a:ext uri="{FF2B5EF4-FFF2-40B4-BE49-F238E27FC236}">
                <a16:creationId xmlns:a16="http://schemas.microsoft.com/office/drawing/2014/main" id="{FD58F6DA-DD86-DDCC-9048-836D66D9BCC5}"/>
              </a:ext>
            </a:extLst>
          </p:cNvPr>
          <p:cNvGrpSpPr/>
          <p:nvPr/>
        </p:nvGrpSpPr>
        <p:grpSpPr>
          <a:xfrm>
            <a:off x="5722888" y="5060918"/>
            <a:ext cx="333375" cy="333375"/>
            <a:chOff x="4534168" y="4356830"/>
            <a:chExt cx="333375" cy="333375"/>
          </a:xfrm>
        </p:grpSpPr>
        <p:sp>
          <p:nvSpPr>
            <p:cNvPr id="44" name="object 44">
              <a:extLst>
                <a:ext uri="{FF2B5EF4-FFF2-40B4-BE49-F238E27FC236}">
                  <a16:creationId xmlns:a16="http://schemas.microsoft.com/office/drawing/2014/main" id="{7BE05F2D-74C0-648A-81CF-CDECB630BE8D}"/>
                </a:ext>
              </a:extLst>
            </p:cNvPr>
            <p:cNvSpPr/>
            <p:nvPr/>
          </p:nvSpPr>
          <p:spPr>
            <a:xfrm>
              <a:off x="4538930" y="4361593"/>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5"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45" name="object 45">
              <a:extLst>
                <a:ext uri="{FF2B5EF4-FFF2-40B4-BE49-F238E27FC236}">
                  <a16:creationId xmlns:a16="http://schemas.microsoft.com/office/drawing/2014/main" id="{55DD735B-E96B-EA00-4969-0F48D5D5209B}"/>
                </a:ext>
              </a:extLst>
            </p:cNvPr>
            <p:cNvSpPr/>
            <p:nvPr/>
          </p:nvSpPr>
          <p:spPr>
            <a:xfrm>
              <a:off x="4538930" y="4361593"/>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80"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6" name="object 46">
            <a:extLst>
              <a:ext uri="{FF2B5EF4-FFF2-40B4-BE49-F238E27FC236}">
                <a16:creationId xmlns:a16="http://schemas.microsoft.com/office/drawing/2014/main" id="{6ACD22FE-CEBD-20BB-3C09-B5D54130588C}"/>
              </a:ext>
            </a:extLst>
          </p:cNvPr>
          <p:cNvGrpSpPr/>
          <p:nvPr/>
        </p:nvGrpSpPr>
        <p:grpSpPr>
          <a:xfrm>
            <a:off x="5131642" y="5063680"/>
            <a:ext cx="333375" cy="333375"/>
            <a:chOff x="3942922" y="4359592"/>
            <a:chExt cx="333375" cy="333375"/>
          </a:xfrm>
        </p:grpSpPr>
        <p:sp>
          <p:nvSpPr>
            <p:cNvPr id="47" name="object 47">
              <a:extLst>
                <a:ext uri="{FF2B5EF4-FFF2-40B4-BE49-F238E27FC236}">
                  <a16:creationId xmlns:a16="http://schemas.microsoft.com/office/drawing/2014/main" id="{AFC985D0-FC99-4356-BC2E-6AFED3558360}"/>
                </a:ext>
              </a:extLst>
            </p:cNvPr>
            <p:cNvSpPr/>
            <p:nvPr/>
          </p:nvSpPr>
          <p:spPr>
            <a:xfrm>
              <a:off x="3947684" y="436435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3372EC"/>
            </a:solidFill>
          </p:spPr>
          <p:txBody>
            <a:bodyPr wrap="square" lIns="0" tIns="0" rIns="0" bIns="0" rtlCol="0"/>
            <a:lstStyle/>
            <a:p>
              <a:endParaRPr/>
            </a:p>
          </p:txBody>
        </p:sp>
        <p:sp>
          <p:nvSpPr>
            <p:cNvPr id="48" name="object 48">
              <a:extLst>
                <a:ext uri="{FF2B5EF4-FFF2-40B4-BE49-F238E27FC236}">
                  <a16:creationId xmlns:a16="http://schemas.microsoft.com/office/drawing/2014/main" id="{1CB0D59B-C102-0013-CC50-34458AB6BDEF}"/>
                </a:ext>
              </a:extLst>
            </p:cNvPr>
            <p:cNvSpPr/>
            <p:nvPr/>
          </p:nvSpPr>
          <p:spPr>
            <a:xfrm>
              <a:off x="3947685" y="436435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4"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grpSp>
        <p:nvGrpSpPr>
          <p:cNvPr id="49" name="object 49">
            <a:extLst>
              <a:ext uri="{FF2B5EF4-FFF2-40B4-BE49-F238E27FC236}">
                <a16:creationId xmlns:a16="http://schemas.microsoft.com/office/drawing/2014/main" id="{ED55B8F5-F2CD-D9E6-A7BB-144219F29594}"/>
              </a:ext>
            </a:extLst>
          </p:cNvPr>
          <p:cNvGrpSpPr/>
          <p:nvPr/>
        </p:nvGrpSpPr>
        <p:grpSpPr>
          <a:xfrm>
            <a:off x="7117802" y="4000500"/>
            <a:ext cx="333375" cy="333375"/>
            <a:chOff x="5929082" y="3296412"/>
            <a:chExt cx="333375" cy="333375"/>
          </a:xfrm>
        </p:grpSpPr>
        <p:sp>
          <p:nvSpPr>
            <p:cNvPr id="50" name="object 50">
              <a:extLst>
                <a:ext uri="{FF2B5EF4-FFF2-40B4-BE49-F238E27FC236}">
                  <a16:creationId xmlns:a16="http://schemas.microsoft.com/office/drawing/2014/main" id="{682F40EA-729C-3EDA-71E7-935F796F4A39}"/>
                </a:ext>
              </a:extLst>
            </p:cNvPr>
            <p:cNvSpPr/>
            <p:nvPr/>
          </p:nvSpPr>
          <p:spPr>
            <a:xfrm>
              <a:off x="5933845" y="3301174"/>
              <a:ext cx="323850" cy="323850"/>
            </a:xfrm>
            <a:custGeom>
              <a:avLst/>
              <a:gdLst/>
              <a:ahLst/>
              <a:cxnLst/>
              <a:rect l="l" t="t" r="r" b="b"/>
              <a:pathLst>
                <a:path w="323850" h="323850">
                  <a:moveTo>
                    <a:pt x="161849" y="323699"/>
                  </a:moveTo>
                  <a:lnTo>
                    <a:pt x="118823" y="317918"/>
                  </a:lnTo>
                  <a:lnTo>
                    <a:pt x="80161" y="301602"/>
                  </a:lnTo>
                  <a:lnTo>
                    <a:pt x="47404" y="276295"/>
                  </a:lnTo>
                  <a:lnTo>
                    <a:pt x="22097" y="243538"/>
                  </a:lnTo>
                  <a:lnTo>
                    <a:pt x="5781" y="204876"/>
                  </a:lnTo>
                  <a:lnTo>
                    <a:pt x="0" y="161849"/>
                  </a:lnTo>
                  <a:lnTo>
                    <a:pt x="5781" y="118823"/>
                  </a:lnTo>
                  <a:lnTo>
                    <a:pt x="22097" y="80161"/>
                  </a:lnTo>
                  <a:lnTo>
                    <a:pt x="47404" y="47404"/>
                  </a:lnTo>
                  <a:lnTo>
                    <a:pt x="80161" y="22097"/>
                  </a:lnTo>
                  <a:lnTo>
                    <a:pt x="118823" y="5781"/>
                  </a:lnTo>
                  <a:lnTo>
                    <a:pt x="161849" y="0"/>
                  </a:lnTo>
                  <a:lnTo>
                    <a:pt x="193572" y="3138"/>
                  </a:lnTo>
                  <a:lnTo>
                    <a:pt x="251644" y="27192"/>
                  </a:lnTo>
                  <a:lnTo>
                    <a:pt x="296507" y="72055"/>
                  </a:lnTo>
                  <a:lnTo>
                    <a:pt x="320561" y="130127"/>
                  </a:lnTo>
                  <a:lnTo>
                    <a:pt x="323699" y="161849"/>
                  </a:lnTo>
                  <a:lnTo>
                    <a:pt x="317918" y="204876"/>
                  </a:lnTo>
                  <a:lnTo>
                    <a:pt x="301602" y="243538"/>
                  </a:lnTo>
                  <a:lnTo>
                    <a:pt x="276295" y="276295"/>
                  </a:lnTo>
                  <a:lnTo>
                    <a:pt x="243538" y="301602"/>
                  </a:lnTo>
                  <a:lnTo>
                    <a:pt x="204876" y="317918"/>
                  </a:lnTo>
                  <a:lnTo>
                    <a:pt x="161849" y="323699"/>
                  </a:lnTo>
                  <a:close/>
                </a:path>
              </a:pathLst>
            </a:custGeom>
            <a:solidFill>
              <a:srgbClr val="092760"/>
            </a:solidFill>
          </p:spPr>
          <p:txBody>
            <a:bodyPr wrap="square" lIns="0" tIns="0" rIns="0" bIns="0" rtlCol="0"/>
            <a:lstStyle/>
            <a:p>
              <a:endParaRPr/>
            </a:p>
          </p:txBody>
        </p:sp>
        <p:sp>
          <p:nvSpPr>
            <p:cNvPr id="51" name="object 51">
              <a:extLst>
                <a:ext uri="{FF2B5EF4-FFF2-40B4-BE49-F238E27FC236}">
                  <a16:creationId xmlns:a16="http://schemas.microsoft.com/office/drawing/2014/main" id="{7D154E91-D354-2B28-0C66-6E935DC5CDD4}"/>
                </a:ext>
              </a:extLst>
            </p:cNvPr>
            <p:cNvSpPr/>
            <p:nvPr/>
          </p:nvSpPr>
          <p:spPr>
            <a:xfrm>
              <a:off x="5933845" y="3301174"/>
              <a:ext cx="323850" cy="323850"/>
            </a:xfrm>
            <a:custGeom>
              <a:avLst/>
              <a:gdLst/>
              <a:ahLst/>
              <a:cxnLst/>
              <a:rect l="l" t="t" r="r" b="b"/>
              <a:pathLst>
                <a:path w="323850" h="323850">
                  <a:moveTo>
                    <a:pt x="0" y="161849"/>
                  </a:moveTo>
                  <a:lnTo>
                    <a:pt x="5781" y="118823"/>
                  </a:lnTo>
                  <a:lnTo>
                    <a:pt x="22097" y="80161"/>
                  </a:lnTo>
                  <a:lnTo>
                    <a:pt x="47404" y="47404"/>
                  </a:lnTo>
                  <a:lnTo>
                    <a:pt x="80161" y="22097"/>
                  </a:lnTo>
                  <a:lnTo>
                    <a:pt x="118823" y="5781"/>
                  </a:lnTo>
                  <a:lnTo>
                    <a:pt x="161849" y="0"/>
                  </a:lnTo>
                  <a:lnTo>
                    <a:pt x="223787" y="12320"/>
                  </a:lnTo>
                  <a:lnTo>
                    <a:pt x="276295" y="47404"/>
                  </a:lnTo>
                  <a:lnTo>
                    <a:pt x="311379" y="99912"/>
                  </a:lnTo>
                  <a:lnTo>
                    <a:pt x="323699" y="161849"/>
                  </a:lnTo>
                  <a:lnTo>
                    <a:pt x="317918" y="204876"/>
                  </a:lnTo>
                  <a:lnTo>
                    <a:pt x="301602" y="243538"/>
                  </a:lnTo>
                  <a:lnTo>
                    <a:pt x="276295" y="276295"/>
                  </a:lnTo>
                  <a:lnTo>
                    <a:pt x="243538" y="301602"/>
                  </a:lnTo>
                  <a:lnTo>
                    <a:pt x="204876" y="317918"/>
                  </a:lnTo>
                  <a:lnTo>
                    <a:pt x="161849" y="323699"/>
                  </a:lnTo>
                  <a:lnTo>
                    <a:pt x="118823" y="317918"/>
                  </a:lnTo>
                  <a:lnTo>
                    <a:pt x="80161" y="301602"/>
                  </a:lnTo>
                  <a:lnTo>
                    <a:pt x="47404" y="276295"/>
                  </a:lnTo>
                  <a:lnTo>
                    <a:pt x="22097" y="243538"/>
                  </a:lnTo>
                  <a:lnTo>
                    <a:pt x="5781" y="204876"/>
                  </a:lnTo>
                  <a:lnTo>
                    <a:pt x="0" y="161849"/>
                  </a:lnTo>
                  <a:close/>
                </a:path>
              </a:pathLst>
            </a:custGeom>
            <a:ln w="9524">
              <a:solidFill>
                <a:srgbClr val="000000"/>
              </a:solidFill>
            </a:ln>
          </p:spPr>
          <p:txBody>
            <a:bodyPr wrap="square" lIns="0" tIns="0" rIns="0" bIns="0" rtlCol="0"/>
            <a:lstStyle/>
            <a:p>
              <a:endParaRPr/>
            </a:p>
          </p:txBody>
        </p:sp>
      </p:grpSp>
      <p:sp>
        <p:nvSpPr>
          <p:cNvPr id="52" name="object 52">
            <a:extLst>
              <a:ext uri="{FF2B5EF4-FFF2-40B4-BE49-F238E27FC236}">
                <a16:creationId xmlns:a16="http://schemas.microsoft.com/office/drawing/2014/main" id="{9EA248F8-10B5-44F0-FCB9-CA68F4CFB7F9}"/>
              </a:ext>
            </a:extLst>
          </p:cNvPr>
          <p:cNvSpPr txBox="1"/>
          <p:nvPr/>
        </p:nvSpPr>
        <p:spPr>
          <a:xfrm>
            <a:off x="5535817" y="5005085"/>
            <a:ext cx="155575" cy="345440"/>
          </a:xfrm>
          <a:prstGeom prst="rect">
            <a:avLst/>
          </a:prstGeom>
        </p:spPr>
        <p:txBody>
          <a:bodyPr vert="horz" wrap="square" lIns="0" tIns="12700" rIns="0" bIns="0" rtlCol="0">
            <a:spAutoFit/>
          </a:bodyPr>
          <a:lstStyle/>
          <a:p>
            <a:pPr marL="12700">
              <a:lnSpc>
                <a:spcPct val="100000"/>
              </a:lnSpc>
              <a:spcBef>
                <a:spcPts val="100"/>
              </a:spcBef>
            </a:pPr>
            <a:r>
              <a:rPr sz="2100" spc="265">
                <a:solidFill>
                  <a:srgbClr val="B3B3B3"/>
                </a:solidFill>
                <a:latin typeface="Arial MT"/>
                <a:cs typeface="Arial MT"/>
              </a:rPr>
              <a:t>-</a:t>
            </a:r>
            <a:endParaRPr sz="2100">
              <a:latin typeface="Arial MT"/>
              <a:cs typeface="Arial MT"/>
            </a:endParaRPr>
          </a:p>
        </p:txBody>
      </p:sp>
      <p:sp>
        <p:nvSpPr>
          <p:cNvPr id="53" name="object 53">
            <a:extLst>
              <a:ext uri="{FF2B5EF4-FFF2-40B4-BE49-F238E27FC236}">
                <a16:creationId xmlns:a16="http://schemas.microsoft.com/office/drawing/2014/main" id="{1C0B0927-CEB1-012C-9949-CC3FBFC52471}"/>
              </a:ext>
            </a:extLst>
          </p:cNvPr>
          <p:cNvSpPr txBox="1"/>
          <p:nvPr/>
        </p:nvSpPr>
        <p:spPr>
          <a:xfrm>
            <a:off x="4631684" y="5097870"/>
            <a:ext cx="448945" cy="238760"/>
          </a:xfrm>
          <a:prstGeom prst="rect">
            <a:avLst/>
          </a:prstGeom>
        </p:spPr>
        <p:txBody>
          <a:bodyPr vert="horz" wrap="square" lIns="0" tIns="12700" rIns="0" bIns="0" rtlCol="0">
            <a:spAutoFit/>
          </a:bodyPr>
          <a:lstStyle/>
          <a:p>
            <a:pPr marL="12700">
              <a:lnSpc>
                <a:spcPct val="100000"/>
              </a:lnSpc>
              <a:spcBef>
                <a:spcPts val="100"/>
              </a:spcBef>
            </a:pPr>
            <a:r>
              <a:rPr sz="1400" spc="-25">
                <a:solidFill>
                  <a:srgbClr val="B3B3B3"/>
                </a:solidFill>
                <a:latin typeface="Arial MT"/>
                <a:cs typeface="Arial MT"/>
              </a:rPr>
              <a:t>Error:</a:t>
            </a:r>
            <a:endParaRPr sz="1400">
              <a:latin typeface="Arial MT"/>
              <a:cs typeface="Arial MT"/>
            </a:endParaRPr>
          </a:p>
        </p:txBody>
      </p:sp>
      <p:sp>
        <p:nvSpPr>
          <p:cNvPr id="54" name="object 54">
            <a:extLst>
              <a:ext uri="{FF2B5EF4-FFF2-40B4-BE49-F238E27FC236}">
                <a16:creationId xmlns:a16="http://schemas.microsoft.com/office/drawing/2014/main" id="{04586D9E-31CE-B3E6-00B5-758F83486785}"/>
              </a:ext>
            </a:extLst>
          </p:cNvPr>
          <p:cNvSpPr txBox="1"/>
          <p:nvPr/>
        </p:nvSpPr>
        <p:spPr>
          <a:xfrm>
            <a:off x="5889377" y="2553344"/>
            <a:ext cx="1412240" cy="238760"/>
          </a:xfrm>
          <a:prstGeom prst="rect">
            <a:avLst/>
          </a:prstGeom>
        </p:spPr>
        <p:txBody>
          <a:bodyPr vert="horz" wrap="square" lIns="0" tIns="12700" rIns="0" bIns="0" rtlCol="0">
            <a:spAutoFit/>
          </a:bodyPr>
          <a:lstStyle/>
          <a:p>
            <a:pPr marL="12700">
              <a:lnSpc>
                <a:spcPct val="100000"/>
              </a:lnSpc>
              <a:spcBef>
                <a:spcPts val="100"/>
              </a:spcBef>
            </a:pPr>
            <a:r>
              <a:rPr sz="1400" spc="-10">
                <a:solidFill>
                  <a:srgbClr val="B3B3B3"/>
                </a:solidFill>
                <a:latin typeface="Arial MT"/>
                <a:cs typeface="Arial MT"/>
              </a:rPr>
              <a:t>Output/Prediction</a:t>
            </a:r>
            <a:endParaRPr sz="1400">
              <a:latin typeface="Arial MT"/>
              <a:cs typeface="Arial MT"/>
            </a:endParaRPr>
          </a:p>
        </p:txBody>
      </p:sp>
      <p:sp>
        <p:nvSpPr>
          <p:cNvPr id="55" name="object 55">
            <a:extLst>
              <a:ext uri="{FF2B5EF4-FFF2-40B4-BE49-F238E27FC236}">
                <a16:creationId xmlns:a16="http://schemas.microsoft.com/office/drawing/2014/main" id="{C9B83FAF-D9EB-40A8-9C76-618B53BE52E6}"/>
              </a:ext>
            </a:extLst>
          </p:cNvPr>
          <p:cNvSpPr txBox="1"/>
          <p:nvPr/>
        </p:nvSpPr>
        <p:spPr>
          <a:xfrm>
            <a:off x="7555007" y="4014026"/>
            <a:ext cx="1078865" cy="238760"/>
          </a:xfrm>
          <a:prstGeom prst="rect">
            <a:avLst/>
          </a:prstGeom>
        </p:spPr>
        <p:txBody>
          <a:bodyPr vert="horz" wrap="square" lIns="0" tIns="12700" rIns="0" bIns="0" rtlCol="0">
            <a:spAutoFit/>
          </a:bodyPr>
          <a:lstStyle/>
          <a:p>
            <a:pPr marL="12700">
              <a:lnSpc>
                <a:spcPct val="100000"/>
              </a:lnSpc>
              <a:spcBef>
                <a:spcPts val="100"/>
              </a:spcBef>
            </a:pPr>
            <a:r>
              <a:rPr sz="1400" spc="-70">
                <a:solidFill>
                  <a:srgbClr val="B3B3B3"/>
                </a:solidFill>
                <a:latin typeface="Arial MT"/>
                <a:cs typeface="Arial MT"/>
              </a:rPr>
              <a:t>Target</a:t>
            </a:r>
            <a:r>
              <a:rPr sz="1400">
                <a:solidFill>
                  <a:srgbClr val="B3B3B3"/>
                </a:solidFill>
                <a:latin typeface="Arial MT"/>
                <a:cs typeface="Arial MT"/>
              </a:rPr>
              <a:t> </a:t>
            </a:r>
            <a:r>
              <a:rPr sz="1400" spc="-10">
                <a:solidFill>
                  <a:srgbClr val="B3B3B3"/>
                </a:solidFill>
                <a:latin typeface="Arial MT"/>
                <a:cs typeface="Arial MT"/>
              </a:rPr>
              <a:t>Output</a:t>
            </a:r>
            <a:endParaRPr sz="1400">
              <a:latin typeface="Arial MT"/>
              <a:cs typeface="Arial MT"/>
            </a:endParaRPr>
          </a:p>
        </p:txBody>
      </p:sp>
      <p:grpSp>
        <p:nvGrpSpPr>
          <p:cNvPr id="56" name="object 56">
            <a:extLst>
              <a:ext uri="{FF2B5EF4-FFF2-40B4-BE49-F238E27FC236}">
                <a16:creationId xmlns:a16="http://schemas.microsoft.com/office/drawing/2014/main" id="{E073B34F-290B-8B77-0948-5DC850E1B367}"/>
              </a:ext>
            </a:extLst>
          </p:cNvPr>
          <p:cNvGrpSpPr/>
          <p:nvPr/>
        </p:nvGrpSpPr>
        <p:grpSpPr>
          <a:xfrm>
            <a:off x="4208013" y="4054870"/>
            <a:ext cx="228600" cy="228600"/>
            <a:chOff x="3019293" y="3350782"/>
            <a:chExt cx="228600" cy="228600"/>
          </a:xfrm>
        </p:grpSpPr>
        <p:sp>
          <p:nvSpPr>
            <p:cNvPr id="57" name="object 57">
              <a:extLst>
                <a:ext uri="{FF2B5EF4-FFF2-40B4-BE49-F238E27FC236}">
                  <a16:creationId xmlns:a16="http://schemas.microsoft.com/office/drawing/2014/main" id="{4A726CE6-88FE-C8D3-29D0-57B51B5ACA89}"/>
                </a:ext>
              </a:extLst>
            </p:cNvPr>
            <p:cNvSpPr/>
            <p:nvPr/>
          </p:nvSpPr>
          <p:spPr>
            <a:xfrm>
              <a:off x="3025643"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DC8424"/>
            </a:solidFill>
          </p:spPr>
          <p:txBody>
            <a:bodyPr wrap="square" lIns="0" tIns="0" rIns="0" bIns="0" rtlCol="0"/>
            <a:lstStyle/>
            <a:p>
              <a:endParaRPr/>
            </a:p>
          </p:txBody>
        </p:sp>
        <p:sp>
          <p:nvSpPr>
            <p:cNvPr id="58" name="object 58">
              <a:extLst>
                <a:ext uri="{FF2B5EF4-FFF2-40B4-BE49-F238E27FC236}">
                  <a16:creationId xmlns:a16="http://schemas.microsoft.com/office/drawing/2014/main" id="{F567DC88-2E85-7B39-5DF1-A903C66BA2B4}"/>
                </a:ext>
              </a:extLst>
            </p:cNvPr>
            <p:cNvSpPr/>
            <p:nvPr/>
          </p:nvSpPr>
          <p:spPr>
            <a:xfrm>
              <a:off x="3025643"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59" name="object 59">
            <a:extLst>
              <a:ext uri="{FF2B5EF4-FFF2-40B4-BE49-F238E27FC236}">
                <a16:creationId xmlns:a16="http://schemas.microsoft.com/office/drawing/2014/main" id="{CFA0E9C9-C4A9-FD25-602B-9C884C17424B}"/>
              </a:ext>
            </a:extLst>
          </p:cNvPr>
          <p:cNvGrpSpPr/>
          <p:nvPr/>
        </p:nvGrpSpPr>
        <p:grpSpPr>
          <a:xfrm>
            <a:off x="4586631" y="4054870"/>
            <a:ext cx="228600" cy="228600"/>
            <a:chOff x="3397911" y="3350782"/>
            <a:chExt cx="228600" cy="228600"/>
          </a:xfrm>
        </p:grpSpPr>
        <p:sp>
          <p:nvSpPr>
            <p:cNvPr id="60" name="object 60">
              <a:extLst>
                <a:ext uri="{FF2B5EF4-FFF2-40B4-BE49-F238E27FC236}">
                  <a16:creationId xmlns:a16="http://schemas.microsoft.com/office/drawing/2014/main" id="{44A340AE-47F5-4D64-32B2-4D83C26F966B}"/>
                </a:ext>
              </a:extLst>
            </p:cNvPr>
            <p:cNvSpPr/>
            <p:nvPr/>
          </p:nvSpPr>
          <p:spPr>
            <a:xfrm>
              <a:off x="3404261"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1" name="object 61">
              <a:extLst>
                <a:ext uri="{FF2B5EF4-FFF2-40B4-BE49-F238E27FC236}">
                  <a16:creationId xmlns:a16="http://schemas.microsoft.com/office/drawing/2014/main" id="{290AEC07-3680-CC2E-95D9-022D15C3E776}"/>
                </a:ext>
              </a:extLst>
            </p:cNvPr>
            <p:cNvSpPr/>
            <p:nvPr/>
          </p:nvSpPr>
          <p:spPr>
            <a:xfrm>
              <a:off x="3404261"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2" name="object 62">
            <a:extLst>
              <a:ext uri="{FF2B5EF4-FFF2-40B4-BE49-F238E27FC236}">
                <a16:creationId xmlns:a16="http://schemas.microsoft.com/office/drawing/2014/main" id="{C4A87505-3D6A-A743-F454-9F4BFC5C72DA}"/>
              </a:ext>
            </a:extLst>
          </p:cNvPr>
          <p:cNvGrpSpPr/>
          <p:nvPr/>
        </p:nvGrpSpPr>
        <p:grpSpPr>
          <a:xfrm>
            <a:off x="5018828" y="4054870"/>
            <a:ext cx="228600" cy="228600"/>
            <a:chOff x="3830108" y="3350782"/>
            <a:chExt cx="228600" cy="228600"/>
          </a:xfrm>
        </p:grpSpPr>
        <p:sp>
          <p:nvSpPr>
            <p:cNvPr id="63" name="object 63">
              <a:extLst>
                <a:ext uri="{FF2B5EF4-FFF2-40B4-BE49-F238E27FC236}">
                  <a16:creationId xmlns:a16="http://schemas.microsoft.com/office/drawing/2014/main" id="{274A3213-89FB-552B-93C5-A32A583C6353}"/>
                </a:ext>
              </a:extLst>
            </p:cNvPr>
            <p:cNvSpPr/>
            <p:nvPr/>
          </p:nvSpPr>
          <p:spPr>
            <a:xfrm>
              <a:off x="3836458"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7F7F7F"/>
            </a:solidFill>
          </p:spPr>
          <p:txBody>
            <a:bodyPr wrap="square" lIns="0" tIns="0" rIns="0" bIns="0" rtlCol="0"/>
            <a:lstStyle/>
            <a:p>
              <a:endParaRPr/>
            </a:p>
          </p:txBody>
        </p:sp>
        <p:sp>
          <p:nvSpPr>
            <p:cNvPr id="64" name="object 64">
              <a:extLst>
                <a:ext uri="{FF2B5EF4-FFF2-40B4-BE49-F238E27FC236}">
                  <a16:creationId xmlns:a16="http://schemas.microsoft.com/office/drawing/2014/main" id="{022BB501-C1F4-E733-0A0B-F46DDDD4B23A}"/>
                </a:ext>
              </a:extLst>
            </p:cNvPr>
            <p:cNvSpPr/>
            <p:nvPr/>
          </p:nvSpPr>
          <p:spPr>
            <a:xfrm>
              <a:off x="3836458"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5" name="object 65">
            <a:extLst>
              <a:ext uri="{FF2B5EF4-FFF2-40B4-BE49-F238E27FC236}">
                <a16:creationId xmlns:a16="http://schemas.microsoft.com/office/drawing/2014/main" id="{A3B881BE-461C-9780-32AE-FE3299046D11}"/>
              </a:ext>
            </a:extLst>
          </p:cNvPr>
          <p:cNvGrpSpPr/>
          <p:nvPr/>
        </p:nvGrpSpPr>
        <p:grpSpPr>
          <a:xfrm>
            <a:off x="5451025" y="4054870"/>
            <a:ext cx="228600" cy="228600"/>
            <a:chOff x="4262305" y="3350782"/>
            <a:chExt cx="228600" cy="228600"/>
          </a:xfrm>
        </p:grpSpPr>
        <p:sp>
          <p:nvSpPr>
            <p:cNvPr id="66" name="object 66">
              <a:extLst>
                <a:ext uri="{FF2B5EF4-FFF2-40B4-BE49-F238E27FC236}">
                  <a16:creationId xmlns:a16="http://schemas.microsoft.com/office/drawing/2014/main" id="{F4845E58-A2FC-6129-E374-BCA9AD7C44D3}"/>
                </a:ext>
              </a:extLst>
            </p:cNvPr>
            <p:cNvSpPr/>
            <p:nvPr/>
          </p:nvSpPr>
          <p:spPr>
            <a:xfrm>
              <a:off x="4268655"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67" name="object 67">
              <a:extLst>
                <a:ext uri="{FF2B5EF4-FFF2-40B4-BE49-F238E27FC236}">
                  <a16:creationId xmlns:a16="http://schemas.microsoft.com/office/drawing/2014/main" id="{7FC3FF48-4E59-E3D9-05E7-631295E16A21}"/>
                </a:ext>
              </a:extLst>
            </p:cNvPr>
            <p:cNvSpPr/>
            <p:nvPr/>
          </p:nvSpPr>
          <p:spPr>
            <a:xfrm>
              <a:off x="4268655"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68" name="object 68">
            <a:extLst>
              <a:ext uri="{FF2B5EF4-FFF2-40B4-BE49-F238E27FC236}">
                <a16:creationId xmlns:a16="http://schemas.microsoft.com/office/drawing/2014/main" id="{7CCA914B-5C5A-8A03-1BBA-B8C9750CD8F4}"/>
              </a:ext>
            </a:extLst>
          </p:cNvPr>
          <p:cNvGrpSpPr/>
          <p:nvPr/>
        </p:nvGrpSpPr>
        <p:grpSpPr>
          <a:xfrm>
            <a:off x="5883222" y="4054870"/>
            <a:ext cx="228600" cy="228600"/>
            <a:chOff x="4694502" y="3350782"/>
            <a:chExt cx="228600" cy="228600"/>
          </a:xfrm>
        </p:grpSpPr>
        <p:sp>
          <p:nvSpPr>
            <p:cNvPr id="69" name="object 69">
              <a:extLst>
                <a:ext uri="{FF2B5EF4-FFF2-40B4-BE49-F238E27FC236}">
                  <a16:creationId xmlns:a16="http://schemas.microsoft.com/office/drawing/2014/main" id="{87C8EFE5-7DE3-C35E-C127-10664A1FBF06}"/>
                </a:ext>
              </a:extLst>
            </p:cNvPr>
            <p:cNvSpPr/>
            <p:nvPr/>
          </p:nvSpPr>
          <p:spPr>
            <a:xfrm>
              <a:off x="4700852"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0" name="object 70">
              <a:extLst>
                <a:ext uri="{FF2B5EF4-FFF2-40B4-BE49-F238E27FC236}">
                  <a16:creationId xmlns:a16="http://schemas.microsoft.com/office/drawing/2014/main" id="{2AD19C4D-6284-CCAE-A38F-21332A9C2176}"/>
                </a:ext>
              </a:extLst>
            </p:cNvPr>
            <p:cNvSpPr/>
            <p:nvPr/>
          </p:nvSpPr>
          <p:spPr>
            <a:xfrm>
              <a:off x="4700852"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1" name="object 71">
            <a:extLst>
              <a:ext uri="{FF2B5EF4-FFF2-40B4-BE49-F238E27FC236}">
                <a16:creationId xmlns:a16="http://schemas.microsoft.com/office/drawing/2014/main" id="{F3BDE75D-929A-2729-16F6-7279E30D99DC}"/>
              </a:ext>
            </a:extLst>
          </p:cNvPr>
          <p:cNvGrpSpPr/>
          <p:nvPr/>
        </p:nvGrpSpPr>
        <p:grpSpPr>
          <a:xfrm>
            <a:off x="6314228" y="4054870"/>
            <a:ext cx="228600" cy="228600"/>
            <a:chOff x="5125508" y="3350782"/>
            <a:chExt cx="228600" cy="228600"/>
          </a:xfrm>
        </p:grpSpPr>
        <p:sp>
          <p:nvSpPr>
            <p:cNvPr id="72" name="object 72">
              <a:extLst>
                <a:ext uri="{FF2B5EF4-FFF2-40B4-BE49-F238E27FC236}">
                  <a16:creationId xmlns:a16="http://schemas.microsoft.com/office/drawing/2014/main" id="{19192A2B-B789-FD48-17B1-1FA97101D408}"/>
                </a:ext>
              </a:extLst>
            </p:cNvPr>
            <p:cNvSpPr/>
            <p:nvPr/>
          </p:nvSpPr>
          <p:spPr>
            <a:xfrm>
              <a:off x="5131858"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FFFFFF"/>
            </a:solidFill>
          </p:spPr>
          <p:txBody>
            <a:bodyPr wrap="square" lIns="0" tIns="0" rIns="0" bIns="0" rtlCol="0"/>
            <a:lstStyle/>
            <a:p>
              <a:endParaRPr/>
            </a:p>
          </p:txBody>
        </p:sp>
        <p:sp>
          <p:nvSpPr>
            <p:cNvPr id="73" name="object 73">
              <a:extLst>
                <a:ext uri="{FF2B5EF4-FFF2-40B4-BE49-F238E27FC236}">
                  <a16:creationId xmlns:a16="http://schemas.microsoft.com/office/drawing/2014/main" id="{994F56D8-3D13-A06D-A0F0-85CD64BF21C1}"/>
                </a:ext>
              </a:extLst>
            </p:cNvPr>
            <p:cNvSpPr/>
            <p:nvPr/>
          </p:nvSpPr>
          <p:spPr>
            <a:xfrm>
              <a:off x="5131858"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grpSp>
        <p:nvGrpSpPr>
          <p:cNvPr id="74" name="object 74">
            <a:extLst>
              <a:ext uri="{FF2B5EF4-FFF2-40B4-BE49-F238E27FC236}">
                <a16:creationId xmlns:a16="http://schemas.microsoft.com/office/drawing/2014/main" id="{0C85AA29-BA92-89C5-29EF-EF297618FD8E}"/>
              </a:ext>
            </a:extLst>
          </p:cNvPr>
          <p:cNvGrpSpPr/>
          <p:nvPr/>
        </p:nvGrpSpPr>
        <p:grpSpPr>
          <a:xfrm>
            <a:off x="6746424" y="4054870"/>
            <a:ext cx="228600" cy="228600"/>
            <a:chOff x="5557704" y="3350782"/>
            <a:chExt cx="228600" cy="228600"/>
          </a:xfrm>
        </p:grpSpPr>
        <p:sp>
          <p:nvSpPr>
            <p:cNvPr id="75" name="object 75">
              <a:extLst>
                <a:ext uri="{FF2B5EF4-FFF2-40B4-BE49-F238E27FC236}">
                  <a16:creationId xmlns:a16="http://schemas.microsoft.com/office/drawing/2014/main" id="{1DC195DF-B66E-F1E8-2411-50FD13536CC7}"/>
                </a:ext>
              </a:extLst>
            </p:cNvPr>
            <p:cNvSpPr/>
            <p:nvPr/>
          </p:nvSpPr>
          <p:spPr>
            <a:xfrm>
              <a:off x="5564054" y="3357132"/>
              <a:ext cx="215900" cy="215900"/>
            </a:xfrm>
            <a:custGeom>
              <a:avLst/>
              <a:gdLst/>
              <a:ahLst/>
              <a:cxnLst/>
              <a:rect l="l" t="t" r="r" b="b"/>
              <a:pathLst>
                <a:path w="215900" h="215900">
                  <a:moveTo>
                    <a:pt x="215399" y="215399"/>
                  </a:moveTo>
                  <a:lnTo>
                    <a:pt x="0" y="215399"/>
                  </a:lnTo>
                  <a:lnTo>
                    <a:pt x="0" y="0"/>
                  </a:lnTo>
                  <a:lnTo>
                    <a:pt x="215399" y="0"/>
                  </a:lnTo>
                  <a:lnTo>
                    <a:pt x="215399" y="215399"/>
                  </a:lnTo>
                  <a:close/>
                </a:path>
              </a:pathLst>
            </a:custGeom>
            <a:solidFill>
              <a:srgbClr val="B9B9B9"/>
            </a:solidFill>
          </p:spPr>
          <p:txBody>
            <a:bodyPr wrap="square" lIns="0" tIns="0" rIns="0" bIns="0" rtlCol="0"/>
            <a:lstStyle/>
            <a:p>
              <a:endParaRPr/>
            </a:p>
          </p:txBody>
        </p:sp>
        <p:sp>
          <p:nvSpPr>
            <p:cNvPr id="76" name="object 76">
              <a:extLst>
                <a:ext uri="{FF2B5EF4-FFF2-40B4-BE49-F238E27FC236}">
                  <a16:creationId xmlns:a16="http://schemas.microsoft.com/office/drawing/2014/main" id="{B83178E6-0067-6DEC-02BF-C8982D885959}"/>
                </a:ext>
              </a:extLst>
            </p:cNvPr>
            <p:cNvSpPr/>
            <p:nvPr/>
          </p:nvSpPr>
          <p:spPr>
            <a:xfrm>
              <a:off x="5564054" y="3357132"/>
              <a:ext cx="215900" cy="215900"/>
            </a:xfrm>
            <a:custGeom>
              <a:avLst/>
              <a:gdLst/>
              <a:ahLst/>
              <a:cxnLst/>
              <a:rect l="l" t="t" r="r" b="b"/>
              <a:pathLst>
                <a:path w="215900" h="215900">
                  <a:moveTo>
                    <a:pt x="0" y="0"/>
                  </a:moveTo>
                  <a:lnTo>
                    <a:pt x="215399" y="0"/>
                  </a:lnTo>
                  <a:lnTo>
                    <a:pt x="215399" y="215399"/>
                  </a:lnTo>
                  <a:lnTo>
                    <a:pt x="0" y="215399"/>
                  </a:lnTo>
                  <a:lnTo>
                    <a:pt x="0" y="0"/>
                  </a:lnTo>
                  <a:close/>
                </a:path>
              </a:pathLst>
            </a:custGeom>
            <a:ln w="12699">
              <a:solidFill>
                <a:srgbClr val="000000"/>
              </a:solidFill>
            </a:ln>
          </p:spPr>
          <p:txBody>
            <a:bodyPr wrap="square" lIns="0" tIns="0" rIns="0" bIns="0" rtlCol="0"/>
            <a:lstStyle/>
            <a:p>
              <a:endParaRPr/>
            </a:p>
          </p:txBody>
        </p:sp>
      </p:grpSp>
      <p:sp>
        <p:nvSpPr>
          <p:cNvPr id="77" name="object 77">
            <a:extLst>
              <a:ext uri="{FF2B5EF4-FFF2-40B4-BE49-F238E27FC236}">
                <a16:creationId xmlns:a16="http://schemas.microsoft.com/office/drawing/2014/main" id="{EA0D7EC1-AB18-6717-6570-689E71AF5925}"/>
              </a:ext>
            </a:extLst>
          </p:cNvPr>
          <p:cNvSpPr txBox="1"/>
          <p:nvPr/>
        </p:nvSpPr>
        <p:spPr>
          <a:xfrm>
            <a:off x="6212631" y="5074444"/>
            <a:ext cx="383540" cy="238760"/>
          </a:xfrm>
          <a:prstGeom prst="rect">
            <a:avLst/>
          </a:prstGeom>
        </p:spPr>
        <p:txBody>
          <a:bodyPr vert="horz" wrap="square" lIns="0" tIns="12700" rIns="0" bIns="0" rtlCol="0">
            <a:spAutoFit/>
          </a:bodyPr>
          <a:lstStyle/>
          <a:p>
            <a:pPr marL="12700">
              <a:lnSpc>
                <a:spcPct val="100000"/>
              </a:lnSpc>
              <a:spcBef>
                <a:spcPts val="100"/>
              </a:spcBef>
            </a:pPr>
            <a:r>
              <a:rPr sz="1400" b="1" spc="-155">
                <a:solidFill>
                  <a:srgbClr val="B3B3B3"/>
                </a:solidFill>
                <a:latin typeface="Arial"/>
                <a:cs typeface="Arial"/>
              </a:rPr>
              <a:t>=</a:t>
            </a:r>
            <a:r>
              <a:rPr sz="1400" b="1" spc="-45">
                <a:solidFill>
                  <a:srgbClr val="B3B3B3"/>
                </a:solidFill>
                <a:latin typeface="Arial"/>
                <a:cs typeface="Arial"/>
              </a:rPr>
              <a:t> </a:t>
            </a:r>
            <a:r>
              <a:rPr sz="1400" b="1" spc="-30">
                <a:solidFill>
                  <a:srgbClr val="B3B3B3"/>
                </a:solidFill>
                <a:latin typeface="Arial"/>
                <a:cs typeface="Arial"/>
              </a:rPr>
              <a:t>2.5</a:t>
            </a:r>
            <a:endParaRPr sz="1400">
              <a:latin typeface="Arial"/>
              <a:cs typeface="Arial"/>
            </a:endParaRPr>
          </a:p>
        </p:txBody>
      </p:sp>
      <p:sp>
        <p:nvSpPr>
          <p:cNvPr id="78" name="object 2">
            <a:extLst>
              <a:ext uri="{FF2B5EF4-FFF2-40B4-BE49-F238E27FC236}">
                <a16:creationId xmlns:a16="http://schemas.microsoft.com/office/drawing/2014/main" id="{6638E631-6EDA-8896-CBDC-E758E26FED2C}"/>
              </a:ext>
            </a:extLst>
          </p:cNvPr>
          <p:cNvSpPr txBox="1">
            <a:spLocks/>
          </p:cNvSpPr>
          <p:nvPr/>
        </p:nvSpPr>
        <p:spPr>
          <a:xfrm>
            <a:off x="246888" y="306753"/>
            <a:ext cx="5687568"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a:solidFill>
                  <a:schemeClr val="bg1"/>
                </a:solidFill>
              </a:rPr>
              <a:t>Learning</a:t>
            </a:r>
            <a:r>
              <a:rPr lang="en-US" spc="-40">
                <a:solidFill>
                  <a:schemeClr val="bg1"/>
                </a:solidFill>
              </a:rPr>
              <a:t> </a:t>
            </a:r>
            <a:r>
              <a:rPr lang="en-US" spc="-10">
                <a:solidFill>
                  <a:schemeClr val="bg1"/>
                </a:solidFill>
              </a:rPr>
              <a:t>Principle</a:t>
            </a:r>
          </a:p>
        </p:txBody>
      </p:sp>
    </p:spTree>
    <p:extLst>
      <p:ext uri="{BB962C8B-B14F-4D97-AF65-F5344CB8AC3E}">
        <p14:creationId xmlns:p14="http://schemas.microsoft.com/office/powerpoint/2010/main" val="2534215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DA93-2F61-00E4-0AD8-1C9F93022D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6670AD3-86CC-D7AA-32CE-D480CD5DB23B}"/>
              </a:ext>
            </a:extLst>
          </p:cNvPr>
          <p:cNvSpPr txBox="1">
            <a:spLocks/>
          </p:cNvSpPr>
          <p:nvPr/>
        </p:nvSpPr>
        <p:spPr>
          <a:xfrm>
            <a:off x="259590" y="206442"/>
            <a:ext cx="11060682" cy="850964"/>
          </a:xfrm>
          <a:prstGeom prst="rect">
            <a:avLst/>
          </a:prstGeom>
        </p:spPr>
        <p:txBody>
          <a:bodyPr vert="horz" wrap="square" lIns="0" tIns="294094"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z="3600">
                <a:solidFill>
                  <a:schemeClr val="bg1"/>
                </a:solidFill>
              </a:rPr>
              <a:t>Supervised</a:t>
            </a:r>
            <a:r>
              <a:rPr lang="en-US" sz="3600" spc="-80">
                <a:solidFill>
                  <a:schemeClr val="bg1"/>
                </a:solidFill>
              </a:rPr>
              <a:t> </a:t>
            </a:r>
            <a:r>
              <a:rPr lang="en-US" sz="3600">
                <a:solidFill>
                  <a:schemeClr val="bg1"/>
                </a:solidFill>
              </a:rPr>
              <a:t>Deep</a:t>
            </a:r>
            <a:r>
              <a:rPr lang="en-US" sz="3600" spc="-75">
                <a:solidFill>
                  <a:schemeClr val="bg1"/>
                </a:solidFill>
              </a:rPr>
              <a:t> </a:t>
            </a:r>
            <a:r>
              <a:rPr lang="en-US" sz="3600">
                <a:solidFill>
                  <a:schemeClr val="bg1"/>
                </a:solidFill>
              </a:rPr>
              <a:t>Learning</a:t>
            </a:r>
            <a:r>
              <a:rPr lang="en-US" sz="3600" spc="-75">
                <a:solidFill>
                  <a:schemeClr val="bg1"/>
                </a:solidFill>
              </a:rPr>
              <a:t> </a:t>
            </a:r>
            <a:r>
              <a:rPr lang="en-US" sz="3600">
                <a:solidFill>
                  <a:schemeClr val="bg1"/>
                </a:solidFill>
              </a:rPr>
              <a:t>with</a:t>
            </a:r>
            <a:r>
              <a:rPr lang="en-US" sz="3600" spc="-80">
                <a:solidFill>
                  <a:schemeClr val="bg1"/>
                </a:solidFill>
              </a:rPr>
              <a:t> </a:t>
            </a:r>
            <a:r>
              <a:rPr lang="en-US" sz="3600">
                <a:solidFill>
                  <a:schemeClr val="bg1"/>
                </a:solidFill>
              </a:rPr>
              <a:t>Neural</a:t>
            </a:r>
            <a:r>
              <a:rPr lang="en-US" sz="3600" spc="-75">
                <a:solidFill>
                  <a:schemeClr val="bg1"/>
                </a:solidFill>
              </a:rPr>
              <a:t> </a:t>
            </a:r>
            <a:r>
              <a:rPr lang="en-US" sz="3600" spc="-10">
                <a:solidFill>
                  <a:schemeClr val="bg1"/>
                </a:solidFill>
              </a:rPr>
              <a:t>Networks</a:t>
            </a:r>
          </a:p>
        </p:txBody>
      </p:sp>
      <p:grpSp>
        <p:nvGrpSpPr>
          <p:cNvPr id="3" name="object 3">
            <a:extLst>
              <a:ext uri="{FF2B5EF4-FFF2-40B4-BE49-F238E27FC236}">
                <a16:creationId xmlns:a16="http://schemas.microsoft.com/office/drawing/2014/main" id="{5B74DF7B-E925-F43E-41BD-7DED1600E346}"/>
              </a:ext>
            </a:extLst>
          </p:cNvPr>
          <p:cNvGrpSpPr/>
          <p:nvPr/>
        </p:nvGrpSpPr>
        <p:grpSpPr>
          <a:xfrm>
            <a:off x="5304127" y="4345366"/>
            <a:ext cx="861694" cy="843915"/>
            <a:chOff x="3923383" y="3476686"/>
            <a:chExt cx="861694" cy="843915"/>
          </a:xfrm>
        </p:grpSpPr>
        <p:pic>
          <p:nvPicPr>
            <p:cNvPr id="4" name="object 4">
              <a:extLst>
                <a:ext uri="{FF2B5EF4-FFF2-40B4-BE49-F238E27FC236}">
                  <a16:creationId xmlns:a16="http://schemas.microsoft.com/office/drawing/2014/main" id="{5A574529-04EF-A1B9-933F-2850172E9FBD}"/>
                </a:ext>
              </a:extLst>
            </p:cNvPr>
            <p:cNvPicPr/>
            <p:nvPr/>
          </p:nvPicPr>
          <p:blipFill>
            <a:blip r:embed="rId2" cstate="print"/>
            <a:stretch>
              <a:fillRect/>
            </a:stretch>
          </p:blipFill>
          <p:spPr>
            <a:xfrm>
              <a:off x="3923383" y="3476686"/>
              <a:ext cx="861525" cy="843525"/>
            </a:xfrm>
            <a:prstGeom prst="rect">
              <a:avLst/>
            </a:prstGeom>
          </p:spPr>
        </p:pic>
        <p:sp>
          <p:nvSpPr>
            <p:cNvPr id="5" name="object 5">
              <a:extLst>
                <a:ext uri="{FF2B5EF4-FFF2-40B4-BE49-F238E27FC236}">
                  <a16:creationId xmlns:a16="http://schemas.microsoft.com/office/drawing/2014/main" id="{D47B61CD-C616-58E1-243A-7C28EC35EFC9}"/>
                </a:ext>
              </a:extLst>
            </p:cNvPr>
            <p:cNvSpPr/>
            <p:nvPr/>
          </p:nvSpPr>
          <p:spPr>
            <a:xfrm>
              <a:off x="3985296" y="351954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5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2"/>
                  </a:lnTo>
                  <a:lnTo>
                    <a:pt x="553042" y="48079"/>
                  </a:lnTo>
                  <a:lnTo>
                    <a:pt x="593121" y="74158"/>
                  </a:lnTo>
                  <a:lnTo>
                    <a:pt x="629666" y="105397"/>
                  </a:lnTo>
                  <a:lnTo>
                    <a:pt x="661687"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6" name="object 6">
              <a:extLst>
                <a:ext uri="{FF2B5EF4-FFF2-40B4-BE49-F238E27FC236}">
                  <a16:creationId xmlns:a16="http://schemas.microsoft.com/office/drawing/2014/main" id="{0FBB9C2E-200D-91E0-4E08-3C9A3B2A5D74}"/>
                </a:ext>
              </a:extLst>
            </p:cNvPr>
            <p:cNvSpPr/>
            <p:nvPr/>
          </p:nvSpPr>
          <p:spPr>
            <a:xfrm>
              <a:off x="3985296" y="351954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2"/>
                  </a:lnTo>
                  <a:lnTo>
                    <a:pt x="553042" y="48079"/>
                  </a:lnTo>
                  <a:lnTo>
                    <a:pt x="593121" y="74158"/>
                  </a:lnTo>
                  <a:lnTo>
                    <a:pt x="629666" y="105397"/>
                  </a:lnTo>
                  <a:lnTo>
                    <a:pt x="661687"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7" name="object 7">
            <a:extLst>
              <a:ext uri="{FF2B5EF4-FFF2-40B4-BE49-F238E27FC236}">
                <a16:creationId xmlns:a16="http://schemas.microsoft.com/office/drawing/2014/main" id="{2CC8962E-D5C4-DC78-9013-4EA22FD37626}"/>
              </a:ext>
            </a:extLst>
          </p:cNvPr>
          <p:cNvSpPr txBox="1"/>
          <p:nvPr/>
        </p:nvSpPr>
        <p:spPr>
          <a:xfrm>
            <a:off x="5617740" y="4637843"/>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a:solidFill>
                  <a:srgbClr val="FFFFFF"/>
                </a:solidFill>
                <a:latin typeface="Arial"/>
                <a:cs typeface="Arial"/>
              </a:rPr>
              <a:t>X</a:t>
            </a:r>
            <a:r>
              <a:rPr sz="1200" b="1" spc="-37" baseline="-31250">
                <a:solidFill>
                  <a:srgbClr val="FFFFFF"/>
                </a:solidFill>
                <a:latin typeface="Arial"/>
                <a:cs typeface="Arial"/>
              </a:rPr>
              <a:t>3</a:t>
            </a:r>
            <a:endParaRPr sz="1200" baseline="-31250">
              <a:latin typeface="Arial"/>
              <a:cs typeface="Arial"/>
            </a:endParaRPr>
          </a:p>
        </p:txBody>
      </p:sp>
      <p:grpSp>
        <p:nvGrpSpPr>
          <p:cNvPr id="8" name="object 8">
            <a:extLst>
              <a:ext uri="{FF2B5EF4-FFF2-40B4-BE49-F238E27FC236}">
                <a16:creationId xmlns:a16="http://schemas.microsoft.com/office/drawing/2014/main" id="{7B1C625E-4281-5F1E-58BB-78EC6122041B}"/>
              </a:ext>
            </a:extLst>
          </p:cNvPr>
          <p:cNvGrpSpPr/>
          <p:nvPr/>
        </p:nvGrpSpPr>
        <p:grpSpPr>
          <a:xfrm>
            <a:off x="5361277" y="3578245"/>
            <a:ext cx="747395" cy="739140"/>
            <a:chOff x="3980533" y="2709565"/>
            <a:chExt cx="747395" cy="739140"/>
          </a:xfrm>
        </p:grpSpPr>
        <p:pic>
          <p:nvPicPr>
            <p:cNvPr id="9" name="object 9">
              <a:extLst>
                <a:ext uri="{FF2B5EF4-FFF2-40B4-BE49-F238E27FC236}">
                  <a16:creationId xmlns:a16="http://schemas.microsoft.com/office/drawing/2014/main" id="{3D8299E3-7E2D-3028-A45C-E46812F00790}"/>
                </a:ext>
              </a:extLst>
            </p:cNvPr>
            <p:cNvPicPr/>
            <p:nvPr/>
          </p:nvPicPr>
          <p:blipFill>
            <a:blip r:embed="rId3" cstate="print"/>
            <a:stretch>
              <a:fillRect/>
            </a:stretch>
          </p:blipFill>
          <p:spPr>
            <a:xfrm>
              <a:off x="3980533" y="2719090"/>
              <a:ext cx="747225" cy="729225"/>
            </a:xfrm>
            <a:prstGeom prst="rect">
              <a:avLst/>
            </a:prstGeom>
          </p:spPr>
        </p:pic>
        <p:sp>
          <p:nvSpPr>
            <p:cNvPr id="10" name="object 10">
              <a:extLst>
                <a:ext uri="{FF2B5EF4-FFF2-40B4-BE49-F238E27FC236}">
                  <a16:creationId xmlns:a16="http://schemas.microsoft.com/office/drawing/2014/main" id="{891FF259-63A2-E601-7A97-FEFCC85752AA}"/>
                </a:ext>
              </a:extLst>
            </p:cNvPr>
            <p:cNvSpPr/>
            <p:nvPr/>
          </p:nvSpPr>
          <p:spPr>
            <a:xfrm>
              <a:off x="3985295" y="2714327"/>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11" name="object 11">
              <a:extLst>
                <a:ext uri="{FF2B5EF4-FFF2-40B4-BE49-F238E27FC236}">
                  <a16:creationId xmlns:a16="http://schemas.microsoft.com/office/drawing/2014/main" id="{98FC4414-FBCD-80E6-5C07-28FC67EA11D0}"/>
                </a:ext>
              </a:extLst>
            </p:cNvPr>
            <p:cNvSpPr/>
            <p:nvPr/>
          </p:nvSpPr>
          <p:spPr>
            <a:xfrm>
              <a:off x="3985295" y="27143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2" name="object 12">
            <a:extLst>
              <a:ext uri="{FF2B5EF4-FFF2-40B4-BE49-F238E27FC236}">
                <a16:creationId xmlns:a16="http://schemas.microsoft.com/office/drawing/2014/main" id="{27E9E12D-20B9-32BD-3C85-8E5E19B3CFAF}"/>
              </a:ext>
            </a:extLst>
          </p:cNvPr>
          <p:cNvSpPr txBox="1"/>
          <p:nvPr/>
        </p:nvSpPr>
        <p:spPr>
          <a:xfrm>
            <a:off x="5617740" y="3832621"/>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a:solidFill>
                  <a:srgbClr val="FFFFFF"/>
                </a:solidFill>
                <a:latin typeface="Arial"/>
                <a:cs typeface="Arial"/>
              </a:rPr>
              <a:t>X</a:t>
            </a:r>
            <a:r>
              <a:rPr sz="1200" b="1" spc="-37" baseline="-31250">
                <a:solidFill>
                  <a:srgbClr val="FFFFFF"/>
                </a:solidFill>
                <a:latin typeface="Arial"/>
                <a:cs typeface="Arial"/>
              </a:rPr>
              <a:t>2</a:t>
            </a:r>
            <a:endParaRPr sz="1200" baseline="-31250">
              <a:latin typeface="Arial"/>
              <a:cs typeface="Arial"/>
            </a:endParaRPr>
          </a:p>
        </p:txBody>
      </p:sp>
      <p:grpSp>
        <p:nvGrpSpPr>
          <p:cNvPr id="13" name="object 13">
            <a:extLst>
              <a:ext uri="{FF2B5EF4-FFF2-40B4-BE49-F238E27FC236}">
                <a16:creationId xmlns:a16="http://schemas.microsoft.com/office/drawing/2014/main" id="{09A5E295-37F3-8E2B-7671-F7B981B4504E}"/>
              </a:ext>
            </a:extLst>
          </p:cNvPr>
          <p:cNvGrpSpPr/>
          <p:nvPr/>
        </p:nvGrpSpPr>
        <p:grpSpPr>
          <a:xfrm>
            <a:off x="5304127" y="2734925"/>
            <a:ext cx="861694" cy="843915"/>
            <a:chOff x="3923383" y="1866245"/>
            <a:chExt cx="861694" cy="843915"/>
          </a:xfrm>
        </p:grpSpPr>
        <p:pic>
          <p:nvPicPr>
            <p:cNvPr id="14" name="object 14">
              <a:extLst>
                <a:ext uri="{FF2B5EF4-FFF2-40B4-BE49-F238E27FC236}">
                  <a16:creationId xmlns:a16="http://schemas.microsoft.com/office/drawing/2014/main" id="{0E9919C3-13B6-8325-EEC3-38AC6E57FFB1}"/>
                </a:ext>
              </a:extLst>
            </p:cNvPr>
            <p:cNvPicPr/>
            <p:nvPr/>
          </p:nvPicPr>
          <p:blipFill>
            <a:blip r:embed="rId2" cstate="print"/>
            <a:stretch>
              <a:fillRect/>
            </a:stretch>
          </p:blipFill>
          <p:spPr>
            <a:xfrm>
              <a:off x="3923383" y="1866245"/>
              <a:ext cx="861525" cy="843525"/>
            </a:xfrm>
            <a:prstGeom prst="rect">
              <a:avLst/>
            </a:prstGeom>
          </p:spPr>
        </p:pic>
        <p:sp>
          <p:nvSpPr>
            <p:cNvPr id="15" name="object 15">
              <a:extLst>
                <a:ext uri="{FF2B5EF4-FFF2-40B4-BE49-F238E27FC236}">
                  <a16:creationId xmlns:a16="http://schemas.microsoft.com/office/drawing/2014/main" id="{579B8914-D614-4F71-096E-617600B264CD}"/>
                </a:ext>
              </a:extLst>
            </p:cNvPr>
            <p:cNvSpPr/>
            <p:nvPr/>
          </p:nvSpPr>
          <p:spPr>
            <a:xfrm>
              <a:off x="3985296" y="190910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333333"/>
            </a:solidFill>
          </p:spPr>
          <p:txBody>
            <a:bodyPr wrap="square" lIns="0" tIns="0" rIns="0" bIns="0" rtlCol="0"/>
            <a:lstStyle/>
            <a:p>
              <a:endParaRPr/>
            </a:p>
          </p:txBody>
        </p:sp>
        <p:sp>
          <p:nvSpPr>
            <p:cNvPr id="16" name="object 16">
              <a:extLst>
                <a:ext uri="{FF2B5EF4-FFF2-40B4-BE49-F238E27FC236}">
                  <a16:creationId xmlns:a16="http://schemas.microsoft.com/office/drawing/2014/main" id="{86BBFE8B-61F4-5A18-CB86-62DDB8368CCB}"/>
                </a:ext>
              </a:extLst>
            </p:cNvPr>
            <p:cNvSpPr/>
            <p:nvPr/>
          </p:nvSpPr>
          <p:spPr>
            <a:xfrm>
              <a:off x="3985296" y="190910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7" name="object 17">
            <a:extLst>
              <a:ext uri="{FF2B5EF4-FFF2-40B4-BE49-F238E27FC236}">
                <a16:creationId xmlns:a16="http://schemas.microsoft.com/office/drawing/2014/main" id="{062377D9-F506-5F48-57B9-D88B93D0B17B}"/>
              </a:ext>
            </a:extLst>
          </p:cNvPr>
          <p:cNvSpPr txBox="1"/>
          <p:nvPr/>
        </p:nvSpPr>
        <p:spPr>
          <a:xfrm>
            <a:off x="5617740" y="3027402"/>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a:solidFill>
                  <a:srgbClr val="FFFFFF"/>
                </a:solidFill>
                <a:latin typeface="Arial"/>
                <a:cs typeface="Arial"/>
              </a:rPr>
              <a:t>X</a:t>
            </a:r>
            <a:r>
              <a:rPr sz="1200" b="1" spc="-37" baseline="-31250">
                <a:solidFill>
                  <a:srgbClr val="FFFFFF"/>
                </a:solidFill>
                <a:latin typeface="Arial"/>
                <a:cs typeface="Arial"/>
              </a:rPr>
              <a:t>1</a:t>
            </a:r>
            <a:endParaRPr sz="1200" baseline="-31250">
              <a:latin typeface="Arial"/>
              <a:cs typeface="Arial"/>
            </a:endParaRPr>
          </a:p>
        </p:txBody>
      </p:sp>
      <p:grpSp>
        <p:nvGrpSpPr>
          <p:cNvPr id="18" name="object 18">
            <a:extLst>
              <a:ext uri="{FF2B5EF4-FFF2-40B4-BE49-F238E27FC236}">
                <a16:creationId xmlns:a16="http://schemas.microsoft.com/office/drawing/2014/main" id="{CBA2F6D7-31B4-EE9C-A98B-C44D990B1E1A}"/>
              </a:ext>
            </a:extLst>
          </p:cNvPr>
          <p:cNvGrpSpPr/>
          <p:nvPr/>
        </p:nvGrpSpPr>
        <p:grpSpPr>
          <a:xfrm>
            <a:off x="6631546" y="3140474"/>
            <a:ext cx="861694" cy="1643380"/>
            <a:chOff x="5250802" y="2271794"/>
            <a:chExt cx="861694" cy="1643380"/>
          </a:xfrm>
        </p:grpSpPr>
        <p:pic>
          <p:nvPicPr>
            <p:cNvPr id="19" name="object 19">
              <a:extLst>
                <a:ext uri="{FF2B5EF4-FFF2-40B4-BE49-F238E27FC236}">
                  <a16:creationId xmlns:a16="http://schemas.microsoft.com/office/drawing/2014/main" id="{2C92DD8C-8945-46F1-76CD-656BDD15ACDC}"/>
                </a:ext>
              </a:extLst>
            </p:cNvPr>
            <p:cNvPicPr/>
            <p:nvPr/>
          </p:nvPicPr>
          <p:blipFill>
            <a:blip r:embed="rId2" cstate="print"/>
            <a:stretch>
              <a:fillRect/>
            </a:stretch>
          </p:blipFill>
          <p:spPr>
            <a:xfrm>
              <a:off x="5250802" y="2271794"/>
              <a:ext cx="861525" cy="843525"/>
            </a:xfrm>
            <a:prstGeom prst="rect">
              <a:avLst/>
            </a:prstGeom>
          </p:spPr>
        </p:pic>
        <p:sp>
          <p:nvSpPr>
            <p:cNvPr id="20" name="object 20">
              <a:extLst>
                <a:ext uri="{FF2B5EF4-FFF2-40B4-BE49-F238E27FC236}">
                  <a16:creationId xmlns:a16="http://schemas.microsoft.com/office/drawing/2014/main" id="{427C68FE-F96F-F68E-B06C-64369CB031CA}"/>
                </a:ext>
              </a:extLst>
            </p:cNvPr>
            <p:cNvSpPr/>
            <p:nvPr/>
          </p:nvSpPr>
          <p:spPr>
            <a:xfrm>
              <a:off x="5312715" y="231465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21" name="object 21">
              <a:extLst>
                <a:ext uri="{FF2B5EF4-FFF2-40B4-BE49-F238E27FC236}">
                  <a16:creationId xmlns:a16="http://schemas.microsoft.com/office/drawing/2014/main" id="{4B9BF57E-50D6-67C0-3DC3-A7A3D2562DBD}"/>
                </a:ext>
              </a:extLst>
            </p:cNvPr>
            <p:cNvSpPr/>
            <p:nvPr/>
          </p:nvSpPr>
          <p:spPr>
            <a:xfrm>
              <a:off x="5312715" y="231465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22" name="object 22">
              <a:extLst>
                <a:ext uri="{FF2B5EF4-FFF2-40B4-BE49-F238E27FC236}">
                  <a16:creationId xmlns:a16="http://schemas.microsoft.com/office/drawing/2014/main" id="{27E61240-9C28-308B-E37C-E22A8D356F4A}"/>
                </a:ext>
              </a:extLst>
            </p:cNvPr>
            <p:cNvPicPr/>
            <p:nvPr/>
          </p:nvPicPr>
          <p:blipFill>
            <a:blip r:embed="rId2" cstate="print"/>
            <a:stretch>
              <a:fillRect/>
            </a:stretch>
          </p:blipFill>
          <p:spPr>
            <a:xfrm>
              <a:off x="5250802" y="3071137"/>
              <a:ext cx="861525" cy="843525"/>
            </a:xfrm>
            <a:prstGeom prst="rect">
              <a:avLst/>
            </a:prstGeom>
          </p:spPr>
        </p:pic>
        <p:sp>
          <p:nvSpPr>
            <p:cNvPr id="23" name="object 23">
              <a:extLst>
                <a:ext uri="{FF2B5EF4-FFF2-40B4-BE49-F238E27FC236}">
                  <a16:creationId xmlns:a16="http://schemas.microsoft.com/office/drawing/2014/main" id="{DA489B28-BFE1-6AB5-AF10-FE7329328DE5}"/>
                </a:ext>
              </a:extLst>
            </p:cNvPr>
            <p:cNvSpPr/>
            <p:nvPr/>
          </p:nvSpPr>
          <p:spPr>
            <a:xfrm>
              <a:off x="5312715" y="3114000"/>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FF0000"/>
            </a:solidFill>
          </p:spPr>
          <p:txBody>
            <a:bodyPr wrap="square" lIns="0" tIns="0" rIns="0" bIns="0" rtlCol="0"/>
            <a:lstStyle/>
            <a:p>
              <a:endParaRPr/>
            </a:p>
          </p:txBody>
        </p:sp>
        <p:sp>
          <p:nvSpPr>
            <p:cNvPr id="24" name="object 24">
              <a:extLst>
                <a:ext uri="{FF2B5EF4-FFF2-40B4-BE49-F238E27FC236}">
                  <a16:creationId xmlns:a16="http://schemas.microsoft.com/office/drawing/2014/main" id="{EC55471F-029A-7B90-21EE-771CC51E5A46}"/>
                </a:ext>
              </a:extLst>
            </p:cNvPr>
            <p:cNvSpPr/>
            <p:nvPr/>
          </p:nvSpPr>
          <p:spPr>
            <a:xfrm>
              <a:off x="5312715" y="3114000"/>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25" name="object 25">
            <a:extLst>
              <a:ext uri="{FF2B5EF4-FFF2-40B4-BE49-F238E27FC236}">
                <a16:creationId xmlns:a16="http://schemas.microsoft.com/office/drawing/2014/main" id="{5F40DC8B-7CB9-F97F-CBFF-22B61CD5496E}"/>
              </a:ext>
            </a:extLst>
          </p:cNvPr>
          <p:cNvSpPr txBox="1"/>
          <p:nvPr/>
        </p:nvSpPr>
        <p:spPr>
          <a:xfrm>
            <a:off x="6945159" y="4232294"/>
            <a:ext cx="234950" cy="208279"/>
          </a:xfrm>
          <a:prstGeom prst="rect">
            <a:avLst/>
          </a:prstGeom>
        </p:spPr>
        <p:txBody>
          <a:bodyPr vert="horz" wrap="square" lIns="0" tIns="12700" rIns="0" bIns="0" rtlCol="0">
            <a:spAutoFit/>
          </a:bodyPr>
          <a:lstStyle/>
          <a:p>
            <a:pPr marL="38100">
              <a:lnSpc>
                <a:spcPct val="100000"/>
              </a:lnSpc>
              <a:spcBef>
                <a:spcPts val="100"/>
              </a:spcBef>
            </a:pPr>
            <a:r>
              <a:rPr sz="1200" b="1" spc="-25">
                <a:solidFill>
                  <a:srgbClr val="FFFFFF"/>
                </a:solidFill>
                <a:latin typeface="Arial"/>
                <a:cs typeface="Arial"/>
              </a:rPr>
              <a:t>Y</a:t>
            </a:r>
            <a:r>
              <a:rPr sz="1200" b="1" spc="-37" baseline="-31250">
                <a:solidFill>
                  <a:srgbClr val="FFFFFF"/>
                </a:solidFill>
                <a:latin typeface="Arial"/>
                <a:cs typeface="Arial"/>
              </a:rPr>
              <a:t>3</a:t>
            </a:r>
            <a:endParaRPr sz="1200" baseline="-31250">
              <a:latin typeface="Arial"/>
              <a:cs typeface="Arial"/>
            </a:endParaRPr>
          </a:p>
        </p:txBody>
      </p:sp>
      <p:grpSp>
        <p:nvGrpSpPr>
          <p:cNvPr id="26" name="object 26">
            <a:extLst>
              <a:ext uri="{FF2B5EF4-FFF2-40B4-BE49-F238E27FC236}">
                <a16:creationId xmlns:a16="http://schemas.microsoft.com/office/drawing/2014/main" id="{B49E89D8-6036-3DF6-2CE8-7765B013A3E8}"/>
              </a:ext>
            </a:extLst>
          </p:cNvPr>
          <p:cNvGrpSpPr/>
          <p:nvPr/>
        </p:nvGrpSpPr>
        <p:grpSpPr>
          <a:xfrm>
            <a:off x="6098977" y="2341130"/>
            <a:ext cx="4049395" cy="3241675"/>
            <a:chOff x="4718233" y="1472450"/>
            <a:chExt cx="4049395" cy="3241675"/>
          </a:xfrm>
        </p:grpSpPr>
        <p:pic>
          <p:nvPicPr>
            <p:cNvPr id="27" name="object 27">
              <a:extLst>
                <a:ext uri="{FF2B5EF4-FFF2-40B4-BE49-F238E27FC236}">
                  <a16:creationId xmlns:a16="http://schemas.microsoft.com/office/drawing/2014/main" id="{EFD4F1A6-0ABA-A14B-5335-38C777D624FD}"/>
                </a:ext>
              </a:extLst>
            </p:cNvPr>
            <p:cNvPicPr/>
            <p:nvPr/>
          </p:nvPicPr>
          <p:blipFill>
            <a:blip r:embed="rId2" cstate="print"/>
            <a:stretch>
              <a:fillRect/>
            </a:stretch>
          </p:blipFill>
          <p:spPr>
            <a:xfrm>
              <a:off x="5250802" y="3870480"/>
              <a:ext cx="861525" cy="843525"/>
            </a:xfrm>
            <a:prstGeom prst="rect">
              <a:avLst/>
            </a:prstGeom>
          </p:spPr>
        </p:pic>
        <p:sp>
          <p:nvSpPr>
            <p:cNvPr id="28" name="object 28">
              <a:extLst>
                <a:ext uri="{FF2B5EF4-FFF2-40B4-BE49-F238E27FC236}">
                  <a16:creationId xmlns:a16="http://schemas.microsoft.com/office/drawing/2014/main" id="{1AF2CD32-3D7F-DEC1-D34F-51AC715358FD}"/>
                </a:ext>
              </a:extLst>
            </p:cNvPr>
            <p:cNvSpPr/>
            <p:nvPr/>
          </p:nvSpPr>
          <p:spPr>
            <a:xfrm>
              <a:off x="5312714" y="3913343"/>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29" name="object 29">
              <a:extLst>
                <a:ext uri="{FF2B5EF4-FFF2-40B4-BE49-F238E27FC236}">
                  <a16:creationId xmlns:a16="http://schemas.microsoft.com/office/drawing/2014/main" id="{7AD0F7CA-CF4B-A379-CECE-4B812F52CADD}"/>
                </a:ext>
              </a:extLst>
            </p:cNvPr>
            <p:cNvSpPr/>
            <p:nvPr/>
          </p:nvSpPr>
          <p:spPr>
            <a:xfrm>
              <a:off x="5312714" y="3913343"/>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30" name="object 30">
              <a:extLst>
                <a:ext uri="{FF2B5EF4-FFF2-40B4-BE49-F238E27FC236}">
                  <a16:creationId xmlns:a16="http://schemas.microsoft.com/office/drawing/2014/main" id="{81DD1383-4AC0-F970-BB43-C6C4B1580397}"/>
                </a:ext>
              </a:extLst>
            </p:cNvPr>
            <p:cNvPicPr/>
            <p:nvPr/>
          </p:nvPicPr>
          <p:blipFill>
            <a:blip r:embed="rId4" cstate="print"/>
            <a:stretch>
              <a:fillRect/>
            </a:stretch>
          </p:blipFill>
          <p:spPr>
            <a:xfrm>
              <a:off x="5250802" y="1472450"/>
              <a:ext cx="861525" cy="843525"/>
            </a:xfrm>
            <a:prstGeom prst="rect">
              <a:avLst/>
            </a:prstGeom>
          </p:spPr>
        </p:pic>
        <p:sp>
          <p:nvSpPr>
            <p:cNvPr id="31" name="object 31">
              <a:extLst>
                <a:ext uri="{FF2B5EF4-FFF2-40B4-BE49-F238E27FC236}">
                  <a16:creationId xmlns:a16="http://schemas.microsoft.com/office/drawing/2014/main" id="{3C6A6500-BC48-3680-135D-7A8542602691}"/>
                </a:ext>
              </a:extLst>
            </p:cNvPr>
            <p:cNvSpPr/>
            <p:nvPr/>
          </p:nvSpPr>
          <p:spPr>
            <a:xfrm>
              <a:off x="5312714" y="1515312"/>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close/>
                </a:path>
              </a:pathLst>
            </a:custGeom>
            <a:solidFill>
              <a:srgbClr val="EEEEEE"/>
            </a:solidFill>
          </p:spPr>
          <p:txBody>
            <a:bodyPr wrap="square" lIns="0" tIns="0" rIns="0" bIns="0" rtlCol="0"/>
            <a:lstStyle/>
            <a:p>
              <a:endParaRPr/>
            </a:p>
          </p:txBody>
        </p:sp>
        <p:sp>
          <p:nvSpPr>
            <p:cNvPr id="32" name="object 32">
              <a:extLst>
                <a:ext uri="{FF2B5EF4-FFF2-40B4-BE49-F238E27FC236}">
                  <a16:creationId xmlns:a16="http://schemas.microsoft.com/office/drawing/2014/main" id="{9186E567-F34A-BE0B-0418-0CAF8E08BF48}"/>
                </a:ext>
              </a:extLst>
            </p:cNvPr>
            <p:cNvSpPr/>
            <p:nvPr/>
          </p:nvSpPr>
          <p:spPr>
            <a:xfrm>
              <a:off x="5312714" y="1515312"/>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5"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33" name="object 33">
              <a:extLst>
                <a:ext uri="{FF2B5EF4-FFF2-40B4-BE49-F238E27FC236}">
                  <a16:creationId xmlns:a16="http://schemas.microsoft.com/office/drawing/2014/main" id="{4EB917E8-4EBB-2F3C-150D-2A3F3D8E3DB4}"/>
                </a:ext>
              </a:extLst>
            </p:cNvPr>
            <p:cNvPicPr/>
            <p:nvPr/>
          </p:nvPicPr>
          <p:blipFill>
            <a:blip r:embed="rId2" cstate="print"/>
            <a:stretch>
              <a:fillRect/>
            </a:stretch>
          </p:blipFill>
          <p:spPr>
            <a:xfrm>
              <a:off x="7905641" y="3476686"/>
              <a:ext cx="861525" cy="843525"/>
            </a:xfrm>
            <a:prstGeom prst="rect">
              <a:avLst/>
            </a:prstGeom>
          </p:spPr>
        </p:pic>
        <p:sp>
          <p:nvSpPr>
            <p:cNvPr id="34" name="object 34">
              <a:extLst>
                <a:ext uri="{FF2B5EF4-FFF2-40B4-BE49-F238E27FC236}">
                  <a16:creationId xmlns:a16="http://schemas.microsoft.com/office/drawing/2014/main" id="{9B59E513-1089-990C-57E5-52738D53AEB4}"/>
                </a:ext>
              </a:extLst>
            </p:cNvPr>
            <p:cNvSpPr/>
            <p:nvPr/>
          </p:nvSpPr>
          <p:spPr>
            <a:xfrm>
              <a:off x="7967553" y="3519548"/>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50"/>
                  </a:ln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2"/>
                  </a:lnTo>
                  <a:lnTo>
                    <a:pt x="553042" y="48079"/>
                  </a:lnTo>
                  <a:lnTo>
                    <a:pt x="593121" y="74158"/>
                  </a:lnTo>
                  <a:lnTo>
                    <a:pt x="629665" y="105397"/>
                  </a:lnTo>
                  <a:lnTo>
                    <a:pt x="661686"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35" name="object 35">
              <a:extLst>
                <a:ext uri="{FF2B5EF4-FFF2-40B4-BE49-F238E27FC236}">
                  <a16:creationId xmlns:a16="http://schemas.microsoft.com/office/drawing/2014/main" id="{33BF38E6-3C07-0D7F-D07E-E716DBD81EDB}"/>
                </a:ext>
              </a:extLst>
            </p:cNvPr>
            <p:cNvSpPr/>
            <p:nvPr/>
          </p:nvSpPr>
          <p:spPr>
            <a:xfrm>
              <a:off x="7967553" y="351954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2"/>
                  </a:lnTo>
                  <a:lnTo>
                    <a:pt x="553042" y="48079"/>
                  </a:lnTo>
                  <a:lnTo>
                    <a:pt x="593121" y="74158"/>
                  </a:lnTo>
                  <a:lnTo>
                    <a:pt x="629665" y="105397"/>
                  </a:lnTo>
                  <a:lnTo>
                    <a:pt x="661686" y="141050"/>
                  </a:lnTo>
                  <a:lnTo>
                    <a:pt x="688418" y="180151"/>
                  </a:lnTo>
                  <a:lnTo>
                    <a:pt x="709622" y="222141"/>
                  </a:lnTo>
                  <a:lnTo>
                    <a:pt x="725062" y="266460"/>
                  </a:lnTo>
                  <a:lnTo>
                    <a:pt x="734501" y="312550"/>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36" name="object 36">
              <a:extLst>
                <a:ext uri="{FF2B5EF4-FFF2-40B4-BE49-F238E27FC236}">
                  <a16:creationId xmlns:a16="http://schemas.microsoft.com/office/drawing/2014/main" id="{30A68D4D-3991-6116-A567-C53AE3483E38}"/>
                </a:ext>
              </a:extLst>
            </p:cNvPr>
            <p:cNvPicPr/>
            <p:nvPr/>
          </p:nvPicPr>
          <p:blipFill>
            <a:blip r:embed="rId5" cstate="print"/>
            <a:stretch>
              <a:fillRect/>
            </a:stretch>
          </p:blipFill>
          <p:spPr>
            <a:xfrm>
              <a:off x="7905641" y="2671465"/>
              <a:ext cx="861525" cy="843525"/>
            </a:xfrm>
            <a:prstGeom prst="rect">
              <a:avLst/>
            </a:prstGeom>
          </p:spPr>
        </p:pic>
        <p:sp>
          <p:nvSpPr>
            <p:cNvPr id="37" name="object 37">
              <a:extLst>
                <a:ext uri="{FF2B5EF4-FFF2-40B4-BE49-F238E27FC236}">
                  <a16:creationId xmlns:a16="http://schemas.microsoft.com/office/drawing/2014/main" id="{DDA4A269-36E1-47C1-F30A-925B61AAA923}"/>
                </a:ext>
              </a:extLst>
            </p:cNvPr>
            <p:cNvSpPr/>
            <p:nvPr/>
          </p:nvSpPr>
          <p:spPr>
            <a:xfrm>
              <a:off x="7967553" y="271432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38" name="object 38">
              <a:extLst>
                <a:ext uri="{FF2B5EF4-FFF2-40B4-BE49-F238E27FC236}">
                  <a16:creationId xmlns:a16="http://schemas.microsoft.com/office/drawing/2014/main" id="{92F3B81E-C1A7-BF85-A4C8-9A7CB5DF5517}"/>
                </a:ext>
              </a:extLst>
            </p:cNvPr>
            <p:cNvSpPr/>
            <p:nvPr/>
          </p:nvSpPr>
          <p:spPr>
            <a:xfrm>
              <a:off x="7967553" y="27143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8"/>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39" name="object 39">
              <a:extLst>
                <a:ext uri="{FF2B5EF4-FFF2-40B4-BE49-F238E27FC236}">
                  <a16:creationId xmlns:a16="http://schemas.microsoft.com/office/drawing/2014/main" id="{472D0210-52A6-90BB-2968-9E1EDD5B851D}"/>
                </a:ext>
              </a:extLst>
            </p:cNvPr>
            <p:cNvPicPr/>
            <p:nvPr/>
          </p:nvPicPr>
          <p:blipFill>
            <a:blip r:embed="rId2" cstate="print"/>
            <a:stretch>
              <a:fillRect/>
            </a:stretch>
          </p:blipFill>
          <p:spPr>
            <a:xfrm>
              <a:off x="7905641" y="1866245"/>
              <a:ext cx="861525" cy="843525"/>
            </a:xfrm>
            <a:prstGeom prst="rect">
              <a:avLst/>
            </a:prstGeom>
          </p:spPr>
        </p:pic>
        <p:sp>
          <p:nvSpPr>
            <p:cNvPr id="40" name="object 40">
              <a:extLst>
                <a:ext uri="{FF2B5EF4-FFF2-40B4-BE49-F238E27FC236}">
                  <a16:creationId xmlns:a16="http://schemas.microsoft.com/office/drawing/2014/main" id="{EC15DCCA-6559-0EEF-2E07-98CB8AAFD541}"/>
                </a:ext>
              </a:extLst>
            </p:cNvPr>
            <p:cNvSpPr/>
            <p:nvPr/>
          </p:nvSpPr>
          <p:spPr>
            <a:xfrm>
              <a:off x="7967553" y="1909107"/>
              <a:ext cx="737870" cy="720090"/>
            </a:xfrm>
            <a:custGeom>
              <a:avLst/>
              <a:gdLst/>
              <a:ahLst/>
              <a:cxnLst/>
              <a:rect l="l" t="t" r="r" b="b"/>
              <a:pathLst>
                <a:path w="737870" h="720089">
                  <a:moveTo>
                    <a:pt x="368849" y="719699"/>
                  </a:move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41" name="object 41">
              <a:extLst>
                <a:ext uri="{FF2B5EF4-FFF2-40B4-BE49-F238E27FC236}">
                  <a16:creationId xmlns:a16="http://schemas.microsoft.com/office/drawing/2014/main" id="{6631E1C3-17B6-100A-2B1A-2F1703DD1007}"/>
                </a:ext>
              </a:extLst>
            </p:cNvPr>
            <p:cNvSpPr/>
            <p:nvPr/>
          </p:nvSpPr>
          <p:spPr>
            <a:xfrm>
              <a:off x="7967553" y="190910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6" y="28278"/>
                  </a:lnTo>
                  <a:lnTo>
                    <a:pt x="270795" y="12854"/>
                  </a:lnTo>
                  <a:lnTo>
                    <a:pt x="318799" y="3285"/>
                  </a:lnTo>
                  <a:lnTo>
                    <a:pt x="368849" y="0"/>
                  </a:lnTo>
                  <a:lnTo>
                    <a:pt x="417333" y="3120"/>
                  </a:lnTo>
                  <a:lnTo>
                    <a:pt x="464575" y="12328"/>
                  </a:lnTo>
                  <a:lnTo>
                    <a:pt x="510002" y="27391"/>
                  </a:lnTo>
                  <a:lnTo>
                    <a:pt x="553042" y="48079"/>
                  </a:lnTo>
                  <a:lnTo>
                    <a:pt x="593121" y="74158"/>
                  </a:lnTo>
                  <a:lnTo>
                    <a:pt x="629665" y="105397"/>
                  </a:lnTo>
                  <a:lnTo>
                    <a:pt x="661686"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6"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pic>
          <p:nvPicPr>
            <p:cNvPr id="42" name="object 42">
              <a:extLst>
                <a:ext uri="{FF2B5EF4-FFF2-40B4-BE49-F238E27FC236}">
                  <a16:creationId xmlns:a16="http://schemas.microsoft.com/office/drawing/2014/main" id="{A5DA70E6-02AA-CE4B-D8FB-C3CC90361E6A}"/>
                </a:ext>
              </a:extLst>
            </p:cNvPr>
            <p:cNvPicPr/>
            <p:nvPr/>
          </p:nvPicPr>
          <p:blipFill>
            <a:blip r:embed="rId2" cstate="print"/>
            <a:stretch>
              <a:fillRect/>
            </a:stretch>
          </p:blipFill>
          <p:spPr>
            <a:xfrm>
              <a:off x="6578222" y="2271794"/>
              <a:ext cx="861525" cy="843525"/>
            </a:xfrm>
            <a:prstGeom prst="rect">
              <a:avLst/>
            </a:prstGeom>
          </p:spPr>
        </p:pic>
        <p:sp>
          <p:nvSpPr>
            <p:cNvPr id="43" name="object 43">
              <a:extLst>
                <a:ext uri="{FF2B5EF4-FFF2-40B4-BE49-F238E27FC236}">
                  <a16:creationId xmlns:a16="http://schemas.microsoft.com/office/drawing/2014/main" id="{135B8E39-E67F-1309-23B5-E16C54148689}"/>
                </a:ext>
              </a:extLst>
            </p:cNvPr>
            <p:cNvSpPr/>
            <p:nvPr/>
          </p:nvSpPr>
          <p:spPr>
            <a:xfrm>
              <a:off x="6640134" y="2314656"/>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FF0000"/>
            </a:solidFill>
          </p:spPr>
          <p:txBody>
            <a:bodyPr wrap="square" lIns="0" tIns="0" rIns="0" bIns="0" rtlCol="0"/>
            <a:lstStyle/>
            <a:p>
              <a:endParaRPr/>
            </a:p>
          </p:txBody>
        </p:sp>
        <p:sp>
          <p:nvSpPr>
            <p:cNvPr id="44" name="object 44">
              <a:extLst>
                <a:ext uri="{FF2B5EF4-FFF2-40B4-BE49-F238E27FC236}">
                  <a16:creationId xmlns:a16="http://schemas.microsoft.com/office/drawing/2014/main" id="{A74FA4E8-088C-C1DD-D978-CA3144101603}"/>
                </a:ext>
              </a:extLst>
            </p:cNvPr>
            <p:cNvSpPr/>
            <p:nvPr/>
          </p:nvSpPr>
          <p:spPr>
            <a:xfrm>
              <a:off x="6640134" y="2314656"/>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45" name="object 45">
              <a:extLst>
                <a:ext uri="{FF2B5EF4-FFF2-40B4-BE49-F238E27FC236}">
                  <a16:creationId xmlns:a16="http://schemas.microsoft.com/office/drawing/2014/main" id="{0ADC6215-E039-9AD0-41B5-5CBF036FA6C9}"/>
                </a:ext>
              </a:extLst>
            </p:cNvPr>
            <p:cNvPicPr/>
            <p:nvPr/>
          </p:nvPicPr>
          <p:blipFill>
            <a:blip r:embed="rId2" cstate="print"/>
            <a:stretch>
              <a:fillRect/>
            </a:stretch>
          </p:blipFill>
          <p:spPr>
            <a:xfrm>
              <a:off x="6578222" y="3071137"/>
              <a:ext cx="861525" cy="843525"/>
            </a:xfrm>
            <a:prstGeom prst="rect">
              <a:avLst/>
            </a:prstGeom>
          </p:spPr>
        </p:pic>
        <p:sp>
          <p:nvSpPr>
            <p:cNvPr id="46" name="object 46">
              <a:extLst>
                <a:ext uri="{FF2B5EF4-FFF2-40B4-BE49-F238E27FC236}">
                  <a16:creationId xmlns:a16="http://schemas.microsoft.com/office/drawing/2014/main" id="{9755AB4F-D79D-DA2C-D379-AD2596248C2D}"/>
                </a:ext>
              </a:extLst>
            </p:cNvPr>
            <p:cNvSpPr/>
            <p:nvPr/>
          </p:nvSpPr>
          <p:spPr>
            <a:xfrm>
              <a:off x="6640134" y="3113999"/>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47" name="object 47">
              <a:extLst>
                <a:ext uri="{FF2B5EF4-FFF2-40B4-BE49-F238E27FC236}">
                  <a16:creationId xmlns:a16="http://schemas.microsoft.com/office/drawing/2014/main" id="{84958E49-FE4D-9919-58F1-AB1D97252EA5}"/>
                </a:ext>
              </a:extLst>
            </p:cNvPr>
            <p:cNvSpPr/>
            <p:nvPr/>
          </p:nvSpPr>
          <p:spPr>
            <a:xfrm>
              <a:off x="6640134" y="3113999"/>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48" name="object 48">
              <a:extLst>
                <a:ext uri="{FF2B5EF4-FFF2-40B4-BE49-F238E27FC236}">
                  <a16:creationId xmlns:a16="http://schemas.microsoft.com/office/drawing/2014/main" id="{236D95A6-48B7-4474-4E7B-3D9037AFFD7F}"/>
                </a:ext>
              </a:extLst>
            </p:cNvPr>
            <p:cNvPicPr/>
            <p:nvPr/>
          </p:nvPicPr>
          <p:blipFill>
            <a:blip r:embed="rId2" cstate="print"/>
            <a:stretch>
              <a:fillRect/>
            </a:stretch>
          </p:blipFill>
          <p:spPr>
            <a:xfrm>
              <a:off x="6578222" y="3870480"/>
              <a:ext cx="861525" cy="843525"/>
            </a:xfrm>
            <a:prstGeom prst="rect">
              <a:avLst/>
            </a:prstGeom>
          </p:spPr>
        </p:pic>
        <p:sp>
          <p:nvSpPr>
            <p:cNvPr id="49" name="object 49">
              <a:extLst>
                <a:ext uri="{FF2B5EF4-FFF2-40B4-BE49-F238E27FC236}">
                  <a16:creationId xmlns:a16="http://schemas.microsoft.com/office/drawing/2014/main" id="{9953BD6E-37F6-C2F7-277A-C0CD68EC73E6}"/>
                </a:ext>
              </a:extLst>
            </p:cNvPr>
            <p:cNvSpPr/>
            <p:nvPr/>
          </p:nvSpPr>
          <p:spPr>
            <a:xfrm>
              <a:off x="6640134" y="3913343"/>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50" name="object 50">
              <a:extLst>
                <a:ext uri="{FF2B5EF4-FFF2-40B4-BE49-F238E27FC236}">
                  <a16:creationId xmlns:a16="http://schemas.microsoft.com/office/drawing/2014/main" id="{C0483815-589E-3D13-8513-5AC1843A090D}"/>
                </a:ext>
              </a:extLst>
            </p:cNvPr>
            <p:cNvSpPr/>
            <p:nvPr/>
          </p:nvSpPr>
          <p:spPr>
            <a:xfrm>
              <a:off x="6640134" y="3913343"/>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7"/>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pic>
          <p:nvPicPr>
            <p:cNvPr id="51" name="object 51">
              <a:extLst>
                <a:ext uri="{FF2B5EF4-FFF2-40B4-BE49-F238E27FC236}">
                  <a16:creationId xmlns:a16="http://schemas.microsoft.com/office/drawing/2014/main" id="{69BFA16F-94C6-D737-5BCC-E301909391F3}"/>
                </a:ext>
              </a:extLst>
            </p:cNvPr>
            <p:cNvPicPr/>
            <p:nvPr/>
          </p:nvPicPr>
          <p:blipFill>
            <a:blip r:embed="rId4" cstate="print"/>
            <a:stretch>
              <a:fillRect/>
            </a:stretch>
          </p:blipFill>
          <p:spPr>
            <a:xfrm>
              <a:off x="6578222" y="1472450"/>
              <a:ext cx="861525" cy="843525"/>
            </a:xfrm>
            <a:prstGeom prst="rect">
              <a:avLst/>
            </a:prstGeom>
          </p:spPr>
        </p:pic>
        <p:sp>
          <p:nvSpPr>
            <p:cNvPr id="52" name="object 52">
              <a:extLst>
                <a:ext uri="{FF2B5EF4-FFF2-40B4-BE49-F238E27FC236}">
                  <a16:creationId xmlns:a16="http://schemas.microsoft.com/office/drawing/2014/main" id="{02EE9FE3-E627-B136-059C-B972CEACAF7C}"/>
                </a:ext>
              </a:extLst>
            </p:cNvPr>
            <p:cNvSpPr/>
            <p:nvPr/>
          </p:nvSpPr>
          <p:spPr>
            <a:xfrm>
              <a:off x="6640134" y="1515312"/>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EEEEEE"/>
            </a:solidFill>
          </p:spPr>
          <p:txBody>
            <a:bodyPr wrap="square" lIns="0" tIns="0" rIns="0" bIns="0" rtlCol="0"/>
            <a:lstStyle/>
            <a:p>
              <a:endParaRPr/>
            </a:p>
          </p:txBody>
        </p:sp>
        <p:sp>
          <p:nvSpPr>
            <p:cNvPr id="53" name="object 53">
              <a:extLst>
                <a:ext uri="{FF2B5EF4-FFF2-40B4-BE49-F238E27FC236}">
                  <a16:creationId xmlns:a16="http://schemas.microsoft.com/office/drawing/2014/main" id="{A7640E34-3C97-97E5-CDA5-D79C9024CED3}"/>
                </a:ext>
              </a:extLst>
            </p:cNvPr>
            <p:cNvSpPr/>
            <p:nvPr/>
          </p:nvSpPr>
          <p:spPr>
            <a:xfrm>
              <a:off x="6640134" y="1515312"/>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3" y="222141"/>
                  </a:lnTo>
                  <a:lnTo>
                    <a:pt x="725063"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sp>
          <p:nvSpPr>
            <p:cNvPr id="54" name="object 54">
              <a:extLst>
                <a:ext uri="{FF2B5EF4-FFF2-40B4-BE49-F238E27FC236}">
                  <a16:creationId xmlns:a16="http://schemas.microsoft.com/office/drawing/2014/main" id="{8B2EC002-1052-6AA2-FD0D-8A4762C341AB}"/>
                </a:ext>
              </a:extLst>
            </p:cNvPr>
            <p:cNvSpPr/>
            <p:nvPr/>
          </p:nvSpPr>
          <p:spPr>
            <a:xfrm>
              <a:off x="4722995" y="1906798"/>
              <a:ext cx="542290" cy="362585"/>
            </a:xfrm>
            <a:custGeom>
              <a:avLst/>
              <a:gdLst/>
              <a:ahLst/>
              <a:cxnLst/>
              <a:rect l="l" t="t" r="r" b="b"/>
              <a:pathLst>
                <a:path w="542289" h="362585">
                  <a:moveTo>
                    <a:pt x="0" y="362159"/>
                  </a:moveTo>
                  <a:lnTo>
                    <a:pt x="542274" y="0"/>
                  </a:lnTo>
                </a:path>
              </a:pathLst>
            </a:custGeom>
            <a:ln w="9524">
              <a:solidFill>
                <a:srgbClr val="595959"/>
              </a:solidFill>
              <a:prstDash val="lgDash"/>
            </a:ln>
          </p:spPr>
          <p:txBody>
            <a:bodyPr wrap="square" lIns="0" tIns="0" rIns="0" bIns="0" rtlCol="0"/>
            <a:lstStyle/>
            <a:p>
              <a:endParaRPr/>
            </a:p>
          </p:txBody>
        </p:sp>
        <p:sp>
          <p:nvSpPr>
            <p:cNvPr id="55" name="object 55">
              <a:extLst>
                <a:ext uri="{FF2B5EF4-FFF2-40B4-BE49-F238E27FC236}">
                  <a16:creationId xmlns:a16="http://schemas.microsoft.com/office/drawing/2014/main" id="{8789C669-EEC3-0418-3CE2-E4DD3EB32D90}"/>
                </a:ext>
              </a:extLst>
            </p:cNvPr>
            <p:cNvSpPr/>
            <p:nvPr/>
          </p:nvSpPr>
          <p:spPr>
            <a:xfrm>
              <a:off x="5256532" y="1882791"/>
              <a:ext cx="45085" cy="37465"/>
            </a:xfrm>
            <a:custGeom>
              <a:avLst/>
              <a:gdLst/>
              <a:ahLst/>
              <a:cxnLst/>
              <a:rect l="l" t="t" r="r" b="b"/>
              <a:pathLst>
                <a:path w="45085" h="37464">
                  <a:moveTo>
                    <a:pt x="17475" y="37089"/>
                  </a:moveTo>
                  <a:lnTo>
                    <a:pt x="0" y="10923"/>
                  </a:lnTo>
                  <a:lnTo>
                    <a:pt x="44683" y="0"/>
                  </a:lnTo>
                  <a:lnTo>
                    <a:pt x="17475" y="37089"/>
                  </a:lnTo>
                  <a:close/>
                </a:path>
              </a:pathLst>
            </a:custGeom>
            <a:solidFill>
              <a:srgbClr val="595959"/>
            </a:solidFill>
          </p:spPr>
          <p:txBody>
            <a:bodyPr wrap="square" lIns="0" tIns="0" rIns="0" bIns="0" rtlCol="0"/>
            <a:lstStyle/>
            <a:p>
              <a:endParaRPr/>
            </a:p>
          </p:txBody>
        </p:sp>
        <p:sp>
          <p:nvSpPr>
            <p:cNvPr id="56" name="object 56">
              <a:extLst>
                <a:ext uri="{FF2B5EF4-FFF2-40B4-BE49-F238E27FC236}">
                  <a16:creationId xmlns:a16="http://schemas.microsoft.com/office/drawing/2014/main" id="{A2ED5851-A5DA-91D6-5D71-D24FDC675324}"/>
                </a:ext>
              </a:extLst>
            </p:cNvPr>
            <p:cNvSpPr/>
            <p:nvPr/>
          </p:nvSpPr>
          <p:spPr>
            <a:xfrm>
              <a:off x="5256532" y="1882791"/>
              <a:ext cx="45085" cy="37465"/>
            </a:xfrm>
            <a:custGeom>
              <a:avLst/>
              <a:gdLst/>
              <a:ahLst/>
              <a:cxnLst/>
              <a:rect l="l" t="t" r="r" b="b"/>
              <a:pathLst>
                <a:path w="45085" h="37464">
                  <a:moveTo>
                    <a:pt x="17475" y="37089"/>
                  </a:moveTo>
                  <a:lnTo>
                    <a:pt x="44683" y="0"/>
                  </a:lnTo>
                  <a:lnTo>
                    <a:pt x="0" y="10923"/>
                  </a:lnTo>
                  <a:lnTo>
                    <a:pt x="17475" y="37089"/>
                  </a:lnTo>
                  <a:close/>
                </a:path>
              </a:pathLst>
            </a:custGeom>
            <a:ln w="9524">
              <a:solidFill>
                <a:srgbClr val="595959"/>
              </a:solidFill>
            </a:ln>
          </p:spPr>
          <p:txBody>
            <a:bodyPr wrap="square" lIns="0" tIns="0" rIns="0" bIns="0" rtlCol="0"/>
            <a:lstStyle/>
            <a:p>
              <a:endParaRPr/>
            </a:p>
          </p:txBody>
        </p:sp>
        <p:sp>
          <p:nvSpPr>
            <p:cNvPr id="57" name="object 57">
              <a:extLst>
                <a:ext uri="{FF2B5EF4-FFF2-40B4-BE49-F238E27FC236}">
                  <a16:creationId xmlns:a16="http://schemas.microsoft.com/office/drawing/2014/main" id="{DB2E6E9D-98EE-1FD9-5F98-D67A058F2E4C}"/>
                </a:ext>
              </a:extLst>
            </p:cNvPr>
            <p:cNvSpPr/>
            <p:nvPr/>
          </p:nvSpPr>
          <p:spPr>
            <a:xfrm>
              <a:off x="4722995" y="2268957"/>
              <a:ext cx="542925" cy="373380"/>
            </a:xfrm>
            <a:custGeom>
              <a:avLst/>
              <a:gdLst/>
              <a:ahLst/>
              <a:cxnLst/>
              <a:rect l="l" t="t" r="r" b="b"/>
              <a:pathLst>
                <a:path w="542925" h="373380">
                  <a:moveTo>
                    <a:pt x="0" y="0"/>
                  </a:moveTo>
                  <a:lnTo>
                    <a:pt x="542710" y="373216"/>
                  </a:lnTo>
                </a:path>
              </a:pathLst>
            </a:custGeom>
            <a:ln w="9524">
              <a:solidFill>
                <a:srgbClr val="595959"/>
              </a:solidFill>
              <a:prstDash val="lgDash"/>
            </a:ln>
          </p:spPr>
          <p:txBody>
            <a:bodyPr wrap="square" lIns="0" tIns="0" rIns="0" bIns="0" rtlCol="0"/>
            <a:lstStyle/>
            <a:p>
              <a:endParaRPr/>
            </a:p>
          </p:txBody>
        </p:sp>
        <p:sp>
          <p:nvSpPr>
            <p:cNvPr id="58" name="object 58">
              <a:extLst>
                <a:ext uri="{FF2B5EF4-FFF2-40B4-BE49-F238E27FC236}">
                  <a16:creationId xmlns:a16="http://schemas.microsoft.com/office/drawing/2014/main" id="{6CB1DBD3-E40C-E6C5-2FDB-503751FBC365}"/>
                </a:ext>
              </a:extLst>
            </p:cNvPr>
            <p:cNvSpPr/>
            <p:nvPr/>
          </p:nvSpPr>
          <p:spPr>
            <a:xfrm>
              <a:off x="5256791" y="2629211"/>
              <a:ext cx="45085" cy="37465"/>
            </a:xfrm>
            <a:custGeom>
              <a:avLst/>
              <a:gdLst/>
              <a:ahLst/>
              <a:cxnLst/>
              <a:rect l="l" t="t" r="r" b="b"/>
              <a:pathLst>
                <a:path w="45085" h="37464">
                  <a:moveTo>
                    <a:pt x="44530" y="37456"/>
                  </a:moveTo>
                  <a:lnTo>
                    <a:pt x="0" y="25926"/>
                  </a:lnTo>
                  <a:lnTo>
                    <a:pt x="17829" y="0"/>
                  </a:lnTo>
                  <a:lnTo>
                    <a:pt x="44530" y="37456"/>
                  </a:lnTo>
                  <a:close/>
                </a:path>
              </a:pathLst>
            </a:custGeom>
            <a:solidFill>
              <a:srgbClr val="595959"/>
            </a:solidFill>
          </p:spPr>
          <p:txBody>
            <a:bodyPr wrap="square" lIns="0" tIns="0" rIns="0" bIns="0" rtlCol="0"/>
            <a:lstStyle/>
            <a:p>
              <a:endParaRPr/>
            </a:p>
          </p:txBody>
        </p:sp>
        <p:sp>
          <p:nvSpPr>
            <p:cNvPr id="59" name="object 59">
              <a:extLst>
                <a:ext uri="{FF2B5EF4-FFF2-40B4-BE49-F238E27FC236}">
                  <a16:creationId xmlns:a16="http://schemas.microsoft.com/office/drawing/2014/main" id="{6B5670A0-7D03-63A7-42D2-20166C6C270E}"/>
                </a:ext>
              </a:extLst>
            </p:cNvPr>
            <p:cNvSpPr/>
            <p:nvPr/>
          </p:nvSpPr>
          <p:spPr>
            <a:xfrm>
              <a:off x="5256791" y="2629211"/>
              <a:ext cx="45085" cy="37465"/>
            </a:xfrm>
            <a:custGeom>
              <a:avLst/>
              <a:gdLst/>
              <a:ahLst/>
              <a:cxnLst/>
              <a:rect l="l" t="t" r="r" b="b"/>
              <a:pathLst>
                <a:path w="45085" h="37464">
                  <a:moveTo>
                    <a:pt x="0" y="25926"/>
                  </a:moveTo>
                  <a:lnTo>
                    <a:pt x="44530" y="37456"/>
                  </a:lnTo>
                  <a:lnTo>
                    <a:pt x="17829" y="0"/>
                  </a:lnTo>
                  <a:lnTo>
                    <a:pt x="0" y="25926"/>
                  </a:lnTo>
                  <a:close/>
                </a:path>
              </a:pathLst>
            </a:custGeom>
            <a:ln w="9524">
              <a:solidFill>
                <a:srgbClr val="595959"/>
              </a:solidFill>
            </a:ln>
          </p:spPr>
          <p:txBody>
            <a:bodyPr wrap="square" lIns="0" tIns="0" rIns="0" bIns="0" rtlCol="0"/>
            <a:lstStyle/>
            <a:p>
              <a:endParaRPr/>
            </a:p>
          </p:txBody>
        </p:sp>
        <p:sp>
          <p:nvSpPr>
            <p:cNvPr id="60" name="object 60">
              <a:extLst>
                <a:ext uri="{FF2B5EF4-FFF2-40B4-BE49-F238E27FC236}">
                  <a16:creationId xmlns:a16="http://schemas.microsoft.com/office/drawing/2014/main" id="{BE876B7C-028A-0844-9051-F1281C1B82CC}"/>
                </a:ext>
              </a:extLst>
            </p:cNvPr>
            <p:cNvSpPr/>
            <p:nvPr/>
          </p:nvSpPr>
          <p:spPr>
            <a:xfrm>
              <a:off x="4722995" y="2268957"/>
              <a:ext cx="565150" cy="1153795"/>
            </a:xfrm>
            <a:custGeom>
              <a:avLst/>
              <a:gdLst/>
              <a:ahLst/>
              <a:cxnLst/>
              <a:rect l="l" t="t" r="r" b="b"/>
              <a:pathLst>
                <a:path w="565150" h="1153795">
                  <a:moveTo>
                    <a:pt x="0" y="0"/>
                  </a:moveTo>
                  <a:lnTo>
                    <a:pt x="564672" y="1153470"/>
                  </a:lnTo>
                </a:path>
              </a:pathLst>
            </a:custGeom>
            <a:ln w="9524">
              <a:solidFill>
                <a:srgbClr val="595959"/>
              </a:solidFill>
            </a:ln>
          </p:spPr>
          <p:txBody>
            <a:bodyPr wrap="square" lIns="0" tIns="0" rIns="0" bIns="0" rtlCol="0"/>
            <a:lstStyle/>
            <a:p>
              <a:endParaRPr/>
            </a:p>
          </p:txBody>
        </p:sp>
        <p:sp>
          <p:nvSpPr>
            <p:cNvPr id="61" name="object 61">
              <a:extLst>
                <a:ext uri="{FF2B5EF4-FFF2-40B4-BE49-F238E27FC236}">
                  <a16:creationId xmlns:a16="http://schemas.microsoft.com/office/drawing/2014/main" id="{E0BD13C9-E954-D556-3864-28A1F389EF0C}"/>
                </a:ext>
              </a:extLst>
            </p:cNvPr>
            <p:cNvSpPr/>
            <p:nvPr/>
          </p:nvSpPr>
          <p:spPr>
            <a:xfrm>
              <a:off x="5273537" y="3415510"/>
              <a:ext cx="33655" cy="46355"/>
            </a:xfrm>
            <a:custGeom>
              <a:avLst/>
              <a:gdLst/>
              <a:ahLst/>
              <a:cxnLst/>
              <a:rect l="l" t="t" r="r" b="b"/>
              <a:pathLst>
                <a:path w="33654" h="46354">
                  <a:moveTo>
                    <a:pt x="33135" y="45740"/>
                  </a:moveTo>
                  <a:lnTo>
                    <a:pt x="0" y="13834"/>
                  </a:lnTo>
                  <a:lnTo>
                    <a:pt x="28260" y="0"/>
                  </a:lnTo>
                  <a:lnTo>
                    <a:pt x="33135" y="45740"/>
                  </a:lnTo>
                  <a:close/>
                </a:path>
              </a:pathLst>
            </a:custGeom>
            <a:solidFill>
              <a:srgbClr val="595959"/>
            </a:solidFill>
          </p:spPr>
          <p:txBody>
            <a:bodyPr wrap="square" lIns="0" tIns="0" rIns="0" bIns="0" rtlCol="0"/>
            <a:lstStyle/>
            <a:p>
              <a:endParaRPr/>
            </a:p>
          </p:txBody>
        </p:sp>
        <p:sp>
          <p:nvSpPr>
            <p:cNvPr id="62" name="object 62">
              <a:extLst>
                <a:ext uri="{FF2B5EF4-FFF2-40B4-BE49-F238E27FC236}">
                  <a16:creationId xmlns:a16="http://schemas.microsoft.com/office/drawing/2014/main" id="{F4E79AE6-4129-47F4-A292-369AE516F70E}"/>
                </a:ext>
              </a:extLst>
            </p:cNvPr>
            <p:cNvSpPr/>
            <p:nvPr/>
          </p:nvSpPr>
          <p:spPr>
            <a:xfrm>
              <a:off x="5273537" y="3415510"/>
              <a:ext cx="33655" cy="46355"/>
            </a:xfrm>
            <a:custGeom>
              <a:avLst/>
              <a:gdLst/>
              <a:ahLst/>
              <a:cxnLst/>
              <a:rect l="l" t="t" r="r" b="b"/>
              <a:pathLst>
                <a:path w="33654" h="46354">
                  <a:moveTo>
                    <a:pt x="0" y="13834"/>
                  </a:moveTo>
                  <a:lnTo>
                    <a:pt x="33135" y="45740"/>
                  </a:lnTo>
                  <a:lnTo>
                    <a:pt x="28260" y="0"/>
                  </a:lnTo>
                  <a:lnTo>
                    <a:pt x="0" y="13834"/>
                  </a:lnTo>
                  <a:close/>
                </a:path>
              </a:pathLst>
            </a:custGeom>
            <a:ln w="9524">
              <a:solidFill>
                <a:srgbClr val="595959"/>
              </a:solidFill>
            </a:ln>
          </p:spPr>
          <p:txBody>
            <a:bodyPr wrap="square" lIns="0" tIns="0" rIns="0" bIns="0" rtlCol="0"/>
            <a:lstStyle/>
            <a:p>
              <a:endParaRPr/>
            </a:p>
          </p:txBody>
        </p:sp>
        <p:sp>
          <p:nvSpPr>
            <p:cNvPr id="63" name="object 63">
              <a:extLst>
                <a:ext uri="{FF2B5EF4-FFF2-40B4-BE49-F238E27FC236}">
                  <a16:creationId xmlns:a16="http://schemas.microsoft.com/office/drawing/2014/main" id="{B8A92BE8-353F-175A-8C70-89CB75755CB4}"/>
                </a:ext>
              </a:extLst>
            </p:cNvPr>
            <p:cNvSpPr/>
            <p:nvPr/>
          </p:nvSpPr>
          <p:spPr>
            <a:xfrm>
              <a:off x="4722995" y="1926360"/>
              <a:ext cx="589915" cy="2346960"/>
            </a:xfrm>
            <a:custGeom>
              <a:avLst/>
              <a:gdLst/>
              <a:ahLst/>
              <a:cxnLst/>
              <a:rect l="l" t="t" r="r" b="b"/>
              <a:pathLst>
                <a:path w="589914" h="2346960">
                  <a:moveTo>
                    <a:pt x="0" y="342597"/>
                  </a:moveTo>
                  <a:lnTo>
                    <a:pt x="589799" y="2346897"/>
                  </a:lnTo>
                </a:path>
                <a:path w="589914" h="2346960">
                  <a:moveTo>
                    <a:pt x="0" y="1147817"/>
                  </a:moveTo>
                  <a:lnTo>
                    <a:pt x="564575" y="0"/>
                  </a:lnTo>
                </a:path>
              </a:pathLst>
            </a:custGeom>
            <a:ln w="9524">
              <a:solidFill>
                <a:srgbClr val="595959"/>
              </a:solidFill>
              <a:prstDash val="lgDash"/>
            </a:ln>
          </p:spPr>
          <p:txBody>
            <a:bodyPr wrap="square" lIns="0" tIns="0" rIns="0" bIns="0" rtlCol="0"/>
            <a:lstStyle/>
            <a:p>
              <a:endParaRPr/>
            </a:p>
          </p:txBody>
        </p:sp>
        <p:sp>
          <p:nvSpPr>
            <p:cNvPr id="64" name="object 64">
              <a:extLst>
                <a:ext uri="{FF2B5EF4-FFF2-40B4-BE49-F238E27FC236}">
                  <a16:creationId xmlns:a16="http://schemas.microsoft.com/office/drawing/2014/main" id="{FC7743A5-8231-08B9-7D10-597A7F44ADD8}"/>
                </a:ext>
              </a:extLst>
            </p:cNvPr>
            <p:cNvSpPr/>
            <p:nvPr/>
          </p:nvSpPr>
          <p:spPr>
            <a:xfrm>
              <a:off x="5273454" y="1887572"/>
              <a:ext cx="33655" cy="46355"/>
            </a:xfrm>
            <a:custGeom>
              <a:avLst/>
              <a:gdLst/>
              <a:ahLst/>
              <a:cxnLst/>
              <a:rect l="l" t="t" r="r" b="b"/>
              <a:pathLst>
                <a:path w="33654" h="46355">
                  <a:moveTo>
                    <a:pt x="28234" y="45731"/>
                  </a:moveTo>
                  <a:lnTo>
                    <a:pt x="0" y="31843"/>
                  </a:lnTo>
                  <a:lnTo>
                    <a:pt x="33195" y="0"/>
                  </a:lnTo>
                  <a:lnTo>
                    <a:pt x="28234" y="45731"/>
                  </a:lnTo>
                  <a:close/>
                </a:path>
              </a:pathLst>
            </a:custGeom>
            <a:solidFill>
              <a:srgbClr val="595959"/>
            </a:solidFill>
          </p:spPr>
          <p:txBody>
            <a:bodyPr wrap="square" lIns="0" tIns="0" rIns="0" bIns="0" rtlCol="0"/>
            <a:lstStyle/>
            <a:p>
              <a:endParaRPr/>
            </a:p>
          </p:txBody>
        </p:sp>
        <p:sp>
          <p:nvSpPr>
            <p:cNvPr id="65" name="object 65">
              <a:extLst>
                <a:ext uri="{FF2B5EF4-FFF2-40B4-BE49-F238E27FC236}">
                  <a16:creationId xmlns:a16="http://schemas.microsoft.com/office/drawing/2014/main" id="{F86FBEC0-4290-4239-C1EE-A8323CDA4B2F}"/>
                </a:ext>
              </a:extLst>
            </p:cNvPr>
            <p:cNvSpPr/>
            <p:nvPr/>
          </p:nvSpPr>
          <p:spPr>
            <a:xfrm>
              <a:off x="5273454" y="1887572"/>
              <a:ext cx="33655" cy="46355"/>
            </a:xfrm>
            <a:custGeom>
              <a:avLst/>
              <a:gdLst/>
              <a:ahLst/>
              <a:cxnLst/>
              <a:rect l="l" t="t" r="r" b="b"/>
              <a:pathLst>
                <a:path w="33654" h="46355">
                  <a:moveTo>
                    <a:pt x="28234" y="45731"/>
                  </a:moveTo>
                  <a:lnTo>
                    <a:pt x="33195" y="0"/>
                  </a:lnTo>
                  <a:lnTo>
                    <a:pt x="0" y="31843"/>
                  </a:lnTo>
                  <a:lnTo>
                    <a:pt x="28234" y="45731"/>
                  </a:lnTo>
                  <a:close/>
                </a:path>
              </a:pathLst>
            </a:custGeom>
            <a:ln w="9524">
              <a:solidFill>
                <a:srgbClr val="595959"/>
              </a:solidFill>
            </a:ln>
          </p:spPr>
          <p:txBody>
            <a:bodyPr wrap="square" lIns="0" tIns="0" rIns="0" bIns="0" rtlCol="0"/>
            <a:lstStyle/>
            <a:p>
              <a:endParaRPr/>
            </a:p>
          </p:txBody>
        </p:sp>
        <p:sp>
          <p:nvSpPr>
            <p:cNvPr id="66" name="object 66">
              <a:extLst>
                <a:ext uri="{FF2B5EF4-FFF2-40B4-BE49-F238E27FC236}">
                  <a16:creationId xmlns:a16="http://schemas.microsoft.com/office/drawing/2014/main" id="{26ED718D-18A0-A4A2-03B8-B870E4E900D3}"/>
                </a:ext>
              </a:extLst>
            </p:cNvPr>
            <p:cNvSpPr/>
            <p:nvPr/>
          </p:nvSpPr>
          <p:spPr>
            <a:xfrm>
              <a:off x="4722995" y="1929924"/>
              <a:ext cx="574040" cy="1950085"/>
            </a:xfrm>
            <a:custGeom>
              <a:avLst/>
              <a:gdLst/>
              <a:ahLst/>
              <a:cxnLst/>
              <a:rect l="l" t="t" r="r" b="b"/>
              <a:pathLst>
                <a:path w="574039" h="1950085">
                  <a:moveTo>
                    <a:pt x="0" y="1949474"/>
                  </a:moveTo>
                  <a:lnTo>
                    <a:pt x="573666" y="0"/>
                  </a:lnTo>
                </a:path>
              </a:pathLst>
            </a:custGeom>
            <a:ln w="9524">
              <a:solidFill>
                <a:srgbClr val="595959"/>
              </a:solidFill>
              <a:prstDash val="lgDash"/>
            </a:ln>
          </p:spPr>
          <p:txBody>
            <a:bodyPr wrap="square" lIns="0" tIns="0" rIns="0" bIns="0" rtlCol="0"/>
            <a:lstStyle/>
            <a:p>
              <a:endParaRPr/>
            </a:p>
          </p:txBody>
        </p:sp>
        <p:sp>
          <p:nvSpPr>
            <p:cNvPr id="67" name="object 67">
              <a:extLst>
                <a:ext uri="{FF2B5EF4-FFF2-40B4-BE49-F238E27FC236}">
                  <a16:creationId xmlns:a16="http://schemas.microsoft.com/office/drawing/2014/main" id="{A6A1D370-AAC5-799C-96D5-5269D872F473}"/>
                </a:ext>
              </a:extLst>
            </p:cNvPr>
            <p:cNvSpPr/>
            <p:nvPr/>
          </p:nvSpPr>
          <p:spPr>
            <a:xfrm>
              <a:off x="5281569" y="1888457"/>
              <a:ext cx="30480" cy="46355"/>
            </a:xfrm>
            <a:custGeom>
              <a:avLst/>
              <a:gdLst/>
              <a:ahLst/>
              <a:cxnLst/>
              <a:rect l="l" t="t" r="r" b="b"/>
              <a:pathLst>
                <a:path w="30479" h="46355">
                  <a:moveTo>
                    <a:pt x="30185" y="45908"/>
                  </a:moveTo>
                  <a:lnTo>
                    <a:pt x="0" y="37025"/>
                  </a:lnTo>
                  <a:lnTo>
                    <a:pt x="27295" y="0"/>
                  </a:lnTo>
                  <a:lnTo>
                    <a:pt x="30185" y="45908"/>
                  </a:lnTo>
                  <a:close/>
                </a:path>
              </a:pathLst>
            </a:custGeom>
            <a:solidFill>
              <a:srgbClr val="595959"/>
            </a:solidFill>
          </p:spPr>
          <p:txBody>
            <a:bodyPr wrap="square" lIns="0" tIns="0" rIns="0" bIns="0" rtlCol="0"/>
            <a:lstStyle/>
            <a:p>
              <a:endParaRPr/>
            </a:p>
          </p:txBody>
        </p:sp>
        <p:sp>
          <p:nvSpPr>
            <p:cNvPr id="68" name="object 68">
              <a:extLst>
                <a:ext uri="{FF2B5EF4-FFF2-40B4-BE49-F238E27FC236}">
                  <a16:creationId xmlns:a16="http://schemas.microsoft.com/office/drawing/2014/main" id="{93EBCE2D-49FE-CFCB-1ABD-D254F98A6FDB}"/>
                </a:ext>
              </a:extLst>
            </p:cNvPr>
            <p:cNvSpPr/>
            <p:nvPr/>
          </p:nvSpPr>
          <p:spPr>
            <a:xfrm>
              <a:off x="5281569" y="1888457"/>
              <a:ext cx="30480" cy="46355"/>
            </a:xfrm>
            <a:custGeom>
              <a:avLst/>
              <a:gdLst/>
              <a:ahLst/>
              <a:cxnLst/>
              <a:rect l="l" t="t" r="r" b="b"/>
              <a:pathLst>
                <a:path w="30479" h="46355">
                  <a:moveTo>
                    <a:pt x="30185" y="45908"/>
                  </a:moveTo>
                  <a:lnTo>
                    <a:pt x="27295" y="0"/>
                  </a:lnTo>
                  <a:lnTo>
                    <a:pt x="0" y="37025"/>
                  </a:lnTo>
                  <a:lnTo>
                    <a:pt x="30185" y="45908"/>
                  </a:lnTo>
                  <a:close/>
                </a:path>
              </a:pathLst>
            </a:custGeom>
            <a:ln w="9524">
              <a:solidFill>
                <a:srgbClr val="595959"/>
              </a:solidFill>
            </a:ln>
          </p:spPr>
          <p:txBody>
            <a:bodyPr wrap="square" lIns="0" tIns="0" rIns="0" bIns="0" rtlCol="0"/>
            <a:lstStyle/>
            <a:p>
              <a:endParaRPr/>
            </a:p>
          </p:txBody>
        </p:sp>
        <p:sp>
          <p:nvSpPr>
            <p:cNvPr id="69" name="object 69">
              <a:extLst>
                <a:ext uri="{FF2B5EF4-FFF2-40B4-BE49-F238E27FC236}">
                  <a16:creationId xmlns:a16="http://schemas.microsoft.com/office/drawing/2014/main" id="{6A883E26-591B-312F-F99D-A72967CF456B}"/>
                </a:ext>
              </a:extLst>
            </p:cNvPr>
            <p:cNvSpPr/>
            <p:nvPr/>
          </p:nvSpPr>
          <p:spPr>
            <a:xfrm>
              <a:off x="4722995" y="2706633"/>
              <a:ext cx="542925" cy="367665"/>
            </a:xfrm>
            <a:custGeom>
              <a:avLst/>
              <a:gdLst/>
              <a:ahLst/>
              <a:cxnLst/>
              <a:rect l="l" t="t" r="r" b="b"/>
              <a:pathLst>
                <a:path w="542925" h="367664">
                  <a:moveTo>
                    <a:pt x="0" y="367544"/>
                  </a:moveTo>
                  <a:lnTo>
                    <a:pt x="542486" y="0"/>
                  </a:lnTo>
                </a:path>
              </a:pathLst>
            </a:custGeom>
            <a:ln w="9524">
              <a:solidFill>
                <a:srgbClr val="595959"/>
              </a:solidFill>
              <a:prstDash val="lgDash"/>
            </a:ln>
          </p:spPr>
          <p:txBody>
            <a:bodyPr wrap="square" lIns="0" tIns="0" rIns="0" bIns="0" rtlCol="0"/>
            <a:lstStyle/>
            <a:p>
              <a:endParaRPr/>
            </a:p>
          </p:txBody>
        </p:sp>
        <p:sp>
          <p:nvSpPr>
            <p:cNvPr id="70" name="object 70">
              <a:extLst>
                <a:ext uri="{FF2B5EF4-FFF2-40B4-BE49-F238E27FC236}">
                  <a16:creationId xmlns:a16="http://schemas.microsoft.com/office/drawing/2014/main" id="{307316F6-2626-5379-E84D-8C5D2EADDF7D}"/>
                </a:ext>
              </a:extLst>
            </p:cNvPr>
            <p:cNvSpPr/>
            <p:nvPr/>
          </p:nvSpPr>
          <p:spPr>
            <a:xfrm>
              <a:off x="5256658" y="2682388"/>
              <a:ext cx="45085" cy="37465"/>
            </a:xfrm>
            <a:custGeom>
              <a:avLst/>
              <a:gdLst/>
              <a:ahLst/>
              <a:cxnLst/>
              <a:rect l="l" t="t" r="r" b="b"/>
              <a:pathLst>
                <a:path w="45085" h="37464">
                  <a:moveTo>
                    <a:pt x="17649" y="37270"/>
                  </a:moveTo>
                  <a:lnTo>
                    <a:pt x="0" y="11220"/>
                  </a:lnTo>
                  <a:lnTo>
                    <a:pt x="44609" y="0"/>
                  </a:lnTo>
                  <a:lnTo>
                    <a:pt x="17649" y="37270"/>
                  </a:lnTo>
                  <a:close/>
                </a:path>
              </a:pathLst>
            </a:custGeom>
            <a:solidFill>
              <a:srgbClr val="595959"/>
            </a:solidFill>
          </p:spPr>
          <p:txBody>
            <a:bodyPr wrap="square" lIns="0" tIns="0" rIns="0" bIns="0" rtlCol="0"/>
            <a:lstStyle/>
            <a:p>
              <a:endParaRPr/>
            </a:p>
          </p:txBody>
        </p:sp>
        <p:sp>
          <p:nvSpPr>
            <p:cNvPr id="71" name="object 71">
              <a:extLst>
                <a:ext uri="{FF2B5EF4-FFF2-40B4-BE49-F238E27FC236}">
                  <a16:creationId xmlns:a16="http://schemas.microsoft.com/office/drawing/2014/main" id="{6BF873A3-8745-F8D5-A232-5A2DB658766B}"/>
                </a:ext>
              </a:extLst>
            </p:cNvPr>
            <p:cNvSpPr/>
            <p:nvPr/>
          </p:nvSpPr>
          <p:spPr>
            <a:xfrm>
              <a:off x="5256658" y="2682388"/>
              <a:ext cx="45085" cy="37465"/>
            </a:xfrm>
            <a:custGeom>
              <a:avLst/>
              <a:gdLst/>
              <a:ahLst/>
              <a:cxnLst/>
              <a:rect l="l" t="t" r="r" b="b"/>
              <a:pathLst>
                <a:path w="45085" h="37464">
                  <a:moveTo>
                    <a:pt x="17649" y="37270"/>
                  </a:moveTo>
                  <a:lnTo>
                    <a:pt x="44609" y="0"/>
                  </a:lnTo>
                  <a:lnTo>
                    <a:pt x="0" y="11220"/>
                  </a:lnTo>
                  <a:lnTo>
                    <a:pt x="17649" y="37270"/>
                  </a:lnTo>
                  <a:close/>
                </a:path>
              </a:pathLst>
            </a:custGeom>
            <a:ln w="9524">
              <a:solidFill>
                <a:srgbClr val="595959"/>
              </a:solidFill>
            </a:ln>
          </p:spPr>
          <p:txBody>
            <a:bodyPr wrap="square" lIns="0" tIns="0" rIns="0" bIns="0" rtlCol="0"/>
            <a:lstStyle/>
            <a:p>
              <a:endParaRPr/>
            </a:p>
          </p:txBody>
        </p:sp>
        <p:sp>
          <p:nvSpPr>
            <p:cNvPr id="72" name="object 72">
              <a:extLst>
                <a:ext uri="{FF2B5EF4-FFF2-40B4-BE49-F238E27FC236}">
                  <a16:creationId xmlns:a16="http://schemas.microsoft.com/office/drawing/2014/main" id="{2B3E3870-630B-6880-C4A0-B81F5BE8EAB9}"/>
                </a:ext>
              </a:extLst>
            </p:cNvPr>
            <p:cNvSpPr/>
            <p:nvPr/>
          </p:nvSpPr>
          <p:spPr>
            <a:xfrm>
              <a:off x="4722995" y="3074177"/>
              <a:ext cx="542925" cy="367665"/>
            </a:xfrm>
            <a:custGeom>
              <a:avLst/>
              <a:gdLst/>
              <a:ahLst/>
              <a:cxnLst/>
              <a:rect l="l" t="t" r="r" b="b"/>
              <a:pathLst>
                <a:path w="542925" h="367664">
                  <a:moveTo>
                    <a:pt x="0" y="0"/>
                  </a:moveTo>
                  <a:lnTo>
                    <a:pt x="542486" y="367544"/>
                  </a:lnTo>
                </a:path>
              </a:pathLst>
            </a:custGeom>
            <a:ln w="9524">
              <a:solidFill>
                <a:srgbClr val="FF0000"/>
              </a:solidFill>
            </a:ln>
          </p:spPr>
          <p:txBody>
            <a:bodyPr wrap="square" lIns="0" tIns="0" rIns="0" bIns="0" rtlCol="0"/>
            <a:lstStyle/>
            <a:p>
              <a:endParaRPr/>
            </a:p>
          </p:txBody>
        </p:sp>
        <p:sp>
          <p:nvSpPr>
            <p:cNvPr id="73" name="object 73">
              <a:extLst>
                <a:ext uri="{FF2B5EF4-FFF2-40B4-BE49-F238E27FC236}">
                  <a16:creationId xmlns:a16="http://schemas.microsoft.com/office/drawing/2014/main" id="{B7BA0ABF-B22E-8703-57DB-C7FA0DE7B521}"/>
                </a:ext>
              </a:extLst>
            </p:cNvPr>
            <p:cNvSpPr/>
            <p:nvPr/>
          </p:nvSpPr>
          <p:spPr>
            <a:xfrm>
              <a:off x="5256658" y="3428697"/>
              <a:ext cx="45085" cy="37465"/>
            </a:xfrm>
            <a:custGeom>
              <a:avLst/>
              <a:gdLst/>
              <a:ahLst/>
              <a:cxnLst/>
              <a:rect l="l" t="t" r="r" b="b"/>
              <a:pathLst>
                <a:path w="45085" h="37464">
                  <a:moveTo>
                    <a:pt x="44609" y="37269"/>
                  </a:moveTo>
                  <a:lnTo>
                    <a:pt x="0" y="26049"/>
                  </a:lnTo>
                  <a:lnTo>
                    <a:pt x="17649" y="0"/>
                  </a:lnTo>
                  <a:lnTo>
                    <a:pt x="44609" y="37269"/>
                  </a:lnTo>
                  <a:close/>
                </a:path>
              </a:pathLst>
            </a:custGeom>
            <a:solidFill>
              <a:srgbClr val="FF0000"/>
            </a:solidFill>
          </p:spPr>
          <p:txBody>
            <a:bodyPr wrap="square" lIns="0" tIns="0" rIns="0" bIns="0" rtlCol="0"/>
            <a:lstStyle/>
            <a:p>
              <a:endParaRPr/>
            </a:p>
          </p:txBody>
        </p:sp>
        <p:sp>
          <p:nvSpPr>
            <p:cNvPr id="74" name="object 74">
              <a:extLst>
                <a:ext uri="{FF2B5EF4-FFF2-40B4-BE49-F238E27FC236}">
                  <a16:creationId xmlns:a16="http://schemas.microsoft.com/office/drawing/2014/main" id="{F641B847-381D-448D-1EB7-0C937B840723}"/>
                </a:ext>
              </a:extLst>
            </p:cNvPr>
            <p:cNvSpPr/>
            <p:nvPr/>
          </p:nvSpPr>
          <p:spPr>
            <a:xfrm>
              <a:off x="5256658" y="3428697"/>
              <a:ext cx="45085" cy="37465"/>
            </a:xfrm>
            <a:custGeom>
              <a:avLst/>
              <a:gdLst/>
              <a:ahLst/>
              <a:cxnLst/>
              <a:rect l="l" t="t" r="r" b="b"/>
              <a:pathLst>
                <a:path w="45085" h="37464">
                  <a:moveTo>
                    <a:pt x="0" y="26049"/>
                  </a:moveTo>
                  <a:lnTo>
                    <a:pt x="44609" y="37269"/>
                  </a:lnTo>
                  <a:lnTo>
                    <a:pt x="17649" y="0"/>
                  </a:lnTo>
                  <a:lnTo>
                    <a:pt x="0" y="26049"/>
                  </a:lnTo>
                  <a:close/>
                </a:path>
              </a:pathLst>
            </a:custGeom>
            <a:ln w="9524">
              <a:solidFill>
                <a:srgbClr val="FF0000"/>
              </a:solidFill>
            </a:ln>
          </p:spPr>
          <p:txBody>
            <a:bodyPr wrap="square" lIns="0" tIns="0" rIns="0" bIns="0" rtlCol="0"/>
            <a:lstStyle/>
            <a:p>
              <a:endParaRPr/>
            </a:p>
          </p:txBody>
        </p:sp>
        <p:sp>
          <p:nvSpPr>
            <p:cNvPr id="75" name="object 75">
              <a:extLst>
                <a:ext uri="{FF2B5EF4-FFF2-40B4-BE49-F238E27FC236}">
                  <a16:creationId xmlns:a16="http://schemas.microsoft.com/office/drawing/2014/main" id="{A7411308-8533-BA32-214E-1E2C8CFEB9DB}"/>
                </a:ext>
              </a:extLst>
            </p:cNvPr>
            <p:cNvSpPr/>
            <p:nvPr/>
          </p:nvSpPr>
          <p:spPr>
            <a:xfrm>
              <a:off x="4722995" y="3074177"/>
              <a:ext cx="565150" cy="1148080"/>
            </a:xfrm>
            <a:custGeom>
              <a:avLst/>
              <a:gdLst/>
              <a:ahLst/>
              <a:cxnLst/>
              <a:rect l="l" t="t" r="r" b="b"/>
              <a:pathLst>
                <a:path w="565150" h="1148079">
                  <a:moveTo>
                    <a:pt x="0" y="0"/>
                  </a:moveTo>
                  <a:lnTo>
                    <a:pt x="564575" y="1147817"/>
                  </a:lnTo>
                </a:path>
              </a:pathLst>
            </a:custGeom>
            <a:ln w="9524">
              <a:solidFill>
                <a:srgbClr val="595959"/>
              </a:solidFill>
              <a:prstDash val="lgDash"/>
            </a:ln>
          </p:spPr>
          <p:txBody>
            <a:bodyPr wrap="square" lIns="0" tIns="0" rIns="0" bIns="0" rtlCol="0"/>
            <a:lstStyle/>
            <a:p>
              <a:endParaRPr/>
            </a:p>
          </p:txBody>
        </p:sp>
        <p:sp>
          <p:nvSpPr>
            <p:cNvPr id="76" name="object 76">
              <a:extLst>
                <a:ext uri="{FF2B5EF4-FFF2-40B4-BE49-F238E27FC236}">
                  <a16:creationId xmlns:a16="http://schemas.microsoft.com/office/drawing/2014/main" id="{C89E783C-93A8-9C39-5E5E-70D04FC3C3D4}"/>
                </a:ext>
              </a:extLst>
            </p:cNvPr>
            <p:cNvSpPr/>
            <p:nvPr/>
          </p:nvSpPr>
          <p:spPr>
            <a:xfrm>
              <a:off x="5273454" y="4215051"/>
              <a:ext cx="33655" cy="46355"/>
            </a:xfrm>
            <a:custGeom>
              <a:avLst/>
              <a:gdLst/>
              <a:ahLst/>
              <a:cxnLst/>
              <a:rect l="l" t="t" r="r" b="b"/>
              <a:pathLst>
                <a:path w="33654" h="46354">
                  <a:moveTo>
                    <a:pt x="33195" y="45731"/>
                  </a:moveTo>
                  <a:lnTo>
                    <a:pt x="0" y="13887"/>
                  </a:lnTo>
                  <a:lnTo>
                    <a:pt x="28234" y="0"/>
                  </a:lnTo>
                  <a:lnTo>
                    <a:pt x="33195" y="45731"/>
                  </a:lnTo>
                  <a:close/>
                </a:path>
              </a:pathLst>
            </a:custGeom>
            <a:solidFill>
              <a:srgbClr val="595959"/>
            </a:solidFill>
          </p:spPr>
          <p:txBody>
            <a:bodyPr wrap="square" lIns="0" tIns="0" rIns="0" bIns="0" rtlCol="0"/>
            <a:lstStyle/>
            <a:p>
              <a:endParaRPr/>
            </a:p>
          </p:txBody>
        </p:sp>
        <p:sp>
          <p:nvSpPr>
            <p:cNvPr id="77" name="object 77">
              <a:extLst>
                <a:ext uri="{FF2B5EF4-FFF2-40B4-BE49-F238E27FC236}">
                  <a16:creationId xmlns:a16="http://schemas.microsoft.com/office/drawing/2014/main" id="{9386AF2A-CE21-A5E1-55C7-EB776D1BA8A8}"/>
                </a:ext>
              </a:extLst>
            </p:cNvPr>
            <p:cNvSpPr/>
            <p:nvPr/>
          </p:nvSpPr>
          <p:spPr>
            <a:xfrm>
              <a:off x="5273454" y="4215051"/>
              <a:ext cx="33655" cy="46355"/>
            </a:xfrm>
            <a:custGeom>
              <a:avLst/>
              <a:gdLst/>
              <a:ahLst/>
              <a:cxnLst/>
              <a:rect l="l" t="t" r="r" b="b"/>
              <a:pathLst>
                <a:path w="33654" h="46354">
                  <a:moveTo>
                    <a:pt x="0" y="13887"/>
                  </a:moveTo>
                  <a:lnTo>
                    <a:pt x="33195" y="45731"/>
                  </a:lnTo>
                  <a:lnTo>
                    <a:pt x="28234" y="0"/>
                  </a:lnTo>
                  <a:lnTo>
                    <a:pt x="0" y="13887"/>
                  </a:lnTo>
                  <a:close/>
                </a:path>
              </a:pathLst>
            </a:custGeom>
            <a:ln w="9524">
              <a:solidFill>
                <a:srgbClr val="595959"/>
              </a:solidFill>
            </a:ln>
          </p:spPr>
          <p:txBody>
            <a:bodyPr wrap="square" lIns="0" tIns="0" rIns="0" bIns="0" rtlCol="0"/>
            <a:lstStyle/>
            <a:p>
              <a:endParaRPr/>
            </a:p>
          </p:txBody>
        </p:sp>
        <p:sp>
          <p:nvSpPr>
            <p:cNvPr id="78" name="object 78">
              <a:extLst>
                <a:ext uri="{FF2B5EF4-FFF2-40B4-BE49-F238E27FC236}">
                  <a16:creationId xmlns:a16="http://schemas.microsoft.com/office/drawing/2014/main" id="{1E996F51-1BAD-B976-5E22-5DC738AA2A50}"/>
                </a:ext>
              </a:extLst>
            </p:cNvPr>
            <p:cNvSpPr/>
            <p:nvPr/>
          </p:nvSpPr>
          <p:spPr>
            <a:xfrm>
              <a:off x="4722995" y="2725928"/>
              <a:ext cx="565150" cy="1153795"/>
            </a:xfrm>
            <a:custGeom>
              <a:avLst/>
              <a:gdLst/>
              <a:ahLst/>
              <a:cxnLst/>
              <a:rect l="l" t="t" r="r" b="b"/>
              <a:pathLst>
                <a:path w="565150" h="1153795">
                  <a:moveTo>
                    <a:pt x="0" y="1153470"/>
                  </a:moveTo>
                  <a:lnTo>
                    <a:pt x="564672" y="0"/>
                  </a:lnTo>
                </a:path>
              </a:pathLst>
            </a:custGeom>
            <a:ln w="9524">
              <a:solidFill>
                <a:srgbClr val="595959"/>
              </a:solidFill>
              <a:prstDash val="lgDash"/>
            </a:ln>
          </p:spPr>
          <p:txBody>
            <a:bodyPr wrap="square" lIns="0" tIns="0" rIns="0" bIns="0" rtlCol="0"/>
            <a:lstStyle/>
            <a:p>
              <a:endParaRPr/>
            </a:p>
          </p:txBody>
        </p:sp>
        <p:sp>
          <p:nvSpPr>
            <p:cNvPr id="79" name="object 79">
              <a:extLst>
                <a:ext uri="{FF2B5EF4-FFF2-40B4-BE49-F238E27FC236}">
                  <a16:creationId xmlns:a16="http://schemas.microsoft.com/office/drawing/2014/main" id="{8A6635B6-97CE-9CF2-893B-8EE7AAB27637}"/>
                </a:ext>
              </a:extLst>
            </p:cNvPr>
            <p:cNvSpPr/>
            <p:nvPr/>
          </p:nvSpPr>
          <p:spPr>
            <a:xfrm>
              <a:off x="5273537" y="2687105"/>
              <a:ext cx="33655" cy="46355"/>
            </a:xfrm>
            <a:custGeom>
              <a:avLst/>
              <a:gdLst/>
              <a:ahLst/>
              <a:cxnLst/>
              <a:rect l="l" t="t" r="r" b="b"/>
              <a:pathLst>
                <a:path w="33654" h="46355">
                  <a:moveTo>
                    <a:pt x="28260" y="45740"/>
                  </a:moveTo>
                  <a:lnTo>
                    <a:pt x="0" y="31905"/>
                  </a:lnTo>
                  <a:lnTo>
                    <a:pt x="33135" y="0"/>
                  </a:lnTo>
                  <a:lnTo>
                    <a:pt x="28260" y="45740"/>
                  </a:lnTo>
                  <a:close/>
                </a:path>
              </a:pathLst>
            </a:custGeom>
            <a:solidFill>
              <a:srgbClr val="595959"/>
            </a:solidFill>
          </p:spPr>
          <p:txBody>
            <a:bodyPr wrap="square" lIns="0" tIns="0" rIns="0" bIns="0" rtlCol="0"/>
            <a:lstStyle/>
            <a:p>
              <a:endParaRPr/>
            </a:p>
          </p:txBody>
        </p:sp>
        <p:sp>
          <p:nvSpPr>
            <p:cNvPr id="80" name="object 80">
              <a:extLst>
                <a:ext uri="{FF2B5EF4-FFF2-40B4-BE49-F238E27FC236}">
                  <a16:creationId xmlns:a16="http://schemas.microsoft.com/office/drawing/2014/main" id="{CB7972DA-A7D0-0039-9C45-537BE3DB282B}"/>
                </a:ext>
              </a:extLst>
            </p:cNvPr>
            <p:cNvSpPr/>
            <p:nvPr/>
          </p:nvSpPr>
          <p:spPr>
            <a:xfrm>
              <a:off x="5273537" y="2687105"/>
              <a:ext cx="33655" cy="46355"/>
            </a:xfrm>
            <a:custGeom>
              <a:avLst/>
              <a:gdLst/>
              <a:ahLst/>
              <a:cxnLst/>
              <a:rect l="l" t="t" r="r" b="b"/>
              <a:pathLst>
                <a:path w="33654" h="46355">
                  <a:moveTo>
                    <a:pt x="28260" y="45740"/>
                  </a:moveTo>
                  <a:lnTo>
                    <a:pt x="33135" y="0"/>
                  </a:lnTo>
                  <a:lnTo>
                    <a:pt x="0" y="31905"/>
                  </a:lnTo>
                  <a:lnTo>
                    <a:pt x="28260" y="45740"/>
                  </a:lnTo>
                  <a:close/>
                </a:path>
              </a:pathLst>
            </a:custGeom>
            <a:ln w="9524">
              <a:solidFill>
                <a:srgbClr val="595959"/>
              </a:solidFill>
            </a:ln>
          </p:spPr>
          <p:txBody>
            <a:bodyPr wrap="square" lIns="0" tIns="0" rIns="0" bIns="0" rtlCol="0"/>
            <a:lstStyle/>
            <a:p>
              <a:endParaRPr/>
            </a:p>
          </p:txBody>
        </p:sp>
        <p:sp>
          <p:nvSpPr>
            <p:cNvPr id="81" name="object 81">
              <a:extLst>
                <a:ext uri="{FF2B5EF4-FFF2-40B4-BE49-F238E27FC236}">
                  <a16:creationId xmlns:a16="http://schemas.microsoft.com/office/drawing/2014/main" id="{D43C48A5-15EF-627A-38B4-CC19E73E8EFF}"/>
                </a:ext>
              </a:extLst>
            </p:cNvPr>
            <p:cNvSpPr/>
            <p:nvPr/>
          </p:nvSpPr>
          <p:spPr>
            <a:xfrm>
              <a:off x="4722995" y="3506182"/>
              <a:ext cx="542925" cy="373380"/>
            </a:xfrm>
            <a:custGeom>
              <a:avLst/>
              <a:gdLst/>
              <a:ahLst/>
              <a:cxnLst/>
              <a:rect l="l" t="t" r="r" b="b"/>
              <a:pathLst>
                <a:path w="542925" h="373379">
                  <a:moveTo>
                    <a:pt x="0" y="373216"/>
                  </a:moveTo>
                  <a:lnTo>
                    <a:pt x="542710" y="0"/>
                  </a:lnTo>
                </a:path>
              </a:pathLst>
            </a:custGeom>
            <a:ln w="9524">
              <a:solidFill>
                <a:srgbClr val="595959"/>
              </a:solidFill>
            </a:ln>
          </p:spPr>
          <p:txBody>
            <a:bodyPr wrap="square" lIns="0" tIns="0" rIns="0" bIns="0" rtlCol="0"/>
            <a:lstStyle/>
            <a:p>
              <a:endParaRPr/>
            </a:p>
          </p:txBody>
        </p:sp>
        <p:sp>
          <p:nvSpPr>
            <p:cNvPr id="82" name="object 82">
              <a:extLst>
                <a:ext uri="{FF2B5EF4-FFF2-40B4-BE49-F238E27FC236}">
                  <a16:creationId xmlns:a16="http://schemas.microsoft.com/office/drawing/2014/main" id="{042C2E08-D10A-6DBB-B3FC-8DDFB77C4A1C}"/>
                </a:ext>
              </a:extLst>
            </p:cNvPr>
            <p:cNvSpPr/>
            <p:nvPr/>
          </p:nvSpPr>
          <p:spPr>
            <a:xfrm>
              <a:off x="5256791" y="3481688"/>
              <a:ext cx="45085" cy="37465"/>
            </a:xfrm>
            <a:custGeom>
              <a:avLst/>
              <a:gdLst/>
              <a:ahLst/>
              <a:cxnLst/>
              <a:rect l="l" t="t" r="r" b="b"/>
              <a:pathLst>
                <a:path w="45085" h="37464">
                  <a:moveTo>
                    <a:pt x="17829" y="37456"/>
                  </a:moveTo>
                  <a:lnTo>
                    <a:pt x="0" y="11529"/>
                  </a:lnTo>
                  <a:lnTo>
                    <a:pt x="44530" y="0"/>
                  </a:lnTo>
                  <a:lnTo>
                    <a:pt x="17829" y="37456"/>
                  </a:lnTo>
                  <a:close/>
                </a:path>
              </a:pathLst>
            </a:custGeom>
            <a:solidFill>
              <a:srgbClr val="595959"/>
            </a:solidFill>
          </p:spPr>
          <p:txBody>
            <a:bodyPr wrap="square" lIns="0" tIns="0" rIns="0" bIns="0" rtlCol="0"/>
            <a:lstStyle/>
            <a:p>
              <a:endParaRPr/>
            </a:p>
          </p:txBody>
        </p:sp>
        <p:sp>
          <p:nvSpPr>
            <p:cNvPr id="83" name="object 83">
              <a:extLst>
                <a:ext uri="{FF2B5EF4-FFF2-40B4-BE49-F238E27FC236}">
                  <a16:creationId xmlns:a16="http://schemas.microsoft.com/office/drawing/2014/main" id="{84487239-7039-55F5-28AD-2A89688685E6}"/>
                </a:ext>
              </a:extLst>
            </p:cNvPr>
            <p:cNvSpPr/>
            <p:nvPr/>
          </p:nvSpPr>
          <p:spPr>
            <a:xfrm>
              <a:off x="5256791" y="3481688"/>
              <a:ext cx="45085" cy="37465"/>
            </a:xfrm>
            <a:custGeom>
              <a:avLst/>
              <a:gdLst/>
              <a:ahLst/>
              <a:cxnLst/>
              <a:rect l="l" t="t" r="r" b="b"/>
              <a:pathLst>
                <a:path w="45085" h="37464">
                  <a:moveTo>
                    <a:pt x="17829" y="37456"/>
                  </a:moveTo>
                  <a:lnTo>
                    <a:pt x="44530" y="0"/>
                  </a:lnTo>
                  <a:lnTo>
                    <a:pt x="0" y="11529"/>
                  </a:lnTo>
                  <a:lnTo>
                    <a:pt x="17829" y="37456"/>
                  </a:lnTo>
                  <a:close/>
                </a:path>
              </a:pathLst>
            </a:custGeom>
            <a:ln w="9524">
              <a:solidFill>
                <a:srgbClr val="595959"/>
              </a:solidFill>
            </a:ln>
          </p:spPr>
          <p:txBody>
            <a:bodyPr wrap="square" lIns="0" tIns="0" rIns="0" bIns="0" rtlCol="0"/>
            <a:lstStyle/>
            <a:p>
              <a:endParaRPr/>
            </a:p>
          </p:txBody>
        </p:sp>
        <p:sp>
          <p:nvSpPr>
            <p:cNvPr id="84" name="object 84">
              <a:extLst>
                <a:ext uri="{FF2B5EF4-FFF2-40B4-BE49-F238E27FC236}">
                  <a16:creationId xmlns:a16="http://schemas.microsoft.com/office/drawing/2014/main" id="{3A3BC6EA-1426-EAB9-C75E-636C35913415}"/>
                </a:ext>
              </a:extLst>
            </p:cNvPr>
            <p:cNvSpPr/>
            <p:nvPr/>
          </p:nvSpPr>
          <p:spPr>
            <a:xfrm>
              <a:off x="4722995" y="3879398"/>
              <a:ext cx="542290" cy="362585"/>
            </a:xfrm>
            <a:custGeom>
              <a:avLst/>
              <a:gdLst/>
              <a:ahLst/>
              <a:cxnLst/>
              <a:rect l="l" t="t" r="r" b="b"/>
              <a:pathLst>
                <a:path w="542289" h="362585">
                  <a:moveTo>
                    <a:pt x="0" y="0"/>
                  </a:moveTo>
                  <a:lnTo>
                    <a:pt x="542274" y="362159"/>
                  </a:lnTo>
                </a:path>
              </a:pathLst>
            </a:custGeom>
            <a:ln w="9524">
              <a:solidFill>
                <a:srgbClr val="595959"/>
              </a:solidFill>
              <a:prstDash val="lgDash"/>
            </a:ln>
          </p:spPr>
          <p:txBody>
            <a:bodyPr wrap="square" lIns="0" tIns="0" rIns="0" bIns="0" rtlCol="0"/>
            <a:lstStyle/>
            <a:p>
              <a:endParaRPr/>
            </a:p>
          </p:txBody>
        </p:sp>
        <p:sp>
          <p:nvSpPr>
            <p:cNvPr id="85" name="object 85">
              <a:extLst>
                <a:ext uri="{FF2B5EF4-FFF2-40B4-BE49-F238E27FC236}">
                  <a16:creationId xmlns:a16="http://schemas.microsoft.com/office/drawing/2014/main" id="{60C92E57-D897-C9CE-30C3-6B8F2F277938}"/>
                </a:ext>
              </a:extLst>
            </p:cNvPr>
            <p:cNvSpPr/>
            <p:nvPr/>
          </p:nvSpPr>
          <p:spPr>
            <a:xfrm>
              <a:off x="5256532" y="4228475"/>
              <a:ext cx="45085" cy="37465"/>
            </a:xfrm>
            <a:custGeom>
              <a:avLst/>
              <a:gdLst/>
              <a:ahLst/>
              <a:cxnLst/>
              <a:rect l="l" t="t" r="r" b="b"/>
              <a:pathLst>
                <a:path w="45085" h="37464">
                  <a:moveTo>
                    <a:pt x="44683" y="37089"/>
                  </a:moveTo>
                  <a:lnTo>
                    <a:pt x="0" y="26166"/>
                  </a:lnTo>
                  <a:lnTo>
                    <a:pt x="17475" y="0"/>
                  </a:lnTo>
                  <a:lnTo>
                    <a:pt x="44683" y="37089"/>
                  </a:lnTo>
                  <a:close/>
                </a:path>
              </a:pathLst>
            </a:custGeom>
            <a:solidFill>
              <a:srgbClr val="595959"/>
            </a:solidFill>
          </p:spPr>
          <p:txBody>
            <a:bodyPr wrap="square" lIns="0" tIns="0" rIns="0" bIns="0" rtlCol="0"/>
            <a:lstStyle/>
            <a:p>
              <a:endParaRPr/>
            </a:p>
          </p:txBody>
        </p:sp>
        <p:sp>
          <p:nvSpPr>
            <p:cNvPr id="86" name="object 86">
              <a:extLst>
                <a:ext uri="{FF2B5EF4-FFF2-40B4-BE49-F238E27FC236}">
                  <a16:creationId xmlns:a16="http://schemas.microsoft.com/office/drawing/2014/main" id="{E96FF861-1C91-85AC-753D-50E75B559500}"/>
                </a:ext>
              </a:extLst>
            </p:cNvPr>
            <p:cNvSpPr/>
            <p:nvPr/>
          </p:nvSpPr>
          <p:spPr>
            <a:xfrm>
              <a:off x="5256532" y="4228475"/>
              <a:ext cx="45085" cy="37465"/>
            </a:xfrm>
            <a:custGeom>
              <a:avLst/>
              <a:gdLst/>
              <a:ahLst/>
              <a:cxnLst/>
              <a:rect l="l" t="t" r="r" b="b"/>
              <a:pathLst>
                <a:path w="45085" h="37464">
                  <a:moveTo>
                    <a:pt x="0" y="26166"/>
                  </a:moveTo>
                  <a:lnTo>
                    <a:pt x="44683" y="37089"/>
                  </a:lnTo>
                  <a:lnTo>
                    <a:pt x="17475" y="0"/>
                  </a:lnTo>
                  <a:lnTo>
                    <a:pt x="0" y="26166"/>
                  </a:lnTo>
                  <a:close/>
                </a:path>
              </a:pathLst>
            </a:custGeom>
            <a:ln w="9524">
              <a:solidFill>
                <a:srgbClr val="595959"/>
              </a:solidFill>
            </a:ln>
          </p:spPr>
          <p:txBody>
            <a:bodyPr wrap="square" lIns="0" tIns="0" rIns="0" bIns="0" rtlCol="0"/>
            <a:lstStyle/>
            <a:p>
              <a:endParaRPr/>
            </a:p>
          </p:txBody>
        </p:sp>
        <p:sp>
          <p:nvSpPr>
            <p:cNvPr id="87" name="object 87">
              <a:extLst>
                <a:ext uri="{FF2B5EF4-FFF2-40B4-BE49-F238E27FC236}">
                  <a16:creationId xmlns:a16="http://schemas.microsoft.com/office/drawing/2014/main" id="{6FEC41A4-191B-4F7E-F16D-5DD8B2211DB9}"/>
                </a:ext>
              </a:extLst>
            </p:cNvPr>
            <p:cNvSpPr/>
            <p:nvPr/>
          </p:nvSpPr>
          <p:spPr>
            <a:xfrm>
              <a:off x="6050414" y="1875162"/>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88" name="object 88">
              <a:extLst>
                <a:ext uri="{FF2B5EF4-FFF2-40B4-BE49-F238E27FC236}">
                  <a16:creationId xmlns:a16="http://schemas.microsoft.com/office/drawing/2014/main" id="{01E6DADD-7042-5935-4F47-EF58207E9162}"/>
                </a:ext>
              </a:extLst>
            </p:cNvPr>
            <p:cNvSpPr/>
            <p:nvPr/>
          </p:nvSpPr>
          <p:spPr>
            <a:xfrm>
              <a:off x="6583064" y="1859430"/>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89" name="object 89">
              <a:extLst>
                <a:ext uri="{FF2B5EF4-FFF2-40B4-BE49-F238E27FC236}">
                  <a16:creationId xmlns:a16="http://schemas.microsoft.com/office/drawing/2014/main" id="{E717A036-D3ED-C3FA-4C8F-6A1C32CC5C92}"/>
                </a:ext>
              </a:extLst>
            </p:cNvPr>
            <p:cNvSpPr/>
            <p:nvPr/>
          </p:nvSpPr>
          <p:spPr>
            <a:xfrm>
              <a:off x="6583064" y="1859430"/>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0" name="object 90">
              <a:extLst>
                <a:ext uri="{FF2B5EF4-FFF2-40B4-BE49-F238E27FC236}">
                  <a16:creationId xmlns:a16="http://schemas.microsoft.com/office/drawing/2014/main" id="{320608B3-055E-EA7D-B1EC-D9E499BBE5DB}"/>
                </a:ext>
              </a:extLst>
            </p:cNvPr>
            <p:cNvSpPr/>
            <p:nvPr/>
          </p:nvSpPr>
          <p:spPr>
            <a:xfrm>
              <a:off x="6050414" y="2674507"/>
              <a:ext cx="532765" cy="0"/>
            </a:xfrm>
            <a:custGeom>
              <a:avLst/>
              <a:gdLst/>
              <a:ahLst/>
              <a:cxnLst/>
              <a:rect l="l" t="t" r="r" b="b"/>
              <a:pathLst>
                <a:path w="532765">
                  <a:moveTo>
                    <a:pt x="0" y="0"/>
                  </a:moveTo>
                  <a:lnTo>
                    <a:pt x="532649" y="0"/>
                  </a:lnTo>
                </a:path>
              </a:pathLst>
            </a:custGeom>
            <a:ln w="9524">
              <a:solidFill>
                <a:srgbClr val="595959"/>
              </a:solidFill>
            </a:ln>
          </p:spPr>
          <p:txBody>
            <a:bodyPr wrap="square" lIns="0" tIns="0" rIns="0" bIns="0" rtlCol="0"/>
            <a:lstStyle/>
            <a:p>
              <a:endParaRPr/>
            </a:p>
          </p:txBody>
        </p:sp>
        <p:sp>
          <p:nvSpPr>
            <p:cNvPr id="91" name="object 91">
              <a:extLst>
                <a:ext uri="{FF2B5EF4-FFF2-40B4-BE49-F238E27FC236}">
                  <a16:creationId xmlns:a16="http://schemas.microsoft.com/office/drawing/2014/main" id="{AECDF33E-920A-E3DF-BEF4-51EACC987975}"/>
                </a:ext>
              </a:extLst>
            </p:cNvPr>
            <p:cNvSpPr/>
            <p:nvPr/>
          </p:nvSpPr>
          <p:spPr>
            <a:xfrm>
              <a:off x="6583064" y="2658774"/>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2" name="object 92">
              <a:extLst>
                <a:ext uri="{FF2B5EF4-FFF2-40B4-BE49-F238E27FC236}">
                  <a16:creationId xmlns:a16="http://schemas.microsoft.com/office/drawing/2014/main" id="{AFB04B1B-557F-CEE8-6C19-0991F137EF7F}"/>
                </a:ext>
              </a:extLst>
            </p:cNvPr>
            <p:cNvSpPr/>
            <p:nvPr/>
          </p:nvSpPr>
          <p:spPr>
            <a:xfrm>
              <a:off x="6583064" y="2658774"/>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3" name="object 93">
              <a:extLst>
                <a:ext uri="{FF2B5EF4-FFF2-40B4-BE49-F238E27FC236}">
                  <a16:creationId xmlns:a16="http://schemas.microsoft.com/office/drawing/2014/main" id="{998F36D9-B0BA-FE56-93C0-8100BDCE396E}"/>
                </a:ext>
              </a:extLst>
            </p:cNvPr>
            <p:cNvSpPr/>
            <p:nvPr/>
          </p:nvSpPr>
          <p:spPr>
            <a:xfrm>
              <a:off x="6050414" y="3473849"/>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94" name="object 94">
              <a:extLst>
                <a:ext uri="{FF2B5EF4-FFF2-40B4-BE49-F238E27FC236}">
                  <a16:creationId xmlns:a16="http://schemas.microsoft.com/office/drawing/2014/main" id="{B82580B5-4EB4-A749-9FDE-A442311D0469}"/>
                </a:ext>
              </a:extLst>
            </p:cNvPr>
            <p:cNvSpPr/>
            <p:nvPr/>
          </p:nvSpPr>
          <p:spPr>
            <a:xfrm>
              <a:off x="6583064" y="3458117"/>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5" name="object 95">
              <a:extLst>
                <a:ext uri="{FF2B5EF4-FFF2-40B4-BE49-F238E27FC236}">
                  <a16:creationId xmlns:a16="http://schemas.microsoft.com/office/drawing/2014/main" id="{45BDB57B-6C0A-207B-B9BA-BF777A6F585D}"/>
                </a:ext>
              </a:extLst>
            </p:cNvPr>
            <p:cNvSpPr/>
            <p:nvPr/>
          </p:nvSpPr>
          <p:spPr>
            <a:xfrm>
              <a:off x="6583064" y="3458117"/>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6" name="object 96">
              <a:extLst>
                <a:ext uri="{FF2B5EF4-FFF2-40B4-BE49-F238E27FC236}">
                  <a16:creationId xmlns:a16="http://schemas.microsoft.com/office/drawing/2014/main" id="{5D7F7E01-9EDA-8A29-8F07-4912287E9E37}"/>
                </a:ext>
              </a:extLst>
            </p:cNvPr>
            <p:cNvSpPr/>
            <p:nvPr/>
          </p:nvSpPr>
          <p:spPr>
            <a:xfrm>
              <a:off x="6050414" y="4273192"/>
              <a:ext cx="532765" cy="0"/>
            </a:xfrm>
            <a:custGeom>
              <a:avLst/>
              <a:gdLst/>
              <a:ahLst/>
              <a:cxnLst/>
              <a:rect l="l" t="t" r="r" b="b"/>
              <a:pathLst>
                <a:path w="532765">
                  <a:moveTo>
                    <a:pt x="0" y="0"/>
                  </a:moveTo>
                  <a:lnTo>
                    <a:pt x="532649" y="0"/>
                  </a:lnTo>
                </a:path>
              </a:pathLst>
            </a:custGeom>
            <a:ln w="9524">
              <a:solidFill>
                <a:srgbClr val="595959"/>
              </a:solidFill>
              <a:prstDash val="lgDash"/>
            </a:ln>
          </p:spPr>
          <p:txBody>
            <a:bodyPr wrap="square" lIns="0" tIns="0" rIns="0" bIns="0" rtlCol="0"/>
            <a:lstStyle/>
            <a:p>
              <a:endParaRPr/>
            </a:p>
          </p:txBody>
        </p:sp>
        <p:sp>
          <p:nvSpPr>
            <p:cNvPr id="97" name="object 97">
              <a:extLst>
                <a:ext uri="{FF2B5EF4-FFF2-40B4-BE49-F238E27FC236}">
                  <a16:creationId xmlns:a16="http://schemas.microsoft.com/office/drawing/2014/main" id="{3B5CA0A5-EA5D-F53D-677C-21AD5875013C}"/>
                </a:ext>
              </a:extLst>
            </p:cNvPr>
            <p:cNvSpPr/>
            <p:nvPr/>
          </p:nvSpPr>
          <p:spPr>
            <a:xfrm>
              <a:off x="6583064" y="4257459"/>
              <a:ext cx="43815" cy="31750"/>
            </a:xfrm>
            <a:custGeom>
              <a:avLst/>
              <a:gdLst/>
              <a:ahLst/>
              <a:cxnLst/>
              <a:rect l="l" t="t" r="r" b="b"/>
              <a:pathLst>
                <a:path w="43815" h="31750">
                  <a:moveTo>
                    <a:pt x="0" y="31465"/>
                  </a:moveTo>
                  <a:lnTo>
                    <a:pt x="0" y="0"/>
                  </a:lnTo>
                  <a:lnTo>
                    <a:pt x="43224" y="15732"/>
                  </a:lnTo>
                  <a:lnTo>
                    <a:pt x="0" y="31465"/>
                  </a:lnTo>
                  <a:close/>
                </a:path>
              </a:pathLst>
            </a:custGeom>
            <a:solidFill>
              <a:srgbClr val="595959"/>
            </a:solidFill>
          </p:spPr>
          <p:txBody>
            <a:bodyPr wrap="square" lIns="0" tIns="0" rIns="0" bIns="0" rtlCol="0"/>
            <a:lstStyle/>
            <a:p>
              <a:endParaRPr/>
            </a:p>
          </p:txBody>
        </p:sp>
        <p:sp>
          <p:nvSpPr>
            <p:cNvPr id="98" name="object 98">
              <a:extLst>
                <a:ext uri="{FF2B5EF4-FFF2-40B4-BE49-F238E27FC236}">
                  <a16:creationId xmlns:a16="http://schemas.microsoft.com/office/drawing/2014/main" id="{7416DF43-5F23-6965-F688-C5B6FD03CFF2}"/>
                </a:ext>
              </a:extLst>
            </p:cNvPr>
            <p:cNvSpPr/>
            <p:nvPr/>
          </p:nvSpPr>
          <p:spPr>
            <a:xfrm>
              <a:off x="6583064" y="4257459"/>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595959"/>
              </a:solidFill>
            </a:ln>
          </p:spPr>
          <p:txBody>
            <a:bodyPr wrap="square" lIns="0" tIns="0" rIns="0" bIns="0" rtlCol="0"/>
            <a:lstStyle/>
            <a:p>
              <a:endParaRPr/>
            </a:p>
          </p:txBody>
        </p:sp>
        <p:sp>
          <p:nvSpPr>
            <p:cNvPr id="99" name="object 99">
              <a:extLst>
                <a:ext uri="{FF2B5EF4-FFF2-40B4-BE49-F238E27FC236}">
                  <a16:creationId xmlns:a16="http://schemas.microsoft.com/office/drawing/2014/main" id="{3A4948DF-8D4A-E8CA-5F1E-771BD0AD4E45}"/>
                </a:ext>
              </a:extLst>
            </p:cNvPr>
            <p:cNvSpPr/>
            <p:nvPr/>
          </p:nvSpPr>
          <p:spPr>
            <a:xfrm>
              <a:off x="6050414" y="1875162"/>
              <a:ext cx="556260" cy="753745"/>
            </a:xfrm>
            <a:custGeom>
              <a:avLst/>
              <a:gdLst/>
              <a:ahLst/>
              <a:cxnLst/>
              <a:rect l="l" t="t" r="r" b="b"/>
              <a:pathLst>
                <a:path w="556259" h="753744">
                  <a:moveTo>
                    <a:pt x="0" y="0"/>
                  </a:moveTo>
                  <a:lnTo>
                    <a:pt x="555864" y="753216"/>
                  </a:lnTo>
                </a:path>
              </a:pathLst>
            </a:custGeom>
            <a:ln w="9524">
              <a:solidFill>
                <a:srgbClr val="595959"/>
              </a:solidFill>
            </a:ln>
          </p:spPr>
          <p:txBody>
            <a:bodyPr wrap="square" lIns="0" tIns="0" rIns="0" bIns="0" rtlCol="0"/>
            <a:lstStyle/>
            <a:p>
              <a:endParaRPr/>
            </a:p>
          </p:txBody>
        </p:sp>
        <p:sp>
          <p:nvSpPr>
            <p:cNvPr id="100" name="object 100">
              <a:extLst>
                <a:ext uri="{FF2B5EF4-FFF2-40B4-BE49-F238E27FC236}">
                  <a16:creationId xmlns:a16="http://schemas.microsoft.com/office/drawing/2014/main" id="{F460BEAB-A7F7-8FC5-CCA8-DBA783B73D66}"/>
                </a:ext>
              </a:extLst>
            </p:cNvPr>
            <p:cNvSpPr/>
            <p:nvPr/>
          </p:nvSpPr>
          <p:spPr>
            <a:xfrm>
              <a:off x="6593619" y="2619037"/>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01" name="object 101">
              <a:extLst>
                <a:ext uri="{FF2B5EF4-FFF2-40B4-BE49-F238E27FC236}">
                  <a16:creationId xmlns:a16="http://schemas.microsoft.com/office/drawing/2014/main" id="{FE2125B7-CADD-621A-14E7-95F3B3450C58}"/>
                </a:ext>
              </a:extLst>
            </p:cNvPr>
            <p:cNvSpPr/>
            <p:nvPr/>
          </p:nvSpPr>
          <p:spPr>
            <a:xfrm>
              <a:off x="6593619" y="2619037"/>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02" name="object 102">
              <a:extLst>
                <a:ext uri="{FF2B5EF4-FFF2-40B4-BE49-F238E27FC236}">
                  <a16:creationId xmlns:a16="http://schemas.microsoft.com/office/drawing/2014/main" id="{C6DAC87F-7580-FCB3-4AFB-F788CDC969A7}"/>
                </a:ext>
              </a:extLst>
            </p:cNvPr>
            <p:cNvSpPr/>
            <p:nvPr/>
          </p:nvSpPr>
          <p:spPr>
            <a:xfrm>
              <a:off x="6050414" y="1875162"/>
              <a:ext cx="570230" cy="1545590"/>
            </a:xfrm>
            <a:custGeom>
              <a:avLst/>
              <a:gdLst/>
              <a:ahLst/>
              <a:cxnLst/>
              <a:rect l="l" t="t" r="r" b="b"/>
              <a:pathLst>
                <a:path w="570229" h="1545589">
                  <a:moveTo>
                    <a:pt x="0" y="0"/>
                  </a:moveTo>
                  <a:lnTo>
                    <a:pt x="570019" y="1545082"/>
                  </a:lnTo>
                </a:path>
              </a:pathLst>
            </a:custGeom>
            <a:ln w="9524">
              <a:solidFill>
                <a:srgbClr val="595959"/>
              </a:solidFill>
              <a:prstDash val="lgDash"/>
            </a:ln>
          </p:spPr>
          <p:txBody>
            <a:bodyPr wrap="square" lIns="0" tIns="0" rIns="0" bIns="0" rtlCol="0"/>
            <a:lstStyle/>
            <a:p>
              <a:endParaRPr/>
            </a:p>
          </p:txBody>
        </p:sp>
        <p:sp>
          <p:nvSpPr>
            <p:cNvPr id="103" name="object 103">
              <a:extLst>
                <a:ext uri="{FF2B5EF4-FFF2-40B4-BE49-F238E27FC236}">
                  <a16:creationId xmlns:a16="http://schemas.microsoft.com/office/drawing/2014/main" id="{B3482D32-7CDB-5960-BD24-5CCA51A5EE5D}"/>
                </a:ext>
              </a:extLst>
            </p:cNvPr>
            <p:cNvSpPr/>
            <p:nvPr/>
          </p:nvSpPr>
          <p:spPr>
            <a:xfrm>
              <a:off x="6605673" y="3414799"/>
              <a:ext cx="29845" cy="46355"/>
            </a:xfrm>
            <a:custGeom>
              <a:avLst/>
              <a:gdLst/>
              <a:ahLst/>
              <a:cxnLst/>
              <a:rect l="l" t="t" r="r" b="b"/>
              <a:pathLst>
                <a:path w="29845" h="46354">
                  <a:moveTo>
                    <a:pt x="29721" y="45998"/>
                  </a:moveTo>
                  <a:lnTo>
                    <a:pt x="0" y="10890"/>
                  </a:lnTo>
                  <a:lnTo>
                    <a:pt x="29520" y="0"/>
                  </a:lnTo>
                  <a:lnTo>
                    <a:pt x="29721" y="45998"/>
                  </a:lnTo>
                  <a:close/>
                </a:path>
              </a:pathLst>
            </a:custGeom>
            <a:solidFill>
              <a:srgbClr val="595959"/>
            </a:solidFill>
          </p:spPr>
          <p:txBody>
            <a:bodyPr wrap="square" lIns="0" tIns="0" rIns="0" bIns="0" rtlCol="0"/>
            <a:lstStyle/>
            <a:p>
              <a:endParaRPr/>
            </a:p>
          </p:txBody>
        </p:sp>
        <p:sp>
          <p:nvSpPr>
            <p:cNvPr id="104" name="object 104">
              <a:extLst>
                <a:ext uri="{FF2B5EF4-FFF2-40B4-BE49-F238E27FC236}">
                  <a16:creationId xmlns:a16="http://schemas.microsoft.com/office/drawing/2014/main" id="{0A85AABD-3AD1-6C5D-7C76-8CD95D4EE63D}"/>
                </a:ext>
              </a:extLst>
            </p:cNvPr>
            <p:cNvSpPr/>
            <p:nvPr/>
          </p:nvSpPr>
          <p:spPr>
            <a:xfrm>
              <a:off x="6605673" y="3414799"/>
              <a:ext cx="29845" cy="46355"/>
            </a:xfrm>
            <a:custGeom>
              <a:avLst/>
              <a:gdLst/>
              <a:ahLst/>
              <a:cxnLst/>
              <a:rect l="l" t="t" r="r" b="b"/>
              <a:pathLst>
                <a:path w="29845" h="46354">
                  <a:moveTo>
                    <a:pt x="0" y="10890"/>
                  </a:moveTo>
                  <a:lnTo>
                    <a:pt x="29721" y="45998"/>
                  </a:lnTo>
                  <a:lnTo>
                    <a:pt x="29520" y="0"/>
                  </a:lnTo>
                  <a:lnTo>
                    <a:pt x="0" y="10890"/>
                  </a:lnTo>
                  <a:close/>
                </a:path>
              </a:pathLst>
            </a:custGeom>
            <a:ln w="9524">
              <a:solidFill>
                <a:srgbClr val="595959"/>
              </a:solidFill>
            </a:ln>
          </p:spPr>
          <p:txBody>
            <a:bodyPr wrap="square" lIns="0" tIns="0" rIns="0" bIns="0" rtlCol="0"/>
            <a:lstStyle/>
            <a:p>
              <a:endParaRPr/>
            </a:p>
          </p:txBody>
        </p:sp>
        <p:sp>
          <p:nvSpPr>
            <p:cNvPr id="105" name="object 105">
              <a:extLst>
                <a:ext uri="{FF2B5EF4-FFF2-40B4-BE49-F238E27FC236}">
                  <a16:creationId xmlns:a16="http://schemas.microsoft.com/office/drawing/2014/main" id="{C3E4A9FE-9A12-7446-BC53-23F49FFC302A}"/>
                </a:ext>
              </a:extLst>
            </p:cNvPr>
            <p:cNvSpPr/>
            <p:nvPr/>
          </p:nvSpPr>
          <p:spPr>
            <a:xfrm>
              <a:off x="6050414" y="1875162"/>
              <a:ext cx="576580" cy="2342515"/>
            </a:xfrm>
            <a:custGeom>
              <a:avLst/>
              <a:gdLst/>
              <a:ahLst/>
              <a:cxnLst/>
              <a:rect l="l" t="t" r="r" b="b"/>
              <a:pathLst>
                <a:path w="576579" h="2342515">
                  <a:moveTo>
                    <a:pt x="0" y="0"/>
                  </a:moveTo>
                  <a:lnTo>
                    <a:pt x="576149" y="2342403"/>
                  </a:lnTo>
                </a:path>
              </a:pathLst>
            </a:custGeom>
            <a:ln w="9524">
              <a:solidFill>
                <a:srgbClr val="595959"/>
              </a:solidFill>
              <a:prstDash val="lgDash"/>
            </a:ln>
          </p:spPr>
          <p:txBody>
            <a:bodyPr wrap="square" lIns="0" tIns="0" rIns="0" bIns="0" rtlCol="0"/>
            <a:lstStyle/>
            <a:p>
              <a:endParaRPr/>
            </a:p>
          </p:txBody>
        </p:sp>
        <p:sp>
          <p:nvSpPr>
            <p:cNvPr id="106" name="object 106">
              <a:extLst>
                <a:ext uri="{FF2B5EF4-FFF2-40B4-BE49-F238E27FC236}">
                  <a16:creationId xmlns:a16="http://schemas.microsoft.com/office/drawing/2014/main" id="{AD502B06-A6A6-1574-A12D-6BBF351FE6E0}"/>
                </a:ext>
              </a:extLst>
            </p:cNvPr>
            <p:cNvSpPr/>
            <p:nvPr/>
          </p:nvSpPr>
          <p:spPr>
            <a:xfrm>
              <a:off x="6611287" y="4213809"/>
              <a:ext cx="31115" cy="46355"/>
            </a:xfrm>
            <a:custGeom>
              <a:avLst/>
              <a:gdLst/>
              <a:ahLst/>
              <a:cxnLst/>
              <a:rect l="l" t="t" r="r" b="b"/>
              <a:pathLst>
                <a:path w="31115" h="46354">
                  <a:moveTo>
                    <a:pt x="25601" y="45731"/>
                  </a:moveTo>
                  <a:lnTo>
                    <a:pt x="0" y="7514"/>
                  </a:lnTo>
                  <a:lnTo>
                    <a:pt x="30554" y="0"/>
                  </a:lnTo>
                  <a:lnTo>
                    <a:pt x="25601" y="45731"/>
                  </a:lnTo>
                  <a:close/>
                </a:path>
              </a:pathLst>
            </a:custGeom>
            <a:solidFill>
              <a:srgbClr val="595959"/>
            </a:solidFill>
          </p:spPr>
          <p:txBody>
            <a:bodyPr wrap="square" lIns="0" tIns="0" rIns="0" bIns="0" rtlCol="0"/>
            <a:lstStyle/>
            <a:p>
              <a:endParaRPr/>
            </a:p>
          </p:txBody>
        </p:sp>
        <p:sp>
          <p:nvSpPr>
            <p:cNvPr id="107" name="object 107">
              <a:extLst>
                <a:ext uri="{FF2B5EF4-FFF2-40B4-BE49-F238E27FC236}">
                  <a16:creationId xmlns:a16="http://schemas.microsoft.com/office/drawing/2014/main" id="{86404F27-1F24-4497-E936-45AF52A596CB}"/>
                </a:ext>
              </a:extLst>
            </p:cNvPr>
            <p:cNvSpPr/>
            <p:nvPr/>
          </p:nvSpPr>
          <p:spPr>
            <a:xfrm>
              <a:off x="6611287" y="4213809"/>
              <a:ext cx="31115" cy="46355"/>
            </a:xfrm>
            <a:custGeom>
              <a:avLst/>
              <a:gdLst/>
              <a:ahLst/>
              <a:cxnLst/>
              <a:rect l="l" t="t" r="r" b="b"/>
              <a:pathLst>
                <a:path w="31115" h="46354">
                  <a:moveTo>
                    <a:pt x="0" y="7514"/>
                  </a:moveTo>
                  <a:lnTo>
                    <a:pt x="25601" y="45731"/>
                  </a:lnTo>
                  <a:lnTo>
                    <a:pt x="30554" y="0"/>
                  </a:lnTo>
                  <a:lnTo>
                    <a:pt x="0" y="7514"/>
                  </a:lnTo>
                  <a:close/>
                </a:path>
              </a:pathLst>
            </a:custGeom>
            <a:ln w="9524">
              <a:solidFill>
                <a:srgbClr val="595959"/>
              </a:solidFill>
            </a:ln>
          </p:spPr>
          <p:txBody>
            <a:bodyPr wrap="square" lIns="0" tIns="0" rIns="0" bIns="0" rtlCol="0"/>
            <a:lstStyle/>
            <a:p>
              <a:endParaRPr/>
            </a:p>
          </p:txBody>
        </p:sp>
        <p:sp>
          <p:nvSpPr>
            <p:cNvPr id="108" name="object 108">
              <a:extLst>
                <a:ext uri="{FF2B5EF4-FFF2-40B4-BE49-F238E27FC236}">
                  <a16:creationId xmlns:a16="http://schemas.microsoft.com/office/drawing/2014/main" id="{55861C77-4EA3-0793-C031-8443915D5056}"/>
                </a:ext>
              </a:extLst>
            </p:cNvPr>
            <p:cNvSpPr/>
            <p:nvPr/>
          </p:nvSpPr>
          <p:spPr>
            <a:xfrm>
              <a:off x="6050414" y="2674507"/>
              <a:ext cx="556260" cy="753745"/>
            </a:xfrm>
            <a:custGeom>
              <a:avLst/>
              <a:gdLst/>
              <a:ahLst/>
              <a:cxnLst/>
              <a:rect l="l" t="t" r="r" b="b"/>
              <a:pathLst>
                <a:path w="556259" h="753745">
                  <a:moveTo>
                    <a:pt x="0" y="0"/>
                  </a:moveTo>
                  <a:lnTo>
                    <a:pt x="555864" y="753216"/>
                  </a:lnTo>
                </a:path>
              </a:pathLst>
            </a:custGeom>
            <a:ln w="9524">
              <a:solidFill>
                <a:srgbClr val="595959"/>
              </a:solidFill>
              <a:prstDash val="lgDash"/>
            </a:ln>
          </p:spPr>
          <p:txBody>
            <a:bodyPr wrap="square" lIns="0" tIns="0" rIns="0" bIns="0" rtlCol="0"/>
            <a:lstStyle/>
            <a:p>
              <a:endParaRPr/>
            </a:p>
          </p:txBody>
        </p:sp>
        <p:sp>
          <p:nvSpPr>
            <p:cNvPr id="109" name="object 109">
              <a:extLst>
                <a:ext uri="{FF2B5EF4-FFF2-40B4-BE49-F238E27FC236}">
                  <a16:creationId xmlns:a16="http://schemas.microsoft.com/office/drawing/2014/main" id="{507AC569-4065-4B0C-54F1-7F254B183A92}"/>
                </a:ext>
              </a:extLst>
            </p:cNvPr>
            <p:cNvSpPr/>
            <p:nvPr/>
          </p:nvSpPr>
          <p:spPr>
            <a:xfrm>
              <a:off x="6593619" y="3418381"/>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10" name="object 110">
              <a:extLst>
                <a:ext uri="{FF2B5EF4-FFF2-40B4-BE49-F238E27FC236}">
                  <a16:creationId xmlns:a16="http://schemas.microsoft.com/office/drawing/2014/main" id="{81A64957-3074-27B5-5E63-E54C0F6A6E85}"/>
                </a:ext>
              </a:extLst>
            </p:cNvPr>
            <p:cNvSpPr/>
            <p:nvPr/>
          </p:nvSpPr>
          <p:spPr>
            <a:xfrm>
              <a:off x="6593619" y="3418381"/>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11" name="object 111">
              <a:extLst>
                <a:ext uri="{FF2B5EF4-FFF2-40B4-BE49-F238E27FC236}">
                  <a16:creationId xmlns:a16="http://schemas.microsoft.com/office/drawing/2014/main" id="{5F1CB70F-3E1B-939C-90B3-693F7A8625FA}"/>
                </a:ext>
              </a:extLst>
            </p:cNvPr>
            <p:cNvSpPr/>
            <p:nvPr/>
          </p:nvSpPr>
          <p:spPr>
            <a:xfrm>
              <a:off x="6050414" y="2674507"/>
              <a:ext cx="570230" cy="1545590"/>
            </a:xfrm>
            <a:custGeom>
              <a:avLst/>
              <a:gdLst/>
              <a:ahLst/>
              <a:cxnLst/>
              <a:rect l="l" t="t" r="r" b="b"/>
              <a:pathLst>
                <a:path w="570229" h="1545589">
                  <a:moveTo>
                    <a:pt x="0" y="0"/>
                  </a:moveTo>
                  <a:lnTo>
                    <a:pt x="570019" y="1545082"/>
                  </a:lnTo>
                </a:path>
              </a:pathLst>
            </a:custGeom>
            <a:ln w="9524">
              <a:solidFill>
                <a:srgbClr val="595959"/>
              </a:solidFill>
              <a:prstDash val="lgDash"/>
            </a:ln>
          </p:spPr>
          <p:txBody>
            <a:bodyPr wrap="square" lIns="0" tIns="0" rIns="0" bIns="0" rtlCol="0"/>
            <a:lstStyle/>
            <a:p>
              <a:endParaRPr/>
            </a:p>
          </p:txBody>
        </p:sp>
        <p:sp>
          <p:nvSpPr>
            <p:cNvPr id="112" name="object 112">
              <a:extLst>
                <a:ext uri="{FF2B5EF4-FFF2-40B4-BE49-F238E27FC236}">
                  <a16:creationId xmlns:a16="http://schemas.microsoft.com/office/drawing/2014/main" id="{3768E80B-073A-797E-A4B6-A92C4726E3A7}"/>
                </a:ext>
              </a:extLst>
            </p:cNvPr>
            <p:cNvSpPr/>
            <p:nvPr/>
          </p:nvSpPr>
          <p:spPr>
            <a:xfrm>
              <a:off x="6605673" y="4214144"/>
              <a:ext cx="29845" cy="46355"/>
            </a:xfrm>
            <a:custGeom>
              <a:avLst/>
              <a:gdLst/>
              <a:ahLst/>
              <a:cxnLst/>
              <a:rect l="l" t="t" r="r" b="b"/>
              <a:pathLst>
                <a:path w="29845" h="46354">
                  <a:moveTo>
                    <a:pt x="29721" y="45998"/>
                  </a:moveTo>
                  <a:lnTo>
                    <a:pt x="0" y="10890"/>
                  </a:lnTo>
                  <a:lnTo>
                    <a:pt x="29520" y="0"/>
                  </a:lnTo>
                  <a:lnTo>
                    <a:pt x="29721" y="45998"/>
                  </a:lnTo>
                  <a:close/>
                </a:path>
              </a:pathLst>
            </a:custGeom>
            <a:solidFill>
              <a:srgbClr val="595959"/>
            </a:solidFill>
          </p:spPr>
          <p:txBody>
            <a:bodyPr wrap="square" lIns="0" tIns="0" rIns="0" bIns="0" rtlCol="0"/>
            <a:lstStyle/>
            <a:p>
              <a:endParaRPr/>
            </a:p>
          </p:txBody>
        </p:sp>
        <p:sp>
          <p:nvSpPr>
            <p:cNvPr id="113" name="object 113">
              <a:extLst>
                <a:ext uri="{FF2B5EF4-FFF2-40B4-BE49-F238E27FC236}">
                  <a16:creationId xmlns:a16="http://schemas.microsoft.com/office/drawing/2014/main" id="{9A65934A-FEE6-DE95-A6FA-A6FBFF66294C}"/>
                </a:ext>
              </a:extLst>
            </p:cNvPr>
            <p:cNvSpPr/>
            <p:nvPr/>
          </p:nvSpPr>
          <p:spPr>
            <a:xfrm>
              <a:off x="6605673" y="4214144"/>
              <a:ext cx="29845" cy="46355"/>
            </a:xfrm>
            <a:custGeom>
              <a:avLst/>
              <a:gdLst/>
              <a:ahLst/>
              <a:cxnLst/>
              <a:rect l="l" t="t" r="r" b="b"/>
              <a:pathLst>
                <a:path w="29845" h="46354">
                  <a:moveTo>
                    <a:pt x="0" y="10890"/>
                  </a:moveTo>
                  <a:lnTo>
                    <a:pt x="29721" y="45998"/>
                  </a:lnTo>
                  <a:lnTo>
                    <a:pt x="29520" y="0"/>
                  </a:lnTo>
                  <a:lnTo>
                    <a:pt x="0" y="10890"/>
                  </a:lnTo>
                  <a:close/>
                </a:path>
              </a:pathLst>
            </a:custGeom>
            <a:ln w="9524">
              <a:solidFill>
                <a:srgbClr val="595959"/>
              </a:solidFill>
            </a:ln>
          </p:spPr>
          <p:txBody>
            <a:bodyPr wrap="square" lIns="0" tIns="0" rIns="0" bIns="0" rtlCol="0"/>
            <a:lstStyle/>
            <a:p>
              <a:endParaRPr/>
            </a:p>
          </p:txBody>
        </p:sp>
        <p:sp>
          <p:nvSpPr>
            <p:cNvPr id="114" name="object 114">
              <a:extLst>
                <a:ext uri="{FF2B5EF4-FFF2-40B4-BE49-F238E27FC236}">
                  <a16:creationId xmlns:a16="http://schemas.microsoft.com/office/drawing/2014/main" id="{68C85938-682E-13B4-50CD-80E611B4A4A3}"/>
                </a:ext>
              </a:extLst>
            </p:cNvPr>
            <p:cNvSpPr/>
            <p:nvPr/>
          </p:nvSpPr>
          <p:spPr>
            <a:xfrm>
              <a:off x="6050414" y="1928767"/>
              <a:ext cx="570230" cy="1545590"/>
            </a:xfrm>
            <a:custGeom>
              <a:avLst/>
              <a:gdLst/>
              <a:ahLst/>
              <a:cxnLst/>
              <a:rect l="l" t="t" r="r" b="b"/>
              <a:pathLst>
                <a:path w="570229" h="1545589">
                  <a:moveTo>
                    <a:pt x="0" y="1545082"/>
                  </a:moveTo>
                  <a:lnTo>
                    <a:pt x="570019" y="0"/>
                  </a:lnTo>
                </a:path>
              </a:pathLst>
            </a:custGeom>
            <a:ln w="9524">
              <a:solidFill>
                <a:srgbClr val="595959"/>
              </a:solidFill>
              <a:prstDash val="lgDash"/>
            </a:ln>
          </p:spPr>
          <p:txBody>
            <a:bodyPr wrap="square" lIns="0" tIns="0" rIns="0" bIns="0" rtlCol="0"/>
            <a:lstStyle/>
            <a:p>
              <a:endParaRPr/>
            </a:p>
          </p:txBody>
        </p:sp>
        <p:sp>
          <p:nvSpPr>
            <p:cNvPr id="115" name="object 115">
              <a:extLst>
                <a:ext uri="{FF2B5EF4-FFF2-40B4-BE49-F238E27FC236}">
                  <a16:creationId xmlns:a16="http://schemas.microsoft.com/office/drawing/2014/main" id="{F318DE09-442B-4D26-30E3-F96388C6682A}"/>
                </a:ext>
              </a:extLst>
            </p:cNvPr>
            <p:cNvSpPr/>
            <p:nvPr/>
          </p:nvSpPr>
          <p:spPr>
            <a:xfrm>
              <a:off x="6605673" y="1888213"/>
              <a:ext cx="29845" cy="46355"/>
            </a:xfrm>
            <a:custGeom>
              <a:avLst/>
              <a:gdLst/>
              <a:ahLst/>
              <a:cxnLst/>
              <a:rect l="l" t="t" r="r" b="b"/>
              <a:pathLst>
                <a:path w="29845" h="46355">
                  <a:moveTo>
                    <a:pt x="29520" y="45999"/>
                  </a:moveTo>
                  <a:lnTo>
                    <a:pt x="0" y="35108"/>
                  </a:lnTo>
                  <a:lnTo>
                    <a:pt x="29721" y="0"/>
                  </a:lnTo>
                  <a:lnTo>
                    <a:pt x="29520" y="45999"/>
                  </a:lnTo>
                  <a:close/>
                </a:path>
              </a:pathLst>
            </a:custGeom>
            <a:solidFill>
              <a:srgbClr val="595959"/>
            </a:solidFill>
          </p:spPr>
          <p:txBody>
            <a:bodyPr wrap="square" lIns="0" tIns="0" rIns="0" bIns="0" rtlCol="0"/>
            <a:lstStyle/>
            <a:p>
              <a:endParaRPr/>
            </a:p>
          </p:txBody>
        </p:sp>
        <p:sp>
          <p:nvSpPr>
            <p:cNvPr id="116" name="object 116">
              <a:extLst>
                <a:ext uri="{FF2B5EF4-FFF2-40B4-BE49-F238E27FC236}">
                  <a16:creationId xmlns:a16="http://schemas.microsoft.com/office/drawing/2014/main" id="{5424485A-DDCF-34C9-D4BD-BCF4374CFD08}"/>
                </a:ext>
              </a:extLst>
            </p:cNvPr>
            <p:cNvSpPr/>
            <p:nvPr/>
          </p:nvSpPr>
          <p:spPr>
            <a:xfrm>
              <a:off x="6605673" y="1888213"/>
              <a:ext cx="29845" cy="46355"/>
            </a:xfrm>
            <a:custGeom>
              <a:avLst/>
              <a:gdLst/>
              <a:ahLst/>
              <a:cxnLst/>
              <a:rect l="l" t="t" r="r" b="b"/>
              <a:pathLst>
                <a:path w="29845" h="46355">
                  <a:moveTo>
                    <a:pt x="29520" y="45999"/>
                  </a:moveTo>
                  <a:lnTo>
                    <a:pt x="29721" y="0"/>
                  </a:lnTo>
                  <a:lnTo>
                    <a:pt x="0" y="35108"/>
                  </a:lnTo>
                  <a:lnTo>
                    <a:pt x="29520" y="45999"/>
                  </a:lnTo>
                  <a:close/>
                </a:path>
              </a:pathLst>
            </a:custGeom>
            <a:ln w="9524">
              <a:solidFill>
                <a:srgbClr val="595959"/>
              </a:solidFill>
            </a:ln>
          </p:spPr>
          <p:txBody>
            <a:bodyPr wrap="square" lIns="0" tIns="0" rIns="0" bIns="0" rtlCol="0"/>
            <a:lstStyle/>
            <a:p>
              <a:endParaRPr/>
            </a:p>
          </p:txBody>
        </p:sp>
        <p:sp>
          <p:nvSpPr>
            <p:cNvPr id="117" name="object 117">
              <a:extLst>
                <a:ext uri="{FF2B5EF4-FFF2-40B4-BE49-F238E27FC236}">
                  <a16:creationId xmlns:a16="http://schemas.microsoft.com/office/drawing/2014/main" id="{D55A0A51-9348-F1AF-783E-B5395ED0317F}"/>
                </a:ext>
              </a:extLst>
            </p:cNvPr>
            <p:cNvSpPr/>
            <p:nvPr/>
          </p:nvSpPr>
          <p:spPr>
            <a:xfrm>
              <a:off x="6050414" y="2720633"/>
              <a:ext cx="556260" cy="753745"/>
            </a:xfrm>
            <a:custGeom>
              <a:avLst/>
              <a:gdLst/>
              <a:ahLst/>
              <a:cxnLst/>
              <a:rect l="l" t="t" r="r" b="b"/>
              <a:pathLst>
                <a:path w="556259" h="753745">
                  <a:moveTo>
                    <a:pt x="0" y="753216"/>
                  </a:moveTo>
                  <a:lnTo>
                    <a:pt x="555864" y="0"/>
                  </a:lnTo>
                </a:path>
              </a:pathLst>
            </a:custGeom>
            <a:ln w="9524">
              <a:solidFill>
                <a:srgbClr val="FF0000"/>
              </a:solidFill>
            </a:ln>
          </p:spPr>
          <p:txBody>
            <a:bodyPr wrap="square" lIns="0" tIns="0" rIns="0" bIns="0" rtlCol="0"/>
            <a:lstStyle/>
            <a:p>
              <a:endParaRPr/>
            </a:p>
          </p:txBody>
        </p:sp>
        <p:sp>
          <p:nvSpPr>
            <p:cNvPr id="118" name="object 118">
              <a:extLst>
                <a:ext uri="{FF2B5EF4-FFF2-40B4-BE49-F238E27FC236}">
                  <a16:creationId xmlns:a16="http://schemas.microsoft.com/office/drawing/2014/main" id="{233E8B7C-80D3-57AA-18EF-0AFE5359B3AF}"/>
                </a:ext>
              </a:extLst>
            </p:cNvPr>
            <p:cNvSpPr/>
            <p:nvPr/>
          </p:nvSpPr>
          <p:spPr>
            <a:xfrm>
              <a:off x="6593619" y="2685853"/>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FF0000"/>
            </a:solidFill>
          </p:spPr>
          <p:txBody>
            <a:bodyPr wrap="square" lIns="0" tIns="0" rIns="0" bIns="0" rtlCol="0"/>
            <a:lstStyle/>
            <a:p>
              <a:endParaRPr/>
            </a:p>
          </p:txBody>
        </p:sp>
        <p:sp>
          <p:nvSpPr>
            <p:cNvPr id="119" name="object 119">
              <a:extLst>
                <a:ext uri="{FF2B5EF4-FFF2-40B4-BE49-F238E27FC236}">
                  <a16:creationId xmlns:a16="http://schemas.microsoft.com/office/drawing/2014/main" id="{DBF5FEC8-374F-1733-0D37-BBB7D9B967D2}"/>
                </a:ext>
              </a:extLst>
            </p:cNvPr>
            <p:cNvSpPr/>
            <p:nvPr/>
          </p:nvSpPr>
          <p:spPr>
            <a:xfrm>
              <a:off x="6593619" y="2685853"/>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FF0000"/>
              </a:solidFill>
            </a:ln>
          </p:spPr>
          <p:txBody>
            <a:bodyPr wrap="square" lIns="0" tIns="0" rIns="0" bIns="0" rtlCol="0"/>
            <a:lstStyle/>
            <a:p>
              <a:endParaRPr/>
            </a:p>
          </p:txBody>
        </p:sp>
        <p:sp>
          <p:nvSpPr>
            <p:cNvPr id="120" name="object 120">
              <a:extLst>
                <a:ext uri="{FF2B5EF4-FFF2-40B4-BE49-F238E27FC236}">
                  <a16:creationId xmlns:a16="http://schemas.microsoft.com/office/drawing/2014/main" id="{2D76201C-3FCB-C9AC-C744-CD7C4246D756}"/>
                </a:ext>
              </a:extLst>
            </p:cNvPr>
            <p:cNvSpPr/>
            <p:nvPr/>
          </p:nvSpPr>
          <p:spPr>
            <a:xfrm>
              <a:off x="6050414" y="3519976"/>
              <a:ext cx="556260" cy="753745"/>
            </a:xfrm>
            <a:custGeom>
              <a:avLst/>
              <a:gdLst/>
              <a:ahLst/>
              <a:cxnLst/>
              <a:rect l="l" t="t" r="r" b="b"/>
              <a:pathLst>
                <a:path w="556259" h="753745">
                  <a:moveTo>
                    <a:pt x="0" y="753216"/>
                  </a:moveTo>
                  <a:lnTo>
                    <a:pt x="555864" y="0"/>
                  </a:lnTo>
                </a:path>
              </a:pathLst>
            </a:custGeom>
            <a:ln w="9524">
              <a:solidFill>
                <a:srgbClr val="595959"/>
              </a:solidFill>
              <a:prstDash val="lgDash"/>
            </a:ln>
          </p:spPr>
          <p:txBody>
            <a:bodyPr wrap="square" lIns="0" tIns="0" rIns="0" bIns="0" rtlCol="0"/>
            <a:lstStyle/>
            <a:p>
              <a:endParaRPr/>
            </a:p>
          </p:txBody>
        </p:sp>
        <p:sp>
          <p:nvSpPr>
            <p:cNvPr id="121" name="object 121">
              <a:extLst>
                <a:ext uri="{FF2B5EF4-FFF2-40B4-BE49-F238E27FC236}">
                  <a16:creationId xmlns:a16="http://schemas.microsoft.com/office/drawing/2014/main" id="{B992FAD3-8404-7ECF-507D-60597B1DF474}"/>
                </a:ext>
              </a:extLst>
            </p:cNvPr>
            <p:cNvSpPr/>
            <p:nvPr/>
          </p:nvSpPr>
          <p:spPr>
            <a:xfrm>
              <a:off x="6593619" y="3485197"/>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595959"/>
            </a:solidFill>
          </p:spPr>
          <p:txBody>
            <a:bodyPr wrap="square" lIns="0" tIns="0" rIns="0" bIns="0" rtlCol="0"/>
            <a:lstStyle/>
            <a:p>
              <a:endParaRPr/>
            </a:p>
          </p:txBody>
        </p:sp>
        <p:sp>
          <p:nvSpPr>
            <p:cNvPr id="122" name="object 122">
              <a:extLst>
                <a:ext uri="{FF2B5EF4-FFF2-40B4-BE49-F238E27FC236}">
                  <a16:creationId xmlns:a16="http://schemas.microsoft.com/office/drawing/2014/main" id="{CDD5023E-0D32-389B-E6E6-CDED8A5B9B9F}"/>
                </a:ext>
              </a:extLst>
            </p:cNvPr>
            <p:cNvSpPr/>
            <p:nvPr/>
          </p:nvSpPr>
          <p:spPr>
            <a:xfrm>
              <a:off x="6593619" y="3485197"/>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595959"/>
              </a:solidFill>
            </a:ln>
          </p:spPr>
          <p:txBody>
            <a:bodyPr wrap="square" lIns="0" tIns="0" rIns="0" bIns="0" rtlCol="0"/>
            <a:lstStyle/>
            <a:p>
              <a:endParaRPr/>
            </a:p>
          </p:txBody>
        </p:sp>
        <p:sp>
          <p:nvSpPr>
            <p:cNvPr id="123" name="object 123">
              <a:extLst>
                <a:ext uri="{FF2B5EF4-FFF2-40B4-BE49-F238E27FC236}">
                  <a16:creationId xmlns:a16="http://schemas.microsoft.com/office/drawing/2014/main" id="{0897F91F-160A-75F5-DEBC-A3BC0DAAB229}"/>
                </a:ext>
              </a:extLst>
            </p:cNvPr>
            <p:cNvSpPr/>
            <p:nvPr/>
          </p:nvSpPr>
          <p:spPr>
            <a:xfrm>
              <a:off x="6050414" y="1921290"/>
              <a:ext cx="556260" cy="753745"/>
            </a:xfrm>
            <a:custGeom>
              <a:avLst/>
              <a:gdLst/>
              <a:ahLst/>
              <a:cxnLst/>
              <a:rect l="l" t="t" r="r" b="b"/>
              <a:pathLst>
                <a:path w="556259" h="753744">
                  <a:moveTo>
                    <a:pt x="0" y="753216"/>
                  </a:moveTo>
                  <a:lnTo>
                    <a:pt x="555864" y="0"/>
                  </a:lnTo>
                </a:path>
              </a:pathLst>
            </a:custGeom>
            <a:ln w="9524">
              <a:solidFill>
                <a:srgbClr val="595959"/>
              </a:solidFill>
              <a:prstDash val="lgDash"/>
            </a:ln>
          </p:spPr>
          <p:txBody>
            <a:bodyPr wrap="square" lIns="0" tIns="0" rIns="0" bIns="0" rtlCol="0"/>
            <a:lstStyle/>
            <a:p>
              <a:endParaRPr/>
            </a:p>
          </p:txBody>
        </p:sp>
        <p:sp>
          <p:nvSpPr>
            <p:cNvPr id="124" name="object 124">
              <a:extLst>
                <a:ext uri="{FF2B5EF4-FFF2-40B4-BE49-F238E27FC236}">
                  <a16:creationId xmlns:a16="http://schemas.microsoft.com/office/drawing/2014/main" id="{9C4A9090-7F35-181C-E642-3AA79F358080}"/>
                </a:ext>
              </a:extLst>
            </p:cNvPr>
            <p:cNvSpPr/>
            <p:nvPr/>
          </p:nvSpPr>
          <p:spPr>
            <a:xfrm>
              <a:off x="6593619" y="1886510"/>
              <a:ext cx="38735" cy="44450"/>
            </a:xfrm>
            <a:custGeom>
              <a:avLst/>
              <a:gdLst/>
              <a:ahLst/>
              <a:cxnLst/>
              <a:rect l="l" t="t" r="r" b="b"/>
              <a:pathLst>
                <a:path w="38734" h="44450">
                  <a:moveTo>
                    <a:pt x="25318" y="44121"/>
                  </a:moveTo>
                  <a:lnTo>
                    <a:pt x="0" y="25437"/>
                  </a:lnTo>
                  <a:lnTo>
                    <a:pt x="38325" y="0"/>
                  </a:lnTo>
                  <a:lnTo>
                    <a:pt x="25318" y="44121"/>
                  </a:lnTo>
                  <a:close/>
                </a:path>
              </a:pathLst>
            </a:custGeom>
            <a:solidFill>
              <a:srgbClr val="595959"/>
            </a:solidFill>
          </p:spPr>
          <p:txBody>
            <a:bodyPr wrap="square" lIns="0" tIns="0" rIns="0" bIns="0" rtlCol="0"/>
            <a:lstStyle/>
            <a:p>
              <a:endParaRPr/>
            </a:p>
          </p:txBody>
        </p:sp>
        <p:sp>
          <p:nvSpPr>
            <p:cNvPr id="125" name="object 125">
              <a:extLst>
                <a:ext uri="{FF2B5EF4-FFF2-40B4-BE49-F238E27FC236}">
                  <a16:creationId xmlns:a16="http://schemas.microsoft.com/office/drawing/2014/main" id="{EBA71A15-1577-C3CA-58D0-40D8B773F57C}"/>
                </a:ext>
              </a:extLst>
            </p:cNvPr>
            <p:cNvSpPr/>
            <p:nvPr/>
          </p:nvSpPr>
          <p:spPr>
            <a:xfrm>
              <a:off x="6593619" y="1886510"/>
              <a:ext cx="38735" cy="44450"/>
            </a:xfrm>
            <a:custGeom>
              <a:avLst/>
              <a:gdLst/>
              <a:ahLst/>
              <a:cxnLst/>
              <a:rect l="l" t="t" r="r" b="b"/>
              <a:pathLst>
                <a:path w="38734" h="44450">
                  <a:moveTo>
                    <a:pt x="25318" y="44121"/>
                  </a:moveTo>
                  <a:lnTo>
                    <a:pt x="38325" y="0"/>
                  </a:lnTo>
                  <a:lnTo>
                    <a:pt x="0" y="25437"/>
                  </a:lnTo>
                  <a:lnTo>
                    <a:pt x="25318" y="44121"/>
                  </a:lnTo>
                  <a:close/>
                </a:path>
              </a:pathLst>
            </a:custGeom>
            <a:ln w="9524">
              <a:solidFill>
                <a:srgbClr val="595959"/>
              </a:solidFill>
            </a:ln>
          </p:spPr>
          <p:txBody>
            <a:bodyPr wrap="square" lIns="0" tIns="0" rIns="0" bIns="0" rtlCol="0"/>
            <a:lstStyle/>
            <a:p>
              <a:endParaRPr/>
            </a:p>
          </p:txBody>
        </p:sp>
        <p:sp>
          <p:nvSpPr>
            <p:cNvPr id="126" name="object 126">
              <a:extLst>
                <a:ext uri="{FF2B5EF4-FFF2-40B4-BE49-F238E27FC236}">
                  <a16:creationId xmlns:a16="http://schemas.microsoft.com/office/drawing/2014/main" id="{2BD8C3CA-0DF4-5C0F-BCCF-C7EC5435A7E1}"/>
                </a:ext>
              </a:extLst>
            </p:cNvPr>
            <p:cNvSpPr/>
            <p:nvPr/>
          </p:nvSpPr>
          <p:spPr>
            <a:xfrm>
              <a:off x="6050414" y="3473849"/>
              <a:ext cx="556260" cy="753745"/>
            </a:xfrm>
            <a:custGeom>
              <a:avLst/>
              <a:gdLst/>
              <a:ahLst/>
              <a:cxnLst/>
              <a:rect l="l" t="t" r="r" b="b"/>
              <a:pathLst>
                <a:path w="556259" h="753745">
                  <a:moveTo>
                    <a:pt x="0" y="0"/>
                  </a:moveTo>
                  <a:lnTo>
                    <a:pt x="555864" y="753216"/>
                  </a:lnTo>
                </a:path>
              </a:pathLst>
            </a:custGeom>
            <a:ln w="9524">
              <a:solidFill>
                <a:srgbClr val="595959"/>
              </a:solidFill>
              <a:prstDash val="lgDash"/>
            </a:ln>
          </p:spPr>
          <p:txBody>
            <a:bodyPr wrap="square" lIns="0" tIns="0" rIns="0" bIns="0" rtlCol="0"/>
            <a:lstStyle/>
            <a:p>
              <a:endParaRPr/>
            </a:p>
          </p:txBody>
        </p:sp>
        <p:sp>
          <p:nvSpPr>
            <p:cNvPr id="127" name="object 127">
              <a:extLst>
                <a:ext uri="{FF2B5EF4-FFF2-40B4-BE49-F238E27FC236}">
                  <a16:creationId xmlns:a16="http://schemas.microsoft.com/office/drawing/2014/main" id="{B62D099C-B094-5D78-FDD7-5323B878A9FA}"/>
                </a:ext>
              </a:extLst>
            </p:cNvPr>
            <p:cNvSpPr/>
            <p:nvPr/>
          </p:nvSpPr>
          <p:spPr>
            <a:xfrm>
              <a:off x="6593619" y="4217724"/>
              <a:ext cx="38735" cy="44450"/>
            </a:xfrm>
            <a:custGeom>
              <a:avLst/>
              <a:gdLst/>
              <a:ahLst/>
              <a:cxnLst/>
              <a:rect l="l" t="t" r="r" b="b"/>
              <a:pathLst>
                <a:path w="38734" h="44450">
                  <a:moveTo>
                    <a:pt x="38325" y="44121"/>
                  </a:moveTo>
                  <a:lnTo>
                    <a:pt x="0" y="18683"/>
                  </a:lnTo>
                  <a:lnTo>
                    <a:pt x="25318" y="0"/>
                  </a:lnTo>
                  <a:lnTo>
                    <a:pt x="38325" y="44121"/>
                  </a:lnTo>
                  <a:close/>
                </a:path>
              </a:pathLst>
            </a:custGeom>
            <a:solidFill>
              <a:srgbClr val="595959"/>
            </a:solidFill>
          </p:spPr>
          <p:txBody>
            <a:bodyPr wrap="square" lIns="0" tIns="0" rIns="0" bIns="0" rtlCol="0"/>
            <a:lstStyle/>
            <a:p>
              <a:endParaRPr/>
            </a:p>
          </p:txBody>
        </p:sp>
        <p:sp>
          <p:nvSpPr>
            <p:cNvPr id="128" name="object 128">
              <a:extLst>
                <a:ext uri="{FF2B5EF4-FFF2-40B4-BE49-F238E27FC236}">
                  <a16:creationId xmlns:a16="http://schemas.microsoft.com/office/drawing/2014/main" id="{F982702D-EC97-DDEF-C5A3-BE61798A6ABC}"/>
                </a:ext>
              </a:extLst>
            </p:cNvPr>
            <p:cNvSpPr/>
            <p:nvPr/>
          </p:nvSpPr>
          <p:spPr>
            <a:xfrm>
              <a:off x="6593619" y="4217724"/>
              <a:ext cx="38735" cy="44450"/>
            </a:xfrm>
            <a:custGeom>
              <a:avLst/>
              <a:gdLst/>
              <a:ahLst/>
              <a:cxnLst/>
              <a:rect l="l" t="t" r="r" b="b"/>
              <a:pathLst>
                <a:path w="38734" h="44450">
                  <a:moveTo>
                    <a:pt x="0" y="18683"/>
                  </a:moveTo>
                  <a:lnTo>
                    <a:pt x="38325" y="44121"/>
                  </a:lnTo>
                  <a:lnTo>
                    <a:pt x="25318" y="0"/>
                  </a:lnTo>
                  <a:lnTo>
                    <a:pt x="0" y="18683"/>
                  </a:lnTo>
                  <a:close/>
                </a:path>
              </a:pathLst>
            </a:custGeom>
            <a:ln w="9524">
              <a:solidFill>
                <a:srgbClr val="595959"/>
              </a:solidFill>
            </a:ln>
          </p:spPr>
          <p:txBody>
            <a:bodyPr wrap="square" lIns="0" tIns="0" rIns="0" bIns="0" rtlCol="0"/>
            <a:lstStyle/>
            <a:p>
              <a:endParaRPr/>
            </a:p>
          </p:txBody>
        </p:sp>
        <p:sp>
          <p:nvSpPr>
            <p:cNvPr id="129" name="object 129">
              <a:extLst>
                <a:ext uri="{FF2B5EF4-FFF2-40B4-BE49-F238E27FC236}">
                  <a16:creationId xmlns:a16="http://schemas.microsoft.com/office/drawing/2014/main" id="{8E59E4A9-6978-4093-15DD-38475BBB9FE3}"/>
                </a:ext>
              </a:extLst>
            </p:cNvPr>
            <p:cNvSpPr/>
            <p:nvPr/>
          </p:nvSpPr>
          <p:spPr>
            <a:xfrm>
              <a:off x="6050414" y="2728110"/>
              <a:ext cx="570230" cy="1545590"/>
            </a:xfrm>
            <a:custGeom>
              <a:avLst/>
              <a:gdLst/>
              <a:ahLst/>
              <a:cxnLst/>
              <a:rect l="l" t="t" r="r" b="b"/>
              <a:pathLst>
                <a:path w="570229" h="1545589">
                  <a:moveTo>
                    <a:pt x="0" y="1545082"/>
                  </a:moveTo>
                  <a:lnTo>
                    <a:pt x="570019" y="0"/>
                  </a:lnTo>
                </a:path>
              </a:pathLst>
            </a:custGeom>
            <a:ln w="9524">
              <a:solidFill>
                <a:srgbClr val="595959"/>
              </a:solidFill>
            </a:ln>
          </p:spPr>
          <p:txBody>
            <a:bodyPr wrap="square" lIns="0" tIns="0" rIns="0" bIns="0" rtlCol="0"/>
            <a:lstStyle/>
            <a:p>
              <a:endParaRPr/>
            </a:p>
          </p:txBody>
        </p:sp>
        <p:sp>
          <p:nvSpPr>
            <p:cNvPr id="130" name="object 130">
              <a:extLst>
                <a:ext uri="{FF2B5EF4-FFF2-40B4-BE49-F238E27FC236}">
                  <a16:creationId xmlns:a16="http://schemas.microsoft.com/office/drawing/2014/main" id="{74A23857-B85B-4231-FF63-6B7292F51222}"/>
                </a:ext>
              </a:extLst>
            </p:cNvPr>
            <p:cNvSpPr/>
            <p:nvPr/>
          </p:nvSpPr>
          <p:spPr>
            <a:xfrm>
              <a:off x="6605673" y="2687556"/>
              <a:ext cx="29845" cy="46355"/>
            </a:xfrm>
            <a:custGeom>
              <a:avLst/>
              <a:gdLst/>
              <a:ahLst/>
              <a:cxnLst/>
              <a:rect l="l" t="t" r="r" b="b"/>
              <a:pathLst>
                <a:path w="29845" h="46355">
                  <a:moveTo>
                    <a:pt x="29520" y="45999"/>
                  </a:moveTo>
                  <a:lnTo>
                    <a:pt x="0" y="35108"/>
                  </a:lnTo>
                  <a:lnTo>
                    <a:pt x="29721" y="0"/>
                  </a:lnTo>
                  <a:lnTo>
                    <a:pt x="29520" y="45999"/>
                  </a:lnTo>
                  <a:close/>
                </a:path>
              </a:pathLst>
            </a:custGeom>
            <a:solidFill>
              <a:srgbClr val="595959"/>
            </a:solidFill>
          </p:spPr>
          <p:txBody>
            <a:bodyPr wrap="square" lIns="0" tIns="0" rIns="0" bIns="0" rtlCol="0"/>
            <a:lstStyle/>
            <a:p>
              <a:endParaRPr/>
            </a:p>
          </p:txBody>
        </p:sp>
        <p:sp>
          <p:nvSpPr>
            <p:cNvPr id="131" name="object 131">
              <a:extLst>
                <a:ext uri="{FF2B5EF4-FFF2-40B4-BE49-F238E27FC236}">
                  <a16:creationId xmlns:a16="http://schemas.microsoft.com/office/drawing/2014/main" id="{4A8B838C-5544-6B78-950A-88BF42CA3AF2}"/>
                </a:ext>
              </a:extLst>
            </p:cNvPr>
            <p:cNvSpPr/>
            <p:nvPr/>
          </p:nvSpPr>
          <p:spPr>
            <a:xfrm>
              <a:off x="6605673" y="2687556"/>
              <a:ext cx="29845" cy="46355"/>
            </a:xfrm>
            <a:custGeom>
              <a:avLst/>
              <a:gdLst/>
              <a:ahLst/>
              <a:cxnLst/>
              <a:rect l="l" t="t" r="r" b="b"/>
              <a:pathLst>
                <a:path w="29845" h="46355">
                  <a:moveTo>
                    <a:pt x="29520" y="45999"/>
                  </a:moveTo>
                  <a:lnTo>
                    <a:pt x="29721" y="0"/>
                  </a:lnTo>
                  <a:lnTo>
                    <a:pt x="0" y="35108"/>
                  </a:lnTo>
                  <a:lnTo>
                    <a:pt x="29520" y="45999"/>
                  </a:lnTo>
                  <a:close/>
                </a:path>
              </a:pathLst>
            </a:custGeom>
            <a:ln w="9524">
              <a:solidFill>
                <a:srgbClr val="595959"/>
              </a:solidFill>
            </a:ln>
          </p:spPr>
          <p:txBody>
            <a:bodyPr wrap="square" lIns="0" tIns="0" rIns="0" bIns="0" rtlCol="0"/>
            <a:lstStyle/>
            <a:p>
              <a:endParaRPr/>
            </a:p>
          </p:txBody>
        </p:sp>
        <p:sp>
          <p:nvSpPr>
            <p:cNvPr id="132" name="object 132">
              <a:extLst>
                <a:ext uri="{FF2B5EF4-FFF2-40B4-BE49-F238E27FC236}">
                  <a16:creationId xmlns:a16="http://schemas.microsoft.com/office/drawing/2014/main" id="{03EE0D30-1241-6778-45F3-391D8C392799}"/>
                </a:ext>
              </a:extLst>
            </p:cNvPr>
            <p:cNvSpPr/>
            <p:nvPr/>
          </p:nvSpPr>
          <p:spPr>
            <a:xfrm>
              <a:off x="6050414" y="1930788"/>
              <a:ext cx="576580" cy="2342515"/>
            </a:xfrm>
            <a:custGeom>
              <a:avLst/>
              <a:gdLst/>
              <a:ahLst/>
              <a:cxnLst/>
              <a:rect l="l" t="t" r="r" b="b"/>
              <a:pathLst>
                <a:path w="576579" h="2342515">
                  <a:moveTo>
                    <a:pt x="0" y="2342404"/>
                  </a:moveTo>
                  <a:lnTo>
                    <a:pt x="576149" y="0"/>
                  </a:lnTo>
                </a:path>
              </a:pathLst>
            </a:custGeom>
            <a:ln w="9524">
              <a:solidFill>
                <a:srgbClr val="595959"/>
              </a:solidFill>
              <a:prstDash val="lgDash"/>
            </a:ln>
          </p:spPr>
          <p:txBody>
            <a:bodyPr wrap="square" lIns="0" tIns="0" rIns="0" bIns="0" rtlCol="0"/>
            <a:lstStyle/>
            <a:p>
              <a:endParaRPr/>
            </a:p>
          </p:txBody>
        </p:sp>
        <p:sp>
          <p:nvSpPr>
            <p:cNvPr id="133" name="object 133">
              <a:extLst>
                <a:ext uri="{FF2B5EF4-FFF2-40B4-BE49-F238E27FC236}">
                  <a16:creationId xmlns:a16="http://schemas.microsoft.com/office/drawing/2014/main" id="{6141C8CA-B44A-5B90-9FCB-638A5E9C84C2}"/>
                </a:ext>
              </a:extLst>
            </p:cNvPr>
            <p:cNvSpPr/>
            <p:nvPr/>
          </p:nvSpPr>
          <p:spPr>
            <a:xfrm>
              <a:off x="6611287" y="1888814"/>
              <a:ext cx="31115" cy="46355"/>
            </a:xfrm>
            <a:custGeom>
              <a:avLst/>
              <a:gdLst/>
              <a:ahLst/>
              <a:cxnLst/>
              <a:rect l="l" t="t" r="r" b="b"/>
              <a:pathLst>
                <a:path w="31115" h="46355">
                  <a:moveTo>
                    <a:pt x="30554" y="45732"/>
                  </a:moveTo>
                  <a:lnTo>
                    <a:pt x="0" y="38216"/>
                  </a:lnTo>
                  <a:lnTo>
                    <a:pt x="25601" y="0"/>
                  </a:lnTo>
                  <a:lnTo>
                    <a:pt x="30554" y="45732"/>
                  </a:lnTo>
                  <a:close/>
                </a:path>
              </a:pathLst>
            </a:custGeom>
            <a:solidFill>
              <a:srgbClr val="595959"/>
            </a:solidFill>
          </p:spPr>
          <p:txBody>
            <a:bodyPr wrap="square" lIns="0" tIns="0" rIns="0" bIns="0" rtlCol="0"/>
            <a:lstStyle/>
            <a:p>
              <a:endParaRPr/>
            </a:p>
          </p:txBody>
        </p:sp>
        <p:sp>
          <p:nvSpPr>
            <p:cNvPr id="134" name="object 134">
              <a:extLst>
                <a:ext uri="{FF2B5EF4-FFF2-40B4-BE49-F238E27FC236}">
                  <a16:creationId xmlns:a16="http://schemas.microsoft.com/office/drawing/2014/main" id="{CBA35EDD-32A3-D24B-69F0-9C97492F6260}"/>
                </a:ext>
              </a:extLst>
            </p:cNvPr>
            <p:cNvSpPr/>
            <p:nvPr/>
          </p:nvSpPr>
          <p:spPr>
            <a:xfrm>
              <a:off x="6611287" y="1888814"/>
              <a:ext cx="31115" cy="46355"/>
            </a:xfrm>
            <a:custGeom>
              <a:avLst/>
              <a:gdLst/>
              <a:ahLst/>
              <a:cxnLst/>
              <a:rect l="l" t="t" r="r" b="b"/>
              <a:pathLst>
                <a:path w="31115" h="46355">
                  <a:moveTo>
                    <a:pt x="30554" y="45732"/>
                  </a:moveTo>
                  <a:lnTo>
                    <a:pt x="25601" y="0"/>
                  </a:lnTo>
                  <a:lnTo>
                    <a:pt x="0" y="38216"/>
                  </a:lnTo>
                  <a:lnTo>
                    <a:pt x="30554" y="45732"/>
                  </a:lnTo>
                  <a:close/>
                </a:path>
              </a:pathLst>
            </a:custGeom>
            <a:ln w="9524">
              <a:solidFill>
                <a:srgbClr val="595959"/>
              </a:solidFill>
            </a:ln>
          </p:spPr>
          <p:txBody>
            <a:bodyPr wrap="square" lIns="0" tIns="0" rIns="0" bIns="0" rtlCol="0"/>
            <a:lstStyle/>
            <a:p>
              <a:endParaRPr/>
            </a:p>
          </p:txBody>
        </p:sp>
        <p:sp>
          <p:nvSpPr>
            <p:cNvPr id="135" name="object 135">
              <a:extLst>
                <a:ext uri="{FF2B5EF4-FFF2-40B4-BE49-F238E27FC236}">
                  <a16:creationId xmlns:a16="http://schemas.microsoft.com/office/drawing/2014/main" id="{D2614DF1-C020-44ED-02D2-C52991AC8023}"/>
                </a:ext>
              </a:extLst>
            </p:cNvPr>
            <p:cNvSpPr/>
            <p:nvPr/>
          </p:nvSpPr>
          <p:spPr>
            <a:xfrm>
              <a:off x="7377834" y="2301290"/>
              <a:ext cx="542925" cy="373380"/>
            </a:xfrm>
            <a:custGeom>
              <a:avLst/>
              <a:gdLst/>
              <a:ahLst/>
              <a:cxnLst/>
              <a:rect l="l" t="t" r="r" b="b"/>
              <a:pathLst>
                <a:path w="542925" h="373380">
                  <a:moveTo>
                    <a:pt x="0" y="373216"/>
                  </a:moveTo>
                  <a:lnTo>
                    <a:pt x="542709" y="0"/>
                  </a:lnTo>
                </a:path>
              </a:pathLst>
            </a:custGeom>
            <a:ln w="9524">
              <a:solidFill>
                <a:srgbClr val="595959"/>
              </a:solidFill>
              <a:prstDash val="lgDash"/>
            </a:ln>
          </p:spPr>
          <p:txBody>
            <a:bodyPr wrap="square" lIns="0" tIns="0" rIns="0" bIns="0" rtlCol="0"/>
            <a:lstStyle/>
            <a:p>
              <a:endParaRPr/>
            </a:p>
          </p:txBody>
        </p:sp>
        <p:sp>
          <p:nvSpPr>
            <p:cNvPr id="136" name="object 136">
              <a:extLst>
                <a:ext uri="{FF2B5EF4-FFF2-40B4-BE49-F238E27FC236}">
                  <a16:creationId xmlns:a16="http://schemas.microsoft.com/office/drawing/2014/main" id="{199AC5CD-1E1D-5AB1-3D3A-299F71086031}"/>
                </a:ext>
              </a:extLst>
            </p:cNvPr>
            <p:cNvSpPr/>
            <p:nvPr/>
          </p:nvSpPr>
          <p:spPr>
            <a:xfrm>
              <a:off x="7911630" y="2276797"/>
              <a:ext cx="45085" cy="37465"/>
            </a:xfrm>
            <a:custGeom>
              <a:avLst/>
              <a:gdLst/>
              <a:ahLst/>
              <a:cxnLst/>
              <a:rect l="l" t="t" r="r" b="b"/>
              <a:pathLst>
                <a:path w="45084" h="37464">
                  <a:moveTo>
                    <a:pt x="17829" y="37456"/>
                  </a:moveTo>
                  <a:lnTo>
                    <a:pt x="0" y="11529"/>
                  </a:lnTo>
                  <a:lnTo>
                    <a:pt x="44531" y="0"/>
                  </a:lnTo>
                  <a:lnTo>
                    <a:pt x="17829" y="37456"/>
                  </a:lnTo>
                  <a:close/>
                </a:path>
              </a:pathLst>
            </a:custGeom>
            <a:solidFill>
              <a:srgbClr val="595959"/>
            </a:solidFill>
          </p:spPr>
          <p:txBody>
            <a:bodyPr wrap="square" lIns="0" tIns="0" rIns="0" bIns="0" rtlCol="0"/>
            <a:lstStyle/>
            <a:p>
              <a:endParaRPr/>
            </a:p>
          </p:txBody>
        </p:sp>
        <p:sp>
          <p:nvSpPr>
            <p:cNvPr id="137" name="object 137">
              <a:extLst>
                <a:ext uri="{FF2B5EF4-FFF2-40B4-BE49-F238E27FC236}">
                  <a16:creationId xmlns:a16="http://schemas.microsoft.com/office/drawing/2014/main" id="{FE379D53-E14A-69B7-379D-2AFF5C0F45C4}"/>
                </a:ext>
              </a:extLst>
            </p:cNvPr>
            <p:cNvSpPr/>
            <p:nvPr/>
          </p:nvSpPr>
          <p:spPr>
            <a:xfrm>
              <a:off x="7911630" y="2276797"/>
              <a:ext cx="45085" cy="37465"/>
            </a:xfrm>
            <a:custGeom>
              <a:avLst/>
              <a:gdLst/>
              <a:ahLst/>
              <a:cxnLst/>
              <a:rect l="l" t="t" r="r" b="b"/>
              <a:pathLst>
                <a:path w="45084" h="37464">
                  <a:moveTo>
                    <a:pt x="17829" y="37456"/>
                  </a:moveTo>
                  <a:lnTo>
                    <a:pt x="44531" y="0"/>
                  </a:lnTo>
                  <a:lnTo>
                    <a:pt x="0" y="11529"/>
                  </a:lnTo>
                  <a:lnTo>
                    <a:pt x="17829" y="37456"/>
                  </a:lnTo>
                  <a:close/>
                </a:path>
              </a:pathLst>
            </a:custGeom>
            <a:ln w="9524">
              <a:solidFill>
                <a:srgbClr val="595959"/>
              </a:solidFill>
            </a:ln>
          </p:spPr>
          <p:txBody>
            <a:bodyPr wrap="square" lIns="0" tIns="0" rIns="0" bIns="0" rtlCol="0"/>
            <a:lstStyle/>
            <a:p>
              <a:endParaRPr/>
            </a:p>
          </p:txBody>
        </p:sp>
        <p:sp>
          <p:nvSpPr>
            <p:cNvPr id="138" name="object 138">
              <a:extLst>
                <a:ext uri="{FF2B5EF4-FFF2-40B4-BE49-F238E27FC236}">
                  <a16:creationId xmlns:a16="http://schemas.microsoft.com/office/drawing/2014/main" id="{B544F30D-A22C-FCEA-A742-E9FA7323BF68}"/>
                </a:ext>
              </a:extLst>
            </p:cNvPr>
            <p:cNvSpPr/>
            <p:nvPr/>
          </p:nvSpPr>
          <p:spPr>
            <a:xfrm>
              <a:off x="7377834" y="3106305"/>
              <a:ext cx="542925" cy="367665"/>
            </a:xfrm>
            <a:custGeom>
              <a:avLst/>
              <a:gdLst/>
              <a:ahLst/>
              <a:cxnLst/>
              <a:rect l="l" t="t" r="r" b="b"/>
              <a:pathLst>
                <a:path w="542925" h="367664">
                  <a:moveTo>
                    <a:pt x="0" y="367544"/>
                  </a:moveTo>
                  <a:lnTo>
                    <a:pt x="542486" y="0"/>
                  </a:lnTo>
                </a:path>
              </a:pathLst>
            </a:custGeom>
            <a:ln w="9524">
              <a:solidFill>
                <a:srgbClr val="595959"/>
              </a:solidFill>
              <a:prstDash val="lgDash"/>
            </a:ln>
          </p:spPr>
          <p:txBody>
            <a:bodyPr wrap="square" lIns="0" tIns="0" rIns="0" bIns="0" rtlCol="0"/>
            <a:lstStyle/>
            <a:p>
              <a:endParaRPr/>
            </a:p>
          </p:txBody>
        </p:sp>
        <p:sp>
          <p:nvSpPr>
            <p:cNvPr id="139" name="object 139">
              <a:extLst>
                <a:ext uri="{FF2B5EF4-FFF2-40B4-BE49-F238E27FC236}">
                  <a16:creationId xmlns:a16="http://schemas.microsoft.com/office/drawing/2014/main" id="{1B54F7CB-3CA9-362F-C09E-63088429190E}"/>
                </a:ext>
              </a:extLst>
            </p:cNvPr>
            <p:cNvSpPr/>
            <p:nvPr/>
          </p:nvSpPr>
          <p:spPr>
            <a:xfrm>
              <a:off x="7911496" y="3082060"/>
              <a:ext cx="45085" cy="37465"/>
            </a:xfrm>
            <a:custGeom>
              <a:avLst/>
              <a:gdLst/>
              <a:ahLst/>
              <a:cxnLst/>
              <a:rect l="l" t="t" r="r" b="b"/>
              <a:pathLst>
                <a:path w="45084" h="37464">
                  <a:moveTo>
                    <a:pt x="17648" y="37270"/>
                  </a:moveTo>
                  <a:lnTo>
                    <a:pt x="0" y="11220"/>
                  </a:lnTo>
                  <a:lnTo>
                    <a:pt x="44609" y="0"/>
                  </a:lnTo>
                  <a:lnTo>
                    <a:pt x="17648" y="37270"/>
                  </a:lnTo>
                  <a:close/>
                </a:path>
              </a:pathLst>
            </a:custGeom>
            <a:solidFill>
              <a:srgbClr val="595959"/>
            </a:solidFill>
          </p:spPr>
          <p:txBody>
            <a:bodyPr wrap="square" lIns="0" tIns="0" rIns="0" bIns="0" rtlCol="0"/>
            <a:lstStyle/>
            <a:p>
              <a:endParaRPr/>
            </a:p>
          </p:txBody>
        </p:sp>
        <p:sp>
          <p:nvSpPr>
            <p:cNvPr id="140" name="object 140">
              <a:extLst>
                <a:ext uri="{FF2B5EF4-FFF2-40B4-BE49-F238E27FC236}">
                  <a16:creationId xmlns:a16="http://schemas.microsoft.com/office/drawing/2014/main" id="{DE805CCA-35E9-DF06-1AD9-91534450786B}"/>
                </a:ext>
              </a:extLst>
            </p:cNvPr>
            <p:cNvSpPr/>
            <p:nvPr/>
          </p:nvSpPr>
          <p:spPr>
            <a:xfrm>
              <a:off x="7911496" y="3082060"/>
              <a:ext cx="45085" cy="37465"/>
            </a:xfrm>
            <a:custGeom>
              <a:avLst/>
              <a:gdLst/>
              <a:ahLst/>
              <a:cxnLst/>
              <a:rect l="l" t="t" r="r" b="b"/>
              <a:pathLst>
                <a:path w="45084" h="37464">
                  <a:moveTo>
                    <a:pt x="17648" y="37270"/>
                  </a:moveTo>
                  <a:lnTo>
                    <a:pt x="44609" y="0"/>
                  </a:lnTo>
                  <a:lnTo>
                    <a:pt x="0" y="11220"/>
                  </a:lnTo>
                  <a:lnTo>
                    <a:pt x="17648" y="37270"/>
                  </a:lnTo>
                  <a:close/>
                </a:path>
              </a:pathLst>
            </a:custGeom>
            <a:ln w="9524">
              <a:solidFill>
                <a:srgbClr val="595959"/>
              </a:solidFill>
            </a:ln>
          </p:spPr>
          <p:txBody>
            <a:bodyPr wrap="square" lIns="0" tIns="0" rIns="0" bIns="0" rtlCol="0"/>
            <a:lstStyle/>
            <a:p>
              <a:endParaRPr/>
            </a:p>
          </p:txBody>
        </p:sp>
        <p:sp>
          <p:nvSpPr>
            <p:cNvPr id="141" name="object 141">
              <a:extLst>
                <a:ext uri="{FF2B5EF4-FFF2-40B4-BE49-F238E27FC236}">
                  <a16:creationId xmlns:a16="http://schemas.microsoft.com/office/drawing/2014/main" id="{D0B613C1-2D6A-9C73-59D2-1AD67AE43C23}"/>
                </a:ext>
              </a:extLst>
            </p:cNvPr>
            <p:cNvSpPr/>
            <p:nvPr/>
          </p:nvSpPr>
          <p:spPr>
            <a:xfrm>
              <a:off x="7377834" y="3911033"/>
              <a:ext cx="542290" cy="362585"/>
            </a:xfrm>
            <a:custGeom>
              <a:avLst/>
              <a:gdLst/>
              <a:ahLst/>
              <a:cxnLst/>
              <a:rect l="l" t="t" r="r" b="b"/>
              <a:pathLst>
                <a:path w="542290" h="362585">
                  <a:moveTo>
                    <a:pt x="0" y="362159"/>
                  </a:moveTo>
                  <a:lnTo>
                    <a:pt x="542274" y="0"/>
                  </a:lnTo>
                </a:path>
              </a:pathLst>
            </a:custGeom>
            <a:ln w="9524">
              <a:solidFill>
                <a:srgbClr val="595959"/>
              </a:solidFill>
            </a:ln>
          </p:spPr>
          <p:txBody>
            <a:bodyPr wrap="square" lIns="0" tIns="0" rIns="0" bIns="0" rtlCol="0"/>
            <a:lstStyle/>
            <a:p>
              <a:endParaRPr/>
            </a:p>
          </p:txBody>
        </p:sp>
        <p:sp>
          <p:nvSpPr>
            <p:cNvPr id="142" name="object 142">
              <a:extLst>
                <a:ext uri="{FF2B5EF4-FFF2-40B4-BE49-F238E27FC236}">
                  <a16:creationId xmlns:a16="http://schemas.microsoft.com/office/drawing/2014/main" id="{185B244E-42F6-BE38-9B53-F811B171B80D}"/>
                </a:ext>
              </a:extLst>
            </p:cNvPr>
            <p:cNvSpPr/>
            <p:nvPr/>
          </p:nvSpPr>
          <p:spPr>
            <a:xfrm>
              <a:off x="7911371" y="3887026"/>
              <a:ext cx="45085" cy="37465"/>
            </a:xfrm>
            <a:custGeom>
              <a:avLst/>
              <a:gdLst/>
              <a:ahLst/>
              <a:cxnLst/>
              <a:rect l="l" t="t" r="r" b="b"/>
              <a:pathLst>
                <a:path w="45084" h="37464">
                  <a:moveTo>
                    <a:pt x="17474" y="37089"/>
                  </a:moveTo>
                  <a:lnTo>
                    <a:pt x="0" y="10923"/>
                  </a:lnTo>
                  <a:lnTo>
                    <a:pt x="44683" y="0"/>
                  </a:lnTo>
                  <a:lnTo>
                    <a:pt x="17474" y="37089"/>
                  </a:lnTo>
                  <a:close/>
                </a:path>
              </a:pathLst>
            </a:custGeom>
            <a:solidFill>
              <a:srgbClr val="595959"/>
            </a:solidFill>
          </p:spPr>
          <p:txBody>
            <a:bodyPr wrap="square" lIns="0" tIns="0" rIns="0" bIns="0" rtlCol="0"/>
            <a:lstStyle/>
            <a:p>
              <a:endParaRPr/>
            </a:p>
          </p:txBody>
        </p:sp>
        <p:sp>
          <p:nvSpPr>
            <p:cNvPr id="143" name="object 143">
              <a:extLst>
                <a:ext uri="{FF2B5EF4-FFF2-40B4-BE49-F238E27FC236}">
                  <a16:creationId xmlns:a16="http://schemas.microsoft.com/office/drawing/2014/main" id="{62D2DA50-745A-AEEC-CADD-0608B42452C5}"/>
                </a:ext>
              </a:extLst>
            </p:cNvPr>
            <p:cNvSpPr/>
            <p:nvPr/>
          </p:nvSpPr>
          <p:spPr>
            <a:xfrm>
              <a:off x="7911371" y="3887026"/>
              <a:ext cx="45085" cy="37465"/>
            </a:xfrm>
            <a:custGeom>
              <a:avLst/>
              <a:gdLst/>
              <a:ahLst/>
              <a:cxnLst/>
              <a:rect l="l" t="t" r="r" b="b"/>
              <a:pathLst>
                <a:path w="45084" h="37464">
                  <a:moveTo>
                    <a:pt x="17474" y="37089"/>
                  </a:moveTo>
                  <a:lnTo>
                    <a:pt x="44683" y="0"/>
                  </a:lnTo>
                  <a:lnTo>
                    <a:pt x="0" y="10923"/>
                  </a:lnTo>
                  <a:lnTo>
                    <a:pt x="17474" y="37089"/>
                  </a:lnTo>
                  <a:close/>
                </a:path>
              </a:pathLst>
            </a:custGeom>
            <a:ln w="9524">
              <a:solidFill>
                <a:srgbClr val="595959"/>
              </a:solidFill>
            </a:ln>
          </p:spPr>
          <p:txBody>
            <a:bodyPr wrap="square" lIns="0" tIns="0" rIns="0" bIns="0" rtlCol="0"/>
            <a:lstStyle/>
            <a:p>
              <a:endParaRPr/>
            </a:p>
          </p:txBody>
        </p:sp>
        <p:sp>
          <p:nvSpPr>
            <p:cNvPr id="144" name="object 144">
              <a:extLst>
                <a:ext uri="{FF2B5EF4-FFF2-40B4-BE49-F238E27FC236}">
                  <a16:creationId xmlns:a16="http://schemas.microsoft.com/office/drawing/2014/main" id="{863D5F53-C1D3-84B4-3007-DD9FD307712B}"/>
                </a:ext>
              </a:extLst>
            </p:cNvPr>
            <p:cNvSpPr/>
            <p:nvPr/>
          </p:nvSpPr>
          <p:spPr>
            <a:xfrm>
              <a:off x="7377834" y="3125375"/>
              <a:ext cx="565150" cy="1148080"/>
            </a:xfrm>
            <a:custGeom>
              <a:avLst/>
              <a:gdLst/>
              <a:ahLst/>
              <a:cxnLst/>
              <a:rect l="l" t="t" r="r" b="b"/>
              <a:pathLst>
                <a:path w="565150" h="1148079">
                  <a:moveTo>
                    <a:pt x="0" y="1147817"/>
                  </a:moveTo>
                  <a:lnTo>
                    <a:pt x="564575" y="0"/>
                  </a:lnTo>
                </a:path>
              </a:pathLst>
            </a:custGeom>
            <a:ln w="9524">
              <a:solidFill>
                <a:srgbClr val="595959"/>
              </a:solidFill>
              <a:prstDash val="lgDash"/>
            </a:ln>
          </p:spPr>
          <p:txBody>
            <a:bodyPr wrap="square" lIns="0" tIns="0" rIns="0" bIns="0" rtlCol="0"/>
            <a:lstStyle/>
            <a:p>
              <a:endParaRPr/>
            </a:p>
          </p:txBody>
        </p:sp>
        <p:sp>
          <p:nvSpPr>
            <p:cNvPr id="145" name="object 145">
              <a:extLst>
                <a:ext uri="{FF2B5EF4-FFF2-40B4-BE49-F238E27FC236}">
                  <a16:creationId xmlns:a16="http://schemas.microsoft.com/office/drawing/2014/main" id="{55DF9B4E-9B48-1AA2-93BA-82A720A8235D}"/>
                </a:ext>
              </a:extLst>
            </p:cNvPr>
            <p:cNvSpPr/>
            <p:nvPr/>
          </p:nvSpPr>
          <p:spPr>
            <a:xfrm>
              <a:off x="7928293" y="3086587"/>
              <a:ext cx="33655" cy="46355"/>
            </a:xfrm>
            <a:custGeom>
              <a:avLst/>
              <a:gdLst/>
              <a:ahLst/>
              <a:cxnLst/>
              <a:rect l="l" t="t" r="r" b="b"/>
              <a:pathLst>
                <a:path w="33654" h="46355">
                  <a:moveTo>
                    <a:pt x="28234" y="45731"/>
                  </a:moveTo>
                  <a:lnTo>
                    <a:pt x="0" y="31843"/>
                  </a:lnTo>
                  <a:lnTo>
                    <a:pt x="33195" y="0"/>
                  </a:lnTo>
                  <a:lnTo>
                    <a:pt x="28234" y="45731"/>
                  </a:lnTo>
                  <a:close/>
                </a:path>
              </a:pathLst>
            </a:custGeom>
            <a:solidFill>
              <a:srgbClr val="595959"/>
            </a:solidFill>
          </p:spPr>
          <p:txBody>
            <a:bodyPr wrap="square" lIns="0" tIns="0" rIns="0" bIns="0" rtlCol="0"/>
            <a:lstStyle/>
            <a:p>
              <a:endParaRPr/>
            </a:p>
          </p:txBody>
        </p:sp>
        <p:sp>
          <p:nvSpPr>
            <p:cNvPr id="146" name="object 146">
              <a:extLst>
                <a:ext uri="{FF2B5EF4-FFF2-40B4-BE49-F238E27FC236}">
                  <a16:creationId xmlns:a16="http://schemas.microsoft.com/office/drawing/2014/main" id="{92A43147-0E64-A178-7EDC-3716C4C3CF43}"/>
                </a:ext>
              </a:extLst>
            </p:cNvPr>
            <p:cNvSpPr/>
            <p:nvPr/>
          </p:nvSpPr>
          <p:spPr>
            <a:xfrm>
              <a:off x="7928293" y="3086587"/>
              <a:ext cx="33655" cy="46355"/>
            </a:xfrm>
            <a:custGeom>
              <a:avLst/>
              <a:gdLst/>
              <a:ahLst/>
              <a:cxnLst/>
              <a:rect l="l" t="t" r="r" b="b"/>
              <a:pathLst>
                <a:path w="33654" h="46355">
                  <a:moveTo>
                    <a:pt x="28234" y="45731"/>
                  </a:moveTo>
                  <a:lnTo>
                    <a:pt x="33195" y="0"/>
                  </a:lnTo>
                  <a:lnTo>
                    <a:pt x="0" y="31843"/>
                  </a:lnTo>
                  <a:lnTo>
                    <a:pt x="28234" y="45731"/>
                  </a:lnTo>
                  <a:close/>
                </a:path>
              </a:pathLst>
            </a:custGeom>
            <a:ln w="9524">
              <a:solidFill>
                <a:srgbClr val="595959"/>
              </a:solidFill>
            </a:ln>
          </p:spPr>
          <p:txBody>
            <a:bodyPr wrap="square" lIns="0" tIns="0" rIns="0" bIns="0" rtlCol="0"/>
            <a:lstStyle/>
            <a:p>
              <a:endParaRPr/>
            </a:p>
          </p:txBody>
        </p:sp>
        <p:sp>
          <p:nvSpPr>
            <p:cNvPr id="147" name="object 147">
              <a:extLst>
                <a:ext uri="{FF2B5EF4-FFF2-40B4-BE49-F238E27FC236}">
                  <a16:creationId xmlns:a16="http://schemas.microsoft.com/office/drawing/2014/main" id="{19B35E95-D945-2F26-2D16-D10A013725B2}"/>
                </a:ext>
              </a:extLst>
            </p:cNvPr>
            <p:cNvSpPr/>
            <p:nvPr/>
          </p:nvSpPr>
          <p:spPr>
            <a:xfrm>
              <a:off x="7377834" y="2323718"/>
              <a:ext cx="574040" cy="1950085"/>
            </a:xfrm>
            <a:custGeom>
              <a:avLst/>
              <a:gdLst/>
              <a:ahLst/>
              <a:cxnLst/>
              <a:rect l="l" t="t" r="r" b="b"/>
              <a:pathLst>
                <a:path w="574040" h="1950085">
                  <a:moveTo>
                    <a:pt x="0" y="1949474"/>
                  </a:moveTo>
                  <a:lnTo>
                    <a:pt x="573666" y="0"/>
                  </a:lnTo>
                </a:path>
              </a:pathLst>
            </a:custGeom>
            <a:ln w="9524">
              <a:solidFill>
                <a:srgbClr val="595959"/>
              </a:solidFill>
              <a:prstDash val="lgDash"/>
            </a:ln>
          </p:spPr>
          <p:txBody>
            <a:bodyPr wrap="square" lIns="0" tIns="0" rIns="0" bIns="0" rtlCol="0"/>
            <a:lstStyle/>
            <a:p>
              <a:endParaRPr/>
            </a:p>
          </p:txBody>
        </p:sp>
        <p:sp>
          <p:nvSpPr>
            <p:cNvPr id="148" name="object 148">
              <a:extLst>
                <a:ext uri="{FF2B5EF4-FFF2-40B4-BE49-F238E27FC236}">
                  <a16:creationId xmlns:a16="http://schemas.microsoft.com/office/drawing/2014/main" id="{D9DCE19C-B51D-ECA6-9E84-E98A8ABA5333}"/>
                </a:ext>
              </a:extLst>
            </p:cNvPr>
            <p:cNvSpPr/>
            <p:nvPr/>
          </p:nvSpPr>
          <p:spPr>
            <a:xfrm>
              <a:off x="7936408" y="2282251"/>
              <a:ext cx="30480" cy="46355"/>
            </a:xfrm>
            <a:custGeom>
              <a:avLst/>
              <a:gdLst/>
              <a:ahLst/>
              <a:cxnLst/>
              <a:rect l="l" t="t" r="r" b="b"/>
              <a:pathLst>
                <a:path w="30479" h="46355">
                  <a:moveTo>
                    <a:pt x="30185" y="45908"/>
                  </a:moveTo>
                  <a:lnTo>
                    <a:pt x="0" y="37025"/>
                  </a:lnTo>
                  <a:lnTo>
                    <a:pt x="27295" y="0"/>
                  </a:lnTo>
                  <a:lnTo>
                    <a:pt x="30185" y="45908"/>
                  </a:lnTo>
                  <a:close/>
                </a:path>
              </a:pathLst>
            </a:custGeom>
            <a:solidFill>
              <a:srgbClr val="595959"/>
            </a:solidFill>
          </p:spPr>
          <p:txBody>
            <a:bodyPr wrap="square" lIns="0" tIns="0" rIns="0" bIns="0" rtlCol="0"/>
            <a:lstStyle/>
            <a:p>
              <a:endParaRPr/>
            </a:p>
          </p:txBody>
        </p:sp>
        <p:sp>
          <p:nvSpPr>
            <p:cNvPr id="149" name="object 149">
              <a:extLst>
                <a:ext uri="{FF2B5EF4-FFF2-40B4-BE49-F238E27FC236}">
                  <a16:creationId xmlns:a16="http://schemas.microsoft.com/office/drawing/2014/main" id="{0104702F-5128-12D9-992A-0E36885B9E68}"/>
                </a:ext>
              </a:extLst>
            </p:cNvPr>
            <p:cNvSpPr/>
            <p:nvPr/>
          </p:nvSpPr>
          <p:spPr>
            <a:xfrm>
              <a:off x="7936408" y="2282251"/>
              <a:ext cx="30480" cy="46355"/>
            </a:xfrm>
            <a:custGeom>
              <a:avLst/>
              <a:gdLst/>
              <a:ahLst/>
              <a:cxnLst/>
              <a:rect l="l" t="t" r="r" b="b"/>
              <a:pathLst>
                <a:path w="30479" h="46355">
                  <a:moveTo>
                    <a:pt x="30185" y="45908"/>
                  </a:moveTo>
                  <a:lnTo>
                    <a:pt x="27295" y="0"/>
                  </a:lnTo>
                  <a:lnTo>
                    <a:pt x="0" y="37025"/>
                  </a:lnTo>
                  <a:lnTo>
                    <a:pt x="30185" y="45908"/>
                  </a:lnTo>
                  <a:close/>
                </a:path>
              </a:pathLst>
            </a:custGeom>
            <a:ln w="9524">
              <a:solidFill>
                <a:srgbClr val="595959"/>
              </a:solidFill>
            </a:ln>
          </p:spPr>
          <p:txBody>
            <a:bodyPr wrap="square" lIns="0" tIns="0" rIns="0" bIns="0" rtlCol="0"/>
            <a:lstStyle/>
            <a:p>
              <a:endParaRPr/>
            </a:p>
          </p:txBody>
        </p:sp>
        <p:sp>
          <p:nvSpPr>
            <p:cNvPr id="150" name="object 150">
              <a:extLst>
                <a:ext uri="{FF2B5EF4-FFF2-40B4-BE49-F238E27FC236}">
                  <a16:creationId xmlns:a16="http://schemas.microsoft.com/office/drawing/2014/main" id="{CD85FD5F-DA88-9A38-49F1-0E9DE81BE6ED}"/>
                </a:ext>
              </a:extLst>
            </p:cNvPr>
            <p:cNvSpPr/>
            <p:nvPr/>
          </p:nvSpPr>
          <p:spPr>
            <a:xfrm>
              <a:off x="7377834" y="2320379"/>
              <a:ext cx="565150" cy="1153795"/>
            </a:xfrm>
            <a:custGeom>
              <a:avLst/>
              <a:gdLst/>
              <a:ahLst/>
              <a:cxnLst/>
              <a:rect l="l" t="t" r="r" b="b"/>
              <a:pathLst>
                <a:path w="565150" h="1153795">
                  <a:moveTo>
                    <a:pt x="0" y="1153470"/>
                  </a:moveTo>
                  <a:lnTo>
                    <a:pt x="564671" y="0"/>
                  </a:lnTo>
                </a:path>
              </a:pathLst>
            </a:custGeom>
            <a:ln w="9524">
              <a:solidFill>
                <a:srgbClr val="595959"/>
              </a:solidFill>
              <a:prstDash val="lgDash"/>
            </a:ln>
          </p:spPr>
          <p:txBody>
            <a:bodyPr wrap="square" lIns="0" tIns="0" rIns="0" bIns="0" rtlCol="0"/>
            <a:lstStyle/>
            <a:p>
              <a:endParaRPr/>
            </a:p>
          </p:txBody>
        </p:sp>
        <p:sp>
          <p:nvSpPr>
            <p:cNvPr id="151" name="object 151">
              <a:extLst>
                <a:ext uri="{FF2B5EF4-FFF2-40B4-BE49-F238E27FC236}">
                  <a16:creationId xmlns:a16="http://schemas.microsoft.com/office/drawing/2014/main" id="{BBE90EA7-C4C0-C26F-F91A-E59EEC5517E1}"/>
                </a:ext>
              </a:extLst>
            </p:cNvPr>
            <p:cNvSpPr/>
            <p:nvPr/>
          </p:nvSpPr>
          <p:spPr>
            <a:xfrm>
              <a:off x="7928376" y="2281556"/>
              <a:ext cx="33655" cy="46355"/>
            </a:xfrm>
            <a:custGeom>
              <a:avLst/>
              <a:gdLst/>
              <a:ahLst/>
              <a:cxnLst/>
              <a:rect l="l" t="t" r="r" b="b"/>
              <a:pathLst>
                <a:path w="33654" h="46355">
                  <a:moveTo>
                    <a:pt x="28260" y="45740"/>
                  </a:moveTo>
                  <a:lnTo>
                    <a:pt x="0" y="31905"/>
                  </a:lnTo>
                  <a:lnTo>
                    <a:pt x="33135" y="0"/>
                  </a:lnTo>
                  <a:lnTo>
                    <a:pt x="28260" y="45740"/>
                  </a:lnTo>
                  <a:close/>
                </a:path>
              </a:pathLst>
            </a:custGeom>
            <a:solidFill>
              <a:srgbClr val="595959"/>
            </a:solidFill>
          </p:spPr>
          <p:txBody>
            <a:bodyPr wrap="square" lIns="0" tIns="0" rIns="0" bIns="0" rtlCol="0"/>
            <a:lstStyle/>
            <a:p>
              <a:endParaRPr/>
            </a:p>
          </p:txBody>
        </p:sp>
        <p:sp>
          <p:nvSpPr>
            <p:cNvPr id="152" name="object 152">
              <a:extLst>
                <a:ext uri="{FF2B5EF4-FFF2-40B4-BE49-F238E27FC236}">
                  <a16:creationId xmlns:a16="http://schemas.microsoft.com/office/drawing/2014/main" id="{E08FA4C7-5609-D487-4352-79C23DBE23A2}"/>
                </a:ext>
              </a:extLst>
            </p:cNvPr>
            <p:cNvSpPr/>
            <p:nvPr/>
          </p:nvSpPr>
          <p:spPr>
            <a:xfrm>
              <a:off x="7928376" y="2281556"/>
              <a:ext cx="33655" cy="46355"/>
            </a:xfrm>
            <a:custGeom>
              <a:avLst/>
              <a:gdLst/>
              <a:ahLst/>
              <a:cxnLst/>
              <a:rect l="l" t="t" r="r" b="b"/>
              <a:pathLst>
                <a:path w="33654" h="46355">
                  <a:moveTo>
                    <a:pt x="28260" y="45740"/>
                  </a:moveTo>
                  <a:lnTo>
                    <a:pt x="33135" y="0"/>
                  </a:lnTo>
                  <a:lnTo>
                    <a:pt x="0" y="31905"/>
                  </a:lnTo>
                  <a:lnTo>
                    <a:pt x="28260" y="45740"/>
                  </a:lnTo>
                  <a:close/>
                </a:path>
              </a:pathLst>
            </a:custGeom>
            <a:ln w="9524">
              <a:solidFill>
                <a:srgbClr val="595959"/>
              </a:solidFill>
            </a:ln>
          </p:spPr>
          <p:txBody>
            <a:bodyPr wrap="square" lIns="0" tIns="0" rIns="0" bIns="0" rtlCol="0"/>
            <a:lstStyle/>
            <a:p>
              <a:endParaRPr/>
            </a:p>
          </p:txBody>
        </p:sp>
        <p:sp>
          <p:nvSpPr>
            <p:cNvPr id="153" name="object 153">
              <a:extLst>
                <a:ext uri="{FF2B5EF4-FFF2-40B4-BE49-F238E27FC236}">
                  <a16:creationId xmlns:a16="http://schemas.microsoft.com/office/drawing/2014/main" id="{3948F527-4D9B-90DB-7C54-C77451F7CF6D}"/>
                </a:ext>
              </a:extLst>
            </p:cNvPr>
            <p:cNvSpPr/>
            <p:nvPr/>
          </p:nvSpPr>
          <p:spPr>
            <a:xfrm>
              <a:off x="7377834" y="1875162"/>
              <a:ext cx="542290" cy="362585"/>
            </a:xfrm>
            <a:custGeom>
              <a:avLst/>
              <a:gdLst/>
              <a:ahLst/>
              <a:cxnLst/>
              <a:rect l="l" t="t" r="r" b="b"/>
              <a:pathLst>
                <a:path w="542290" h="362585">
                  <a:moveTo>
                    <a:pt x="0" y="0"/>
                  </a:moveTo>
                  <a:lnTo>
                    <a:pt x="542274" y="362159"/>
                  </a:lnTo>
                </a:path>
              </a:pathLst>
            </a:custGeom>
            <a:ln w="9524">
              <a:solidFill>
                <a:srgbClr val="595959"/>
              </a:solidFill>
              <a:prstDash val="lgDash"/>
            </a:ln>
          </p:spPr>
          <p:txBody>
            <a:bodyPr wrap="square" lIns="0" tIns="0" rIns="0" bIns="0" rtlCol="0"/>
            <a:lstStyle/>
            <a:p>
              <a:endParaRPr/>
            </a:p>
          </p:txBody>
        </p:sp>
        <p:sp>
          <p:nvSpPr>
            <p:cNvPr id="154" name="object 154">
              <a:extLst>
                <a:ext uri="{FF2B5EF4-FFF2-40B4-BE49-F238E27FC236}">
                  <a16:creationId xmlns:a16="http://schemas.microsoft.com/office/drawing/2014/main" id="{3189CB53-63A7-86CF-0F00-8FEDD2F6A563}"/>
                </a:ext>
              </a:extLst>
            </p:cNvPr>
            <p:cNvSpPr/>
            <p:nvPr/>
          </p:nvSpPr>
          <p:spPr>
            <a:xfrm>
              <a:off x="7911371" y="2224239"/>
              <a:ext cx="45085" cy="37465"/>
            </a:xfrm>
            <a:custGeom>
              <a:avLst/>
              <a:gdLst/>
              <a:ahLst/>
              <a:cxnLst/>
              <a:rect l="l" t="t" r="r" b="b"/>
              <a:pathLst>
                <a:path w="45084" h="37464">
                  <a:moveTo>
                    <a:pt x="44683" y="37089"/>
                  </a:moveTo>
                  <a:lnTo>
                    <a:pt x="0" y="26166"/>
                  </a:lnTo>
                  <a:lnTo>
                    <a:pt x="17474" y="0"/>
                  </a:lnTo>
                  <a:lnTo>
                    <a:pt x="44683" y="37089"/>
                  </a:lnTo>
                  <a:close/>
                </a:path>
              </a:pathLst>
            </a:custGeom>
            <a:solidFill>
              <a:srgbClr val="595959"/>
            </a:solidFill>
          </p:spPr>
          <p:txBody>
            <a:bodyPr wrap="square" lIns="0" tIns="0" rIns="0" bIns="0" rtlCol="0"/>
            <a:lstStyle/>
            <a:p>
              <a:endParaRPr/>
            </a:p>
          </p:txBody>
        </p:sp>
        <p:sp>
          <p:nvSpPr>
            <p:cNvPr id="155" name="object 155">
              <a:extLst>
                <a:ext uri="{FF2B5EF4-FFF2-40B4-BE49-F238E27FC236}">
                  <a16:creationId xmlns:a16="http://schemas.microsoft.com/office/drawing/2014/main" id="{126092E1-5873-CCD2-4049-6CACF16264A3}"/>
                </a:ext>
              </a:extLst>
            </p:cNvPr>
            <p:cNvSpPr/>
            <p:nvPr/>
          </p:nvSpPr>
          <p:spPr>
            <a:xfrm>
              <a:off x="7911371" y="2224239"/>
              <a:ext cx="45085" cy="37465"/>
            </a:xfrm>
            <a:custGeom>
              <a:avLst/>
              <a:gdLst/>
              <a:ahLst/>
              <a:cxnLst/>
              <a:rect l="l" t="t" r="r" b="b"/>
              <a:pathLst>
                <a:path w="45084" h="37464">
                  <a:moveTo>
                    <a:pt x="0" y="26166"/>
                  </a:moveTo>
                  <a:lnTo>
                    <a:pt x="44683" y="37089"/>
                  </a:lnTo>
                  <a:lnTo>
                    <a:pt x="17474" y="0"/>
                  </a:lnTo>
                  <a:lnTo>
                    <a:pt x="0" y="26166"/>
                  </a:lnTo>
                  <a:close/>
                </a:path>
              </a:pathLst>
            </a:custGeom>
            <a:ln w="9524">
              <a:solidFill>
                <a:srgbClr val="595959"/>
              </a:solidFill>
            </a:ln>
          </p:spPr>
          <p:txBody>
            <a:bodyPr wrap="square" lIns="0" tIns="0" rIns="0" bIns="0" rtlCol="0"/>
            <a:lstStyle/>
            <a:p>
              <a:endParaRPr/>
            </a:p>
          </p:txBody>
        </p:sp>
        <p:sp>
          <p:nvSpPr>
            <p:cNvPr id="156" name="object 156">
              <a:extLst>
                <a:ext uri="{FF2B5EF4-FFF2-40B4-BE49-F238E27FC236}">
                  <a16:creationId xmlns:a16="http://schemas.microsoft.com/office/drawing/2014/main" id="{AAE9791D-06ED-1615-AC5C-C556D7F69393}"/>
                </a:ext>
              </a:extLst>
            </p:cNvPr>
            <p:cNvSpPr/>
            <p:nvPr/>
          </p:nvSpPr>
          <p:spPr>
            <a:xfrm>
              <a:off x="7377834" y="1875162"/>
              <a:ext cx="565150" cy="1148080"/>
            </a:xfrm>
            <a:custGeom>
              <a:avLst/>
              <a:gdLst/>
              <a:ahLst/>
              <a:cxnLst/>
              <a:rect l="l" t="t" r="r" b="b"/>
              <a:pathLst>
                <a:path w="565150" h="1148080">
                  <a:moveTo>
                    <a:pt x="0" y="0"/>
                  </a:moveTo>
                  <a:lnTo>
                    <a:pt x="564575" y="1147817"/>
                  </a:lnTo>
                </a:path>
              </a:pathLst>
            </a:custGeom>
            <a:ln w="9524">
              <a:solidFill>
                <a:srgbClr val="595959"/>
              </a:solidFill>
              <a:prstDash val="lgDash"/>
            </a:ln>
          </p:spPr>
          <p:txBody>
            <a:bodyPr wrap="square" lIns="0" tIns="0" rIns="0" bIns="0" rtlCol="0"/>
            <a:lstStyle/>
            <a:p>
              <a:endParaRPr/>
            </a:p>
          </p:txBody>
        </p:sp>
        <p:sp>
          <p:nvSpPr>
            <p:cNvPr id="157" name="object 157">
              <a:extLst>
                <a:ext uri="{FF2B5EF4-FFF2-40B4-BE49-F238E27FC236}">
                  <a16:creationId xmlns:a16="http://schemas.microsoft.com/office/drawing/2014/main" id="{02D951EB-3C23-D313-ABC9-494A9B0800D9}"/>
                </a:ext>
              </a:extLst>
            </p:cNvPr>
            <p:cNvSpPr/>
            <p:nvPr/>
          </p:nvSpPr>
          <p:spPr>
            <a:xfrm>
              <a:off x="7928293" y="3016036"/>
              <a:ext cx="33655" cy="46355"/>
            </a:xfrm>
            <a:custGeom>
              <a:avLst/>
              <a:gdLst/>
              <a:ahLst/>
              <a:cxnLst/>
              <a:rect l="l" t="t" r="r" b="b"/>
              <a:pathLst>
                <a:path w="33654" h="46355">
                  <a:moveTo>
                    <a:pt x="33195" y="45731"/>
                  </a:moveTo>
                  <a:lnTo>
                    <a:pt x="0" y="13887"/>
                  </a:lnTo>
                  <a:lnTo>
                    <a:pt x="28234" y="0"/>
                  </a:lnTo>
                  <a:lnTo>
                    <a:pt x="33195" y="45731"/>
                  </a:lnTo>
                  <a:close/>
                </a:path>
              </a:pathLst>
            </a:custGeom>
            <a:solidFill>
              <a:srgbClr val="595959"/>
            </a:solidFill>
          </p:spPr>
          <p:txBody>
            <a:bodyPr wrap="square" lIns="0" tIns="0" rIns="0" bIns="0" rtlCol="0"/>
            <a:lstStyle/>
            <a:p>
              <a:endParaRPr/>
            </a:p>
          </p:txBody>
        </p:sp>
        <p:sp>
          <p:nvSpPr>
            <p:cNvPr id="158" name="object 158">
              <a:extLst>
                <a:ext uri="{FF2B5EF4-FFF2-40B4-BE49-F238E27FC236}">
                  <a16:creationId xmlns:a16="http://schemas.microsoft.com/office/drawing/2014/main" id="{962EE405-F81C-D6D0-9819-28843EF0C2C9}"/>
                </a:ext>
              </a:extLst>
            </p:cNvPr>
            <p:cNvSpPr/>
            <p:nvPr/>
          </p:nvSpPr>
          <p:spPr>
            <a:xfrm>
              <a:off x="7928293" y="3016036"/>
              <a:ext cx="33655" cy="46355"/>
            </a:xfrm>
            <a:custGeom>
              <a:avLst/>
              <a:gdLst/>
              <a:ahLst/>
              <a:cxnLst/>
              <a:rect l="l" t="t" r="r" b="b"/>
              <a:pathLst>
                <a:path w="33654" h="46355">
                  <a:moveTo>
                    <a:pt x="0" y="13887"/>
                  </a:moveTo>
                  <a:lnTo>
                    <a:pt x="33195" y="45731"/>
                  </a:lnTo>
                  <a:lnTo>
                    <a:pt x="28234" y="0"/>
                  </a:lnTo>
                  <a:lnTo>
                    <a:pt x="0" y="13887"/>
                  </a:lnTo>
                  <a:close/>
                </a:path>
              </a:pathLst>
            </a:custGeom>
            <a:ln w="9524">
              <a:solidFill>
                <a:srgbClr val="595959"/>
              </a:solidFill>
            </a:ln>
          </p:spPr>
          <p:txBody>
            <a:bodyPr wrap="square" lIns="0" tIns="0" rIns="0" bIns="0" rtlCol="0"/>
            <a:lstStyle/>
            <a:p>
              <a:endParaRPr/>
            </a:p>
          </p:txBody>
        </p:sp>
        <p:sp>
          <p:nvSpPr>
            <p:cNvPr id="159" name="object 159">
              <a:extLst>
                <a:ext uri="{FF2B5EF4-FFF2-40B4-BE49-F238E27FC236}">
                  <a16:creationId xmlns:a16="http://schemas.microsoft.com/office/drawing/2014/main" id="{7682D6C9-8BFE-CCD9-1723-6F34C73AE080}"/>
                </a:ext>
              </a:extLst>
            </p:cNvPr>
            <p:cNvSpPr/>
            <p:nvPr/>
          </p:nvSpPr>
          <p:spPr>
            <a:xfrm>
              <a:off x="7377834" y="1875162"/>
              <a:ext cx="574040" cy="1950085"/>
            </a:xfrm>
            <a:custGeom>
              <a:avLst/>
              <a:gdLst/>
              <a:ahLst/>
              <a:cxnLst/>
              <a:rect l="l" t="t" r="r" b="b"/>
              <a:pathLst>
                <a:path w="574040" h="1950085">
                  <a:moveTo>
                    <a:pt x="0" y="0"/>
                  </a:moveTo>
                  <a:lnTo>
                    <a:pt x="573666" y="1949474"/>
                  </a:lnTo>
                </a:path>
              </a:pathLst>
            </a:custGeom>
            <a:ln w="9524">
              <a:solidFill>
                <a:srgbClr val="595959"/>
              </a:solidFill>
            </a:ln>
          </p:spPr>
          <p:txBody>
            <a:bodyPr wrap="square" lIns="0" tIns="0" rIns="0" bIns="0" rtlCol="0"/>
            <a:lstStyle/>
            <a:p>
              <a:endParaRPr/>
            </a:p>
          </p:txBody>
        </p:sp>
        <p:sp>
          <p:nvSpPr>
            <p:cNvPr id="160" name="object 160">
              <a:extLst>
                <a:ext uri="{FF2B5EF4-FFF2-40B4-BE49-F238E27FC236}">
                  <a16:creationId xmlns:a16="http://schemas.microsoft.com/office/drawing/2014/main" id="{7A6DF267-D395-A3D0-655A-39C372F100B4}"/>
                </a:ext>
              </a:extLst>
            </p:cNvPr>
            <p:cNvSpPr/>
            <p:nvPr/>
          </p:nvSpPr>
          <p:spPr>
            <a:xfrm>
              <a:off x="7936408" y="3820195"/>
              <a:ext cx="30480" cy="46355"/>
            </a:xfrm>
            <a:custGeom>
              <a:avLst/>
              <a:gdLst/>
              <a:ahLst/>
              <a:cxnLst/>
              <a:rect l="l" t="t" r="r" b="b"/>
              <a:pathLst>
                <a:path w="30479" h="46354">
                  <a:moveTo>
                    <a:pt x="27295" y="45908"/>
                  </a:moveTo>
                  <a:lnTo>
                    <a:pt x="0" y="8882"/>
                  </a:lnTo>
                  <a:lnTo>
                    <a:pt x="30185" y="0"/>
                  </a:lnTo>
                  <a:lnTo>
                    <a:pt x="27295" y="45908"/>
                  </a:lnTo>
                  <a:close/>
                </a:path>
              </a:pathLst>
            </a:custGeom>
            <a:solidFill>
              <a:srgbClr val="595959"/>
            </a:solidFill>
          </p:spPr>
          <p:txBody>
            <a:bodyPr wrap="square" lIns="0" tIns="0" rIns="0" bIns="0" rtlCol="0"/>
            <a:lstStyle/>
            <a:p>
              <a:endParaRPr/>
            </a:p>
          </p:txBody>
        </p:sp>
        <p:sp>
          <p:nvSpPr>
            <p:cNvPr id="161" name="object 161">
              <a:extLst>
                <a:ext uri="{FF2B5EF4-FFF2-40B4-BE49-F238E27FC236}">
                  <a16:creationId xmlns:a16="http://schemas.microsoft.com/office/drawing/2014/main" id="{6F6EC3BE-D160-5F4D-941E-081BDC1473C6}"/>
                </a:ext>
              </a:extLst>
            </p:cNvPr>
            <p:cNvSpPr/>
            <p:nvPr/>
          </p:nvSpPr>
          <p:spPr>
            <a:xfrm>
              <a:off x="7936408" y="3820195"/>
              <a:ext cx="30480" cy="46355"/>
            </a:xfrm>
            <a:custGeom>
              <a:avLst/>
              <a:gdLst/>
              <a:ahLst/>
              <a:cxnLst/>
              <a:rect l="l" t="t" r="r" b="b"/>
              <a:pathLst>
                <a:path w="30479" h="46354">
                  <a:moveTo>
                    <a:pt x="0" y="8882"/>
                  </a:moveTo>
                  <a:lnTo>
                    <a:pt x="27295" y="45908"/>
                  </a:lnTo>
                  <a:lnTo>
                    <a:pt x="30185" y="0"/>
                  </a:lnTo>
                  <a:lnTo>
                    <a:pt x="0" y="8882"/>
                  </a:lnTo>
                  <a:close/>
                </a:path>
              </a:pathLst>
            </a:custGeom>
            <a:ln w="9524">
              <a:solidFill>
                <a:srgbClr val="595959"/>
              </a:solidFill>
            </a:ln>
          </p:spPr>
          <p:txBody>
            <a:bodyPr wrap="square" lIns="0" tIns="0" rIns="0" bIns="0" rtlCol="0"/>
            <a:lstStyle/>
            <a:p>
              <a:endParaRPr/>
            </a:p>
          </p:txBody>
        </p:sp>
        <p:sp>
          <p:nvSpPr>
            <p:cNvPr id="162" name="object 162">
              <a:extLst>
                <a:ext uri="{FF2B5EF4-FFF2-40B4-BE49-F238E27FC236}">
                  <a16:creationId xmlns:a16="http://schemas.microsoft.com/office/drawing/2014/main" id="{29821950-0265-2DD4-DD3D-7863BCFBA71E}"/>
                </a:ext>
              </a:extLst>
            </p:cNvPr>
            <p:cNvSpPr/>
            <p:nvPr/>
          </p:nvSpPr>
          <p:spPr>
            <a:xfrm>
              <a:off x="7377834" y="2674507"/>
              <a:ext cx="565150" cy="1153795"/>
            </a:xfrm>
            <a:custGeom>
              <a:avLst/>
              <a:gdLst/>
              <a:ahLst/>
              <a:cxnLst/>
              <a:rect l="l" t="t" r="r" b="b"/>
              <a:pathLst>
                <a:path w="565150" h="1153795">
                  <a:moveTo>
                    <a:pt x="0" y="0"/>
                  </a:moveTo>
                  <a:lnTo>
                    <a:pt x="564671" y="1153470"/>
                  </a:lnTo>
                </a:path>
              </a:pathLst>
            </a:custGeom>
            <a:ln w="9524">
              <a:solidFill>
                <a:srgbClr val="FF0000"/>
              </a:solidFill>
            </a:ln>
          </p:spPr>
          <p:txBody>
            <a:bodyPr wrap="square" lIns="0" tIns="0" rIns="0" bIns="0" rtlCol="0"/>
            <a:lstStyle/>
            <a:p>
              <a:endParaRPr/>
            </a:p>
          </p:txBody>
        </p:sp>
        <p:sp>
          <p:nvSpPr>
            <p:cNvPr id="163" name="object 163">
              <a:extLst>
                <a:ext uri="{FF2B5EF4-FFF2-40B4-BE49-F238E27FC236}">
                  <a16:creationId xmlns:a16="http://schemas.microsoft.com/office/drawing/2014/main" id="{9EBB24EA-405C-7F9C-73F8-D33BB31A47F7}"/>
                </a:ext>
              </a:extLst>
            </p:cNvPr>
            <p:cNvSpPr/>
            <p:nvPr/>
          </p:nvSpPr>
          <p:spPr>
            <a:xfrm>
              <a:off x="7928376" y="3821059"/>
              <a:ext cx="33655" cy="46355"/>
            </a:xfrm>
            <a:custGeom>
              <a:avLst/>
              <a:gdLst/>
              <a:ahLst/>
              <a:cxnLst/>
              <a:rect l="l" t="t" r="r" b="b"/>
              <a:pathLst>
                <a:path w="33654" h="46354">
                  <a:moveTo>
                    <a:pt x="33135" y="45740"/>
                  </a:moveTo>
                  <a:lnTo>
                    <a:pt x="0" y="13834"/>
                  </a:lnTo>
                  <a:lnTo>
                    <a:pt x="28260" y="0"/>
                  </a:lnTo>
                  <a:lnTo>
                    <a:pt x="33135" y="45740"/>
                  </a:lnTo>
                  <a:close/>
                </a:path>
              </a:pathLst>
            </a:custGeom>
            <a:solidFill>
              <a:srgbClr val="FF0000"/>
            </a:solidFill>
          </p:spPr>
          <p:txBody>
            <a:bodyPr wrap="square" lIns="0" tIns="0" rIns="0" bIns="0" rtlCol="0"/>
            <a:lstStyle/>
            <a:p>
              <a:endParaRPr/>
            </a:p>
          </p:txBody>
        </p:sp>
        <p:sp>
          <p:nvSpPr>
            <p:cNvPr id="164" name="object 164">
              <a:extLst>
                <a:ext uri="{FF2B5EF4-FFF2-40B4-BE49-F238E27FC236}">
                  <a16:creationId xmlns:a16="http://schemas.microsoft.com/office/drawing/2014/main" id="{619EAD0E-9201-8944-D8BA-D34C27DAE5A3}"/>
                </a:ext>
              </a:extLst>
            </p:cNvPr>
            <p:cNvSpPr/>
            <p:nvPr/>
          </p:nvSpPr>
          <p:spPr>
            <a:xfrm>
              <a:off x="7928376" y="3821059"/>
              <a:ext cx="33655" cy="46355"/>
            </a:xfrm>
            <a:custGeom>
              <a:avLst/>
              <a:gdLst/>
              <a:ahLst/>
              <a:cxnLst/>
              <a:rect l="l" t="t" r="r" b="b"/>
              <a:pathLst>
                <a:path w="33654" h="46354">
                  <a:moveTo>
                    <a:pt x="0" y="13834"/>
                  </a:moveTo>
                  <a:lnTo>
                    <a:pt x="33135" y="45740"/>
                  </a:lnTo>
                  <a:lnTo>
                    <a:pt x="28260" y="0"/>
                  </a:lnTo>
                  <a:lnTo>
                    <a:pt x="0" y="13834"/>
                  </a:lnTo>
                  <a:close/>
                </a:path>
              </a:pathLst>
            </a:custGeom>
            <a:ln w="9524">
              <a:solidFill>
                <a:srgbClr val="FF0000"/>
              </a:solidFill>
            </a:ln>
          </p:spPr>
          <p:txBody>
            <a:bodyPr wrap="square" lIns="0" tIns="0" rIns="0" bIns="0" rtlCol="0"/>
            <a:lstStyle/>
            <a:p>
              <a:endParaRPr/>
            </a:p>
          </p:txBody>
        </p:sp>
        <p:sp>
          <p:nvSpPr>
            <p:cNvPr id="165" name="object 165">
              <a:extLst>
                <a:ext uri="{FF2B5EF4-FFF2-40B4-BE49-F238E27FC236}">
                  <a16:creationId xmlns:a16="http://schemas.microsoft.com/office/drawing/2014/main" id="{6B581BE5-CDE5-6CC7-77C5-85259EB278C4}"/>
                </a:ext>
              </a:extLst>
            </p:cNvPr>
            <p:cNvSpPr/>
            <p:nvPr/>
          </p:nvSpPr>
          <p:spPr>
            <a:xfrm>
              <a:off x="7377834" y="2674507"/>
              <a:ext cx="542925" cy="367665"/>
            </a:xfrm>
            <a:custGeom>
              <a:avLst/>
              <a:gdLst/>
              <a:ahLst/>
              <a:cxnLst/>
              <a:rect l="l" t="t" r="r" b="b"/>
              <a:pathLst>
                <a:path w="542925" h="367664">
                  <a:moveTo>
                    <a:pt x="0" y="0"/>
                  </a:moveTo>
                  <a:lnTo>
                    <a:pt x="542486" y="367544"/>
                  </a:lnTo>
                </a:path>
              </a:pathLst>
            </a:custGeom>
            <a:ln w="9524">
              <a:solidFill>
                <a:srgbClr val="595959"/>
              </a:solidFill>
              <a:prstDash val="lgDash"/>
            </a:ln>
          </p:spPr>
          <p:txBody>
            <a:bodyPr wrap="square" lIns="0" tIns="0" rIns="0" bIns="0" rtlCol="0"/>
            <a:lstStyle/>
            <a:p>
              <a:endParaRPr/>
            </a:p>
          </p:txBody>
        </p:sp>
        <p:sp>
          <p:nvSpPr>
            <p:cNvPr id="166" name="object 166">
              <a:extLst>
                <a:ext uri="{FF2B5EF4-FFF2-40B4-BE49-F238E27FC236}">
                  <a16:creationId xmlns:a16="http://schemas.microsoft.com/office/drawing/2014/main" id="{6D10195E-C70B-D2D0-5871-5295F961FD67}"/>
                </a:ext>
              </a:extLst>
            </p:cNvPr>
            <p:cNvSpPr/>
            <p:nvPr/>
          </p:nvSpPr>
          <p:spPr>
            <a:xfrm>
              <a:off x="7911496" y="3029026"/>
              <a:ext cx="45085" cy="37465"/>
            </a:xfrm>
            <a:custGeom>
              <a:avLst/>
              <a:gdLst/>
              <a:ahLst/>
              <a:cxnLst/>
              <a:rect l="l" t="t" r="r" b="b"/>
              <a:pathLst>
                <a:path w="45084" h="37464">
                  <a:moveTo>
                    <a:pt x="44609" y="37270"/>
                  </a:moveTo>
                  <a:lnTo>
                    <a:pt x="0" y="26049"/>
                  </a:lnTo>
                  <a:lnTo>
                    <a:pt x="17648" y="0"/>
                  </a:lnTo>
                  <a:lnTo>
                    <a:pt x="44609" y="37270"/>
                  </a:lnTo>
                  <a:close/>
                </a:path>
              </a:pathLst>
            </a:custGeom>
            <a:solidFill>
              <a:srgbClr val="595959"/>
            </a:solidFill>
          </p:spPr>
          <p:txBody>
            <a:bodyPr wrap="square" lIns="0" tIns="0" rIns="0" bIns="0" rtlCol="0"/>
            <a:lstStyle/>
            <a:p>
              <a:endParaRPr/>
            </a:p>
          </p:txBody>
        </p:sp>
        <p:sp>
          <p:nvSpPr>
            <p:cNvPr id="167" name="object 167">
              <a:extLst>
                <a:ext uri="{FF2B5EF4-FFF2-40B4-BE49-F238E27FC236}">
                  <a16:creationId xmlns:a16="http://schemas.microsoft.com/office/drawing/2014/main" id="{30919DB6-3732-892C-88E2-8F6876BA3B62}"/>
                </a:ext>
              </a:extLst>
            </p:cNvPr>
            <p:cNvSpPr/>
            <p:nvPr/>
          </p:nvSpPr>
          <p:spPr>
            <a:xfrm>
              <a:off x="7911496" y="3029026"/>
              <a:ext cx="45085" cy="37465"/>
            </a:xfrm>
            <a:custGeom>
              <a:avLst/>
              <a:gdLst/>
              <a:ahLst/>
              <a:cxnLst/>
              <a:rect l="l" t="t" r="r" b="b"/>
              <a:pathLst>
                <a:path w="45084" h="37464">
                  <a:moveTo>
                    <a:pt x="0" y="26049"/>
                  </a:moveTo>
                  <a:lnTo>
                    <a:pt x="44609" y="37270"/>
                  </a:lnTo>
                  <a:lnTo>
                    <a:pt x="17648" y="0"/>
                  </a:lnTo>
                  <a:lnTo>
                    <a:pt x="0" y="26049"/>
                  </a:lnTo>
                  <a:close/>
                </a:path>
              </a:pathLst>
            </a:custGeom>
            <a:ln w="9524">
              <a:solidFill>
                <a:srgbClr val="595959"/>
              </a:solidFill>
            </a:ln>
          </p:spPr>
          <p:txBody>
            <a:bodyPr wrap="square" lIns="0" tIns="0" rIns="0" bIns="0" rtlCol="0"/>
            <a:lstStyle/>
            <a:p>
              <a:endParaRPr/>
            </a:p>
          </p:txBody>
        </p:sp>
        <p:sp>
          <p:nvSpPr>
            <p:cNvPr id="168" name="object 168">
              <a:extLst>
                <a:ext uri="{FF2B5EF4-FFF2-40B4-BE49-F238E27FC236}">
                  <a16:creationId xmlns:a16="http://schemas.microsoft.com/office/drawing/2014/main" id="{FBC5A5B8-B386-C536-E09C-1DAFF5B6CD10}"/>
                </a:ext>
              </a:extLst>
            </p:cNvPr>
            <p:cNvSpPr/>
            <p:nvPr/>
          </p:nvSpPr>
          <p:spPr>
            <a:xfrm>
              <a:off x="7377834" y="3473849"/>
              <a:ext cx="542925" cy="373380"/>
            </a:xfrm>
            <a:custGeom>
              <a:avLst/>
              <a:gdLst/>
              <a:ahLst/>
              <a:cxnLst/>
              <a:rect l="l" t="t" r="r" b="b"/>
              <a:pathLst>
                <a:path w="542925" h="373379">
                  <a:moveTo>
                    <a:pt x="0" y="0"/>
                  </a:moveTo>
                  <a:lnTo>
                    <a:pt x="542709" y="373216"/>
                  </a:lnTo>
                </a:path>
              </a:pathLst>
            </a:custGeom>
            <a:ln w="9524">
              <a:solidFill>
                <a:srgbClr val="595959"/>
              </a:solidFill>
            </a:ln>
          </p:spPr>
          <p:txBody>
            <a:bodyPr wrap="square" lIns="0" tIns="0" rIns="0" bIns="0" rtlCol="0"/>
            <a:lstStyle/>
            <a:p>
              <a:endParaRPr/>
            </a:p>
          </p:txBody>
        </p:sp>
        <p:sp>
          <p:nvSpPr>
            <p:cNvPr id="169" name="object 169">
              <a:extLst>
                <a:ext uri="{FF2B5EF4-FFF2-40B4-BE49-F238E27FC236}">
                  <a16:creationId xmlns:a16="http://schemas.microsoft.com/office/drawing/2014/main" id="{58C320B4-63E3-9F6D-6451-72E5DDC70FD8}"/>
                </a:ext>
              </a:extLst>
            </p:cNvPr>
            <p:cNvSpPr/>
            <p:nvPr/>
          </p:nvSpPr>
          <p:spPr>
            <a:xfrm>
              <a:off x="7911630" y="3834103"/>
              <a:ext cx="45085" cy="37465"/>
            </a:xfrm>
            <a:custGeom>
              <a:avLst/>
              <a:gdLst/>
              <a:ahLst/>
              <a:cxnLst/>
              <a:rect l="l" t="t" r="r" b="b"/>
              <a:pathLst>
                <a:path w="45084" h="37464">
                  <a:moveTo>
                    <a:pt x="44531" y="37456"/>
                  </a:moveTo>
                  <a:lnTo>
                    <a:pt x="0" y="25926"/>
                  </a:lnTo>
                  <a:lnTo>
                    <a:pt x="17829" y="0"/>
                  </a:lnTo>
                  <a:lnTo>
                    <a:pt x="44531" y="37456"/>
                  </a:lnTo>
                  <a:close/>
                </a:path>
              </a:pathLst>
            </a:custGeom>
            <a:solidFill>
              <a:srgbClr val="595959"/>
            </a:solidFill>
          </p:spPr>
          <p:txBody>
            <a:bodyPr wrap="square" lIns="0" tIns="0" rIns="0" bIns="0" rtlCol="0"/>
            <a:lstStyle/>
            <a:p>
              <a:endParaRPr/>
            </a:p>
          </p:txBody>
        </p:sp>
        <p:sp>
          <p:nvSpPr>
            <p:cNvPr id="170" name="object 170">
              <a:extLst>
                <a:ext uri="{FF2B5EF4-FFF2-40B4-BE49-F238E27FC236}">
                  <a16:creationId xmlns:a16="http://schemas.microsoft.com/office/drawing/2014/main" id="{43E84561-47E9-3ED5-CEC5-B908C0811B79}"/>
                </a:ext>
              </a:extLst>
            </p:cNvPr>
            <p:cNvSpPr/>
            <p:nvPr/>
          </p:nvSpPr>
          <p:spPr>
            <a:xfrm>
              <a:off x="7911630" y="3834103"/>
              <a:ext cx="45085" cy="37465"/>
            </a:xfrm>
            <a:custGeom>
              <a:avLst/>
              <a:gdLst/>
              <a:ahLst/>
              <a:cxnLst/>
              <a:rect l="l" t="t" r="r" b="b"/>
              <a:pathLst>
                <a:path w="45084" h="37464">
                  <a:moveTo>
                    <a:pt x="0" y="25926"/>
                  </a:moveTo>
                  <a:lnTo>
                    <a:pt x="44531" y="37456"/>
                  </a:lnTo>
                  <a:lnTo>
                    <a:pt x="17829" y="0"/>
                  </a:lnTo>
                  <a:lnTo>
                    <a:pt x="0" y="25926"/>
                  </a:lnTo>
                  <a:close/>
                </a:path>
              </a:pathLst>
            </a:custGeom>
            <a:ln w="9524">
              <a:solidFill>
                <a:srgbClr val="595959"/>
              </a:solidFill>
            </a:ln>
          </p:spPr>
          <p:txBody>
            <a:bodyPr wrap="square" lIns="0" tIns="0" rIns="0" bIns="0" rtlCol="0"/>
            <a:lstStyle/>
            <a:p>
              <a:endParaRPr/>
            </a:p>
          </p:txBody>
        </p:sp>
      </p:grpSp>
      <p:sp>
        <p:nvSpPr>
          <p:cNvPr id="171" name="object 171">
            <a:extLst>
              <a:ext uri="{FF2B5EF4-FFF2-40B4-BE49-F238E27FC236}">
                <a16:creationId xmlns:a16="http://schemas.microsoft.com/office/drawing/2014/main" id="{69EC3523-D08D-7C13-33BB-6800DF6D553B}"/>
              </a:ext>
            </a:extLst>
          </p:cNvPr>
          <p:cNvSpPr txBox="1"/>
          <p:nvPr/>
        </p:nvSpPr>
        <p:spPr>
          <a:xfrm>
            <a:off x="5474242" y="1902904"/>
            <a:ext cx="2943225" cy="269240"/>
          </a:xfrm>
          <a:prstGeom prst="rect">
            <a:avLst/>
          </a:prstGeom>
        </p:spPr>
        <p:txBody>
          <a:bodyPr vert="horz" wrap="square" lIns="0" tIns="12700" rIns="0" bIns="0" rtlCol="0">
            <a:spAutoFit/>
          </a:bodyPr>
          <a:lstStyle/>
          <a:p>
            <a:pPr marL="12700">
              <a:lnSpc>
                <a:spcPct val="100000"/>
              </a:lnSpc>
              <a:spcBef>
                <a:spcPts val="100"/>
              </a:spcBef>
              <a:tabLst>
                <a:tab pos="1530985" algn="l"/>
              </a:tabLst>
            </a:pPr>
            <a:r>
              <a:rPr sz="1600" b="1" spc="-10">
                <a:latin typeface="Arial"/>
                <a:cs typeface="Arial"/>
              </a:rPr>
              <a:t>Input</a:t>
            </a:r>
            <a:r>
              <a:rPr sz="1600" b="1">
                <a:latin typeface="Arial"/>
                <a:cs typeface="Arial"/>
              </a:rPr>
              <a:t>	Hidden</a:t>
            </a:r>
            <a:r>
              <a:rPr sz="1600" b="1" spc="-30">
                <a:latin typeface="Arial"/>
                <a:cs typeface="Arial"/>
              </a:rPr>
              <a:t> </a:t>
            </a:r>
            <a:r>
              <a:rPr sz="1600" b="1" spc="-10">
                <a:latin typeface="Arial"/>
                <a:cs typeface="Arial"/>
              </a:rPr>
              <a:t>Layers</a:t>
            </a:r>
            <a:endParaRPr sz="1600">
              <a:latin typeface="Arial"/>
              <a:cs typeface="Arial"/>
            </a:endParaRPr>
          </a:p>
        </p:txBody>
      </p:sp>
      <p:sp>
        <p:nvSpPr>
          <p:cNvPr id="172" name="object 172">
            <a:extLst>
              <a:ext uri="{FF2B5EF4-FFF2-40B4-BE49-F238E27FC236}">
                <a16:creationId xmlns:a16="http://schemas.microsoft.com/office/drawing/2014/main" id="{759D2D73-BEFB-7D38-A66F-C1B3631F41FD}"/>
              </a:ext>
            </a:extLst>
          </p:cNvPr>
          <p:cNvSpPr txBox="1"/>
          <p:nvPr/>
        </p:nvSpPr>
        <p:spPr>
          <a:xfrm>
            <a:off x="9329921" y="1902904"/>
            <a:ext cx="691515" cy="269240"/>
          </a:xfrm>
          <a:prstGeom prst="rect">
            <a:avLst/>
          </a:prstGeom>
        </p:spPr>
        <p:txBody>
          <a:bodyPr vert="horz" wrap="square" lIns="0" tIns="12700" rIns="0" bIns="0" rtlCol="0">
            <a:spAutoFit/>
          </a:bodyPr>
          <a:lstStyle/>
          <a:p>
            <a:pPr marL="12700">
              <a:lnSpc>
                <a:spcPct val="100000"/>
              </a:lnSpc>
              <a:spcBef>
                <a:spcPts val="100"/>
              </a:spcBef>
            </a:pPr>
            <a:r>
              <a:rPr sz="1600" b="1" spc="-10">
                <a:latin typeface="Arial"/>
                <a:cs typeface="Arial"/>
              </a:rPr>
              <a:t>Output</a:t>
            </a:r>
            <a:endParaRPr sz="1600">
              <a:latin typeface="Arial"/>
              <a:cs typeface="Arial"/>
            </a:endParaRPr>
          </a:p>
        </p:txBody>
      </p:sp>
      <p:sp>
        <p:nvSpPr>
          <p:cNvPr id="173" name="object 173">
            <a:extLst>
              <a:ext uri="{FF2B5EF4-FFF2-40B4-BE49-F238E27FC236}">
                <a16:creationId xmlns:a16="http://schemas.microsoft.com/office/drawing/2014/main" id="{A579D9A2-4F9A-1865-2CE0-D57895199BEF}"/>
              </a:ext>
            </a:extLst>
          </p:cNvPr>
          <p:cNvSpPr txBox="1"/>
          <p:nvPr/>
        </p:nvSpPr>
        <p:spPr>
          <a:xfrm>
            <a:off x="6222296" y="3149769"/>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a:latin typeface="Arial"/>
                <a:cs typeface="Arial"/>
              </a:rPr>
              <a:t>W</a:t>
            </a:r>
            <a:r>
              <a:rPr sz="1200" b="1" spc="-37" baseline="-31250">
                <a:latin typeface="Arial"/>
                <a:cs typeface="Arial"/>
              </a:rPr>
              <a:t>1</a:t>
            </a:r>
            <a:endParaRPr sz="1200" baseline="-31250">
              <a:latin typeface="Arial"/>
              <a:cs typeface="Arial"/>
            </a:endParaRPr>
          </a:p>
        </p:txBody>
      </p:sp>
      <p:sp>
        <p:nvSpPr>
          <p:cNvPr id="174" name="object 174">
            <a:extLst>
              <a:ext uri="{FF2B5EF4-FFF2-40B4-BE49-F238E27FC236}">
                <a16:creationId xmlns:a16="http://schemas.microsoft.com/office/drawing/2014/main" id="{6FF17EC8-9E14-932F-6C06-3AF265C2E152}"/>
              </a:ext>
            </a:extLst>
          </p:cNvPr>
          <p:cNvSpPr txBox="1"/>
          <p:nvPr/>
        </p:nvSpPr>
        <p:spPr>
          <a:xfrm>
            <a:off x="6222296" y="3860456"/>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a:latin typeface="Arial"/>
                <a:cs typeface="Arial"/>
              </a:rPr>
              <a:t>W</a:t>
            </a:r>
            <a:r>
              <a:rPr sz="1200" b="1" spc="-37" baseline="-31250">
                <a:latin typeface="Arial"/>
                <a:cs typeface="Arial"/>
              </a:rPr>
              <a:t>2</a:t>
            </a:r>
            <a:endParaRPr sz="1200" baseline="-31250">
              <a:latin typeface="Arial"/>
              <a:cs typeface="Arial"/>
            </a:endParaRPr>
          </a:p>
        </p:txBody>
      </p:sp>
      <p:sp>
        <p:nvSpPr>
          <p:cNvPr id="175" name="object 175">
            <a:extLst>
              <a:ext uri="{FF2B5EF4-FFF2-40B4-BE49-F238E27FC236}">
                <a16:creationId xmlns:a16="http://schemas.microsoft.com/office/drawing/2014/main" id="{D19479E3-1DA1-4176-3B95-BAE1CC971137}"/>
              </a:ext>
            </a:extLst>
          </p:cNvPr>
          <p:cNvSpPr txBox="1"/>
          <p:nvPr/>
        </p:nvSpPr>
        <p:spPr>
          <a:xfrm>
            <a:off x="6222296" y="4647344"/>
            <a:ext cx="276860" cy="208279"/>
          </a:xfrm>
          <a:prstGeom prst="rect">
            <a:avLst/>
          </a:prstGeom>
        </p:spPr>
        <p:txBody>
          <a:bodyPr vert="horz" wrap="square" lIns="0" tIns="12700" rIns="0" bIns="0" rtlCol="0">
            <a:spAutoFit/>
          </a:bodyPr>
          <a:lstStyle/>
          <a:p>
            <a:pPr marL="38100">
              <a:lnSpc>
                <a:spcPct val="100000"/>
              </a:lnSpc>
              <a:spcBef>
                <a:spcPts val="100"/>
              </a:spcBef>
            </a:pPr>
            <a:r>
              <a:rPr sz="1200" b="1" spc="-25">
                <a:latin typeface="Arial"/>
                <a:cs typeface="Arial"/>
              </a:rPr>
              <a:t>W</a:t>
            </a:r>
            <a:r>
              <a:rPr sz="1200" b="1" spc="-37" baseline="-31250">
                <a:latin typeface="Arial"/>
                <a:cs typeface="Arial"/>
              </a:rPr>
              <a:t>3</a:t>
            </a:r>
            <a:endParaRPr sz="1200" baseline="-31250">
              <a:latin typeface="Arial"/>
              <a:cs typeface="Arial"/>
            </a:endParaRPr>
          </a:p>
        </p:txBody>
      </p:sp>
      <p:sp>
        <p:nvSpPr>
          <p:cNvPr id="176" name="object 176">
            <a:extLst>
              <a:ext uri="{FF2B5EF4-FFF2-40B4-BE49-F238E27FC236}">
                <a16:creationId xmlns:a16="http://schemas.microsoft.com/office/drawing/2014/main" id="{CF05E761-4853-9B00-0C56-C776A0E0A541}"/>
              </a:ext>
            </a:extLst>
          </p:cNvPr>
          <p:cNvSpPr txBox="1"/>
          <p:nvPr/>
        </p:nvSpPr>
        <p:spPr>
          <a:xfrm>
            <a:off x="1972207" y="2083801"/>
            <a:ext cx="2564765" cy="269240"/>
          </a:xfrm>
          <a:prstGeom prst="rect">
            <a:avLst/>
          </a:prstGeom>
        </p:spPr>
        <p:txBody>
          <a:bodyPr vert="horz" wrap="square" lIns="0" tIns="12700" rIns="0" bIns="0" rtlCol="0">
            <a:spAutoFit/>
          </a:bodyPr>
          <a:lstStyle/>
          <a:p>
            <a:pPr marL="12700">
              <a:lnSpc>
                <a:spcPct val="100000"/>
              </a:lnSpc>
              <a:spcBef>
                <a:spcPts val="100"/>
              </a:spcBef>
            </a:pPr>
            <a:r>
              <a:rPr sz="1600" b="1">
                <a:latin typeface="Arial"/>
                <a:cs typeface="Arial"/>
              </a:rPr>
              <a:t>From</a:t>
            </a:r>
            <a:r>
              <a:rPr sz="1600" b="1" spc="-30">
                <a:latin typeface="Arial"/>
                <a:cs typeface="Arial"/>
              </a:rPr>
              <a:t> </a:t>
            </a:r>
            <a:r>
              <a:rPr sz="1600" b="1">
                <a:latin typeface="Arial"/>
                <a:cs typeface="Arial"/>
              </a:rPr>
              <a:t>one</a:t>
            </a:r>
            <a:r>
              <a:rPr sz="1600" b="1" spc="-25">
                <a:latin typeface="Arial"/>
                <a:cs typeface="Arial"/>
              </a:rPr>
              <a:t> </a:t>
            </a:r>
            <a:r>
              <a:rPr sz="1600" b="1">
                <a:latin typeface="Arial"/>
                <a:cs typeface="Arial"/>
              </a:rPr>
              <a:t>layer</a:t>
            </a:r>
            <a:r>
              <a:rPr sz="1600" b="1" spc="-30">
                <a:latin typeface="Arial"/>
                <a:cs typeface="Arial"/>
              </a:rPr>
              <a:t> </a:t>
            </a:r>
            <a:r>
              <a:rPr sz="1600" b="1">
                <a:latin typeface="Arial"/>
                <a:cs typeface="Arial"/>
              </a:rPr>
              <a:t>to</a:t>
            </a:r>
            <a:r>
              <a:rPr sz="1600" b="1" spc="-25">
                <a:latin typeface="Arial"/>
                <a:cs typeface="Arial"/>
              </a:rPr>
              <a:t> </a:t>
            </a:r>
            <a:r>
              <a:rPr sz="1600" b="1">
                <a:latin typeface="Arial"/>
                <a:cs typeface="Arial"/>
              </a:rPr>
              <a:t>the</a:t>
            </a:r>
            <a:r>
              <a:rPr sz="1600" b="1" spc="-30">
                <a:latin typeface="Arial"/>
                <a:cs typeface="Arial"/>
              </a:rPr>
              <a:t> </a:t>
            </a:r>
            <a:r>
              <a:rPr sz="1600" b="1" spc="-20">
                <a:latin typeface="Arial"/>
                <a:cs typeface="Arial"/>
              </a:rPr>
              <a:t>next</a:t>
            </a:r>
            <a:endParaRPr sz="1600">
              <a:latin typeface="Arial"/>
              <a:cs typeface="Arial"/>
            </a:endParaRPr>
          </a:p>
        </p:txBody>
      </p:sp>
      <p:sp>
        <p:nvSpPr>
          <p:cNvPr id="177" name="object 177">
            <a:extLst>
              <a:ext uri="{FF2B5EF4-FFF2-40B4-BE49-F238E27FC236}">
                <a16:creationId xmlns:a16="http://schemas.microsoft.com/office/drawing/2014/main" id="{9CC69DF6-1015-E0FE-3776-F07F0850765A}"/>
              </a:ext>
            </a:extLst>
          </p:cNvPr>
          <p:cNvSpPr txBox="1"/>
          <p:nvPr/>
        </p:nvSpPr>
        <p:spPr>
          <a:xfrm>
            <a:off x="1928169" y="3960277"/>
            <a:ext cx="2640330" cy="756920"/>
          </a:xfrm>
          <a:prstGeom prst="rect">
            <a:avLst/>
          </a:prstGeom>
        </p:spPr>
        <p:txBody>
          <a:bodyPr vert="horz" wrap="square" lIns="0" tIns="12700" rIns="0" bIns="0" rtlCol="0">
            <a:spAutoFit/>
          </a:bodyPr>
          <a:lstStyle/>
          <a:p>
            <a:pPr marL="38100" marR="30480">
              <a:lnSpc>
                <a:spcPct val="100000"/>
              </a:lnSpc>
              <a:spcBef>
                <a:spcPts val="100"/>
              </a:spcBef>
            </a:pPr>
            <a:r>
              <a:rPr sz="1600">
                <a:latin typeface="Cambria Math"/>
                <a:cs typeface="Cambria Math"/>
              </a:rPr>
              <a:t>f</a:t>
            </a:r>
            <a:r>
              <a:rPr sz="1600" spc="75">
                <a:latin typeface="Cambria Math"/>
                <a:cs typeface="Cambria Math"/>
              </a:rPr>
              <a:t> </a:t>
            </a:r>
            <a:r>
              <a:rPr sz="1600" b="1">
                <a:latin typeface="Arial"/>
                <a:cs typeface="Arial"/>
              </a:rPr>
              <a:t>is</a:t>
            </a:r>
            <a:r>
              <a:rPr sz="1600" b="1" spc="-20">
                <a:latin typeface="Arial"/>
                <a:cs typeface="Arial"/>
              </a:rPr>
              <a:t> </a:t>
            </a:r>
            <a:r>
              <a:rPr sz="1600" b="1">
                <a:latin typeface="Arial"/>
                <a:cs typeface="Arial"/>
              </a:rPr>
              <a:t>the</a:t>
            </a:r>
            <a:r>
              <a:rPr sz="1600" b="1" spc="-15">
                <a:latin typeface="Arial"/>
                <a:cs typeface="Arial"/>
              </a:rPr>
              <a:t> </a:t>
            </a:r>
            <a:r>
              <a:rPr sz="1600" b="1" spc="-10">
                <a:latin typeface="Arial"/>
                <a:cs typeface="Arial"/>
              </a:rPr>
              <a:t>activation</a:t>
            </a:r>
            <a:r>
              <a:rPr sz="1600" b="1" spc="-20">
                <a:latin typeface="Arial"/>
                <a:cs typeface="Arial"/>
              </a:rPr>
              <a:t> </a:t>
            </a:r>
            <a:r>
              <a:rPr sz="1600" b="1" spc="-10">
                <a:latin typeface="Arial"/>
                <a:cs typeface="Arial"/>
              </a:rPr>
              <a:t>function, </a:t>
            </a:r>
            <a:r>
              <a:rPr sz="1600">
                <a:latin typeface="Cambria Math"/>
                <a:cs typeface="Cambria Math"/>
              </a:rPr>
              <a:t>W</a:t>
            </a:r>
            <a:r>
              <a:rPr sz="1575" baseline="-31746">
                <a:latin typeface="Cambria Math"/>
                <a:cs typeface="Cambria Math"/>
              </a:rPr>
              <a:t>i</a:t>
            </a:r>
            <a:r>
              <a:rPr sz="1575" spc="67" baseline="-31746">
                <a:latin typeface="Cambria Math"/>
                <a:cs typeface="Cambria Math"/>
              </a:rPr>
              <a:t> </a:t>
            </a:r>
            <a:r>
              <a:rPr sz="1600" b="1">
                <a:latin typeface="Arial"/>
                <a:cs typeface="Arial"/>
              </a:rPr>
              <a:t>is</a:t>
            </a:r>
            <a:r>
              <a:rPr sz="1600" b="1" spc="-30">
                <a:latin typeface="Arial"/>
                <a:cs typeface="Arial"/>
              </a:rPr>
              <a:t> </a:t>
            </a:r>
            <a:r>
              <a:rPr sz="1600" b="1">
                <a:latin typeface="Arial"/>
                <a:cs typeface="Arial"/>
              </a:rPr>
              <a:t>the</a:t>
            </a:r>
            <a:r>
              <a:rPr sz="1600" b="1" spc="-30">
                <a:latin typeface="Arial"/>
                <a:cs typeface="Arial"/>
              </a:rPr>
              <a:t> </a:t>
            </a:r>
            <a:r>
              <a:rPr sz="1600" b="1">
                <a:latin typeface="Arial"/>
                <a:cs typeface="Arial"/>
              </a:rPr>
              <a:t>weight,</a:t>
            </a:r>
            <a:r>
              <a:rPr sz="1600" b="1" spc="-25">
                <a:latin typeface="Arial"/>
                <a:cs typeface="Arial"/>
              </a:rPr>
              <a:t> </a:t>
            </a:r>
            <a:r>
              <a:rPr sz="1600" b="1">
                <a:latin typeface="Arial"/>
                <a:cs typeface="Arial"/>
              </a:rPr>
              <a:t>and</a:t>
            </a:r>
            <a:r>
              <a:rPr sz="1600" b="1" spc="-20">
                <a:latin typeface="Arial"/>
                <a:cs typeface="Arial"/>
              </a:rPr>
              <a:t> </a:t>
            </a:r>
            <a:r>
              <a:rPr sz="1600">
                <a:latin typeface="Cambria Math"/>
                <a:cs typeface="Cambria Math"/>
              </a:rPr>
              <a:t>b</a:t>
            </a:r>
            <a:r>
              <a:rPr sz="1575" baseline="-31746">
                <a:latin typeface="Cambria Math"/>
                <a:cs typeface="Cambria Math"/>
              </a:rPr>
              <a:t>i</a:t>
            </a:r>
            <a:r>
              <a:rPr sz="1575" spc="75" baseline="-31746">
                <a:latin typeface="Cambria Math"/>
                <a:cs typeface="Cambria Math"/>
              </a:rPr>
              <a:t> </a:t>
            </a:r>
            <a:r>
              <a:rPr sz="1600" b="1" spc="-25">
                <a:latin typeface="Arial"/>
                <a:cs typeface="Arial"/>
              </a:rPr>
              <a:t>is </a:t>
            </a:r>
            <a:r>
              <a:rPr sz="1600" b="1">
                <a:latin typeface="Arial"/>
                <a:cs typeface="Arial"/>
              </a:rPr>
              <a:t>the</a:t>
            </a:r>
            <a:r>
              <a:rPr sz="1600" b="1" spc="-15">
                <a:latin typeface="Arial"/>
                <a:cs typeface="Arial"/>
              </a:rPr>
              <a:t> </a:t>
            </a:r>
            <a:r>
              <a:rPr sz="1600" b="1" spc="-10">
                <a:latin typeface="Arial"/>
                <a:cs typeface="Arial"/>
              </a:rPr>
              <a:t>bias.</a:t>
            </a:r>
            <a:endParaRPr sz="1600">
              <a:latin typeface="Arial"/>
              <a:cs typeface="Arial"/>
            </a:endParaRPr>
          </a:p>
        </p:txBody>
      </p:sp>
      <p:sp>
        <p:nvSpPr>
          <p:cNvPr id="178" name="object 178">
            <a:extLst>
              <a:ext uri="{FF2B5EF4-FFF2-40B4-BE49-F238E27FC236}">
                <a16:creationId xmlns:a16="http://schemas.microsoft.com/office/drawing/2014/main" id="{5C4E430B-EA60-EED6-0C49-99F2629E2325}"/>
              </a:ext>
            </a:extLst>
          </p:cNvPr>
          <p:cNvSpPr/>
          <p:nvPr/>
        </p:nvSpPr>
        <p:spPr>
          <a:xfrm>
            <a:off x="5029394" y="2198905"/>
            <a:ext cx="12700" cy="2825115"/>
          </a:xfrm>
          <a:custGeom>
            <a:avLst/>
            <a:gdLst/>
            <a:ahLst/>
            <a:cxnLst/>
            <a:rect l="l" t="t" r="r" b="b"/>
            <a:pathLst>
              <a:path w="12700" h="2825115">
                <a:moveTo>
                  <a:pt x="12599" y="0"/>
                </a:moveTo>
                <a:lnTo>
                  <a:pt x="0" y="2825099"/>
                </a:lnTo>
              </a:path>
            </a:pathLst>
          </a:custGeom>
          <a:ln w="9524">
            <a:solidFill>
              <a:srgbClr val="595959"/>
            </a:solidFill>
          </a:ln>
        </p:spPr>
        <p:txBody>
          <a:bodyPr wrap="square" lIns="0" tIns="0" rIns="0" bIns="0" rtlCol="0"/>
          <a:lstStyle/>
          <a:p>
            <a:endParaRPr/>
          </a:p>
        </p:txBody>
      </p:sp>
      <p:pic>
        <p:nvPicPr>
          <p:cNvPr id="179" name="object 179">
            <a:extLst>
              <a:ext uri="{FF2B5EF4-FFF2-40B4-BE49-F238E27FC236}">
                <a16:creationId xmlns:a16="http://schemas.microsoft.com/office/drawing/2014/main" id="{F761213C-CD6C-C500-4C28-2107AF0DCA82}"/>
              </a:ext>
            </a:extLst>
          </p:cNvPr>
          <p:cNvPicPr/>
          <p:nvPr/>
        </p:nvPicPr>
        <p:blipFill>
          <a:blip r:embed="rId6" cstate="print"/>
          <a:stretch>
            <a:fillRect/>
          </a:stretch>
        </p:blipFill>
        <p:spPr>
          <a:xfrm>
            <a:off x="1698469" y="2598842"/>
            <a:ext cx="3243549" cy="988473"/>
          </a:xfrm>
          <a:prstGeom prst="rect">
            <a:avLst/>
          </a:prstGeom>
        </p:spPr>
      </p:pic>
    </p:spTree>
    <p:extLst>
      <p:ext uri="{BB962C8B-B14F-4D97-AF65-F5344CB8AC3E}">
        <p14:creationId xmlns:p14="http://schemas.microsoft.com/office/powerpoint/2010/main" val="4162795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D568E-E96F-B580-874C-90CB77B65D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92A6690-29B3-62CC-6B7B-E95C602A38F5}"/>
              </a:ext>
            </a:extLst>
          </p:cNvPr>
          <p:cNvSpPr txBox="1">
            <a:spLocks/>
          </p:cNvSpPr>
          <p:nvPr/>
        </p:nvSpPr>
        <p:spPr>
          <a:xfrm>
            <a:off x="241302" y="142434"/>
            <a:ext cx="7724650" cy="948672"/>
          </a:xfrm>
          <a:prstGeom prst="rect">
            <a:avLst/>
          </a:prstGeom>
        </p:spPr>
        <p:txBody>
          <a:bodyPr vert="horz" wrap="square" lIns="0" tIns="259294"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spcBef>
                <a:spcPts val="100"/>
              </a:spcBef>
            </a:pPr>
            <a:r>
              <a:rPr lang="en-US" spc="-30">
                <a:solidFill>
                  <a:schemeClr val="bg1"/>
                </a:solidFill>
              </a:rPr>
              <a:t>Training</a:t>
            </a:r>
            <a:r>
              <a:rPr lang="en-US" spc="-65">
                <a:solidFill>
                  <a:schemeClr val="bg1"/>
                </a:solidFill>
              </a:rPr>
              <a:t> </a:t>
            </a:r>
            <a:r>
              <a:rPr lang="en-US">
                <a:solidFill>
                  <a:schemeClr val="bg1"/>
                </a:solidFill>
              </a:rPr>
              <a:t>-</a:t>
            </a:r>
            <a:r>
              <a:rPr lang="en-US" spc="-65">
                <a:solidFill>
                  <a:schemeClr val="bg1"/>
                </a:solidFill>
              </a:rPr>
              <a:t> </a:t>
            </a:r>
            <a:r>
              <a:rPr lang="en-US" spc="-10">
                <a:solidFill>
                  <a:schemeClr val="bg1"/>
                </a:solidFill>
              </a:rPr>
              <a:t>Minimizing</a:t>
            </a:r>
            <a:r>
              <a:rPr lang="en-US" spc="-60">
                <a:solidFill>
                  <a:schemeClr val="bg1"/>
                </a:solidFill>
              </a:rPr>
              <a:t> </a:t>
            </a:r>
            <a:r>
              <a:rPr lang="en-US">
                <a:solidFill>
                  <a:schemeClr val="bg1"/>
                </a:solidFill>
              </a:rPr>
              <a:t>the</a:t>
            </a:r>
            <a:r>
              <a:rPr lang="en-US" spc="-65">
                <a:solidFill>
                  <a:schemeClr val="bg1"/>
                </a:solidFill>
              </a:rPr>
              <a:t> </a:t>
            </a:r>
            <a:r>
              <a:rPr lang="en-US" spc="-20">
                <a:solidFill>
                  <a:schemeClr val="bg1"/>
                </a:solidFill>
              </a:rPr>
              <a:t>Loss</a:t>
            </a:r>
          </a:p>
        </p:txBody>
      </p:sp>
      <p:grpSp>
        <p:nvGrpSpPr>
          <p:cNvPr id="4" name="object 3">
            <a:extLst>
              <a:ext uri="{FF2B5EF4-FFF2-40B4-BE49-F238E27FC236}">
                <a16:creationId xmlns:a16="http://schemas.microsoft.com/office/drawing/2014/main" id="{FEE9CE27-E35B-3508-CF15-931DE39A400F}"/>
              </a:ext>
            </a:extLst>
          </p:cNvPr>
          <p:cNvGrpSpPr/>
          <p:nvPr/>
        </p:nvGrpSpPr>
        <p:grpSpPr>
          <a:xfrm>
            <a:off x="7797391" y="4177726"/>
            <a:ext cx="861694" cy="843915"/>
            <a:chOff x="6361783" y="3171886"/>
            <a:chExt cx="861694" cy="843915"/>
          </a:xfrm>
        </p:grpSpPr>
        <p:pic>
          <p:nvPicPr>
            <p:cNvPr id="5" name="object 4">
              <a:extLst>
                <a:ext uri="{FF2B5EF4-FFF2-40B4-BE49-F238E27FC236}">
                  <a16:creationId xmlns:a16="http://schemas.microsoft.com/office/drawing/2014/main" id="{85957060-442E-0FE3-EB61-9395095AAFF4}"/>
                </a:ext>
              </a:extLst>
            </p:cNvPr>
            <p:cNvPicPr/>
            <p:nvPr/>
          </p:nvPicPr>
          <p:blipFill>
            <a:blip r:embed="rId2" cstate="print"/>
            <a:stretch>
              <a:fillRect/>
            </a:stretch>
          </p:blipFill>
          <p:spPr>
            <a:xfrm>
              <a:off x="6361783" y="3171886"/>
              <a:ext cx="861525" cy="843525"/>
            </a:xfrm>
            <a:prstGeom prst="rect">
              <a:avLst/>
            </a:prstGeom>
          </p:spPr>
        </p:pic>
        <p:sp>
          <p:nvSpPr>
            <p:cNvPr id="6" name="object 5">
              <a:extLst>
                <a:ext uri="{FF2B5EF4-FFF2-40B4-BE49-F238E27FC236}">
                  <a16:creationId xmlns:a16="http://schemas.microsoft.com/office/drawing/2014/main" id="{FE245056-F009-991B-0606-579C95E67F67}"/>
                </a:ext>
              </a:extLst>
            </p:cNvPr>
            <p:cNvSpPr/>
            <p:nvPr/>
          </p:nvSpPr>
          <p:spPr>
            <a:xfrm>
              <a:off x="6423696" y="3214749"/>
              <a:ext cx="737870" cy="720090"/>
            </a:xfrm>
            <a:custGeom>
              <a:avLst/>
              <a:gdLst/>
              <a:ahLst/>
              <a:cxnLst/>
              <a:rect l="l" t="t" r="r" b="b"/>
              <a:pathLst>
                <a:path w="737870" h="720089">
                  <a:moveTo>
                    <a:pt x="368849" y="719699"/>
                  </a:moveTo>
                  <a:lnTo>
                    <a:pt x="318799" y="716414"/>
                  </a:lnTo>
                  <a:lnTo>
                    <a:pt x="270795" y="706845"/>
                  </a:lnTo>
                  <a:lnTo>
                    <a:pt x="225277" y="691420"/>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0"/>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7" name="object 6">
              <a:extLst>
                <a:ext uri="{FF2B5EF4-FFF2-40B4-BE49-F238E27FC236}">
                  <a16:creationId xmlns:a16="http://schemas.microsoft.com/office/drawing/2014/main" id="{18585642-8093-4454-4AEE-EA20FA90BC60}"/>
                </a:ext>
              </a:extLst>
            </p:cNvPr>
            <p:cNvSpPr/>
            <p:nvPr/>
          </p:nvSpPr>
          <p:spPr>
            <a:xfrm>
              <a:off x="6423696" y="3214749"/>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0"/>
                  </a:lnTo>
                  <a:lnTo>
                    <a:pt x="466904" y="706845"/>
                  </a:lnTo>
                  <a:lnTo>
                    <a:pt x="418900" y="716414"/>
                  </a:lnTo>
                  <a:lnTo>
                    <a:pt x="368849" y="719699"/>
                  </a:lnTo>
                  <a:lnTo>
                    <a:pt x="318799" y="716414"/>
                  </a:lnTo>
                  <a:lnTo>
                    <a:pt x="270795" y="706845"/>
                  </a:lnTo>
                  <a:lnTo>
                    <a:pt x="225277" y="691420"/>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8" name="object 7">
            <a:extLst>
              <a:ext uri="{FF2B5EF4-FFF2-40B4-BE49-F238E27FC236}">
                <a16:creationId xmlns:a16="http://schemas.microsoft.com/office/drawing/2014/main" id="{A6140AA2-75E6-D49E-66F0-FFD094E96C4D}"/>
              </a:ext>
            </a:extLst>
          </p:cNvPr>
          <p:cNvSpPr txBox="1"/>
          <p:nvPr/>
        </p:nvSpPr>
        <p:spPr>
          <a:xfrm>
            <a:off x="8111004" y="4470203"/>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a:solidFill>
                  <a:srgbClr val="FFFFFF"/>
                </a:solidFill>
                <a:latin typeface="Arial MT"/>
                <a:cs typeface="Arial MT"/>
              </a:rPr>
              <a:t>X</a:t>
            </a:r>
            <a:r>
              <a:rPr sz="1200" spc="-37" baseline="-31250">
                <a:solidFill>
                  <a:srgbClr val="FFFFFF"/>
                </a:solidFill>
                <a:latin typeface="Arial MT"/>
                <a:cs typeface="Arial MT"/>
              </a:rPr>
              <a:t>3</a:t>
            </a:r>
            <a:endParaRPr sz="1200" baseline="-31250">
              <a:latin typeface="Arial MT"/>
              <a:cs typeface="Arial MT"/>
            </a:endParaRPr>
          </a:p>
        </p:txBody>
      </p:sp>
      <p:grpSp>
        <p:nvGrpSpPr>
          <p:cNvPr id="9" name="object 8">
            <a:extLst>
              <a:ext uri="{FF2B5EF4-FFF2-40B4-BE49-F238E27FC236}">
                <a16:creationId xmlns:a16="http://schemas.microsoft.com/office/drawing/2014/main" id="{B365FECC-171A-3DB0-739C-19BF2A2867D3}"/>
              </a:ext>
            </a:extLst>
          </p:cNvPr>
          <p:cNvGrpSpPr/>
          <p:nvPr/>
        </p:nvGrpSpPr>
        <p:grpSpPr>
          <a:xfrm>
            <a:off x="7854541" y="3410605"/>
            <a:ext cx="747395" cy="739140"/>
            <a:chOff x="6418933" y="2404765"/>
            <a:chExt cx="747395" cy="739140"/>
          </a:xfrm>
        </p:grpSpPr>
        <p:pic>
          <p:nvPicPr>
            <p:cNvPr id="10" name="object 9">
              <a:extLst>
                <a:ext uri="{FF2B5EF4-FFF2-40B4-BE49-F238E27FC236}">
                  <a16:creationId xmlns:a16="http://schemas.microsoft.com/office/drawing/2014/main" id="{C345D4BE-C847-410A-0A18-DF5F2E6B74AF}"/>
                </a:ext>
              </a:extLst>
            </p:cNvPr>
            <p:cNvPicPr/>
            <p:nvPr/>
          </p:nvPicPr>
          <p:blipFill>
            <a:blip r:embed="rId3" cstate="print"/>
            <a:stretch>
              <a:fillRect/>
            </a:stretch>
          </p:blipFill>
          <p:spPr>
            <a:xfrm>
              <a:off x="6418933" y="2414290"/>
              <a:ext cx="747225" cy="729225"/>
            </a:xfrm>
            <a:prstGeom prst="rect">
              <a:avLst/>
            </a:prstGeom>
          </p:spPr>
        </p:pic>
        <p:sp>
          <p:nvSpPr>
            <p:cNvPr id="11" name="object 10">
              <a:extLst>
                <a:ext uri="{FF2B5EF4-FFF2-40B4-BE49-F238E27FC236}">
                  <a16:creationId xmlns:a16="http://schemas.microsoft.com/office/drawing/2014/main" id="{9ABAC441-6A93-CC81-AEB5-90C9A5BF4E24}"/>
                </a:ext>
              </a:extLst>
            </p:cNvPr>
            <p:cNvSpPr/>
            <p:nvPr/>
          </p:nvSpPr>
          <p:spPr>
            <a:xfrm>
              <a:off x="6423695" y="2409527"/>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12" name="object 11">
              <a:extLst>
                <a:ext uri="{FF2B5EF4-FFF2-40B4-BE49-F238E27FC236}">
                  <a16:creationId xmlns:a16="http://schemas.microsoft.com/office/drawing/2014/main" id="{296398B2-6D73-58C4-E95B-8CDBE7397496}"/>
                </a:ext>
              </a:extLst>
            </p:cNvPr>
            <p:cNvSpPr/>
            <p:nvPr/>
          </p:nvSpPr>
          <p:spPr>
            <a:xfrm>
              <a:off x="6423695" y="2409527"/>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3" name="object 12">
            <a:extLst>
              <a:ext uri="{FF2B5EF4-FFF2-40B4-BE49-F238E27FC236}">
                <a16:creationId xmlns:a16="http://schemas.microsoft.com/office/drawing/2014/main" id="{F8B8B5F7-7AC6-252C-D30E-CD14629DDDD6}"/>
              </a:ext>
            </a:extLst>
          </p:cNvPr>
          <p:cNvSpPr txBox="1"/>
          <p:nvPr/>
        </p:nvSpPr>
        <p:spPr>
          <a:xfrm>
            <a:off x="8136404" y="3664981"/>
            <a:ext cx="127635" cy="208279"/>
          </a:xfrm>
          <a:prstGeom prst="rect">
            <a:avLst/>
          </a:prstGeom>
        </p:spPr>
        <p:txBody>
          <a:bodyPr vert="horz" wrap="square" lIns="0" tIns="12700" rIns="0" bIns="0" rtlCol="0">
            <a:spAutoFit/>
          </a:bodyPr>
          <a:lstStyle/>
          <a:p>
            <a:pPr marL="12700">
              <a:lnSpc>
                <a:spcPct val="100000"/>
              </a:lnSpc>
              <a:spcBef>
                <a:spcPts val="100"/>
              </a:spcBef>
            </a:pPr>
            <a:r>
              <a:rPr sz="1200" spc="-50">
                <a:solidFill>
                  <a:srgbClr val="FFFFFF"/>
                </a:solidFill>
                <a:latin typeface="Arial MT"/>
                <a:cs typeface="Arial MT"/>
              </a:rPr>
              <a:t>X</a:t>
            </a:r>
            <a:endParaRPr sz="1200">
              <a:latin typeface="Arial MT"/>
              <a:cs typeface="Arial MT"/>
            </a:endParaRPr>
          </a:p>
        </p:txBody>
      </p:sp>
      <p:sp>
        <p:nvSpPr>
          <p:cNvPr id="14" name="object 13">
            <a:extLst>
              <a:ext uri="{FF2B5EF4-FFF2-40B4-BE49-F238E27FC236}">
                <a16:creationId xmlns:a16="http://schemas.microsoft.com/office/drawing/2014/main" id="{E64CD41E-4E4E-B5E2-D320-9DD63C81104C}"/>
              </a:ext>
            </a:extLst>
          </p:cNvPr>
          <p:cNvSpPr txBox="1"/>
          <p:nvPr/>
        </p:nvSpPr>
        <p:spPr>
          <a:xfrm>
            <a:off x="8238054" y="3772931"/>
            <a:ext cx="81915" cy="147320"/>
          </a:xfrm>
          <a:prstGeom prst="rect">
            <a:avLst/>
          </a:prstGeom>
        </p:spPr>
        <p:txBody>
          <a:bodyPr vert="horz" wrap="square" lIns="0" tIns="12700" rIns="0" bIns="0" rtlCol="0">
            <a:spAutoFit/>
          </a:bodyPr>
          <a:lstStyle/>
          <a:p>
            <a:pPr marL="12700">
              <a:lnSpc>
                <a:spcPct val="100000"/>
              </a:lnSpc>
              <a:spcBef>
                <a:spcPts val="100"/>
              </a:spcBef>
            </a:pPr>
            <a:r>
              <a:rPr sz="800" spc="-50">
                <a:solidFill>
                  <a:srgbClr val="FFFFFF"/>
                </a:solidFill>
                <a:latin typeface="Arial MT"/>
                <a:cs typeface="Arial MT"/>
              </a:rPr>
              <a:t>2</a:t>
            </a:r>
            <a:endParaRPr sz="800">
              <a:latin typeface="Arial MT"/>
              <a:cs typeface="Arial MT"/>
            </a:endParaRPr>
          </a:p>
        </p:txBody>
      </p:sp>
      <p:grpSp>
        <p:nvGrpSpPr>
          <p:cNvPr id="15" name="object 14">
            <a:extLst>
              <a:ext uri="{FF2B5EF4-FFF2-40B4-BE49-F238E27FC236}">
                <a16:creationId xmlns:a16="http://schemas.microsoft.com/office/drawing/2014/main" id="{3AD9457A-A9F8-AA13-1465-E1C5B5786DF8}"/>
              </a:ext>
            </a:extLst>
          </p:cNvPr>
          <p:cNvGrpSpPr/>
          <p:nvPr/>
        </p:nvGrpSpPr>
        <p:grpSpPr>
          <a:xfrm>
            <a:off x="7797391" y="2567285"/>
            <a:ext cx="861694" cy="843915"/>
            <a:chOff x="6361783" y="1561445"/>
            <a:chExt cx="861694" cy="843915"/>
          </a:xfrm>
        </p:grpSpPr>
        <p:pic>
          <p:nvPicPr>
            <p:cNvPr id="16" name="object 15">
              <a:extLst>
                <a:ext uri="{FF2B5EF4-FFF2-40B4-BE49-F238E27FC236}">
                  <a16:creationId xmlns:a16="http://schemas.microsoft.com/office/drawing/2014/main" id="{CD81CFB2-6FD9-D170-A5FF-FC5C7FB38C20}"/>
                </a:ext>
              </a:extLst>
            </p:cNvPr>
            <p:cNvPicPr/>
            <p:nvPr/>
          </p:nvPicPr>
          <p:blipFill>
            <a:blip r:embed="rId2" cstate="print"/>
            <a:stretch>
              <a:fillRect/>
            </a:stretch>
          </p:blipFill>
          <p:spPr>
            <a:xfrm>
              <a:off x="6361783" y="1561445"/>
              <a:ext cx="861525" cy="843525"/>
            </a:xfrm>
            <a:prstGeom prst="rect">
              <a:avLst/>
            </a:prstGeom>
          </p:spPr>
        </p:pic>
        <p:sp>
          <p:nvSpPr>
            <p:cNvPr id="17" name="object 16">
              <a:extLst>
                <a:ext uri="{FF2B5EF4-FFF2-40B4-BE49-F238E27FC236}">
                  <a16:creationId xmlns:a16="http://schemas.microsoft.com/office/drawing/2014/main" id="{4F7631BB-E30B-0112-0DE2-FB701B479B0B}"/>
                </a:ext>
              </a:extLst>
            </p:cNvPr>
            <p:cNvSpPr/>
            <p:nvPr/>
          </p:nvSpPr>
          <p:spPr>
            <a:xfrm>
              <a:off x="6423696" y="160430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close/>
                </a:path>
              </a:pathLst>
            </a:custGeom>
            <a:solidFill>
              <a:srgbClr val="212121"/>
            </a:solidFill>
          </p:spPr>
          <p:txBody>
            <a:bodyPr wrap="square" lIns="0" tIns="0" rIns="0" bIns="0" rtlCol="0"/>
            <a:lstStyle/>
            <a:p>
              <a:endParaRPr/>
            </a:p>
          </p:txBody>
        </p:sp>
        <p:sp>
          <p:nvSpPr>
            <p:cNvPr id="18" name="object 17">
              <a:extLst>
                <a:ext uri="{FF2B5EF4-FFF2-40B4-BE49-F238E27FC236}">
                  <a16:creationId xmlns:a16="http://schemas.microsoft.com/office/drawing/2014/main" id="{81640DAD-09D5-8B8A-863B-E56769802ED8}"/>
                </a:ext>
              </a:extLst>
            </p:cNvPr>
            <p:cNvSpPr/>
            <p:nvPr/>
          </p:nvSpPr>
          <p:spPr>
            <a:xfrm>
              <a:off x="6423696" y="160430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9"/>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3"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595959"/>
              </a:solidFill>
            </a:ln>
          </p:spPr>
          <p:txBody>
            <a:bodyPr wrap="square" lIns="0" tIns="0" rIns="0" bIns="0" rtlCol="0"/>
            <a:lstStyle/>
            <a:p>
              <a:endParaRPr/>
            </a:p>
          </p:txBody>
        </p:sp>
      </p:grpSp>
      <p:sp>
        <p:nvSpPr>
          <p:cNvPr id="19" name="object 18">
            <a:extLst>
              <a:ext uri="{FF2B5EF4-FFF2-40B4-BE49-F238E27FC236}">
                <a16:creationId xmlns:a16="http://schemas.microsoft.com/office/drawing/2014/main" id="{D0591680-1376-3907-1F24-CB8229A08809}"/>
              </a:ext>
            </a:extLst>
          </p:cNvPr>
          <p:cNvSpPr txBox="1"/>
          <p:nvPr/>
        </p:nvSpPr>
        <p:spPr>
          <a:xfrm>
            <a:off x="8111004" y="2859762"/>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a:solidFill>
                  <a:srgbClr val="FFFFFF"/>
                </a:solidFill>
                <a:latin typeface="Arial MT"/>
                <a:cs typeface="Arial MT"/>
              </a:rPr>
              <a:t>X</a:t>
            </a:r>
            <a:r>
              <a:rPr sz="1200" spc="-37" baseline="-31250">
                <a:solidFill>
                  <a:srgbClr val="FFFFFF"/>
                </a:solidFill>
                <a:latin typeface="Arial MT"/>
                <a:cs typeface="Arial MT"/>
              </a:rPr>
              <a:t>1</a:t>
            </a:r>
            <a:endParaRPr sz="1200" baseline="-31250">
              <a:latin typeface="Arial MT"/>
              <a:cs typeface="Arial MT"/>
            </a:endParaRPr>
          </a:p>
        </p:txBody>
      </p:sp>
      <p:grpSp>
        <p:nvGrpSpPr>
          <p:cNvPr id="20" name="object 19">
            <a:extLst>
              <a:ext uri="{FF2B5EF4-FFF2-40B4-BE49-F238E27FC236}">
                <a16:creationId xmlns:a16="http://schemas.microsoft.com/office/drawing/2014/main" id="{0FCDE4DD-6C54-95AD-86CC-251ACC0813BA}"/>
              </a:ext>
            </a:extLst>
          </p:cNvPr>
          <p:cNvGrpSpPr/>
          <p:nvPr/>
        </p:nvGrpSpPr>
        <p:grpSpPr>
          <a:xfrm>
            <a:off x="9341245" y="2915305"/>
            <a:ext cx="861694" cy="843915"/>
            <a:chOff x="7905637" y="1909465"/>
            <a:chExt cx="861694" cy="843915"/>
          </a:xfrm>
        </p:grpSpPr>
        <p:pic>
          <p:nvPicPr>
            <p:cNvPr id="21" name="object 20">
              <a:extLst>
                <a:ext uri="{FF2B5EF4-FFF2-40B4-BE49-F238E27FC236}">
                  <a16:creationId xmlns:a16="http://schemas.microsoft.com/office/drawing/2014/main" id="{6163E6C4-F445-30FE-8F42-C5452D45C371}"/>
                </a:ext>
              </a:extLst>
            </p:cNvPr>
            <p:cNvPicPr/>
            <p:nvPr/>
          </p:nvPicPr>
          <p:blipFill>
            <a:blip r:embed="rId4" cstate="print"/>
            <a:stretch>
              <a:fillRect/>
            </a:stretch>
          </p:blipFill>
          <p:spPr>
            <a:xfrm>
              <a:off x="7905637" y="1909465"/>
              <a:ext cx="861525" cy="843525"/>
            </a:xfrm>
            <a:prstGeom prst="rect">
              <a:avLst/>
            </a:prstGeom>
          </p:spPr>
        </p:pic>
        <p:sp>
          <p:nvSpPr>
            <p:cNvPr id="22" name="object 21">
              <a:extLst>
                <a:ext uri="{FF2B5EF4-FFF2-40B4-BE49-F238E27FC236}">
                  <a16:creationId xmlns:a16="http://schemas.microsoft.com/office/drawing/2014/main" id="{133FE5BE-BEBF-49CF-33D3-650971AA3FF9}"/>
                </a:ext>
              </a:extLst>
            </p:cNvPr>
            <p:cNvSpPr/>
            <p:nvPr/>
          </p:nvSpPr>
          <p:spPr>
            <a:xfrm>
              <a:off x="7967549" y="1952328"/>
              <a:ext cx="737870" cy="720090"/>
            </a:xfrm>
            <a:custGeom>
              <a:avLst/>
              <a:gdLst/>
              <a:ahLst/>
              <a:cxnLst/>
              <a:rect l="l" t="t" r="r" b="b"/>
              <a:pathLst>
                <a:path w="737870" h="720089">
                  <a:moveTo>
                    <a:pt x="368849" y="719699"/>
                  </a:move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lnTo>
                    <a:pt x="3261" y="312549"/>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close/>
                </a:path>
              </a:pathLst>
            </a:custGeom>
            <a:solidFill>
              <a:srgbClr val="78909B"/>
            </a:solidFill>
          </p:spPr>
          <p:txBody>
            <a:bodyPr wrap="square" lIns="0" tIns="0" rIns="0" bIns="0" rtlCol="0"/>
            <a:lstStyle/>
            <a:p>
              <a:endParaRPr/>
            </a:p>
          </p:txBody>
        </p:sp>
        <p:sp>
          <p:nvSpPr>
            <p:cNvPr id="23" name="object 22">
              <a:extLst>
                <a:ext uri="{FF2B5EF4-FFF2-40B4-BE49-F238E27FC236}">
                  <a16:creationId xmlns:a16="http://schemas.microsoft.com/office/drawing/2014/main" id="{26C3169C-CF6B-D290-E241-7C918B9D6F09}"/>
                </a:ext>
              </a:extLst>
            </p:cNvPr>
            <p:cNvSpPr/>
            <p:nvPr/>
          </p:nvSpPr>
          <p:spPr>
            <a:xfrm>
              <a:off x="7967549" y="1952328"/>
              <a:ext cx="737870" cy="720090"/>
            </a:xfrm>
            <a:custGeom>
              <a:avLst/>
              <a:gdLst/>
              <a:ahLst/>
              <a:cxnLst/>
              <a:rect l="l" t="t" r="r" b="b"/>
              <a:pathLst>
                <a:path w="737870" h="720089">
                  <a:moveTo>
                    <a:pt x="0" y="359849"/>
                  </a:moveTo>
                  <a:lnTo>
                    <a:pt x="3367" y="311020"/>
                  </a:lnTo>
                  <a:lnTo>
                    <a:pt x="13175" y="264187"/>
                  </a:lnTo>
                  <a:lnTo>
                    <a:pt x="28986" y="219780"/>
                  </a:lnTo>
                  <a:lnTo>
                    <a:pt x="50358" y="178226"/>
                  </a:lnTo>
                  <a:lnTo>
                    <a:pt x="76854" y="139956"/>
                  </a:lnTo>
                  <a:lnTo>
                    <a:pt x="108033" y="105397"/>
                  </a:lnTo>
                  <a:lnTo>
                    <a:pt x="143456" y="74979"/>
                  </a:lnTo>
                  <a:lnTo>
                    <a:pt x="182684" y="49130"/>
                  </a:lnTo>
                  <a:lnTo>
                    <a:pt x="225277" y="28278"/>
                  </a:lnTo>
                  <a:lnTo>
                    <a:pt x="270795" y="12854"/>
                  </a:lnTo>
                  <a:lnTo>
                    <a:pt x="318799" y="3285"/>
                  </a:lnTo>
                  <a:lnTo>
                    <a:pt x="368849" y="0"/>
                  </a:lnTo>
                  <a:lnTo>
                    <a:pt x="417333" y="3120"/>
                  </a:lnTo>
                  <a:lnTo>
                    <a:pt x="464575" y="12328"/>
                  </a:lnTo>
                  <a:lnTo>
                    <a:pt x="510002" y="27391"/>
                  </a:lnTo>
                  <a:lnTo>
                    <a:pt x="553042" y="48078"/>
                  </a:lnTo>
                  <a:lnTo>
                    <a:pt x="593121" y="74158"/>
                  </a:lnTo>
                  <a:lnTo>
                    <a:pt x="629666" y="105397"/>
                  </a:lnTo>
                  <a:lnTo>
                    <a:pt x="661687" y="141050"/>
                  </a:lnTo>
                  <a:lnTo>
                    <a:pt x="688418" y="180151"/>
                  </a:lnTo>
                  <a:lnTo>
                    <a:pt x="709622" y="222141"/>
                  </a:lnTo>
                  <a:lnTo>
                    <a:pt x="725062" y="266460"/>
                  </a:lnTo>
                  <a:lnTo>
                    <a:pt x="734501" y="312549"/>
                  </a:lnTo>
                  <a:lnTo>
                    <a:pt x="737699" y="359849"/>
                  </a:lnTo>
                  <a:lnTo>
                    <a:pt x="734332" y="408679"/>
                  </a:lnTo>
                  <a:lnTo>
                    <a:pt x="724524" y="455512"/>
                  </a:lnTo>
                  <a:lnTo>
                    <a:pt x="708713" y="499919"/>
                  </a:lnTo>
                  <a:lnTo>
                    <a:pt x="687341" y="541473"/>
                  </a:lnTo>
                  <a:lnTo>
                    <a:pt x="660845" y="579743"/>
                  </a:lnTo>
                  <a:lnTo>
                    <a:pt x="629666" y="614302"/>
                  </a:lnTo>
                  <a:lnTo>
                    <a:pt x="594243" y="644720"/>
                  </a:lnTo>
                  <a:lnTo>
                    <a:pt x="555015" y="670569"/>
                  </a:lnTo>
                  <a:lnTo>
                    <a:pt x="512422" y="691421"/>
                  </a:lnTo>
                  <a:lnTo>
                    <a:pt x="466904" y="706845"/>
                  </a:lnTo>
                  <a:lnTo>
                    <a:pt x="418900" y="716414"/>
                  </a:lnTo>
                  <a:lnTo>
                    <a:pt x="368849" y="719699"/>
                  </a:lnTo>
                  <a:lnTo>
                    <a:pt x="318799" y="716414"/>
                  </a:lnTo>
                  <a:lnTo>
                    <a:pt x="270795" y="706845"/>
                  </a:lnTo>
                  <a:lnTo>
                    <a:pt x="225277" y="691421"/>
                  </a:lnTo>
                  <a:lnTo>
                    <a:pt x="182684" y="670569"/>
                  </a:lnTo>
                  <a:lnTo>
                    <a:pt x="143456" y="644720"/>
                  </a:lnTo>
                  <a:lnTo>
                    <a:pt x="108033" y="614302"/>
                  </a:lnTo>
                  <a:lnTo>
                    <a:pt x="76854" y="579743"/>
                  </a:lnTo>
                  <a:lnTo>
                    <a:pt x="50358" y="541473"/>
                  </a:lnTo>
                  <a:lnTo>
                    <a:pt x="28986" y="499919"/>
                  </a:lnTo>
                  <a:lnTo>
                    <a:pt x="13175" y="455512"/>
                  </a:lnTo>
                  <a:lnTo>
                    <a:pt x="3367" y="408679"/>
                  </a:lnTo>
                  <a:lnTo>
                    <a:pt x="0" y="359849"/>
                  </a:lnTo>
                  <a:close/>
                </a:path>
              </a:pathLst>
            </a:custGeom>
            <a:ln w="9524">
              <a:solidFill>
                <a:srgbClr val="000000"/>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DD7FB2E5-B41D-6D12-DF07-3014165A8483}"/>
              </a:ext>
            </a:extLst>
          </p:cNvPr>
          <p:cNvSpPr txBox="1"/>
          <p:nvPr/>
        </p:nvSpPr>
        <p:spPr>
          <a:xfrm>
            <a:off x="9654858" y="3207781"/>
            <a:ext cx="234950" cy="208279"/>
          </a:xfrm>
          <a:prstGeom prst="rect">
            <a:avLst/>
          </a:prstGeom>
        </p:spPr>
        <p:txBody>
          <a:bodyPr vert="horz" wrap="square" lIns="0" tIns="12700" rIns="0" bIns="0" rtlCol="0">
            <a:spAutoFit/>
          </a:bodyPr>
          <a:lstStyle/>
          <a:p>
            <a:pPr marL="38100">
              <a:lnSpc>
                <a:spcPct val="100000"/>
              </a:lnSpc>
              <a:spcBef>
                <a:spcPts val="100"/>
              </a:spcBef>
            </a:pPr>
            <a:r>
              <a:rPr sz="1200" spc="-25">
                <a:solidFill>
                  <a:srgbClr val="FFFFFF"/>
                </a:solidFill>
                <a:latin typeface="Arial MT"/>
                <a:cs typeface="Arial MT"/>
              </a:rPr>
              <a:t>Y</a:t>
            </a:r>
            <a:r>
              <a:rPr sz="1200" spc="-37" baseline="-31250">
                <a:solidFill>
                  <a:srgbClr val="FFFFFF"/>
                </a:solidFill>
                <a:latin typeface="Arial MT"/>
                <a:cs typeface="Arial MT"/>
              </a:rPr>
              <a:t>2</a:t>
            </a:r>
            <a:endParaRPr sz="1200" baseline="-31250">
              <a:latin typeface="Arial MT"/>
              <a:cs typeface="Arial MT"/>
            </a:endParaRPr>
          </a:p>
        </p:txBody>
      </p:sp>
      <p:grpSp>
        <p:nvGrpSpPr>
          <p:cNvPr id="25" name="object 24">
            <a:extLst>
              <a:ext uri="{FF2B5EF4-FFF2-40B4-BE49-F238E27FC236}">
                <a16:creationId xmlns:a16="http://schemas.microsoft.com/office/drawing/2014/main" id="{5339C555-9552-8347-3A5D-8E6558018DD4}"/>
              </a:ext>
            </a:extLst>
          </p:cNvPr>
          <p:cNvGrpSpPr/>
          <p:nvPr/>
        </p:nvGrpSpPr>
        <p:grpSpPr>
          <a:xfrm>
            <a:off x="8592241" y="2965235"/>
            <a:ext cx="914400" cy="1620520"/>
            <a:chOff x="7156633" y="1959395"/>
            <a:chExt cx="914400" cy="1620520"/>
          </a:xfrm>
        </p:grpSpPr>
        <p:sp>
          <p:nvSpPr>
            <p:cNvPr id="26" name="object 25">
              <a:extLst>
                <a:ext uri="{FF2B5EF4-FFF2-40B4-BE49-F238E27FC236}">
                  <a16:creationId xmlns:a16="http://schemas.microsoft.com/office/drawing/2014/main" id="{34B06BF8-1EFB-052C-1D2A-2D9D83AB79E6}"/>
                </a:ext>
              </a:extLst>
            </p:cNvPr>
            <p:cNvSpPr/>
            <p:nvPr/>
          </p:nvSpPr>
          <p:spPr>
            <a:xfrm>
              <a:off x="7161396" y="1964158"/>
              <a:ext cx="857250" cy="88265"/>
            </a:xfrm>
            <a:custGeom>
              <a:avLst/>
              <a:gdLst/>
              <a:ahLst/>
              <a:cxnLst/>
              <a:rect l="l" t="t" r="r" b="b"/>
              <a:pathLst>
                <a:path w="857250" h="88264">
                  <a:moveTo>
                    <a:pt x="0" y="0"/>
                  </a:moveTo>
                  <a:lnTo>
                    <a:pt x="857247" y="87778"/>
                  </a:lnTo>
                </a:path>
              </a:pathLst>
            </a:custGeom>
            <a:ln w="9524">
              <a:solidFill>
                <a:srgbClr val="595959"/>
              </a:solidFill>
            </a:ln>
          </p:spPr>
          <p:txBody>
            <a:bodyPr wrap="square" lIns="0" tIns="0" rIns="0" bIns="0" rtlCol="0"/>
            <a:lstStyle/>
            <a:p>
              <a:endParaRPr/>
            </a:p>
          </p:txBody>
        </p:sp>
        <p:sp>
          <p:nvSpPr>
            <p:cNvPr id="27" name="object 26">
              <a:extLst>
                <a:ext uri="{FF2B5EF4-FFF2-40B4-BE49-F238E27FC236}">
                  <a16:creationId xmlns:a16="http://schemas.microsoft.com/office/drawing/2014/main" id="{3599D91E-44B8-F09D-8334-6733357249DB}"/>
                </a:ext>
              </a:extLst>
            </p:cNvPr>
            <p:cNvSpPr/>
            <p:nvPr/>
          </p:nvSpPr>
          <p:spPr>
            <a:xfrm>
              <a:off x="8017040" y="2036285"/>
              <a:ext cx="45085" cy="31750"/>
            </a:xfrm>
            <a:custGeom>
              <a:avLst/>
              <a:gdLst/>
              <a:ahLst/>
              <a:cxnLst/>
              <a:rect l="l" t="t" r="r" b="b"/>
              <a:pathLst>
                <a:path w="45084" h="31750">
                  <a:moveTo>
                    <a:pt x="0" y="31301"/>
                  </a:moveTo>
                  <a:lnTo>
                    <a:pt x="3205" y="0"/>
                  </a:lnTo>
                  <a:lnTo>
                    <a:pt x="44603" y="20054"/>
                  </a:lnTo>
                  <a:lnTo>
                    <a:pt x="0" y="31301"/>
                  </a:lnTo>
                  <a:close/>
                </a:path>
              </a:pathLst>
            </a:custGeom>
            <a:solidFill>
              <a:srgbClr val="595959"/>
            </a:solidFill>
          </p:spPr>
          <p:txBody>
            <a:bodyPr wrap="square" lIns="0" tIns="0" rIns="0" bIns="0" rtlCol="0"/>
            <a:lstStyle/>
            <a:p>
              <a:endParaRPr/>
            </a:p>
          </p:txBody>
        </p:sp>
        <p:sp>
          <p:nvSpPr>
            <p:cNvPr id="28" name="object 27">
              <a:extLst>
                <a:ext uri="{FF2B5EF4-FFF2-40B4-BE49-F238E27FC236}">
                  <a16:creationId xmlns:a16="http://schemas.microsoft.com/office/drawing/2014/main" id="{7A8D74AF-48AD-A04C-1F12-8BDB05343CCD}"/>
                </a:ext>
              </a:extLst>
            </p:cNvPr>
            <p:cNvSpPr/>
            <p:nvPr/>
          </p:nvSpPr>
          <p:spPr>
            <a:xfrm>
              <a:off x="8017040" y="2036285"/>
              <a:ext cx="45085" cy="31750"/>
            </a:xfrm>
            <a:custGeom>
              <a:avLst/>
              <a:gdLst/>
              <a:ahLst/>
              <a:cxnLst/>
              <a:rect l="l" t="t" r="r" b="b"/>
              <a:pathLst>
                <a:path w="45084" h="31750">
                  <a:moveTo>
                    <a:pt x="0" y="31301"/>
                  </a:moveTo>
                  <a:lnTo>
                    <a:pt x="44603" y="20054"/>
                  </a:lnTo>
                  <a:lnTo>
                    <a:pt x="3205" y="0"/>
                  </a:lnTo>
                  <a:lnTo>
                    <a:pt x="0" y="31301"/>
                  </a:lnTo>
                  <a:close/>
                </a:path>
              </a:pathLst>
            </a:custGeom>
            <a:ln w="9524">
              <a:solidFill>
                <a:srgbClr val="595959"/>
              </a:solidFill>
            </a:ln>
          </p:spPr>
          <p:txBody>
            <a:bodyPr wrap="square" lIns="0" tIns="0" rIns="0" bIns="0" rtlCol="0"/>
            <a:lstStyle/>
            <a:p>
              <a:endParaRPr/>
            </a:p>
          </p:txBody>
        </p:sp>
        <p:sp>
          <p:nvSpPr>
            <p:cNvPr id="29" name="object 28">
              <a:extLst>
                <a:ext uri="{FF2B5EF4-FFF2-40B4-BE49-F238E27FC236}">
                  <a16:creationId xmlns:a16="http://schemas.microsoft.com/office/drawing/2014/main" id="{2E8CB5AC-97A8-F623-876B-9FA7651ED524}"/>
                </a:ext>
              </a:extLst>
            </p:cNvPr>
            <p:cNvSpPr/>
            <p:nvPr/>
          </p:nvSpPr>
          <p:spPr>
            <a:xfrm>
              <a:off x="7161396" y="2340372"/>
              <a:ext cx="756920" cy="429259"/>
            </a:xfrm>
            <a:custGeom>
              <a:avLst/>
              <a:gdLst/>
              <a:ahLst/>
              <a:cxnLst/>
              <a:rect l="l" t="t" r="r" b="b"/>
              <a:pathLst>
                <a:path w="756920" h="429260">
                  <a:moveTo>
                    <a:pt x="0" y="429005"/>
                  </a:moveTo>
                  <a:lnTo>
                    <a:pt x="756388" y="0"/>
                  </a:lnTo>
                </a:path>
              </a:pathLst>
            </a:custGeom>
            <a:ln w="9524">
              <a:solidFill>
                <a:srgbClr val="000000"/>
              </a:solidFill>
            </a:ln>
          </p:spPr>
          <p:txBody>
            <a:bodyPr wrap="square" lIns="0" tIns="0" rIns="0" bIns="0" rtlCol="0"/>
            <a:lstStyle/>
            <a:p>
              <a:endParaRPr/>
            </a:p>
          </p:txBody>
        </p:sp>
        <p:sp>
          <p:nvSpPr>
            <p:cNvPr id="30" name="object 29">
              <a:extLst>
                <a:ext uri="{FF2B5EF4-FFF2-40B4-BE49-F238E27FC236}">
                  <a16:creationId xmlns:a16="http://schemas.microsoft.com/office/drawing/2014/main" id="{FB07D0F8-0CCE-22A7-B0FC-7991571B5BD5}"/>
                </a:ext>
              </a:extLst>
            </p:cNvPr>
            <p:cNvSpPr/>
            <p:nvPr/>
          </p:nvSpPr>
          <p:spPr>
            <a:xfrm>
              <a:off x="7910023" y="2319047"/>
              <a:ext cx="45720" cy="35560"/>
            </a:xfrm>
            <a:custGeom>
              <a:avLst/>
              <a:gdLst/>
              <a:ahLst/>
              <a:cxnLst/>
              <a:rect l="l" t="t" r="r" b="b"/>
              <a:pathLst>
                <a:path w="45720" h="35560">
                  <a:moveTo>
                    <a:pt x="15523" y="35009"/>
                  </a:moveTo>
                  <a:lnTo>
                    <a:pt x="0" y="7640"/>
                  </a:lnTo>
                  <a:lnTo>
                    <a:pt x="45360" y="0"/>
                  </a:lnTo>
                  <a:lnTo>
                    <a:pt x="15523" y="35009"/>
                  </a:lnTo>
                  <a:close/>
                </a:path>
              </a:pathLst>
            </a:custGeom>
            <a:solidFill>
              <a:srgbClr val="000000"/>
            </a:solidFill>
          </p:spPr>
          <p:txBody>
            <a:bodyPr wrap="square" lIns="0" tIns="0" rIns="0" bIns="0" rtlCol="0"/>
            <a:lstStyle/>
            <a:p>
              <a:endParaRPr/>
            </a:p>
          </p:txBody>
        </p:sp>
        <p:sp>
          <p:nvSpPr>
            <p:cNvPr id="31" name="object 30">
              <a:extLst>
                <a:ext uri="{FF2B5EF4-FFF2-40B4-BE49-F238E27FC236}">
                  <a16:creationId xmlns:a16="http://schemas.microsoft.com/office/drawing/2014/main" id="{1146FE2B-B5AB-ECFC-D248-AD8B4BFB21D7}"/>
                </a:ext>
              </a:extLst>
            </p:cNvPr>
            <p:cNvSpPr/>
            <p:nvPr/>
          </p:nvSpPr>
          <p:spPr>
            <a:xfrm>
              <a:off x="7910023" y="2319047"/>
              <a:ext cx="45720" cy="35560"/>
            </a:xfrm>
            <a:custGeom>
              <a:avLst/>
              <a:gdLst/>
              <a:ahLst/>
              <a:cxnLst/>
              <a:rect l="l" t="t" r="r" b="b"/>
              <a:pathLst>
                <a:path w="45720" h="35560">
                  <a:moveTo>
                    <a:pt x="15523" y="35009"/>
                  </a:moveTo>
                  <a:lnTo>
                    <a:pt x="45360" y="0"/>
                  </a:lnTo>
                  <a:lnTo>
                    <a:pt x="0" y="7640"/>
                  </a:lnTo>
                  <a:lnTo>
                    <a:pt x="15523" y="35009"/>
                  </a:lnTo>
                  <a:close/>
                </a:path>
              </a:pathLst>
            </a:custGeom>
            <a:ln w="9524">
              <a:solidFill>
                <a:srgbClr val="000000"/>
              </a:solidFill>
            </a:ln>
          </p:spPr>
          <p:txBody>
            <a:bodyPr wrap="square" lIns="0" tIns="0" rIns="0" bIns="0" rtlCol="0"/>
            <a:lstStyle/>
            <a:p>
              <a:endParaRPr/>
            </a:p>
          </p:txBody>
        </p:sp>
        <p:sp>
          <p:nvSpPr>
            <p:cNvPr id="32" name="object 31">
              <a:extLst>
                <a:ext uri="{FF2B5EF4-FFF2-40B4-BE49-F238E27FC236}">
                  <a16:creationId xmlns:a16="http://schemas.microsoft.com/office/drawing/2014/main" id="{97F139A0-F3D2-D770-05F8-9668E1065480}"/>
                </a:ext>
              </a:extLst>
            </p:cNvPr>
            <p:cNvSpPr/>
            <p:nvPr/>
          </p:nvSpPr>
          <p:spPr>
            <a:xfrm>
              <a:off x="7161396" y="2608933"/>
              <a:ext cx="876300" cy="965835"/>
            </a:xfrm>
            <a:custGeom>
              <a:avLst/>
              <a:gdLst/>
              <a:ahLst/>
              <a:cxnLst/>
              <a:rect l="l" t="t" r="r" b="b"/>
              <a:pathLst>
                <a:path w="876300" h="965835">
                  <a:moveTo>
                    <a:pt x="0" y="965664"/>
                  </a:moveTo>
                  <a:lnTo>
                    <a:pt x="875708" y="0"/>
                  </a:lnTo>
                </a:path>
              </a:pathLst>
            </a:custGeom>
            <a:ln w="9524">
              <a:solidFill>
                <a:srgbClr val="595959"/>
              </a:solidFill>
            </a:ln>
          </p:spPr>
          <p:txBody>
            <a:bodyPr wrap="square" lIns="0" tIns="0" rIns="0" bIns="0" rtlCol="0"/>
            <a:lstStyle/>
            <a:p>
              <a:endParaRPr/>
            </a:p>
          </p:txBody>
        </p:sp>
        <p:sp>
          <p:nvSpPr>
            <p:cNvPr id="33" name="object 32">
              <a:extLst>
                <a:ext uri="{FF2B5EF4-FFF2-40B4-BE49-F238E27FC236}">
                  <a16:creationId xmlns:a16="http://schemas.microsoft.com/office/drawing/2014/main" id="{9846B8D5-7444-1674-A9E8-A7F8244AEB7D}"/>
                </a:ext>
              </a:extLst>
            </p:cNvPr>
            <p:cNvSpPr/>
            <p:nvPr/>
          </p:nvSpPr>
          <p:spPr>
            <a:xfrm>
              <a:off x="8025450" y="2576913"/>
              <a:ext cx="41275" cy="43180"/>
            </a:xfrm>
            <a:custGeom>
              <a:avLst/>
              <a:gdLst/>
              <a:ahLst/>
              <a:cxnLst/>
              <a:rect l="l" t="t" r="r" b="b"/>
              <a:pathLst>
                <a:path w="41275" h="43180">
                  <a:moveTo>
                    <a:pt x="23308" y="42588"/>
                  </a:moveTo>
                  <a:lnTo>
                    <a:pt x="0" y="21451"/>
                  </a:lnTo>
                  <a:lnTo>
                    <a:pt x="40691" y="0"/>
                  </a:lnTo>
                  <a:lnTo>
                    <a:pt x="23308" y="42588"/>
                  </a:lnTo>
                  <a:close/>
                </a:path>
              </a:pathLst>
            </a:custGeom>
            <a:solidFill>
              <a:srgbClr val="595959"/>
            </a:solidFill>
          </p:spPr>
          <p:txBody>
            <a:bodyPr wrap="square" lIns="0" tIns="0" rIns="0" bIns="0" rtlCol="0"/>
            <a:lstStyle/>
            <a:p>
              <a:endParaRPr/>
            </a:p>
          </p:txBody>
        </p:sp>
        <p:sp>
          <p:nvSpPr>
            <p:cNvPr id="34" name="object 33">
              <a:extLst>
                <a:ext uri="{FF2B5EF4-FFF2-40B4-BE49-F238E27FC236}">
                  <a16:creationId xmlns:a16="http://schemas.microsoft.com/office/drawing/2014/main" id="{2A401C3E-1A16-843D-B3DD-EE8E80704DE5}"/>
                </a:ext>
              </a:extLst>
            </p:cNvPr>
            <p:cNvSpPr/>
            <p:nvPr/>
          </p:nvSpPr>
          <p:spPr>
            <a:xfrm>
              <a:off x="8025450" y="2576913"/>
              <a:ext cx="41275" cy="43180"/>
            </a:xfrm>
            <a:custGeom>
              <a:avLst/>
              <a:gdLst/>
              <a:ahLst/>
              <a:cxnLst/>
              <a:rect l="l" t="t" r="r" b="b"/>
              <a:pathLst>
                <a:path w="41275" h="43180">
                  <a:moveTo>
                    <a:pt x="23308" y="42588"/>
                  </a:moveTo>
                  <a:lnTo>
                    <a:pt x="40691" y="0"/>
                  </a:lnTo>
                  <a:lnTo>
                    <a:pt x="0" y="21451"/>
                  </a:lnTo>
                  <a:lnTo>
                    <a:pt x="23308" y="42588"/>
                  </a:lnTo>
                  <a:close/>
                </a:path>
              </a:pathLst>
            </a:custGeom>
            <a:ln w="9524">
              <a:solidFill>
                <a:srgbClr val="595959"/>
              </a:solidFill>
            </a:ln>
          </p:spPr>
          <p:txBody>
            <a:bodyPr wrap="square" lIns="0" tIns="0" rIns="0" bIns="0" rtlCol="0"/>
            <a:lstStyle/>
            <a:p>
              <a:endParaRPr/>
            </a:p>
          </p:txBody>
        </p:sp>
      </p:grpSp>
      <p:sp>
        <p:nvSpPr>
          <p:cNvPr id="35" name="object 34">
            <a:extLst>
              <a:ext uri="{FF2B5EF4-FFF2-40B4-BE49-F238E27FC236}">
                <a16:creationId xmlns:a16="http://schemas.microsoft.com/office/drawing/2014/main" id="{4D825001-B09D-C638-8AA9-97F0F78D2A6F}"/>
              </a:ext>
            </a:extLst>
          </p:cNvPr>
          <p:cNvSpPr txBox="1"/>
          <p:nvPr/>
        </p:nvSpPr>
        <p:spPr>
          <a:xfrm>
            <a:off x="7434106" y="2040064"/>
            <a:ext cx="521970" cy="269240"/>
          </a:xfrm>
          <a:prstGeom prst="rect">
            <a:avLst/>
          </a:prstGeom>
        </p:spPr>
        <p:txBody>
          <a:bodyPr vert="horz" wrap="square" lIns="0" tIns="12700" rIns="0" bIns="0" rtlCol="0">
            <a:spAutoFit/>
          </a:bodyPr>
          <a:lstStyle/>
          <a:p>
            <a:pPr marL="12700">
              <a:lnSpc>
                <a:spcPct val="100000"/>
              </a:lnSpc>
              <a:spcBef>
                <a:spcPts val="100"/>
              </a:spcBef>
            </a:pPr>
            <a:r>
              <a:rPr sz="1600" b="1" spc="-10">
                <a:latin typeface="Arial"/>
                <a:cs typeface="Arial"/>
              </a:rPr>
              <a:t>Input</a:t>
            </a:r>
            <a:endParaRPr sz="1600">
              <a:latin typeface="Arial"/>
              <a:cs typeface="Arial"/>
            </a:endParaRPr>
          </a:p>
        </p:txBody>
      </p:sp>
      <p:sp>
        <p:nvSpPr>
          <p:cNvPr id="36" name="object 35">
            <a:extLst>
              <a:ext uri="{FF2B5EF4-FFF2-40B4-BE49-F238E27FC236}">
                <a16:creationId xmlns:a16="http://schemas.microsoft.com/office/drawing/2014/main" id="{07FE7909-0C3B-C9DE-5E64-1454411810CF}"/>
              </a:ext>
            </a:extLst>
          </p:cNvPr>
          <p:cNvSpPr txBox="1"/>
          <p:nvPr/>
        </p:nvSpPr>
        <p:spPr>
          <a:xfrm>
            <a:off x="9384785" y="2040064"/>
            <a:ext cx="691515" cy="269240"/>
          </a:xfrm>
          <a:prstGeom prst="rect">
            <a:avLst/>
          </a:prstGeom>
        </p:spPr>
        <p:txBody>
          <a:bodyPr vert="horz" wrap="square" lIns="0" tIns="12700" rIns="0" bIns="0" rtlCol="0">
            <a:spAutoFit/>
          </a:bodyPr>
          <a:lstStyle/>
          <a:p>
            <a:pPr marL="12700">
              <a:lnSpc>
                <a:spcPct val="100000"/>
              </a:lnSpc>
              <a:spcBef>
                <a:spcPts val="100"/>
              </a:spcBef>
            </a:pPr>
            <a:r>
              <a:rPr sz="1600" b="1" spc="-10">
                <a:latin typeface="Arial"/>
                <a:cs typeface="Arial"/>
              </a:rPr>
              <a:t>Output</a:t>
            </a:r>
            <a:endParaRPr sz="1600">
              <a:latin typeface="Arial"/>
              <a:cs typeface="Arial"/>
            </a:endParaRPr>
          </a:p>
        </p:txBody>
      </p:sp>
      <p:sp>
        <p:nvSpPr>
          <p:cNvPr id="37" name="object 36">
            <a:extLst>
              <a:ext uri="{FF2B5EF4-FFF2-40B4-BE49-F238E27FC236}">
                <a16:creationId xmlns:a16="http://schemas.microsoft.com/office/drawing/2014/main" id="{901DDB17-513A-D70C-7BD1-BC1959306333}"/>
              </a:ext>
            </a:extLst>
          </p:cNvPr>
          <p:cNvSpPr txBox="1"/>
          <p:nvPr/>
        </p:nvSpPr>
        <p:spPr>
          <a:xfrm>
            <a:off x="7284865" y="4444568"/>
            <a:ext cx="502920" cy="208279"/>
          </a:xfrm>
          <a:prstGeom prst="rect">
            <a:avLst/>
          </a:prstGeom>
        </p:spPr>
        <p:txBody>
          <a:bodyPr vert="horz" wrap="square" lIns="0" tIns="12700" rIns="0" bIns="0" rtlCol="0">
            <a:spAutoFit/>
          </a:bodyPr>
          <a:lstStyle/>
          <a:p>
            <a:pPr marL="38100">
              <a:lnSpc>
                <a:spcPct val="100000"/>
              </a:lnSpc>
              <a:spcBef>
                <a:spcPts val="100"/>
              </a:spcBef>
            </a:pPr>
            <a:r>
              <a:rPr sz="1200">
                <a:latin typeface="Arial MT"/>
                <a:cs typeface="Arial MT"/>
              </a:rPr>
              <a:t>W</a:t>
            </a:r>
            <a:r>
              <a:rPr sz="1200" baseline="-31250">
                <a:latin typeface="Arial MT"/>
                <a:cs typeface="Arial MT"/>
              </a:rPr>
              <a:t>3</a:t>
            </a:r>
            <a:r>
              <a:rPr sz="1200">
                <a:latin typeface="Arial MT"/>
                <a:cs typeface="Arial MT"/>
              </a:rPr>
              <a:t>,</a:t>
            </a:r>
            <a:r>
              <a:rPr sz="1200" spc="-40">
                <a:latin typeface="Arial MT"/>
                <a:cs typeface="Arial MT"/>
              </a:rPr>
              <a:t> </a:t>
            </a:r>
            <a:r>
              <a:rPr sz="1200" spc="-25">
                <a:latin typeface="Arial MT"/>
                <a:cs typeface="Arial MT"/>
              </a:rPr>
              <a:t>b</a:t>
            </a:r>
            <a:r>
              <a:rPr sz="1200" spc="-37" baseline="-31250">
                <a:latin typeface="Arial MT"/>
                <a:cs typeface="Arial MT"/>
              </a:rPr>
              <a:t>3</a:t>
            </a:r>
            <a:endParaRPr sz="1200" baseline="-31250">
              <a:latin typeface="Arial MT"/>
              <a:cs typeface="Arial MT"/>
            </a:endParaRPr>
          </a:p>
        </p:txBody>
      </p:sp>
      <p:sp>
        <p:nvSpPr>
          <p:cNvPr id="38" name="object 37">
            <a:extLst>
              <a:ext uri="{FF2B5EF4-FFF2-40B4-BE49-F238E27FC236}">
                <a16:creationId xmlns:a16="http://schemas.microsoft.com/office/drawing/2014/main" id="{B3A06162-7F14-CFD5-25FB-21E4463581A5}"/>
              </a:ext>
            </a:extLst>
          </p:cNvPr>
          <p:cNvSpPr txBox="1"/>
          <p:nvPr/>
        </p:nvSpPr>
        <p:spPr>
          <a:xfrm>
            <a:off x="1874683" y="1992361"/>
            <a:ext cx="3915410" cy="513080"/>
          </a:xfrm>
          <a:prstGeom prst="rect">
            <a:avLst/>
          </a:prstGeom>
        </p:spPr>
        <p:txBody>
          <a:bodyPr vert="horz" wrap="square" lIns="0" tIns="12700" rIns="0" bIns="0" rtlCol="0">
            <a:spAutoFit/>
          </a:bodyPr>
          <a:lstStyle/>
          <a:p>
            <a:pPr marL="12700" marR="5080">
              <a:lnSpc>
                <a:spcPct val="100000"/>
              </a:lnSpc>
              <a:spcBef>
                <a:spcPts val="100"/>
              </a:spcBef>
            </a:pPr>
            <a:r>
              <a:rPr sz="1600" b="1">
                <a:latin typeface="Arial"/>
                <a:cs typeface="Arial"/>
              </a:rPr>
              <a:t>The</a:t>
            </a:r>
            <a:r>
              <a:rPr sz="1600" b="1" spc="-45">
                <a:latin typeface="Arial"/>
                <a:cs typeface="Arial"/>
              </a:rPr>
              <a:t> </a:t>
            </a:r>
            <a:r>
              <a:rPr sz="1600" b="1">
                <a:latin typeface="Arial"/>
                <a:cs typeface="Arial"/>
              </a:rPr>
              <a:t>loss</a:t>
            </a:r>
            <a:r>
              <a:rPr sz="1600" b="1" spc="-40">
                <a:latin typeface="Arial"/>
                <a:cs typeface="Arial"/>
              </a:rPr>
              <a:t> </a:t>
            </a:r>
            <a:r>
              <a:rPr sz="1600" b="1">
                <a:latin typeface="Arial"/>
                <a:cs typeface="Arial"/>
              </a:rPr>
              <a:t>function</a:t>
            </a:r>
            <a:r>
              <a:rPr sz="1600" b="1" spc="-40">
                <a:latin typeface="Arial"/>
                <a:cs typeface="Arial"/>
              </a:rPr>
              <a:t> </a:t>
            </a:r>
            <a:r>
              <a:rPr sz="1600" b="1">
                <a:latin typeface="Arial"/>
                <a:cs typeface="Arial"/>
              </a:rPr>
              <a:t>with</a:t>
            </a:r>
            <a:r>
              <a:rPr sz="1600" b="1" spc="-40">
                <a:latin typeface="Arial"/>
                <a:cs typeface="Arial"/>
              </a:rPr>
              <a:t> </a:t>
            </a:r>
            <a:r>
              <a:rPr sz="1600" b="1">
                <a:latin typeface="Arial"/>
                <a:cs typeface="Arial"/>
              </a:rPr>
              <a:t>regard</a:t>
            </a:r>
            <a:r>
              <a:rPr sz="1600" b="1" spc="-40">
                <a:latin typeface="Arial"/>
                <a:cs typeface="Arial"/>
              </a:rPr>
              <a:t> </a:t>
            </a:r>
            <a:r>
              <a:rPr sz="1600" b="1">
                <a:latin typeface="Arial"/>
                <a:cs typeface="Arial"/>
              </a:rPr>
              <a:t>to</a:t>
            </a:r>
            <a:r>
              <a:rPr sz="1600" b="1" spc="-45">
                <a:latin typeface="Arial"/>
                <a:cs typeface="Arial"/>
              </a:rPr>
              <a:t> </a:t>
            </a:r>
            <a:r>
              <a:rPr sz="1600" b="1" spc="-10">
                <a:latin typeface="Arial"/>
                <a:cs typeface="Arial"/>
              </a:rPr>
              <a:t>weights </a:t>
            </a:r>
            <a:r>
              <a:rPr sz="1600" b="1">
                <a:latin typeface="Arial"/>
                <a:cs typeface="Arial"/>
              </a:rPr>
              <a:t>and</a:t>
            </a:r>
            <a:r>
              <a:rPr sz="1600" b="1" spc="-35">
                <a:latin typeface="Arial"/>
                <a:cs typeface="Arial"/>
              </a:rPr>
              <a:t> </a:t>
            </a:r>
            <a:r>
              <a:rPr sz="1600" b="1">
                <a:latin typeface="Arial"/>
                <a:cs typeface="Arial"/>
              </a:rPr>
              <a:t>biases</a:t>
            </a:r>
            <a:r>
              <a:rPr sz="1600" b="1" spc="-20">
                <a:latin typeface="Arial"/>
                <a:cs typeface="Arial"/>
              </a:rPr>
              <a:t> </a:t>
            </a:r>
            <a:r>
              <a:rPr sz="1600" b="1">
                <a:latin typeface="Arial"/>
                <a:cs typeface="Arial"/>
              </a:rPr>
              <a:t>can</a:t>
            </a:r>
            <a:r>
              <a:rPr sz="1600" b="1" spc="-20">
                <a:latin typeface="Arial"/>
                <a:cs typeface="Arial"/>
              </a:rPr>
              <a:t> </a:t>
            </a:r>
            <a:r>
              <a:rPr sz="1600" b="1">
                <a:latin typeface="Arial"/>
                <a:cs typeface="Arial"/>
              </a:rPr>
              <a:t>be</a:t>
            </a:r>
            <a:r>
              <a:rPr sz="1600" b="1" spc="-20">
                <a:latin typeface="Arial"/>
                <a:cs typeface="Arial"/>
              </a:rPr>
              <a:t> </a:t>
            </a:r>
            <a:r>
              <a:rPr sz="1600" b="1">
                <a:latin typeface="Arial"/>
                <a:cs typeface="Arial"/>
              </a:rPr>
              <a:t>defined</a:t>
            </a:r>
            <a:r>
              <a:rPr sz="1600" b="1" spc="-20">
                <a:latin typeface="Arial"/>
                <a:cs typeface="Arial"/>
              </a:rPr>
              <a:t> </a:t>
            </a:r>
            <a:r>
              <a:rPr sz="1600" b="1" spc="-25">
                <a:latin typeface="Arial"/>
                <a:cs typeface="Arial"/>
              </a:rPr>
              <a:t>as</a:t>
            </a:r>
            <a:endParaRPr sz="1600">
              <a:latin typeface="Arial"/>
              <a:cs typeface="Arial"/>
            </a:endParaRPr>
          </a:p>
        </p:txBody>
      </p:sp>
      <p:sp>
        <p:nvSpPr>
          <p:cNvPr id="39" name="object 38">
            <a:extLst>
              <a:ext uri="{FF2B5EF4-FFF2-40B4-BE49-F238E27FC236}">
                <a16:creationId xmlns:a16="http://schemas.microsoft.com/office/drawing/2014/main" id="{8DEE1BCA-DA59-43DE-8D9B-4A13942201EC}"/>
              </a:ext>
            </a:extLst>
          </p:cNvPr>
          <p:cNvSpPr/>
          <p:nvPr/>
        </p:nvSpPr>
        <p:spPr>
          <a:xfrm>
            <a:off x="6696357" y="2362665"/>
            <a:ext cx="12700" cy="2825115"/>
          </a:xfrm>
          <a:custGeom>
            <a:avLst/>
            <a:gdLst/>
            <a:ahLst/>
            <a:cxnLst/>
            <a:rect l="l" t="t" r="r" b="b"/>
            <a:pathLst>
              <a:path w="12700" h="2825115">
                <a:moveTo>
                  <a:pt x="12599" y="0"/>
                </a:moveTo>
                <a:lnTo>
                  <a:pt x="0" y="2825099"/>
                </a:lnTo>
              </a:path>
            </a:pathLst>
          </a:custGeom>
          <a:ln w="9524">
            <a:solidFill>
              <a:srgbClr val="595959"/>
            </a:solidFill>
          </a:ln>
        </p:spPr>
        <p:txBody>
          <a:bodyPr wrap="square" lIns="0" tIns="0" rIns="0" bIns="0" rtlCol="0"/>
          <a:lstStyle/>
          <a:p>
            <a:endParaRPr/>
          </a:p>
        </p:txBody>
      </p:sp>
      <p:sp>
        <p:nvSpPr>
          <p:cNvPr id="40" name="object 39">
            <a:extLst>
              <a:ext uri="{FF2B5EF4-FFF2-40B4-BE49-F238E27FC236}">
                <a16:creationId xmlns:a16="http://schemas.microsoft.com/office/drawing/2014/main" id="{876FB23E-1D1B-1DFA-D1BC-DCFEBFD3A034}"/>
              </a:ext>
            </a:extLst>
          </p:cNvPr>
          <p:cNvSpPr txBox="1"/>
          <p:nvPr/>
        </p:nvSpPr>
        <p:spPr>
          <a:xfrm>
            <a:off x="7284865" y="3639347"/>
            <a:ext cx="502920" cy="208279"/>
          </a:xfrm>
          <a:prstGeom prst="rect">
            <a:avLst/>
          </a:prstGeom>
        </p:spPr>
        <p:txBody>
          <a:bodyPr vert="horz" wrap="square" lIns="0" tIns="12700" rIns="0" bIns="0" rtlCol="0">
            <a:spAutoFit/>
          </a:bodyPr>
          <a:lstStyle/>
          <a:p>
            <a:pPr marL="38100">
              <a:lnSpc>
                <a:spcPct val="100000"/>
              </a:lnSpc>
              <a:spcBef>
                <a:spcPts val="100"/>
              </a:spcBef>
            </a:pPr>
            <a:r>
              <a:rPr sz="1200">
                <a:latin typeface="Arial MT"/>
                <a:cs typeface="Arial MT"/>
              </a:rPr>
              <a:t>W</a:t>
            </a:r>
            <a:r>
              <a:rPr sz="1200" baseline="-31250">
                <a:latin typeface="Arial MT"/>
                <a:cs typeface="Arial MT"/>
              </a:rPr>
              <a:t>2</a:t>
            </a:r>
            <a:r>
              <a:rPr sz="1200">
                <a:latin typeface="Arial MT"/>
                <a:cs typeface="Arial MT"/>
              </a:rPr>
              <a:t>,</a:t>
            </a:r>
            <a:r>
              <a:rPr sz="1200" spc="-40">
                <a:latin typeface="Arial MT"/>
                <a:cs typeface="Arial MT"/>
              </a:rPr>
              <a:t> </a:t>
            </a:r>
            <a:r>
              <a:rPr sz="1200" spc="-25">
                <a:latin typeface="Arial MT"/>
                <a:cs typeface="Arial MT"/>
              </a:rPr>
              <a:t>b</a:t>
            </a:r>
            <a:r>
              <a:rPr sz="1200" spc="-37" baseline="-31250">
                <a:latin typeface="Arial MT"/>
                <a:cs typeface="Arial MT"/>
              </a:rPr>
              <a:t>2</a:t>
            </a:r>
            <a:endParaRPr sz="1200" baseline="-31250">
              <a:latin typeface="Arial MT"/>
              <a:cs typeface="Arial MT"/>
            </a:endParaRPr>
          </a:p>
        </p:txBody>
      </p:sp>
      <p:sp>
        <p:nvSpPr>
          <p:cNvPr id="41" name="object 40">
            <a:extLst>
              <a:ext uri="{FF2B5EF4-FFF2-40B4-BE49-F238E27FC236}">
                <a16:creationId xmlns:a16="http://schemas.microsoft.com/office/drawing/2014/main" id="{13AB3E6C-29D2-723E-D89C-6547DC84B064}"/>
              </a:ext>
            </a:extLst>
          </p:cNvPr>
          <p:cNvSpPr txBox="1"/>
          <p:nvPr/>
        </p:nvSpPr>
        <p:spPr>
          <a:xfrm>
            <a:off x="7284865" y="2834127"/>
            <a:ext cx="502920" cy="208279"/>
          </a:xfrm>
          <a:prstGeom prst="rect">
            <a:avLst/>
          </a:prstGeom>
        </p:spPr>
        <p:txBody>
          <a:bodyPr vert="horz" wrap="square" lIns="0" tIns="12700" rIns="0" bIns="0" rtlCol="0">
            <a:spAutoFit/>
          </a:bodyPr>
          <a:lstStyle/>
          <a:p>
            <a:pPr marL="38100">
              <a:lnSpc>
                <a:spcPct val="100000"/>
              </a:lnSpc>
              <a:spcBef>
                <a:spcPts val="100"/>
              </a:spcBef>
            </a:pPr>
            <a:r>
              <a:rPr sz="1200">
                <a:latin typeface="Arial MT"/>
                <a:cs typeface="Arial MT"/>
              </a:rPr>
              <a:t>W</a:t>
            </a:r>
            <a:r>
              <a:rPr sz="1200" baseline="-31250">
                <a:latin typeface="Arial MT"/>
                <a:cs typeface="Arial MT"/>
              </a:rPr>
              <a:t>1</a:t>
            </a:r>
            <a:r>
              <a:rPr sz="1200">
                <a:latin typeface="Arial MT"/>
                <a:cs typeface="Arial MT"/>
              </a:rPr>
              <a:t>,</a:t>
            </a:r>
            <a:r>
              <a:rPr sz="1200" spc="-40">
                <a:latin typeface="Arial MT"/>
                <a:cs typeface="Arial MT"/>
              </a:rPr>
              <a:t> </a:t>
            </a:r>
            <a:r>
              <a:rPr sz="1200" spc="-25">
                <a:latin typeface="Arial MT"/>
                <a:cs typeface="Arial MT"/>
              </a:rPr>
              <a:t>b</a:t>
            </a:r>
            <a:r>
              <a:rPr sz="1200" spc="-37" baseline="-31250">
                <a:latin typeface="Arial MT"/>
                <a:cs typeface="Arial MT"/>
              </a:rPr>
              <a:t>1</a:t>
            </a:r>
            <a:endParaRPr sz="1200" baseline="-31250">
              <a:latin typeface="Arial MT"/>
              <a:cs typeface="Arial MT"/>
            </a:endParaRPr>
          </a:p>
        </p:txBody>
      </p:sp>
      <p:grpSp>
        <p:nvGrpSpPr>
          <p:cNvPr id="42" name="object 41">
            <a:extLst>
              <a:ext uri="{FF2B5EF4-FFF2-40B4-BE49-F238E27FC236}">
                <a16:creationId xmlns:a16="http://schemas.microsoft.com/office/drawing/2014/main" id="{4DCBD537-9DA3-12B6-C159-B9AF2C05E8BB}"/>
              </a:ext>
            </a:extLst>
          </p:cNvPr>
          <p:cNvGrpSpPr/>
          <p:nvPr/>
        </p:nvGrpSpPr>
        <p:grpSpPr>
          <a:xfrm>
            <a:off x="9435745" y="4018002"/>
            <a:ext cx="673100" cy="342900"/>
            <a:chOff x="8000137" y="3012162"/>
            <a:chExt cx="673100" cy="342900"/>
          </a:xfrm>
        </p:grpSpPr>
        <p:sp>
          <p:nvSpPr>
            <p:cNvPr id="43" name="object 42">
              <a:extLst>
                <a:ext uri="{FF2B5EF4-FFF2-40B4-BE49-F238E27FC236}">
                  <a16:creationId xmlns:a16="http://schemas.microsoft.com/office/drawing/2014/main" id="{BB069997-692F-3A57-D410-431BCD7F3F74}"/>
                </a:ext>
              </a:extLst>
            </p:cNvPr>
            <p:cNvSpPr/>
            <p:nvPr/>
          </p:nvSpPr>
          <p:spPr>
            <a:xfrm>
              <a:off x="8004899" y="3016924"/>
              <a:ext cx="663575" cy="333375"/>
            </a:xfrm>
            <a:custGeom>
              <a:avLst/>
              <a:gdLst/>
              <a:ahLst/>
              <a:cxnLst/>
              <a:rect l="l" t="t" r="r" b="b"/>
              <a:pathLst>
                <a:path w="663575" h="333375">
                  <a:moveTo>
                    <a:pt x="607449" y="333299"/>
                  </a:moveTo>
                  <a:lnTo>
                    <a:pt x="55549" y="333299"/>
                  </a:lnTo>
                  <a:lnTo>
                    <a:pt x="33927" y="328934"/>
                  </a:lnTo>
                  <a:lnTo>
                    <a:pt x="16269" y="317029"/>
                  </a:lnTo>
                  <a:lnTo>
                    <a:pt x="4365" y="299372"/>
                  </a:lnTo>
                  <a:lnTo>
                    <a:pt x="0" y="277749"/>
                  </a:lnTo>
                  <a:lnTo>
                    <a:pt x="0" y="55549"/>
                  </a:lnTo>
                  <a:lnTo>
                    <a:pt x="16269" y="16270"/>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close/>
                </a:path>
              </a:pathLst>
            </a:custGeom>
            <a:solidFill>
              <a:srgbClr val="EEEEEE"/>
            </a:solidFill>
          </p:spPr>
          <p:txBody>
            <a:bodyPr wrap="square" lIns="0" tIns="0" rIns="0" bIns="0" rtlCol="0"/>
            <a:lstStyle/>
            <a:p>
              <a:endParaRPr/>
            </a:p>
          </p:txBody>
        </p:sp>
        <p:sp>
          <p:nvSpPr>
            <p:cNvPr id="44" name="object 43">
              <a:extLst>
                <a:ext uri="{FF2B5EF4-FFF2-40B4-BE49-F238E27FC236}">
                  <a16:creationId xmlns:a16="http://schemas.microsoft.com/office/drawing/2014/main" id="{43BBF884-6274-CE36-104B-59A931F3C708}"/>
                </a:ext>
              </a:extLst>
            </p:cNvPr>
            <p:cNvSpPr/>
            <p:nvPr/>
          </p:nvSpPr>
          <p:spPr>
            <a:xfrm>
              <a:off x="8004899" y="3016924"/>
              <a:ext cx="663575" cy="333375"/>
            </a:xfrm>
            <a:custGeom>
              <a:avLst/>
              <a:gdLst/>
              <a:ahLst/>
              <a:cxnLst/>
              <a:rect l="l" t="t" r="r" b="b"/>
              <a:pathLst>
                <a:path w="663575" h="333375">
                  <a:moveTo>
                    <a:pt x="0" y="55549"/>
                  </a:moveTo>
                  <a:lnTo>
                    <a:pt x="4365" y="33927"/>
                  </a:lnTo>
                  <a:lnTo>
                    <a:pt x="16269"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lnTo>
                    <a:pt x="55549" y="333299"/>
                  </a:lnTo>
                  <a:lnTo>
                    <a:pt x="33927" y="328934"/>
                  </a:lnTo>
                  <a:lnTo>
                    <a:pt x="16269" y="317029"/>
                  </a:lnTo>
                  <a:lnTo>
                    <a:pt x="4365" y="299372"/>
                  </a:lnTo>
                  <a:lnTo>
                    <a:pt x="0" y="277749"/>
                  </a:lnTo>
                  <a:lnTo>
                    <a:pt x="0" y="55549"/>
                  </a:lnTo>
                  <a:close/>
                </a:path>
              </a:pathLst>
            </a:custGeom>
            <a:ln w="9524">
              <a:solidFill>
                <a:srgbClr val="595959"/>
              </a:solidFill>
            </a:ln>
          </p:spPr>
          <p:txBody>
            <a:bodyPr wrap="square" lIns="0" tIns="0" rIns="0" bIns="0" rtlCol="0"/>
            <a:lstStyle/>
            <a:p>
              <a:endParaRPr/>
            </a:p>
          </p:txBody>
        </p:sp>
      </p:grpSp>
      <p:sp>
        <p:nvSpPr>
          <p:cNvPr id="45" name="object 44">
            <a:extLst>
              <a:ext uri="{FF2B5EF4-FFF2-40B4-BE49-F238E27FC236}">
                <a16:creationId xmlns:a16="http://schemas.microsoft.com/office/drawing/2014/main" id="{6AAEEBB7-7110-2BEA-8837-CD04202FBDBE}"/>
              </a:ext>
            </a:extLst>
          </p:cNvPr>
          <p:cNvSpPr txBox="1"/>
          <p:nvPr/>
        </p:nvSpPr>
        <p:spPr>
          <a:xfrm>
            <a:off x="9709893" y="4062923"/>
            <a:ext cx="124460" cy="238760"/>
          </a:xfrm>
          <a:prstGeom prst="rect">
            <a:avLst/>
          </a:prstGeom>
        </p:spPr>
        <p:txBody>
          <a:bodyPr vert="horz" wrap="square" lIns="0" tIns="12700" rIns="0" bIns="0" rtlCol="0">
            <a:spAutoFit/>
          </a:bodyPr>
          <a:lstStyle/>
          <a:p>
            <a:pPr marL="12700">
              <a:lnSpc>
                <a:spcPct val="100000"/>
              </a:lnSpc>
              <a:spcBef>
                <a:spcPts val="100"/>
              </a:spcBef>
            </a:pPr>
            <a:r>
              <a:rPr sz="1400" spc="-50">
                <a:latin typeface="Arial MT"/>
                <a:cs typeface="Arial MT"/>
              </a:rPr>
              <a:t>L</a:t>
            </a:r>
            <a:endParaRPr sz="1400">
              <a:latin typeface="Arial MT"/>
              <a:cs typeface="Arial MT"/>
            </a:endParaRPr>
          </a:p>
        </p:txBody>
      </p:sp>
      <p:grpSp>
        <p:nvGrpSpPr>
          <p:cNvPr id="46" name="object 45">
            <a:extLst>
              <a:ext uri="{FF2B5EF4-FFF2-40B4-BE49-F238E27FC236}">
                <a16:creationId xmlns:a16="http://schemas.microsoft.com/office/drawing/2014/main" id="{5B621213-77C1-7AE5-D37C-E77908E09459}"/>
              </a:ext>
            </a:extLst>
          </p:cNvPr>
          <p:cNvGrpSpPr/>
          <p:nvPr/>
        </p:nvGrpSpPr>
        <p:grpSpPr>
          <a:xfrm>
            <a:off x="6961667" y="2949469"/>
            <a:ext cx="3147060" cy="2327910"/>
            <a:chOff x="5526059" y="1943629"/>
            <a:chExt cx="3147060" cy="2327910"/>
          </a:xfrm>
        </p:grpSpPr>
        <p:sp>
          <p:nvSpPr>
            <p:cNvPr id="47" name="object 46">
              <a:extLst>
                <a:ext uri="{FF2B5EF4-FFF2-40B4-BE49-F238E27FC236}">
                  <a16:creationId xmlns:a16="http://schemas.microsoft.com/office/drawing/2014/main" id="{C4DE9BE8-C3C0-8336-F1A9-9A67BBEB5354}"/>
                </a:ext>
              </a:extLst>
            </p:cNvPr>
            <p:cNvSpPr/>
            <p:nvPr/>
          </p:nvSpPr>
          <p:spPr>
            <a:xfrm>
              <a:off x="8336399" y="2672028"/>
              <a:ext cx="0" cy="288290"/>
            </a:xfrm>
            <a:custGeom>
              <a:avLst/>
              <a:gdLst/>
              <a:ahLst/>
              <a:cxnLst/>
              <a:rect l="l" t="t" r="r" b="b"/>
              <a:pathLst>
                <a:path h="288289">
                  <a:moveTo>
                    <a:pt x="0" y="0"/>
                  </a:moveTo>
                  <a:lnTo>
                    <a:pt x="0" y="287849"/>
                  </a:lnTo>
                </a:path>
              </a:pathLst>
            </a:custGeom>
            <a:ln w="9524">
              <a:solidFill>
                <a:srgbClr val="595959"/>
              </a:solidFill>
            </a:ln>
          </p:spPr>
          <p:txBody>
            <a:bodyPr wrap="square" lIns="0" tIns="0" rIns="0" bIns="0" rtlCol="0"/>
            <a:lstStyle/>
            <a:p>
              <a:endParaRPr/>
            </a:p>
          </p:txBody>
        </p:sp>
        <p:sp>
          <p:nvSpPr>
            <p:cNvPr id="48" name="object 47">
              <a:extLst>
                <a:ext uri="{FF2B5EF4-FFF2-40B4-BE49-F238E27FC236}">
                  <a16:creationId xmlns:a16="http://schemas.microsoft.com/office/drawing/2014/main" id="{41E2B671-3285-A8A6-25FC-0C9EE4E97564}"/>
                </a:ext>
              </a:extLst>
            </p:cNvPr>
            <p:cNvSpPr/>
            <p:nvPr/>
          </p:nvSpPr>
          <p:spPr>
            <a:xfrm>
              <a:off x="8320667" y="2959878"/>
              <a:ext cx="31750" cy="43815"/>
            </a:xfrm>
            <a:custGeom>
              <a:avLst/>
              <a:gdLst/>
              <a:ahLst/>
              <a:cxnLst/>
              <a:rect l="l" t="t" r="r" b="b"/>
              <a:pathLst>
                <a:path w="31750" h="43814">
                  <a:moveTo>
                    <a:pt x="15732" y="43225"/>
                  </a:moveTo>
                  <a:lnTo>
                    <a:pt x="0" y="0"/>
                  </a:lnTo>
                  <a:lnTo>
                    <a:pt x="31464" y="0"/>
                  </a:lnTo>
                  <a:lnTo>
                    <a:pt x="15732" y="43225"/>
                  </a:lnTo>
                  <a:close/>
                </a:path>
              </a:pathLst>
            </a:custGeom>
            <a:solidFill>
              <a:srgbClr val="595959"/>
            </a:solidFill>
          </p:spPr>
          <p:txBody>
            <a:bodyPr wrap="square" lIns="0" tIns="0" rIns="0" bIns="0" rtlCol="0"/>
            <a:lstStyle/>
            <a:p>
              <a:endParaRPr/>
            </a:p>
          </p:txBody>
        </p:sp>
        <p:sp>
          <p:nvSpPr>
            <p:cNvPr id="49" name="object 48">
              <a:extLst>
                <a:ext uri="{FF2B5EF4-FFF2-40B4-BE49-F238E27FC236}">
                  <a16:creationId xmlns:a16="http://schemas.microsoft.com/office/drawing/2014/main" id="{64C64E85-A3CA-7823-CA1B-E8DE3AC70974}"/>
                </a:ext>
              </a:extLst>
            </p:cNvPr>
            <p:cNvSpPr/>
            <p:nvPr/>
          </p:nvSpPr>
          <p:spPr>
            <a:xfrm>
              <a:off x="8320667" y="2959878"/>
              <a:ext cx="31750" cy="43815"/>
            </a:xfrm>
            <a:custGeom>
              <a:avLst/>
              <a:gdLst/>
              <a:ahLst/>
              <a:cxnLst/>
              <a:rect l="l" t="t" r="r" b="b"/>
              <a:pathLst>
                <a:path w="31750" h="43814">
                  <a:moveTo>
                    <a:pt x="0" y="0"/>
                  </a:moveTo>
                  <a:lnTo>
                    <a:pt x="15732" y="43225"/>
                  </a:lnTo>
                  <a:lnTo>
                    <a:pt x="31464" y="0"/>
                  </a:lnTo>
                  <a:lnTo>
                    <a:pt x="0" y="0"/>
                  </a:lnTo>
                  <a:close/>
                </a:path>
              </a:pathLst>
            </a:custGeom>
            <a:ln w="9524">
              <a:solidFill>
                <a:srgbClr val="595959"/>
              </a:solidFill>
            </a:ln>
          </p:spPr>
          <p:txBody>
            <a:bodyPr wrap="square" lIns="0" tIns="0" rIns="0" bIns="0" rtlCol="0"/>
            <a:lstStyle/>
            <a:p>
              <a:endParaRPr/>
            </a:p>
          </p:txBody>
        </p:sp>
        <p:sp>
          <p:nvSpPr>
            <p:cNvPr id="50" name="object 49">
              <a:extLst>
                <a:ext uri="{FF2B5EF4-FFF2-40B4-BE49-F238E27FC236}">
                  <a16:creationId xmlns:a16="http://schemas.microsoft.com/office/drawing/2014/main" id="{95BE1F27-78BA-C8FB-9AC9-A711554F48C1}"/>
                </a:ext>
              </a:extLst>
            </p:cNvPr>
            <p:cNvSpPr/>
            <p:nvPr/>
          </p:nvSpPr>
          <p:spPr>
            <a:xfrm>
              <a:off x="8004899" y="3695125"/>
              <a:ext cx="663575" cy="333375"/>
            </a:xfrm>
            <a:custGeom>
              <a:avLst/>
              <a:gdLst/>
              <a:ahLst/>
              <a:cxnLst/>
              <a:rect l="l" t="t" r="r" b="b"/>
              <a:pathLst>
                <a:path w="663575" h="333375">
                  <a:moveTo>
                    <a:pt x="607449" y="333299"/>
                  </a:moveTo>
                  <a:lnTo>
                    <a:pt x="55549" y="333299"/>
                  </a:lnTo>
                  <a:lnTo>
                    <a:pt x="33927" y="328934"/>
                  </a:lnTo>
                  <a:lnTo>
                    <a:pt x="16269" y="317029"/>
                  </a:lnTo>
                  <a:lnTo>
                    <a:pt x="4365" y="299372"/>
                  </a:lnTo>
                  <a:lnTo>
                    <a:pt x="0" y="277749"/>
                  </a:lnTo>
                  <a:lnTo>
                    <a:pt x="0" y="55549"/>
                  </a:lnTo>
                  <a:lnTo>
                    <a:pt x="4291" y="34291"/>
                  </a:lnTo>
                  <a:lnTo>
                    <a:pt x="4365" y="33927"/>
                  </a:lnTo>
                  <a:lnTo>
                    <a:pt x="16270"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close/>
                </a:path>
              </a:pathLst>
            </a:custGeom>
            <a:solidFill>
              <a:srgbClr val="EEEEEE"/>
            </a:solidFill>
          </p:spPr>
          <p:txBody>
            <a:bodyPr wrap="square" lIns="0" tIns="0" rIns="0" bIns="0" rtlCol="0"/>
            <a:lstStyle/>
            <a:p>
              <a:endParaRPr/>
            </a:p>
          </p:txBody>
        </p:sp>
        <p:sp>
          <p:nvSpPr>
            <p:cNvPr id="51" name="object 50">
              <a:extLst>
                <a:ext uri="{FF2B5EF4-FFF2-40B4-BE49-F238E27FC236}">
                  <a16:creationId xmlns:a16="http://schemas.microsoft.com/office/drawing/2014/main" id="{EE0B9EBA-ED49-914F-679A-209C4F2FDED6}"/>
                </a:ext>
              </a:extLst>
            </p:cNvPr>
            <p:cNvSpPr/>
            <p:nvPr/>
          </p:nvSpPr>
          <p:spPr>
            <a:xfrm>
              <a:off x="8004899" y="3695125"/>
              <a:ext cx="663575" cy="333375"/>
            </a:xfrm>
            <a:custGeom>
              <a:avLst/>
              <a:gdLst/>
              <a:ahLst/>
              <a:cxnLst/>
              <a:rect l="l" t="t" r="r" b="b"/>
              <a:pathLst>
                <a:path w="663575" h="333375">
                  <a:moveTo>
                    <a:pt x="0" y="55549"/>
                  </a:moveTo>
                  <a:lnTo>
                    <a:pt x="4365" y="33927"/>
                  </a:lnTo>
                  <a:lnTo>
                    <a:pt x="16269" y="16270"/>
                  </a:lnTo>
                  <a:lnTo>
                    <a:pt x="33927" y="4365"/>
                  </a:lnTo>
                  <a:lnTo>
                    <a:pt x="55549" y="0"/>
                  </a:lnTo>
                  <a:lnTo>
                    <a:pt x="607449" y="0"/>
                  </a:lnTo>
                  <a:lnTo>
                    <a:pt x="646729" y="16270"/>
                  </a:lnTo>
                  <a:lnTo>
                    <a:pt x="662999" y="55549"/>
                  </a:lnTo>
                  <a:lnTo>
                    <a:pt x="662999" y="277749"/>
                  </a:lnTo>
                  <a:lnTo>
                    <a:pt x="658634" y="299372"/>
                  </a:lnTo>
                  <a:lnTo>
                    <a:pt x="646729" y="317029"/>
                  </a:lnTo>
                  <a:lnTo>
                    <a:pt x="629072" y="328934"/>
                  </a:lnTo>
                  <a:lnTo>
                    <a:pt x="607449" y="333299"/>
                  </a:lnTo>
                  <a:lnTo>
                    <a:pt x="55549" y="333299"/>
                  </a:lnTo>
                  <a:lnTo>
                    <a:pt x="33927" y="328934"/>
                  </a:lnTo>
                  <a:lnTo>
                    <a:pt x="16269" y="317029"/>
                  </a:lnTo>
                  <a:lnTo>
                    <a:pt x="4365" y="299372"/>
                  </a:lnTo>
                  <a:lnTo>
                    <a:pt x="0" y="277749"/>
                  </a:lnTo>
                  <a:lnTo>
                    <a:pt x="0" y="55549"/>
                  </a:lnTo>
                  <a:close/>
                </a:path>
              </a:pathLst>
            </a:custGeom>
            <a:ln w="9524">
              <a:solidFill>
                <a:srgbClr val="595959"/>
              </a:solidFill>
            </a:ln>
          </p:spPr>
          <p:txBody>
            <a:bodyPr wrap="square" lIns="0" tIns="0" rIns="0" bIns="0" rtlCol="0"/>
            <a:lstStyle/>
            <a:p>
              <a:endParaRPr/>
            </a:p>
          </p:txBody>
        </p:sp>
        <p:pic>
          <p:nvPicPr>
            <p:cNvPr id="52" name="object 51">
              <a:extLst>
                <a:ext uri="{FF2B5EF4-FFF2-40B4-BE49-F238E27FC236}">
                  <a16:creationId xmlns:a16="http://schemas.microsoft.com/office/drawing/2014/main" id="{C6C75057-261C-C167-87A4-F6E0D1E92469}"/>
                </a:ext>
              </a:extLst>
            </p:cNvPr>
            <p:cNvPicPr/>
            <p:nvPr/>
          </p:nvPicPr>
          <p:blipFill>
            <a:blip r:embed="rId5" cstate="print"/>
            <a:stretch>
              <a:fillRect/>
            </a:stretch>
          </p:blipFill>
          <p:spPr>
            <a:xfrm>
              <a:off x="8174536" y="3785901"/>
              <a:ext cx="323724" cy="151746"/>
            </a:xfrm>
            <a:prstGeom prst="rect">
              <a:avLst/>
            </a:prstGeom>
          </p:spPr>
        </p:pic>
        <p:sp>
          <p:nvSpPr>
            <p:cNvPr id="53" name="object 52">
              <a:extLst>
                <a:ext uri="{FF2B5EF4-FFF2-40B4-BE49-F238E27FC236}">
                  <a16:creationId xmlns:a16="http://schemas.microsoft.com/office/drawing/2014/main" id="{1FA0F1D0-8B5A-AD04-CDE5-90097915A133}"/>
                </a:ext>
              </a:extLst>
            </p:cNvPr>
            <p:cNvSpPr/>
            <p:nvPr/>
          </p:nvSpPr>
          <p:spPr>
            <a:xfrm>
              <a:off x="8336399" y="3350225"/>
              <a:ext cx="0" cy="288290"/>
            </a:xfrm>
            <a:custGeom>
              <a:avLst/>
              <a:gdLst/>
              <a:ahLst/>
              <a:cxnLst/>
              <a:rect l="l" t="t" r="r" b="b"/>
              <a:pathLst>
                <a:path h="288289">
                  <a:moveTo>
                    <a:pt x="0" y="0"/>
                  </a:moveTo>
                  <a:lnTo>
                    <a:pt x="0" y="287849"/>
                  </a:lnTo>
                </a:path>
              </a:pathLst>
            </a:custGeom>
            <a:ln w="9524">
              <a:solidFill>
                <a:srgbClr val="595959"/>
              </a:solidFill>
            </a:ln>
          </p:spPr>
          <p:txBody>
            <a:bodyPr wrap="square" lIns="0" tIns="0" rIns="0" bIns="0" rtlCol="0"/>
            <a:lstStyle/>
            <a:p>
              <a:endParaRPr/>
            </a:p>
          </p:txBody>
        </p:sp>
        <p:sp>
          <p:nvSpPr>
            <p:cNvPr id="54" name="object 53">
              <a:extLst>
                <a:ext uri="{FF2B5EF4-FFF2-40B4-BE49-F238E27FC236}">
                  <a16:creationId xmlns:a16="http://schemas.microsoft.com/office/drawing/2014/main" id="{2B87D612-D67E-BAF7-4CF2-AB4B99368116}"/>
                </a:ext>
              </a:extLst>
            </p:cNvPr>
            <p:cNvSpPr/>
            <p:nvPr/>
          </p:nvSpPr>
          <p:spPr>
            <a:xfrm>
              <a:off x="8320667" y="3638075"/>
              <a:ext cx="31750" cy="43815"/>
            </a:xfrm>
            <a:custGeom>
              <a:avLst/>
              <a:gdLst/>
              <a:ahLst/>
              <a:cxnLst/>
              <a:rect l="l" t="t" r="r" b="b"/>
              <a:pathLst>
                <a:path w="31750" h="43814">
                  <a:moveTo>
                    <a:pt x="15732" y="43225"/>
                  </a:moveTo>
                  <a:lnTo>
                    <a:pt x="0" y="0"/>
                  </a:lnTo>
                  <a:lnTo>
                    <a:pt x="31464" y="0"/>
                  </a:lnTo>
                  <a:lnTo>
                    <a:pt x="15732" y="43225"/>
                  </a:lnTo>
                  <a:close/>
                </a:path>
              </a:pathLst>
            </a:custGeom>
            <a:solidFill>
              <a:srgbClr val="595959"/>
            </a:solidFill>
          </p:spPr>
          <p:txBody>
            <a:bodyPr wrap="square" lIns="0" tIns="0" rIns="0" bIns="0" rtlCol="0"/>
            <a:lstStyle/>
            <a:p>
              <a:endParaRPr/>
            </a:p>
          </p:txBody>
        </p:sp>
        <p:sp>
          <p:nvSpPr>
            <p:cNvPr id="55" name="object 54">
              <a:extLst>
                <a:ext uri="{FF2B5EF4-FFF2-40B4-BE49-F238E27FC236}">
                  <a16:creationId xmlns:a16="http://schemas.microsoft.com/office/drawing/2014/main" id="{96E230A3-CF48-055F-154E-7C5078981376}"/>
                </a:ext>
              </a:extLst>
            </p:cNvPr>
            <p:cNvSpPr/>
            <p:nvPr/>
          </p:nvSpPr>
          <p:spPr>
            <a:xfrm>
              <a:off x="8320667" y="3638075"/>
              <a:ext cx="31750" cy="43815"/>
            </a:xfrm>
            <a:custGeom>
              <a:avLst/>
              <a:gdLst/>
              <a:ahLst/>
              <a:cxnLst/>
              <a:rect l="l" t="t" r="r" b="b"/>
              <a:pathLst>
                <a:path w="31750" h="43814">
                  <a:moveTo>
                    <a:pt x="0" y="0"/>
                  </a:moveTo>
                  <a:lnTo>
                    <a:pt x="15732" y="43225"/>
                  </a:lnTo>
                  <a:lnTo>
                    <a:pt x="31464" y="0"/>
                  </a:lnTo>
                  <a:lnTo>
                    <a:pt x="0" y="0"/>
                  </a:lnTo>
                  <a:close/>
                </a:path>
              </a:pathLst>
            </a:custGeom>
            <a:ln w="9524">
              <a:solidFill>
                <a:srgbClr val="595959"/>
              </a:solidFill>
            </a:ln>
          </p:spPr>
          <p:txBody>
            <a:bodyPr wrap="square" lIns="0" tIns="0" rIns="0" bIns="0" rtlCol="0"/>
            <a:lstStyle/>
            <a:p>
              <a:endParaRPr/>
            </a:p>
          </p:txBody>
        </p:sp>
        <p:sp>
          <p:nvSpPr>
            <p:cNvPr id="56" name="object 55">
              <a:extLst>
                <a:ext uri="{FF2B5EF4-FFF2-40B4-BE49-F238E27FC236}">
                  <a16:creationId xmlns:a16="http://schemas.microsoft.com/office/drawing/2014/main" id="{61509201-649C-1E50-57BE-5565A8D3473C}"/>
                </a:ext>
              </a:extLst>
            </p:cNvPr>
            <p:cNvSpPr/>
            <p:nvPr/>
          </p:nvSpPr>
          <p:spPr>
            <a:xfrm>
              <a:off x="5530822" y="3574525"/>
              <a:ext cx="2806065" cy="692150"/>
            </a:xfrm>
            <a:custGeom>
              <a:avLst/>
              <a:gdLst/>
              <a:ahLst/>
              <a:cxnLst/>
              <a:rect l="l" t="t" r="r" b="b"/>
              <a:pathLst>
                <a:path w="2806065" h="692150">
                  <a:moveTo>
                    <a:pt x="2805577" y="453899"/>
                  </a:moveTo>
                  <a:lnTo>
                    <a:pt x="2805577" y="692024"/>
                  </a:lnTo>
                  <a:lnTo>
                    <a:pt x="0" y="692024"/>
                  </a:lnTo>
                  <a:lnTo>
                    <a:pt x="0" y="0"/>
                  </a:lnTo>
                  <a:lnTo>
                    <a:pt x="181027" y="0"/>
                  </a:lnTo>
                </a:path>
              </a:pathLst>
            </a:custGeom>
            <a:ln w="9524">
              <a:solidFill>
                <a:srgbClr val="595959"/>
              </a:solidFill>
            </a:ln>
          </p:spPr>
          <p:txBody>
            <a:bodyPr wrap="square" lIns="0" tIns="0" rIns="0" bIns="0" rtlCol="0"/>
            <a:lstStyle/>
            <a:p>
              <a:endParaRPr/>
            </a:p>
          </p:txBody>
        </p:sp>
        <p:sp>
          <p:nvSpPr>
            <p:cNvPr id="57" name="object 56">
              <a:extLst>
                <a:ext uri="{FF2B5EF4-FFF2-40B4-BE49-F238E27FC236}">
                  <a16:creationId xmlns:a16="http://schemas.microsoft.com/office/drawing/2014/main" id="{062260B7-1F1B-1A8F-3055-5CD02296A006}"/>
                </a:ext>
              </a:extLst>
            </p:cNvPr>
            <p:cNvSpPr/>
            <p:nvPr/>
          </p:nvSpPr>
          <p:spPr>
            <a:xfrm>
              <a:off x="5711849" y="35587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58" name="object 57">
              <a:extLst>
                <a:ext uri="{FF2B5EF4-FFF2-40B4-BE49-F238E27FC236}">
                  <a16:creationId xmlns:a16="http://schemas.microsoft.com/office/drawing/2014/main" id="{C82CF586-CB4F-1C53-AADA-A036970B0CF9}"/>
                </a:ext>
              </a:extLst>
            </p:cNvPr>
            <p:cNvSpPr/>
            <p:nvPr/>
          </p:nvSpPr>
          <p:spPr>
            <a:xfrm>
              <a:off x="5711849" y="35587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sp>
          <p:nvSpPr>
            <p:cNvPr id="59" name="object 58">
              <a:extLst>
                <a:ext uri="{FF2B5EF4-FFF2-40B4-BE49-F238E27FC236}">
                  <a16:creationId xmlns:a16="http://schemas.microsoft.com/office/drawing/2014/main" id="{7C78BBE4-E6B8-5EC9-422C-F3C953F22A63}"/>
                </a:ext>
              </a:extLst>
            </p:cNvPr>
            <p:cNvSpPr/>
            <p:nvPr/>
          </p:nvSpPr>
          <p:spPr>
            <a:xfrm>
              <a:off x="5530822" y="2769325"/>
              <a:ext cx="2806065" cy="1497330"/>
            </a:xfrm>
            <a:custGeom>
              <a:avLst/>
              <a:gdLst/>
              <a:ahLst/>
              <a:cxnLst/>
              <a:rect l="l" t="t" r="r" b="b"/>
              <a:pathLst>
                <a:path w="2806065" h="1497329">
                  <a:moveTo>
                    <a:pt x="2805577" y="1259099"/>
                  </a:moveTo>
                  <a:lnTo>
                    <a:pt x="2805577" y="1497220"/>
                  </a:lnTo>
                  <a:lnTo>
                    <a:pt x="0" y="1497220"/>
                  </a:lnTo>
                  <a:lnTo>
                    <a:pt x="0" y="0"/>
                  </a:lnTo>
                  <a:lnTo>
                    <a:pt x="181027" y="0"/>
                  </a:lnTo>
                </a:path>
              </a:pathLst>
            </a:custGeom>
            <a:ln w="9524">
              <a:solidFill>
                <a:srgbClr val="595959"/>
              </a:solidFill>
            </a:ln>
          </p:spPr>
          <p:txBody>
            <a:bodyPr wrap="square" lIns="0" tIns="0" rIns="0" bIns="0" rtlCol="0"/>
            <a:lstStyle/>
            <a:p>
              <a:endParaRPr/>
            </a:p>
          </p:txBody>
        </p:sp>
        <p:sp>
          <p:nvSpPr>
            <p:cNvPr id="60" name="object 59">
              <a:extLst>
                <a:ext uri="{FF2B5EF4-FFF2-40B4-BE49-F238E27FC236}">
                  <a16:creationId xmlns:a16="http://schemas.microsoft.com/office/drawing/2014/main" id="{1910A429-296E-E490-BC27-B88056B6E1CF}"/>
                </a:ext>
              </a:extLst>
            </p:cNvPr>
            <p:cNvSpPr/>
            <p:nvPr/>
          </p:nvSpPr>
          <p:spPr>
            <a:xfrm>
              <a:off x="5711849" y="27535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61" name="object 60">
              <a:extLst>
                <a:ext uri="{FF2B5EF4-FFF2-40B4-BE49-F238E27FC236}">
                  <a16:creationId xmlns:a16="http://schemas.microsoft.com/office/drawing/2014/main" id="{75C3F056-780C-DBFA-9A9A-A6EB4BD54E40}"/>
                </a:ext>
              </a:extLst>
            </p:cNvPr>
            <p:cNvSpPr/>
            <p:nvPr/>
          </p:nvSpPr>
          <p:spPr>
            <a:xfrm>
              <a:off x="5711849" y="27535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sp>
          <p:nvSpPr>
            <p:cNvPr id="62" name="object 61">
              <a:extLst>
                <a:ext uri="{FF2B5EF4-FFF2-40B4-BE49-F238E27FC236}">
                  <a16:creationId xmlns:a16="http://schemas.microsoft.com/office/drawing/2014/main" id="{7B5567C9-8158-FBA0-C5AC-3951217ACA06}"/>
                </a:ext>
              </a:extLst>
            </p:cNvPr>
            <p:cNvSpPr/>
            <p:nvPr/>
          </p:nvSpPr>
          <p:spPr>
            <a:xfrm>
              <a:off x="5530822" y="1964125"/>
              <a:ext cx="2806065" cy="2302510"/>
            </a:xfrm>
            <a:custGeom>
              <a:avLst/>
              <a:gdLst/>
              <a:ahLst/>
              <a:cxnLst/>
              <a:rect l="l" t="t" r="r" b="b"/>
              <a:pathLst>
                <a:path w="2806065" h="2302510">
                  <a:moveTo>
                    <a:pt x="2805577" y="2064299"/>
                  </a:moveTo>
                  <a:lnTo>
                    <a:pt x="2805577" y="2302417"/>
                  </a:lnTo>
                  <a:lnTo>
                    <a:pt x="0" y="2302417"/>
                  </a:lnTo>
                  <a:lnTo>
                    <a:pt x="0" y="0"/>
                  </a:lnTo>
                  <a:lnTo>
                    <a:pt x="181027" y="0"/>
                  </a:lnTo>
                </a:path>
              </a:pathLst>
            </a:custGeom>
            <a:ln w="9524">
              <a:solidFill>
                <a:srgbClr val="595959"/>
              </a:solidFill>
            </a:ln>
          </p:spPr>
          <p:txBody>
            <a:bodyPr wrap="square" lIns="0" tIns="0" rIns="0" bIns="0" rtlCol="0"/>
            <a:lstStyle/>
            <a:p>
              <a:endParaRPr/>
            </a:p>
          </p:txBody>
        </p:sp>
        <p:sp>
          <p:nvSpPr>
            <p:cNvPr id="63" name="object 62">
              <a:extLst>
                <a:ext uri="{FF2B5EF4-FFF2-40B4-BE49-F238E27FC236}">
                  <a16:creationId xmlns:a16="http://schemas.microsoft.com/office/drawing/2014/main" id="{998B71F7-CDEF-2E1B-E74C-4D19DC8D6239}"/>
                </a:ext>
              </a:extLst>
            </p:cNvPr>
            <p:cNvSpPr/>
            <p:nvPr/>
          </p:nvSpPr>
          <p:spPr>
            <a:xfrm>
              <a:off x="5711849" y="1948392"/>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a:p>
          </p:txBody>
        </p:sp>
        <p:sp>
          <p:nvSpPr>
            <p:cNvPr id="64" name="object 63">
              <a:extLst>
                <a:ext uri="{FF2B5EF4-FFF2-40B4-BE49-F238E27FC236}">
                  <a16:creationId xmlns:a16="http://schemas.microsoft.com/office/drawing/2014/main" id="{1653245E-0806-A9A4-F9CF-6BEC3B99D0E9}"/>
                </a:ext>
              </a:extLst>
            </p:cNvPr>
            <p:cNvSpPr/>
            <p:nvPr/>
          </p:nvSpPr>
          <p:spPr>
            <a:xfrm>
              <a:off x="5711849" y="194839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a:p>
          </p:txBody>
        </p:sp>
      </p:grpSp>
      <p:sp>
        <p:nvSpPr>
          <p:cNvPr id="65" name="object 64">
            <a:extLst>
              <a:ext uri="{FF2B5EF4-FFF2-40B4-BE49-F238E27FC236}">
                <a16:creationId xmlns:a16="http://schemas.microsoft.com/office/drawing/2014/main" id="{F07B5F77-06E4-8951-0419-88AA64E35D2C}"/>
              </a:ext>
            </a:extLst>
          </p:cNvPr>
          <p:cNvSpPr txBox="1"/>
          <p:nvPr/>
        </p:nvSpPr>
        <p:spPr>
          <a:xfrm>
            <a:off x="1874683" y="3556462"/>
            <a:ext cx="4131310" cy="756920"/>
          </a:xfrm>
          <a:prstGeom prst="rect">
            <a:avLst/>
          </a:prstGeom>
        </p:spPr>
        <p:txBody>
          <a:bodyPr vert="horz" wrap="square" lIns="0" tIns="12700" rIns="0" bIns="0" rtlCol="0">
            <a:spAutoFit/>
          </a:bodyPr>
          <a:lstStyle/>
          <a:p>
            <a:pPr marL="12700" marR="5080" algn="just">
              <a:lnSpc>
                <a:spcPct val="100000"/>
              </a:lnSpc>
              <a:spcBef>
                <a:spcPts val="100"/>
              </a:spcBef>
            </a:pPr>
            <a:r>
              <a:rPr sz="1600" b="1">
                <a:latin typeface="Arial"/>
                <a:cs typeface="Arial"/>
              </a:rPr>
              <a:t>The</a:t>
            </a:r>
            <a:r>
              <a:rPr sz="1600" b="1" spc="-30">
                <a:latin typeface="Arial"/>
                <a:cs typeface="Arial"/>
              </a:rPr>
              <a:t> </a:t>
            </a:r>
            <a:r>
              <a:rPr sz="1600" b="1">
                <a:latin typeface="Arial"/>
                <a:cs typeface="Arial"/>
              </a:rPr>
              <a:t>weight</a:t>
            </a:r>
            <a:r>
              <a:rPr sz="1600" b="1" spc="-30">
                <a:latin typeface="Arial"/>
                <a:cs typeface="Arial"/>
              </a:rPr>
              <a:t> </a:t>
            </a:r>
            <a:r>
              <a:rPr sz="1600" b="1">
                <a:latin typeface="Arial"/>
                <a:cs typeface="Arial"/>
              </a:rPr>
              <a:t>update</a:t>
            </a:r>
            <a:r>
              <a:rPr sz="1600" b="1" spc="-30">
                <a:latin typeface="Arial"/>
                <a:cs typeface="Arial"/>
              </a:rPr>
              <a:t> </a:t>
            </a:r>
            <a:r>
              <a:rPr sz="1600" b="1">
                <a:latin typeface="Arial"/>
                <a:cs typeface="Arial"/>
              </a:rPr>
              <a:t>is</a:t>
            </a:r>
            <a:r>
              <a:rPr sz="1600" b="1" spc="-30">
                <a:latin typeface="Arial"/>
                <a:cs typeface="Arial"/>
              </a:rPr>
              <a:t> </a:t>
            </a:r>
            <a:r>
              <a:rPr sz="1600" b="1">
                <a:latin typeface="Arial"/>
                <a:cs typeface="Arial"/>
              </a:rPr>
              <a:t>computed</a:t>
            </a:r>
            <a:r>
              <a:rPr sz="1600" b="1" spc="-30">
                <a:latin typeface="Arial"/>
                <a:cs typeface="Arial"/>
              </a:rPr>
              <a:t> </a:t>
            </a:r>
            <a:r>
              <a:rPr sz="1600" b="1">
                <a:latin typeface="Arial"/>
                <a:cs typeface="Arial"/>
              </a:rPr>
              <a:t>by</a:t>
            </a:r>
            <a:r>
              <a:rPr sz="1600" b="1" spc="-25">
                <a:latin typeface="Arial"/>
                <a:cs typeface="Arial"/>
              </a:rPr>
              <a:t> </a:t>
            </a:r>
            <a:r>
              <a:rPr sz="1600" b="1" spc="-10">
                <a:latin typeface="Arial"/>
                <a:cs typeface="Arial"/>
              </a:rPr>
              <a:t>moving </a:t>
            </a:r>
            <a:r>
              <a:rPr sz="1600" b="1">
                <a:latin typeface="Arial"/>
                <a:cs typeface="Arial"/>
              </a:rPr>
              <a:t>a</a:t>
            </a:r>
            <a:r>
              <a:rPr sz="1600" b="1" spc="-25">
                <a:latin typeface="Arial"/>
                <a:cs typeface="Arial"/>
              </a:rPr>
              <a:t> </a:t>
            </a:r>
            <a:r>
              <a:rPr sz="1600" b="1">
                <a:latin typeface="Arial"/>
                <a:cs typeface="Arial"/>
              </a:rPr>
              <a:t>step</a:t>
            </a:r>
            <a:r>
              <a:rPr sz="1600" b="1" spc="-20">
                <a:latin typeface="Arial"/>
                <a:cs typeface="Arial"/>
              </a:rPr>
              <a:t> </a:t>
            </a:r>
            <a:r>
              <a:rPr sz="1600" b="1">
                <a:latin typeface="Arial"/>
                <a:cs typeface="Arial"/>
              </a:rPr>
              <a:t>to</a:t>
            </a:r>
            <a:r>
              <a:rPr sz="1600" b="1" spc="-20">
                <a:latin typeface="Arial"/>
                <a:cs typeface="Arial"/>
              </a:rPr>
              <a:t> </a:t>
            </a:r>
            <a:r>
              <a:rPr sz="1600" b="1">
                <a:latin typeface="Arial"/>
                <a:cs typeface="Arial"/>
              </a:rPr>
              <a:t>the</a:t>
            </a:r>
            <a:r>
              <a:rPr sz="1600" b="1" spc="-20">
                <a:latin typeface="Arial"/>
                <a:cs typeface="Arial"/>
              </a:rPr>
              <a:t> </a:t>
            </a:r>
            <a:r>
              <a:rPr sz="1600" b="1">
                <a:latin typeface="Arial"/>
                <a:cs typeface="Arial"/>
              </a:rPr>
              <a:t>opposite</a:t>
            </a:r>
            <a:r>
              <a:rPr sz="1600" b="1" spc="-20">
                <a:latin typeface="Arial"/>
                <a:cs typeface="Arial"/>
              </a:rPr>
              <a:t> </a:t>
            </a:r>
            <a:r>
              <a:rPr sz="1600" b="1" spc="-10">
                <a:latin typeface="Arial"/>
                <a:cs typeface="Arial"/>
              </a:rPr>
              <a:t>direction</a:t>
            </a:r>
            <a:r>
              <a:rPr sz="1600" b="1" spc="-20">
                <a:latin typeface="Arial"/>
                <a:cs typeface="Arial"/>
              </a:rPr>
              <a:t> </a:t>
            </a:r>
            <a:r>
              <a:rPr sz="1600" b="1">
                <a:latin typeface="Arial"/>
                <a:cs typeface="Arial"/>
              </a:rPr>
              <a:t>of</a:t>
            </a:r>
            <a:r>
              <a:rPr sz="1600" b="1" spc="-20">
                <a:latin typeface="Arial"/>
                <a:cs typeface="Arial"/>
              </a:rPr>
              <a:t> </a:t>
            </a:r>
            <a:r>
              <a:rPr sz="1600" b="1">
                <a:latin typeface="Arial"/>
                <a:cs typeface="Arial"/>
              </a:rPr>
              <a:t>the</a:t>
            </a:r>
            <a:r>
              <a:rPr sz="1600" b="1" spc="-20">
                <a:latin typeface="Arial"/>
                <a:cs typeface="Arial"/>
              </a:rPr>
              <a:t> cost </a:t>
            </a:r>
            <a:r>
              <a:rPr sz="1600" b="1" spc="-10">
                <a:latin typeface="Arial"/>
                <a:cs typeface="Arial"/>
              </a:rPr>
              <a:t>gradient.</a:t>
            </a:r>
            <a:endParaRPr sz="1600">
              <a:latin typeface="Arial"/>
              <a:cs typeface="Arial"/>
            </a:endParaRPr>
          </a:p>
        </p:txBody>
      </p:sp>
      <p:sp>
        <p:nvSpPr>
          <p:cNvPr id="66" name="object 65">
            <a:extLst>
              <a:ext uri="{FF2B5EF4-FFF2-40B4-BE49-F238E27FC236}">
                <a16:creationId xmlns:a16="http://schemas.microsoft.com/office/drawing/2014/main" id="{1497ED42-CE9D-B3A3-FBF9-97C3392DBC6C}"/>
              </a:ext>
            </a:extLst>
          </p:cNvPr>
          <p:cNvSpPr txBox="1"/>
          <p:nvPr/>
        </p:nvSpPr>
        <p:spPr>
          <a:xfrm>
            <a:off x="1874683" y="5081386"/>
            <a:ext cx="3077845" cy="269240"/>
          </a:xfrm>
          <a:prstGeom prst="rect">
            <a:avLst/>
          </a:prstGeom>
        </p:spPr>
        <p:txBody>
          <a:bodyPr vert="horz" wrap="square" lIns="0" tIns="12700" rIns="0" bIns="0" rtlCol="0">
            <a:spAutoFit/>
          </a:bodyPr>
          <a:lstStyle/>
          <a:p>
            <a:pPr marL="12700">
              <a:lnSpc>
                <a:spcPct val="100000"/>
              </a:lnSpc>
              <a:spcBef>
                <a:spcPts val="100"/>
              </a:spcBef>
            </a:pPr>
            <a:r>
              <a:rPr sz="1600" b="1">
                <a:latin typeface="Arial"/>
                <a:cs typeface="Arial"/>
              </a:rPr>
              <a:t>Iterate</a:t>
            </a:r>
            <a:r>
              <a:rPr sz="1600" b="1" spc="-45">
                <a:latin typeface="Arial"/>
                <a:cs typeface="Arial"/>
              </a:rPr>
              <a:t> </a:t>
            </a:r>
            <a:r>
              <a:rPr sz="1600" b="1">
                <a:latin typeface="Arial"/>
                <a:cs typeface="Arial"/>
              </a:rPr>
              <a:t>until</a:t>
            </a:r>
            <a:r>
              <a:rPr sz="1600" b="1" spc="-45">
                <a:latin typeface="Arial"/>
                <a:cs typeface="Arial"/>
              </a:rPr>
              <a:t> </a:t>
            </a:r>
            <a:r>
              <a:rPr sz="1600" b="1">
                <a:latin typeface="Arial"/>
                <a:cs typeface="Arial"/>
              </a:rPr>
              <a:t>L</a:t>
            </a:r>
            <a:r>
              <a:rPr sz="1600" b="1" spc="-70">
                <a:latin typeface="Arial"/>
                <a:cs typeface="Arial"/>
              </a:rPr>
              <a:t> </a:t>
            </a:r>
            <a:r>
              <a:rPr sz="1600" b="1">
                <a:latin typeface="Arial"/>
                <a:cs typeface="Arial"/>
              </a:rPr>
              <a:t>stops</a:t>
            </a:r>
            <a:r>
              <a:rPr sz="1600" b="1" spc="-45">
                <a:latin typeface="Arial"/>
                <a:cs typeface="Arial"/>
              </a:rPr>
              <a:t> </a:t>
            </a:r>
            <a:r>
              <a:rPr sz="1600" b="1" spc="-10">
                <a:latin typeface="Arial"/>
                <a:cs typeface="Arial"/>
              </a:rPr>
              <a:t>decreasing.</a:t>
            </a:r>
            <a:endParaRPr sz="1600">
              <a:latin typeface="Arial"/>
              <a:cs typeface="Arial"/>
            </a:endParaRPr>
          </a:p>
        </p:txBody>
      </p:sp>
      <p:pic>
        <p:nvPicPr>
          <p:cNvPr id="67" name="object 66">
            <a:extLst>
              <a:ext uri="{FF2B5EF4-FFF2-40B4-BE49-F238E27FC236}">
                <a16:creationId xmlns:a16="http://schemas.microsoft.com/office/drawing/2014/main" id="{33651589-F5C4-E4ED-FC96-7CA2DADCAB2A}"/>
              </a:ext>
            </a:extLst>
          </p:cNvPr>
          <p:cNvPicPr/>
          <p:nvPr/>
        </p:nvPicPr>
        <p:blipFill>
          <a:blip r:embed="rId6" cstate="print"/>
          <a:stretch>
            <a:fillRect/>
          </a:stretch>
        </p:blipFill>
        <p:spPr>
          <a:xfrm>
            <a:off x="1687657" y="2792828"/>
            <a:ext cx="4829398" cy="592959"/>
          </a:xfrm>
          <a:prstGeom prst="rect">
            <a:avLst/>
          </a:prstGeom>
        </p:spPr>
      </p:pic>
      <p:pic>
        <p:nvPicPr>
          <p:cNvPr id="68" name="object 67">
            <a:extLst>
              <a:ext uri="{FF2B5EF4-FFF2-40B4-BE49-F238E27FC236}">
                <a16:creationId xmlns:a16="http://schemas.microsoft.com/office/drawing/2014/main" id="{1FB2E574-454D-5A5F-103C-586A27BE72C6}"/>
              </a:ext>
            </a:extLst>
          </p:cNvPr>
          <p:cNvPicPr/>
          <p:nvPr/>
        </p:nvPicPr>
        <p:blipFill>
          <a:blip r:embed="rId7" cstate="print"/>
          <a:stretch>
            <a:fillRect/>
          </a:stretch>
        </p:blipFill>
        <p:spPr>
          <a:xfrm>
            <a:off x="3188795" y="4377640"/>
            <a:ext cx="1524426" cy="527399"/>
          </a:xfrm>
          <a:prstGeom prst="rect">
            <a:avLst/>
          </a:prstGeom>
        </p:spPr>
      </p:pic>
    </p:spTree>
    <p:extLst>
      <p:ext uri="{BB962C8B-B14F-4D97-AF65-F5344CB8AC3E}">
        <p14:creationId xmlns:p14="http://schemas.microsoft.com/office/powerpoint/2010/main" val="12433468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C621-9818-159A-3DE6-4EAABB28EB8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94E5E6-EE7F-3DA8-5880-10E0AFCC73F9}"/>
              </a:ext>
            </a:extLst>
          </p:cNvPr>
          <p:cNvSpPr txBox="1">
            <a:spLocks/>
          </p:cNvSpPr>
          <p:nvPr/>
        </p:nvSpPr>
        <p:spPr>
          <a:xfrm>
            <a:off x="232158" y="87570"/>
            <a:ext cx="7724650" cy="980865"/>
          </a:xfrm>
          <a:prstGeom prst="rect">
            <a:avLst/>
          </a:prstGeom>
        </p:spPr>
        <p:txBody>
          <a:bodyPr vert="horz" wrap="square" lIns="0" tIns="30081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302895" algn="l">
              <a:spcBef>
                <a:spcPts val="100"/>
              </a:spcBef>
            </a:pPr>
            <a:r>
              <a:rPr lang="en-US" spc="-20">
                <a:solidFill>
                  <a:schemeClr val="bg1"/>
                </a:solidFill>
              </a:rPr>
              <a:t>Convolution</a:t>
            </a:r>
            <a:r>
              <a:rPr lang="en-US" spc="-45">
                <a:solidFill>
                  <a:schemeClr val="bg1"/>
                </a:solidFill>
              </a:rPr>
              <a:t> </a:t>
            </a:r>
            <a:r>
              <a:rPr lang="en-US">
                <a:solidFill>
                  <a:schemeClr val="bg1"/>
                </a:solidFill>
              </a:rPr>
              <a:t>in</a:t>
            </a:r>
            <a:r>
              <a:rPr lang="en-US" spc="-45">
                <a:solidFill>
                  <a:schemeClr val="bg1"/>
                </a:solidFill>
              </a:rPr>
              <a:t> </a:t>
            </a:r>
            <a:r>
              <a:rPr lang="en-US" spc="-25">
                <a:solidFill>
                  <a:schemeClr val="bg1"/>
                </a:solidFill>
              </a:rPr>
              <a:t>2D</a:t>
            </a:r>
          </a:p>
        </p:txBody>
      </p:sp>
      <p:sp>
        <p:nvSpPr>
          <p:cNvPr id="3" name="object 3">
            <a:extLst>
              <a:ext uri="{FF2B5EF4-FFF2-40B4-BE49-F238E27FC236}">
                <a16:creationId xmlns:a16="http://schemas.microsoft.com/office/drawing/2014/main" id="{4F949002-92DB-2202-B02E-81473B99B662}"/>
              </a:ext>
            </a:extLst>
          </p:cNvPr>
          <p:cNvSpPr txBox="1"/>
          <p:nvPr/>
        </p:nvSpPr>
        <p:spPr>
          <a:xfrm>
            <a:off x="3737866" y="5496630"/>
            <a:ext cx="4210685" cy="238760"/>
          </a:xfrm>
          <a:prstGeom prst="rect">
            <a:avLst/>
          </a:prstGeom>
        </p:spPr>
        <p:txBody>
          <a:bodyPr vert="horz" wrap="square" lIns="0" tIns="12700" rIns="0" bIns="0" rtlCol="0">
            <a:spAutoFit/>
          </a:bodyPr>
          <a:lstStyle/>
          <a:p>
            <a:pPr marL="12700">
              <a:lnSpc>
                <a:spcPct val="100000"/>
              </a:lnSpc>
              <a:spcBef>
                <a:spcPts val="100"/>
              </a:spcBef>
            </a:pPr>
            <a:r>
              <a:rPr sz="1400">
                <a:latin typeface="Arial MT"/>
                <a:cs typeface="Arial MT"/>
              </a:rPr>
              <a:t>(Image</a:t>
            </a:r>
            <a:r>
              <a:rPr sz="1400" spc="-40">
                <a:latin typeface="Arial MT"/>
                <a:cs typeface="Arial MT"/>
              </a:rPr>
              <a:t> </a:t>
            </a:r>
            <a:r>
              <a:rPr sz="1400">
                <a:latin typeface="Arial MT"/>
                <a:cs typeface="Arial MT"/>
              </a:rPr>
              <a:t>Credit:</a:t>
            </a:r>
            <a:r>
              <a:rPr sz="1400" spc="-25">
                <a:latin typeface="Arial MT"/>
                <a:cs typeface="Arial MT"/>
              </a:rPr>
              <a:t> </a:t>
            </a:r>
            <a:r>
              <a:rPr sz="1400" u="heavy">
                <a:solidFill>
                  <a:srgbClr val="0097A7"/>
                </a:solidFill>
                <a:uFill>
                  <a:solidFill>
                    <a:srgbClr val="0097A7"/>
                  </a:solidFill>
                </a:uFill>
                <a:latin typeface="Arial MT"/>
                <a:cs typeface="Arial MT"/>
                <a:hlinkClick r:id="rId2"/>
              </a:rPr>
              <a:t>Applied</a:t>
            </a:r>
            <a:r>
              <a:rPr sz="1400" u="heavy" spc="-25">
                <a:solidFill>
                  <a:srgbClr val="0097A7"/>
                </a:solidFill>
                <a:uFill>
                  <a:solidFill>
                    <a:srgbClr val="0097A7"/>
                  </a:solidFill>
                </a:uFill>
                <a:latin typeface="Arial MT"/>
                <a:cs typeface="Arial MT"/>
                <a:hlinkClick r:id="rId2"/>
              </a:rPr>
              <a:t> </a:t>
            </a:r>
            <a:r>
              <a:rPr sz="1400" u="heavy">
                <a:solidFill>
                  <a:srgbClr val="0097A7"/>
                </a:solidFill>
                <a:uFill>
                  <a:solidFill>
                    <a:srgbClr val="0097A7"/>
                  </a:solidFill>
                </a:uFill>
                <a:latin typeface="Arial MT"/>
                <a:cs typeface="Arial MT"/>
                <a:hlinkClick r:id="rId2"/>
              </a:rPr>
              <a:t>Deep</a:t>
            </a:r>
            <a:r>
              <a:rPr sz="1400" u="heavy" spc="-30">
                <a:solidFill>
                  <a:srgbClr val="0097A7"/>
                </a:solidFill>
                <a:uFill>
                  <a:solidFill>
                    <a:srgbClr val="0097A7"/>
                  </a:solidFill>
                </a:uFill>
                <a:latin typeface="Arial MT"/>
                <a:cs typeface="Arial MT"/>
                <a:hlinkClick r:id="rId2"/>
              </a:rPr>
              <a:t> </a:t>
            </a:r>
            <a:r>
              <a:rPr sz="1400" u="heavy">
                <a:solidFill>
                  <a:srgbClr val="0097A7"/>
                </a:solidFill>
                <a:uFill>
                  <a:solidFill>
                    <a:srgbClr val="0097A7"/>
                  </a:solidFill>
                </a:uFill>
                <a:latin typeface="Arial MT"/>
                <a:cs typeface="Arial MT"/>
                <a:hlinkClick r:id="rId2"/>
              </a:rPr>
              <a:t>Learning</a:t>
            </a:r>
            <a:r>
              <a:rPr sz="1400" u="heavy" spc="-30">
                <a:solidFill>
                  <a:srgbClr val="0097A7"/>
                </a:solidFill>
                <a:uFill>
                  <a:solidFill>
                    <a:srgbClr val="0097A7"/>
                  </a:solidFill>
                </a:uFill>
                <a:latin typeface="Arial MT"/>
                <a:cs typeface="Arial MT"/>
                <a:hlinkClick r:id="rId2"/>
              </a:rPr>
              <a:t> </a:t>
            </a:r>
            <a:r>
              <a:rPr sz="1400" u="heavy">
                <a:solidFill>
                  <a:srgbClr val="0097A7"/>
                </a:solidFill>
                <a:uFill>
                  <a:solidFill>
                    <a:srgbClr val="0097A7"/>
                  </a:solidFill>
                </a:uFill>
                <a:latin typeface="Arial MT"/>
                <a:cs typeface="Arial MT"/>
                <a:hlinkClick r:id="rId2"/>
              </a:rPr>
              <a:t>|</a:t>
            </a:r>
            <a:r>
              <a:rPr sz="1400" u="heavy" spc="-95">
                <a:solidFill>
                  <a:srgbClr val="0097A7"/>
                </a:solidFill>
                <a:uFill>
                  <a:solidFill>
                    <a:srgbClr val="0097A7"/>
                  </a:solidFill>
                </a:uFill>
                <a:latin typeface="Arial MT"/>
                <a:cs typeface="Arial MT"/>
                <a:hlinkClick r:id="rId2"/>
              </a:rPr>
              <a:t> </a:t>
            </a:r>
            <a:r>
              <a:rPr sz="1400" u="heavy">
                <a:solidFill>
                  <a:srgbClr val="0097A7"/>
                </a:solidFill>
                <a:uFill>
                  <a:solidFill>
                    <a:srgbClr val="0097A7"/>
                  </a:solidFill>
                </a:uFill>
                <a:latin typeface="Arial MT"/>
                <a:cs typeface="Arial MT"/>
                <a:hlinkClick r:id="rId2"/>
              </a:rPr>
              <a:t>Arden</a:t>
            </a:r>
            <a:r>
              <a:rPr sz="1400" u="heavy" spc="-25">
                <a:solidFill>
                  <a:srgbClr val="0097A7"/>
                </a:solidFill>
                <a:uFill>
                  <a:solidFill>
                    <a:srgbClr val="0097A7"/>
                  </a:solidFill>
                </a:uFill>
                <a:latin typeface="Arial MT"/>
                <a:cs typeface="Arial MT"/>
                <a:hlinkClick r:id="rId2"/>
              </a:rPr>
              <a:t> </a:t>
            </a:r>
            <a:r>
              <a:rPr sz="1400" u="heavy" spc="-10">
                <a:solidFill>
                  <a:srgbClr val="0097A7"/>
                </a:solidFill>
                <a:uFill>
                  <a:solidFill>
                    <a:srgbClr val="0097A7"/>
                  </a:solidFill>
                </a:uFill>
                <a:latin typeface="Arial MT"/>
                <a:cs typeface="Arial MT"/>
                <a:hlinkClick r:id="rId2"/>
              </a:rPr>
              <a:t>Dertat</a:t>
            </a:r>
            <a:r>
              <a:rPr sz="1400" spc="-10">
                <a:latin typeface="Arial MT"/>
                <a:cs typeface="Arial MT"/>
              </a:rPr>
              <a:t>)</a:t>
            </a:r>
            <a:endParaRPr sz="1400">
              <a:latin typeface="Arial MT"/>
              <a:cs typeface="Arial MT"/>
            </a:endParaRPr>
          </a:p>
        </p:txBody>
      </p:sp>
      <p:pic>
        <p:nvPicPr>
          <p:cNvPr id="4" name="object 4">
            <a:extLst>
              <a:ext uri="{FF2B5EF4-FFF2-40B4-BE49-F238E27FC236}">
                <a16:creationId xmlns:a16="http://schemas.microsoft.com/office/drawing/2014/main" id="{A26353E8-7535-95A6-CA1B-0D2CE48621DB}"/>
              </a:ext>
            </a:extLst>
          </p:cNvPr>
          <p:cNvPicPr/>
          <p:nvPr/>
        </p:nvPicPr>
        <p:blipFill>
          <a:blip r:embed="rId3" cstate="print"/>
          <a:stretch>
            <a:fillRect/>
          </a:stretch>
        </p:blipFill>
        <p:spPr>
          <a:xfrm>
            <a:off x="3443241" y="1955443"/>
            <a:ext cx="4799549" cy="3270499"/>
          </a:xfrm>
          <a:prstGeom prst="rect">
            <a:avLst/>
          </a:prstGeom>
        </p:spPr>
      </p:pic>
    </p:spTree>
    <p:extLst>
      <p:ext uri="{BB962C8B-B14F-4D97-AF65-F5344CB8AC3E}">
        <p14:creationId xmlns:p14="http://schemas.microsoft.com/office/powerpoint/2010/main" val="1215152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67E27-F4FC-3823-6491-2D94CED4C9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57EDA8-3AA8-607E-8B55-B164D5873D3C}"/>
              </a:ext>
            </a:extLst>
          </p:cNvPr>
          <p:cNvSpPr txBox="1">
            <a:spLocks/>
          </p:cNvSpPr>
          <p:nvPr/>
        </p:nvSpPr>
        <p:spPr>
          <a:xfrm>
            <a:off x="241302" y="105858"/>
            <a:ext cx="7724650" cy="980865"/>
          </a:xfrm>
          <a:prstGeom prst="rect">
            <a:avLst/>
          </a:prstGeom>
        </p:spPr>
        <p:txBody>
          <a:bodyPr vert="horz" wrap="square" lIns="0" tIns="30081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302895" algn="l">
              <a:spcBef>
                <a:spcPts val="100"/>
              </a:spcBef>
            </a:pPr>
            <a:r>
              <a:rPr lang="en-US" spc="-20">
                <a:solidFill>
                  <a:schemeClr val="bg1"/>
                </a:solidFill>
              </a:rPr>
              <a:t>Convolution</a:t>
            </a:r>
            <a:r>
              <a:rPr lang="en-US" spc="-55">
                <a:solidFill>
                  <a:schemeClr val="bg1"/>
                </a:solidFill>
              </a:rPr>
              <a:t> </a:t>
            </a:r>
            <a:r>
              <a:rPr lang="en-US" spc="-10">
                <a:solidFill>
                  <a:schemeClr val="bg1"/>
                </a:solidFill>
              </a:rPr>
              <a:t>Kernel</a:t>
            </a:r>
          </a:p>
        </p:txBody>
      </p:sp>
      <p:pic>
        <p:nvPicPr>
          <p:cNvPr id="3" name="object 3">
            <a:extLst>
              <a:ext uri="{FF2B5EF4-FFF2-40B4-BE49-F238E27FC236}">
                <a16:creationId xmlns:a16="http://schemas.microsoft.com/office/drawing/2014/main" id="{455E4F2C-F7FF-38F4-BD26-801F8014A8A9}"/>
              </a:ext>
            </a:extLst>
          </p:cNvPr>
          <p:cNvPicPr/>
          <p:nvPr/>
        </p:nvPicPr>
        <p:blipFill>
          <a:blip r:embed="rId2" cstate="print"/>
          <a:stretch>
            <a:fillRect/>
          </a:stretch>
        </p:blipFill>
        <p:spPr>
          <a:xfrm>
            <a:off x="2166287" y="2140387"/>
            <a:ext cx="3930713" cy="2362258"/>
          </a:xfrm>
          <a:prstGeom prst="rect">
            <a:avLst/>
          </a:prstGeom>
        </p:spPr>
      </p:pic>
      <p:pic>
        <p:nvPicPr>
          <p:cNvPr id="4" name="object 4">
            <a:extLst>
              <a:ext uri="{FF2B5EF4-FFF2-40B4-BE49-F238E27FC236}">
                <a16:creationId xmlns:a16="http://schemas.microsoft.com/office/drawing/2014/main" id="{18A4FE67-CC62-54B4-A0CB-42CAC0383731}"/>
              </a:ext>
            </a:extLst>
          </p:cNvPr>
          <p:cNvPicPr/>
          <p:nvPr/>
        </p:nvPicPr>
        <p:blipFill>
          <a:blip r:embed="rId3" cstate="print"/>
          <a:stretch>
            <a:fillRect/>
          </a:stretch>
        </p:blipFill>
        <p:spPr>
          <a:xfrm>
            <a:off x="6532236" y="2085077"/>
            <a:ext cx="4059222" cy="2124994"/>
          </a:xfrm>
          <a:prstGeom prst="rect">
            <a:avLst/>
          </a:prstGeom>
        </p:spPr>
      </p:pic>
      <p:sp>
        <p:nvSpPr>
          <p:cNvPr id="5" name="object 5">
            <a:extLst>
              <a:ext uri="{FF2B5EF4-FFF2-40B4-BE49-F238E27FC236}">
                <a16:creationId xmlns:a16="http://schemas.microsoft.com/office/drawing/2014/main" id="{316E51B5-E037-CF2B-843E-46E4062A6B6D}"/>
              </a:ext>
            </a:extLst>
          </p:cNvPr>
          <p:cNvSpPr txBox="1"/>
          <p:nvPr/>
        </p:nvSpPr>
        <p:spPr>
          <a:xfrm>
            <a:off x="4502127" y="4988629"/>
            <a:ext cx="3615054" cy="208279"/>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(Image</a:t>
            </a:r>
            <a:r>
              <a:rPr sz="1200" spc="-35">
                <a:latin typeface="Arial MT"/>
                <a:cs typeface="Arial MT"/>
              </a:rPr>
              <a:t> </a:t>
            </a:r>
            <a:r>
              <a:rPr sz="1200">
                <a:latin typeface="Arial MT"/>
                <a:cs typeface="Arial MT"/>
              </a:rPr>
              <a:t>Credit:</a:t>
            </a:r>
            <a:r>
              <a:rPr sz="1200" spc="-20">
                <a:latin typeface="Arial MT"/>
                <a:cs typeface="Arial MT"/>
              </a:rPr>
              <a:t> </a:t>
            </a:r>
            <a:r>
              <a:rPr sz="1200" u="heavy">
                <a:solidFill>
                  <a:srgbClr val="0097A7"/>
                </a:solidFill>
                <a:uFill>
                  <a:solidFill>
                    <a:srgbClr val="0097A7"/>
                  </a:solidFill>
                </a:uFill>
                <a:latin typeface="Arial MT"/>
                <a:cs typeface="Arial MT"/>
                <a:hlinkClick r:id="rId4"/>
              </a:rPr>
              <a:t>Applied</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Deep</a:t>
            </a:r>
            <a:r>
              <a:rPr sz="1200" u="heavy" spc="-3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Learning</a:t>
            </a:r>
            <a:r>
              <a:rPr sz="1200" u="heavy" spc="-3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a:t>
            </a:r>
            <a:r>
              <a:rPr sz="1200" u="heavy" spc="-8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Arden</a:t>
            </a:r>
            <a:r>
              <a:rPr sz="1200" u="heavy" spc="-30">
                <a:solidFill>
                  <a:srgbClr val="0097A7"/>
                </a:solidFill>
                <a:uFill>
                  <a:solidFill>
                    <a:srgbClr val="0097A7"/>
                  </a:solidFill>
                </a:uFill>
                <a:latin typeface="Arial MT"/>
                <a:cs typeface="Arial MT"/>
                <a:hlinkClick r:id="rId4"/>
              </a:rPr>
              <a:t> </a:t>
            </a:r>
            <a:r>
              <a:rPr sz="1200" u="heavy" spc="-10">
                <a:solidFill>
                  <a:srgbClr val="0097A7"/>
                </a:solidFill>
                <a:uFill>
                  <a:solidFill>
                    <a:srgbClr val="0097A7"/>
                  </a:solidFill>
                </a:uFill>
                <a:latin typeface="Arial MT"/>
                <a:cs typeface="Arial MT"/>
                <a:hlinkClick r:id="rId4"/>
              </a:rPr>
              <a:t>Dertat</a:t>
            </a:r>
            <a:r>
              <a:rPr sz="1200" spc="-10">
                <a:latin typeface="Arial MT"/>
                <a:cs typeface="Arial MT"/>
              </a:rPr>
              <a:t>)</a:t>
            </a:r>
            <a:endParaRPr sz="1200">
              <a:latin typeface="Arial MT"/>
              <a:cs typeface="Arial MT"/>
            </a:endParaRPr>
          </a:p>
        </p:txBody>
      </p:sp>
    </p:spTree>
    <p:extLst>
      <p:ext uri="{BB962C8B-B14F-4D97-AF65-F5344CB8AC3E}">
        <p14:creationId xmlns:p14="http://schemas.microsoft.com/office/powerpoint/2010/main" val="3760322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E7FBE-AEF5-4DE1-C2E1-FB3731B65FC2}"/>
            </a:ext>
          </a:extLst>
        </p:cNvPr>
        <p:cNvGrpSpPr/>
        <p:nvPr/>
      </p:nvGrpSpPr>
      <p:grpSpPr>
        <a:xfrm>
          <a:off x="0" y="0"/>
          <a:ext cx="0" cy="0"/>
          <a:chOff x="0" y="0"/>
          <a:chExt cx="0" cy="0"/>
        </a:xfrm>
      </p:grpSpPr>
      <p:sp>
        <p:nvSpPr>
          <p:cNvPr id="2" name="object 5">
            <a:extLst>
              <a:ext uri="{FF2B5EF4-FFF2-40B4-BE49-F238E27FC236}">
                <a16:creationId xmlns:a16="http://schemas.microsoft.com/office/drawing/2014/main" id="{3A96FA08-B58A-7192-3CA2-A637B2806308}"/>
              </a:ext>
            </a:extLst>
          </p:cNvPr>
          <p:cNvSpPr txBox="1">
            <a:spLocks/>
          </p:cNvSpPr>
          <p:nvPr/>
        </p:nvSpPr>
        <p:spPr>
          <a:xfrm>
            <a:off x="241302" y="96714"/>
            <a:ext cx="7724650" cy="997628"/>
          </a:xfrm>
          <a:prstGeom prst="rect">
            <a:avLst/>
          </a:prstGeom>
        </p:spPr>
        <p:txBody>
          <a:bodyPr vert="horz" wrap="square" lIns="0" tIns="31742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20">
                <a:solidFill>
                  <a:schemeClr val="bg1"/>
                </a:solidFill>
              </a:rPr>
              <a:t>Convolution</a:t>
            </a:r>
            <a:r>
              <a:rPr lang="en-US" spc="-50">
                <a:solidFill>
                  <a:schemeClr val="bg1"/>
                </a:solidFill>
              </a:rPr>
              <a:t> </a:t>
            </a:r>
            <a:r>
              <a:rPr lang="en-US">
                <a:solidFill>
                  <a:schemeClr val="bg1"/>
                </a:solidFill>
              </a:rPr>
              <a:t>on</a:t>
            </a:r>
            <a:r>
              <a:rPr lang="en-US" spc="-45">
                <a:solidFill>
                  <a:schemeClr val="bg1"/>
                </a:solidFill>
              </a:rPr>
              <a:t> </a:t>
            </a:r>
            <a:r>
              <a:rPr lang="en-US" spc="-10">
                <a:solidFill>
                  <a:schemeClr val="bg1"/>
                </a:solidFill>
              </a:rPr>
              <a:t>Image</a:t>
            </a:r>
          </a:p>
        </p:txBody>
      </p:sp>
      <p:grpSp>
        <p:nvGrpSpPr>
          <p:cNvPr id="3" name="object 2">
            <a:extLst>
              <a:ext uri="{FF2B5EF4-FFF2-40B4-BE49-F238E27FC236}">
                <a16:creationId xmlns:a16="http://schemas.microsoft.com/office/drawing/2014/main" id="{0389F1A3-8624-37A9-03E8-D716B29553AA}"/>
              </a:ext>
            </a:extLst>
          </p:cNvPr>
          <p:cNvGrpSpPr/>
          <p:nvPr/>
        </p:nvGrpSpPr>
        <p:grpSpPr>
          <a:xfrm>
            <a:off x="2753693" y="1784877"/>
            <a:ext cx="6325235" cy="3634104"/>
            <a:chOff x="1409525" y="797325"/>
            <a:chExt cx="6325235" cy="3634104"/>
          </a:xfrm>
        </p:grpSpPr>
        <p:pic>
          <p:nvPicPr>
            <p:cNvPr id="4" name="object 3">
              <a:extLst>
                <a:ext uri="{FF2B5EF4-FFF2-40B4-BE49-F238E27FC236}">
                  <a16:creationId xmlns:a16="http://schemas.microsoft.com/office/drawing/2014/main" id="{029197CB-A1C2-1076-C55E-FA84AA067D01}"/>
                </a:ext>
              </a:extLst>
            </p:cNvPr>
            <p:cNvPicPr/>
            <p:nvPr/>
          </p:nvPicPr>
          <p:blipFill>
            <a:blip r:embed="rId2" cstate="print"/>
            <a:stretch>
              <a:fillRect/>
            </a:stretch>
          </p:blipFill>
          <p:spPr>
            <a:xfrm>
              <a:off x="1409525" y="797325"/>
              <a:ext cx="6324950" cy="3633625"/>
            </a:xfrm>
            <a:prstGeom prst="rect">
              <a:avLst/>
            </a:prstGeom>
          </p:spPr>
        </p:pic>
        <p:pic>
          <p:nvPicPr>
            <p:cNvPr id="5" name="object 4">
              <a:extLst>
                <a:ext uri="{FF2B5EF4-FFF2-40B4-BE49-F238E27FC236}">
                  <a16:creationId xmlns:a16="http://schemas.microsoft.com/office/drawing/2014/main" id="{788239C4-FAA6-F9A6-A131-A8FC096B4A75}"/>
                </a:ext>
              </a:extLst>
            </p:cNvPr>
            <p:cNvPicPr/>
            <p:nvPr/>
          </p:nvPicPr>
          <p:blipFill>
            <a:blip r:embed="rId3" cstate="print"/>
            <a:stretch>
              <a:fillRect/>
            </a:stretch>
          </p:blipFill>
          <p:spPr>
            <a:xfrm>
              <a:off x="1466675" y="835425"/>
              <a:ext cx="6210649" cy="3519324"/>
            </a:xfrm>
            <a:prstGeom prst="rect">
              <a:avLst/>
            </a:prstGeom>
          </p:spPr>
        </p:pic>
      </p:grpSp>
      <p:sp>
        <p:nvSpPr>
          <p:cNvPr id="6" name="object 6">
            <a:extLst>
              <a:ext uri="{FF2B5EF4-FFF2-40B4-BE49-F238E27FC236}">
                <a16:creationId xmlns:a16="http://schemas.microsoft.com/office/drawing/2014/main" id="{F3D277C6-7064-23EF-E252-479B9662C864}"/>
              </a:ext>
            </a:extLst>
          </p:cNvPr>
          <p:cNvSpPr txBox="1"/>
          <p:nvPr/>
        </p:nvSpPr>
        <p:spPr>
          <a:xfrm>
            <a:off x="3539362" y="5456602"/>
            <a:ext cx="4753610" cy="208279"/>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Image</a:t>
            </a:r>
            <a:r>
              <a:rPr sz="1200" spc="-25">
                <a:latin typeface="Arial MT"/>
                <a:cs typeface="Arial MT"/>
              </a:rPr>
              <a:t> </a:t>
            </a:r>
            <a:r>
              <a:rPr sz="1200">
                <a:latin typeface="Arial MT"/>
                <a:cs typeface="Arial MT"/>
              </a:rPr>
              <a:t>Credit:</a:t>
            </a:r>
            <a:r>
              <a:rPr sz="1200" spc="-15">
                <a:latin typeface="Arial MT"/>
                <a:cs typeface="Arial MT"/>
              </a:rPr>
              <a:t> </a:t>
            </a:r>
            <a:r>
              <a:rPr sz="1200" u="heavy">
                <a:solidFill>
                  <a:srgbClr val="0097A7"/>
                </a:solidFill>
                <a:uFill>
                  <a:solidFill>
                    <a:srgbClr val="0097A7"/>
                  </a:solidFill>
                </a:uFill>
                <a:latin typeface="Arial MT"/>
                <a:cs typeface="Arial MT"/>
                <a:hlinkClick r:id="rId4"/>
              </a:rPr>
              <a:t>Deep</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Learning</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Methods</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for</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Vision</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CVPR</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2012</a:t>
            </a:r>
            <a:r>
              <a:rPr sz="1200" u="heavy" spc="-45">
                <a:solidFill>
                  <a:srgbClr val="0097A7"/>
                </a:solidFill>
                <a:uFill>
                  <a:solidFill>
                    <a:srgbClr val="0097A7"/>
                  </a:solidFill>
                </a:uFill>
                <a:latin typeface="Arial MT"/>
                <a:cs typeface="Arial MT"/>
                <a:hlinkClick r:id="rId4"/>
              </a:rPr>
              <a:t> </a:t>
            </a:r>
            <a:r>
              <a:rPr sz="1200" u="heavy" spc="-10">
                <a:solidFill>
                  <a:srgbClr val="0097A7"/>
                </a:solidFill>
                <a:uFill>
                  <a:solidFill>
                    <a:srgbClr val="0097A7"/>
                  </a:solidFill>
                </a:uFill>
                <a:latin typeface="Arial MT"/>
                <a:cs typeface="Arial MT"/>
                <a:hlinkClick r:id="rId4"/>
              </a:rPr>
              <a:t>Tutorial</a:t>
            </a:r>
            <a:endParaRPr sz="1200">
              <a:latin typeface="Arial MT"/>
              <a:cs typeface="Arial MT"/>
            </a:endParaRPr>
          </a:p>
        </p:txBody>
      </p:sp>
    </p:spTree>
    <p:extLst>
      <p:ext uri="{BB962C8B-B14F-4D97-AF65-F5344CB8AC3E}">
        <p14:creationId xmlns:p14="http://schemas.microsoft.com/office/powerpoint/2010/main" val="1210248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7AC49-4599-67A9-F0F5-C6851E899C14}"/>
            </a:ext>
          </a:extLst>
        </p:cNvPr>
        <p:cNvGrpSpPr/>
        <p:nvPr/>
      </p:nvGrpSpPr>
      <p:grpSpPr>
        <a:xfrm>
          <a:off x="0" y="0"/>
          <a:ext cx="0" cy="0"/>
          <a:chOff x="0" y="0"/>
          <a:chExt cx="0" cy="0"/>
        </a:xfrm>
      </p:grpSpPr>
      <p:pic>
        <p:nvPicPr>
          <p:cNvPr id="3" name="object 4">
            <a:extLst>
              <a:ext uri="{FF2B5EF4-FFF2-40B4-BE49-F238E27FC236}">
                <a16:creationId xmlns:a16="http://schemas.microsoft.com/office/drawing/2014/main" id="{FD2DD7B3-B27A-F809-F44A-6DD99368B099}"/>
              </a:ext>
            </a:extLst>
          </p:cNvPr>
          <p:cNvPicPr/>
          <p:nvPr/>
        </p:nvPicPr>
        <p:blipFill>
          <a:blip r:embed="rId2" cstate="print"/>
          <a:stretch>
            <a:fillRect/>
          </a:stretch>
        </p:blipFill>
        <p:spPr>
          <a:xfrm>
            <a:off x="1689904" y="1828800"/>
            <a:ext cx="9028252" cy="3759385"/>
          </a:xfrm>
          <a:prstGeom prst="rect">
            <a:avLst/>
          </a:prstGeom>
        </p:spPr>
      </p:pic>
      <p:sp>
        <p:nvSpPr>
          <p:cNvPr id="4" name="object 5">
            <a:extLst>
              <a:ext uri="{FF2B5EF4-FFF2-40B4-BE49-F238E27FC236}">
                <a16:creationId xmlns:a16="http://schemas.microsoft.com/office/drawing/2014/main" id="{C2616FF9-1DF3-044F-B17C-46A8E704B148}"/>
              </a:ext>
            </a:extLst>
          </p:cNvPr>
          <p:cNvSpPr txBox="1">
            <a:spLocks/>
          </p:cNvSpPr>
          <p:nvPr/>
        </p:nvSpPr>
        <p:spPr>
          <a:xfrm>
            <a:off x="241302" y="96714"/>
            <a:ext cx="7724650" cy="997628"/>
          </a:xfrm>
          <a:prstGeom prst="rect">
            <a:avLst/>
          </a:prstGeom>
        </p:spPr>
        <p:txBody>
          <a:bodyPr vert="horz" wrap="square" lIns="0" tIns="31742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20">
                <a:solidFill>
                  <a:schemeClr val="bg1"/>
                </a:solidFill>
              </a:rPr>
              <a:t>Activation </a:t>
            </a:r>
            <a:endParaRPr lang="en-US" spc="-10">
              <a:solidFill>
                <a:schemeClr val="bg1"/>
              </a:solidFill>
            </a:endParaRPr>
          </a:p>
        </p:txBody>
      </p:sp>
    </p:spTree>
    <p:extLst>
      <p:ext uri="{BB962C8B-B14F-4D97-AF65-F5344CB8AC3E}">
        <p14:creationId xmlns:p14="http://schemas.microsoft.com/office/powerpoint/2010/main" val="10470433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72F9-9EEC-5947-B4BE-ED89CD671F07}"/>
            </a:ext>
          </a:extLst>
        </p:cNvPr>
        <p:cNvGrpSpPr/>
        <p:nvPr/>
      </p:nvGrpSpPr>
      <p:grpSpPr>
        <a:xfrm>
          <a:off x="0" y="0"/>
          <a:ext cx="0" cy="0"/>
          <a:chOff x="0" y="0"/>
          <a:chExt cx="0" cy="0"/>
        </a:xfrm>
      </p:grpSpPr>
      <p:sp>
        <p:nvSpPr>
          <p:cNvPr id="2" name="object 5">
            <a:extLst>
              <a:ext uri="{FF2B5EF4-FFF2-40B4-BE49-F238E27FC236}">
                <a16:creationId xmlns:a16="http://schemas.microsoft.com/office/drawing/2014/main" id="{EB4873E0-1B51-E07F-C9E4-D72FBAB98A6D}"/>
              </a:ext>
            </a:extLst>
          </p:cNvPr>
          <p:cNvSpPr txBox="1">
            <a:spLocks/>
          </p:cNvSpPr>
          <p:nvPr/>
        </p:nvSpPr>
        <p:spPr>
          <a:xfrm>
            <a:off x="168150" y="96714"/>
            <a:ext cx="11380722" cy="997805"/>
          </a:xfrm>
          <a:prstGeom prst="rect">
            <a:avLst/>
          </a:prstGeom>
        </p:spPr>
        <p:txBody>
          <a:bodyPr vert="horz" wrap="square" lIns="0" tIns="317595"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10">
                <a:solidFill>
                  <a:schemeClr val="bg1"/>
                </a:solidFill>
              </a:rPr>
              <a:t>Introducing</a:t>
            </a:r>
            <a:r>
              <a:rPr lang="en-US" spc="-80">
                <a:solidFill>
                  <a:schemeClr val="bg1"/>
                </a:solidFill>
              </a:rPr>
              <a:t> </a:t>
            </a:r>
            <a:r>
              <a:rPr lang="en-US" spc="-10">
                <a:solidFill>
                  <a:schemeClr val="bg1"/>
                </a:solidFill>
              </a:rPr>
              <a:t>Non-</a:t>
            </a:r>
            <a:r>
              <a:rPr lang="en-US">
                <a:solidFill>
                  <a:schemeClr val="bg1"/>
                </a:solidFill>
              </a:rPr>
              <a:t>Linearity</a:t>
            </a:r>
            <a:r>
              <a:rPr lang="en-US" spc="-75">
                <a:solidFill>
                  <a:schemeClr val="bg1"/>
                </a:solidFill>
              </a:rPr>
              <a:t> </a:t>
            </a:r>
            <a:r>
              <a:rPr lang="en-US" spc="-10">
                <a:solidFill>
                  <a:schemeClr val="bg1"/>
                </a:solidFill>
              </a:rPr>
              <a:t>(ReLU)</a:t>
            </a:r>
          </a:p>
        </p:txBody>
      </p:sp>
      <p:grpSp>
        <p:nvGrpSpPr>
          <p:cNvPr id="3" name="object 2">
            <a:extLst>
              <a:ext uri="{FF2B5EF4-FFF2-40B4-BE49-F238E27FC236}">
                <a16:creationId xmlns:a16="http://schemas.microsoft.com/office/drawing/2014/main" id="{E0E117BF-0E69-ACFB-61E8-DA553C3BF73A}"/>
              </a:ext>
            </a:extLst>
          </p:cNvPr>
          <p:cNvGrpSpPr/>
          <p:nvPr/>
        </p:nvGrpSpPr>
        <p:grpSpPr>
          <a:xfrm>
            <a:off x="1644650" y="1890131"/>
            <a:ext cx="8902700" cy="3404235"/>
            <a:chOff x="120775" y="984875"/>
            <a:chExt cx="8902700" cy="3404235"/>
          </a:xfrm>
        </p:grpSpPr>
        <p:pic>
          <p:nvPicPr>
            <p:cNvPr id="4" name="object 3">
              <a:extLst>
                <a:ext uri="{FF2B5EF4-FFF2-40B4-BE49-F238E27FC236}">
                  <a16:creationId xmlns:a16="http://schemas.microsoft.com/office/drawing/2014/main" id="{99472D3B-2425-7517-F31D-B6E39E480433}"/>
                </a:ext>
              </a:extLst>
            </p:cNvPr>
            <p:cNvPicPr/>
            <p:nvPr/>
          </p:nvPicPr>
          <p:blipFill>
            <a:blip r:embed="rId2" cstate="print"/>
            <a:stretch>
              <a:fillRect/>
            </a:stretch>
          </p:blipFill>
          <p:spPr>
            <a:xfrm>
              <a:off x="120775" y="984875"/>
              <a:ext cx="8902449" cy="3403980"/>
            </a:xfrm>
            <a:prstGeom prst="rect">
              <a:avLst/>
            </a:prstGeom>
          </p:spPr>
        </p:pic>
        <p:pic>
          <p:nvPicPr>
            <p:cNvPr id="5" name="object 4">
              <a:extLst>
                <a:ext uri="{FF2B5EF4-FFF2-40B4-BE49-F238E27FC236}">
                  <a16:creationId xmlns:a16="http://schemas.microsoft.com/office/drawing/2014/main" id="{5560400E-7075-C3F3-5C6C-49EC4DB452CE}"/>
                </a:ext>
              </a:extLst>
            </p:cNvPr>
            <p:cNvPicPr/>
            <p:nvPr/>
          </p:nvPicPr>
          <p:blipFill>
            <a:blip r:embed="rId3" cstate="print"/>
            <a:stretch>
              <a:fillRect/>
            </a:stretch>
          </p:blipFill>
          <p:spPr>
            <a:xfrm>
              <a:off x="177925" y="1022975"/>
              <a:ext cx="8788149" cy="3289680"/>
            </a:xfrm>
            <a:prstGeom prst="rect">
              <a:avLst/>
            </a:prstGeom>
          </p:spPr>
        </p:pic>
      </p:grpSp>
      <p:sp>
        <p:nvSpPr>
          <p:cNvPr id="6" name="object 6">
            <a:extLst>
              <a:ext uri="{FF2B5EF4-FFF2-40B4-BE49-F238E27FC236}">
                <a16:creationId xmlns:a16="http://schemas.microsoft.com/office/drawing/2014/main" id="{D7C4B192-216C-408C-62C0-80AA6414F866}"/>
              </a:ext>
            </a:extLst>
          </p:cNvPr>
          <p:cNvSpPr txBox="1"/>
          <p:nvPr/>
        </p:nvSpPr>
        <p:spPr>
          <a:xfrm>
            <a:off x="3718258" y="5338485"/>
            <a:ext cx="4753610" cy="208279"/>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Image</a:t>
            </a:r>
            <a:r>
              <a:rPr sz="1200" spc="-25">
                <a:latin typeface="Arial MT"/>
                <a:cs typeface="Arial MT"/>
              </a:rPr>
              <a:t> </a:t>
            </a:r>
            <a:r>
              <a:rPr sz="1200">
                <a:latin typeface="Arial MT"/>
                <a:cs typeface="Arial MT"/>
              </a:rPr>
              <a:t>Credit:</a:t>
            </a:r>
            <a:r>
              <a:rPr sz="1200" spc="-15">
                <a:latin typeface="Arial MT"/>
                <a:cs typeface="Arial MT"/>
              </a:rPr>
              <a:t> </a:t>
            </a:r>
            <a:r>
              <a:rPr sz="1200" u="heavy">
                <a:solidFill>
                  <a:srgbClr val="0097A7"/>
                </a:solidFill>
                <a:uFill>
                  <a:solidFill>
                    <a:srgbClr val="0097A7"/>
                  </a:solidFill>
                </a:uFill>
                <a:latin typeface="Arial MT"/>
                <a:cs typeface="Arial MT"/>
                <a:hlinkClick r:id="rId4"/>
              </a:rPr>
              <a:t>Deep</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Learning</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Methods</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for</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Vision</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a:t>
            </a:r>
            <a:r>
              <a:rPr sz="1200" u="heavy" spc="-25">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CVPR</a:t>
            </a:r>
            <a:r>
              <a:rPr sz="1200" u="heavy" spc="-20">
                <a:solidFill>
                  <a:srgbClr val="0097A7"/>
                </a:solidFill>
                <a:uFill>
                  <a:solidFill>
                    <a:srgbClr val="0097A7"/>
                  </a:solidFill>
                </a:uFill>
                <a:latin typeface="Arial MT"/>
                <a:cs typeface="Arial MT"/>
                <a:hlinkClick r:id="rId4"/>
              </a:rPr>
              <a:t> </a:t>
            </a:r>
            <a:r>
              <a:rPr sz="1200" u="heavy">
                <a:solidFill>
                  <a:srgbClr val="0097A7"/>
                </a:solidFill>
                <a:uFill>
                  <a:solidFill>
                    <a:srgbClr val="0097A7"/>
                  </a:solidFill>
                </a:uFill>
                <a:latin typeface="Arial MT"/>
                <a:cs typeface="Arial MT"/>
                <a:hlinkClick r:id="rId4"/>
              </a:rPr>
              <a:t>2012</a:t>
            </a:r>
            <a:r>
              <a:rPr sz="1200" u="heavy" spc="-45">
                <a:solidFill>
                  <a:srgbClr val="0097A7"/>
                </a:solidFill>
                <a:uFill>
                  <a:solidFill>
                    <a:srgbClr val="0097A7"/>
                  </a:solidFill>
                </a:uFill>
                <a:latin typeface="Arial MT"/>
                <a:cs typeface="Arial MT"/>
                <a:hlinkClick r:id="rId4"/>
              </a:rPr>
              <a:t> </a:t>
            </a:r>
            <a:r>
              <a:rPr sz="1200" u="heavy" spc="-10">
                <a:solidFill>
                  <a:srgbClr val="0097A7"/>
                </a:solidFill>
                <a:uFill>
                  <a:solidFill>
                    <a:srgbClr val="0097A7"/>
                  </a:solidFill>
                </a:uFill>
                <a:latin typeface="Arial MT"/>
                <a:cs typeface="Arial MT"/>
                <a:hlinkClick r:id="rId4"/>
              </a:rPr>
              <a:t>Tutorial</a:t>
            </a:r>
            <a:endParaRPr sz="1200">
              <a:latin typeface="Arial MT"/>
              <a:cs typeface="Arial MT"/>
            </a:endParaRPr>
          </a:p>
        </p:txBody>
      </p:sp>
    </p:spTree>
    <p:extLst>
      <p:ext uri="{BB962C8B-B14F-4D97-AF65-F5344CB8AC3E}">
        <p14:creationId xmlns:p14="http://schemas.microsoft.com/office/powerpoint/2010/main" val="11468691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2CF7-2CFF-116B-276F-C7B0420953B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9CB710-8C3F-A612-2488-1F6DC98A7500}"/>
              </a:ext>
            </a:extLst>
          </p:cNvPr>
          <p:cNvSpPr txBox="1">
            <a:spLocks/>
          </p:cNvSpPr>
          <p:nvPr/>
        </p:nvSpPr>
        <p:spPr>
          <a:xfrm>
            <a:off x="168150" y="-58734"/>
            <a:ext cx="7724650" cy="1151596"/>
          </a:xfrm>
          <a:prstGeom prst="rect">
            <a:avLst/>
          </a:prstGeom>
        </p:spPr>
        <p:txBody>
          <a:bodyPr vert="horz" wrap="square" lIns="0" tIns="46989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a:solidFill>
                  <a:schemeClr val="bg1"/>
                </a:solidFill>
              </a:rPr>
              <a:t>Max</a:t>
            </a:r>
            <a:r>
              <a:rPr lang="en-US" spc="-40">
                <a:solidFill>
                  <a:schemeClr val="bg1"/>
                </a:solidFill>
              </a:rPr>
              <a:t> </a:t>
            </a:r>
            <a:r>
              <a:rPr lang="en-US" spc="-10">
                <a:solidFill>
                  <a:schemeClr val="bg1"/>
                </a:solidFill>
              </a:rPr>
              <a:t>Pooling</a:t>
            </a:r>
          </a:p>
        </p:txBody>
      </p:sp>
      <p:sp>
        <p:nvSpPr>
          <p:cNvPr id="3" name="object 3">
            <a:extLst>
              <a:ext uri="{FF2B5EF4-FFF2-40B4-BE49-F238E27FC236}">
                <a16:creationId xmlns:a16="http://schemas.microsoft.com/office/drawing/2014/main" id="{B44BBD4F-10AB-11EC-F0B6-201D1E7C52B6}"/>
              </a:ext>
            </a:extLst>
          </p:cNvPr>
          <p:cNvSpPr txBox="1"/>
          <p:nvPr/>
        </p:nvSpPr>
        <p:spPr>
          <a:xfrm>
            <a:off x="7981315" y="5966718"/>
            <a:ext cx="4210685" cy="182101"/>
          </a:xfrm>
          <a:prstGeom prst="rect">
            <a:avLst/>
          </a:prstGeom>
        </p:spPr>
        <p:txBody>
          <a:bodyPr vert="horz" wrap="square" lIns="0" tIns="12700" rIns="0" bIns="0" rtlCol="0">
            <a:spAutoFit/>
          </a:bodyPr>
          <a:lstStyle/>
          <a:p>
            <a:pPr marL="12700">
              <a:lnSpc>
                <a:spcPct val="100000"/>
              </a:lnSpc>
              <a:spcBef>
                <a:spcPts val="100"/>
              </a:spcBef>
            </a:pPr>
            <a:r>
              <a:rPr sz="1100">
                <a:latin typeface="Arial MT"/>
                <a:cs typeface="Arial MT"/>
              </a:rPr>
              <a:t>(Image</a:t>
            </a:r>
            <a:r>
              <a:rPr sz="1100" spc="-40">
                <a:latin typeface="Arial MT"/>
                <a:cs typeface="Arial MT"/>
              </a:rPr>
              <a:t> </a:t>
            </a:r>
            <a:r>
              <a:rPr sz="1100">
                <a:latin typeface="Arial MT"/>
                <a:cs typeface="Arial MT"/>
              </a:rPr>
              <a:t>Credit:</a:t>
            </a:r>
            <a:r>
              <a:rPr sz="1100" spc="-25">
                <a:latin typeface="Arial MT"/>
                <a:cs typeface="Arial MT"/>
              </a:rPr>
              <a:t> </a:t>
            </a:r>
            <a:r>
              <a:rPr sz="1100" u="heavy">
                <a:solidFill>
                  <a:srgbClr val="0097A7"/>
                </a:solidFill>
                <a:uFill>
                  <a:solidFill>
                    <a:srgbClr val="0097A7"/>
                  </a:solidFill>
                </a:uFill>
                <a:latin typeface="Arial MT"/>
                <a:cs typeface="Arial MT"/>
                <a:hlinkClick r:id="rId2"/>
              </a:rPr>
              <a:t>Applied</a:t>
            </a:r>
            <a:r>
              <a:rPr sz="1100" u="heavy" spc="-25">
                <a:solidFill>
                  <a:srgbClr val="0097A7"/>
                </a:solidFill>
                <a:uFill>
                  <a:solidFill>
                    <a:srgbClr val="0097A7"/>
                  </a:solidFill>
                </a:uFill>
                <a:latin typeface="Arial MT"/>
                <a:cs typeface="Arial MT"/>
                <a:hlinkClick r:id="rId2"/>
              </a:rPr>
              <a:t> </a:t>
            </a:r>
            <a:r>
              <a:rPr sz="1100" u="heavy">
                <a:solidFill>
                  <a:srgbClr val="0097A7"/>
                </a:solidFill>
                <a:uFill>
                  <a:solidFill>
                    <a:srgbClr val="0097A7"/>
                  </a:solidFill>
                </a:uFill>
                <a:latin typeface="Arial MT"/>
                <a:cs typeface="Arial MT"/>
                <a:hlinkClick r:id="rId2"/>
              </a:rPr>
              <a:t>Deep</a:t>
            </a:r>
            <a:r>
              <a:rPr sz="1100" u="heavy" spc="-30">
                <a:solidFill>
                  <a:srgbClr val="0097A7"/>
                </a:solidFill>
                <a:uFill>
                  <a:solidFill>
                    <a:srgbClr val="0097A7"/>
                  </a:solidFill>
                </a:uFill>
                <a:latin typeface="Arial MT"/>
                <a:cs typeface="Arial MT"/>
                <a:hlinkClick r:id="rId2"/>
              </a:rPr>
              <a:t> </a:t>
            </a:r>
            <a:r>
              <a:rPr sz="1100" u="heavy">
                <a:solidFill>
                  <a:srgbClr val="0097A7"/>
                </a:solidFill>
                <a:uFill>
                  <a:solidFill>
                    <a:srgbClr val="0097A7"/>
                  </a:solidFill>
                </a:uFill>
                <a:latin typeface="Arial MT"/>
                <a:cs typeface="Arial MT"/>
                <a:hlinkClick r:id="rId2"/>
              </a:rPr>
              <a:t>Learning</a:t>
            </a:r>
            <a:r>
              <a:rPr sz="1100" u="heavy" spc="-30">
                <a:solidFill>
                  <a:srgbClr val="0097A7"/>
                </a:solidFill>
                <a:uFill>
                  <a:solidFill>
                    <a:srgbClr val="0097A7"/>
                  </a:solidFill>
                </a:uFill>
                <a:latin typeface="Arial MT"/>
                <a:cs typeface="Arial MT"/>
                <a:hlinkClick r:id="rId2"/>
              </a:rPr>
              <a:t> </a:t>
            </a:r>
            <a:r>
              <a:rPr sz="1100" u="heavy">
                <a:solidFill>
                  <a:srgbClr val="0097A7"/>
                </a:solidFill>
                <a:uFill>
                  <a:solidFill>
                    <a:srgbClr val="0097A7"/>
                  </a:solidFill>
                </a:uFill>
                <a:latin typeface="Arial MT"/>
                <a:cs typeface="Arial MT"/>
                <a:hlinkClick r:id="rId2"/>
              </a:rPr>
              <a:t>|</a:t>
            </a:r>
            <a:r>
              <a:rPr sz="1100" u="heavy" spc="-95">
                <a:solidFill>
                  <a:srgbClr val="0097A7"/>
                </a:solidFill>
                <a:uFill>
                  <a:solidFill>
                    <a:srgbClr val="0097A7"/>
                  </a:solidFill>
                </a:uFill>
                <a:latin typeface="Arial MT"/>
                <a:cs typeface="Arial MT"/>
                <a:hlinkClick r:id="rId2"/>
              </a:rPr>
              <a:t> </a:t>
            </a:r>
            <a:r>
              <a:rPr sz="1100" u="heavy">
                <a:solidFill>
                  <a:srgbClr val="0097A7"/>
                </a:solidFill>
                <a:uFill>
                  <a:solidFill>
                    <a:srgbClr val="0097A7"/>
                  </a:solidFill>
                </a:uFill>
                <a:latin typeface="Arial MT"/>
                <a:cs typeface="Arial MT"/>
                <a:hlinkClick r:id="rId2"/>
              </a:rPr>
              <a:t>Arden</a:t>
            </a:r>
            <a:r>
              <a:rPr sz="1100" u="heavy" spc="-25">
                <a:solidFill>
                  <a:srgbClr val="0097A7"/>
                </a:solidFill>
                <a:uFill>
                  <a:solidFill>
                    <a:srgbClr val="0097A7"/>
                  </a:solidFill>
                </a:uFill>
                <a:latin typeface="Arial MT"/>
                <a:cs typeface="Arial MT"/>
                <a:hlinkClick r:id="rId2"/>
              </a:rPr>
              <a:t> </a:t>
            </a:r>
            <a:r>
              <a:rPr sz="1100" u="heavy" spc="-10">
                <a:solidFill>
                  <a:srgbClr val="0097A7"/>
                </a:solidFill>
                <a:uFill>
                  <a:solidFill>
                    <a:srgbClr val="0097A7"/>
                  </a:solidFill>
                </a:uFill>
                <a:latin typeface="Arial MT"/>
                <a:cs typeface="Arial MT"/>
                <a:hlinkClick r:id="rId2"/>
              </a:rPr>
              <a:t>Dertat</a:t>
            </a:r>
            <a:r>
              <a:rPr sz="1100" spc="-10">
                <a:latin typeface="Arial MT"/>
                <a:cs typeface="Arial MT"/>
              </a:rPr>
              <a:t>)</a:t>
            </a:r>
            <a:endParaRPr sz="1100">
              <a:latin typeface="Arial MT"/>
              <a:cs typeface="Arial MT"/>
            </a:endParaRPr>
          </a:p>
        </p:txBody>
      </p:sp>
      <p:pic>
        <p:nvPicPr>
          <p:cNvPr id="4" name="object 4">
            <a:extLst>
              <a:ext uri="{FF2B5EF4-FFF2-40B4-BE49-F238E27FC236}">
                <a16:creationId xmlns:a16="http://schemas.microsoft.com/office/drawing/2014/main" id="{EDD20DFE-97F8-46EC-7FF5-15FF2438D932}"/>
              </a:ext>
            </a:extLst>
          </p:cNvPr>
          <p:cNvPicPr/>
          <p:nvPr/>
        </p:nvPicPr>
        <p:blipFill>
          <a:blip r:embed="rId3" cstate="print"/>
          <a:stretch>
            <a:fillRect/>
          </a:stretch>
        </p:blipFill>
        <p:spPr>
          <a:xfrm>
            <a:off x="6880828" y="2186574"/>
            <a:ext cx="3350271" cy="2459343"/>
          </a:xfrm>
          <a:prstGeom prst="rect">
            <a:avLst/>
          </a:prstGeom>
        </p:spPr>
      </p:pic>
      <p:pic>
        <p:nvPicPr>
          <p:cNvPr id="5" name="object 5">
            <a:extLst>
              <a:ext uri="{FF2B5EF4-FFF2-40B4-BE49-F238E27FC236}">
                <a16:creationId xmlns:a16="http://schemas.microsoft.com/office/drawing/2014/main" id="{CA879022-07A9-CA93-30AF-D92E5A73F7E4}"/>
              </a:ext>
            </a:extLst>
          </p:cNvPr>
          <p:cNvPicPr/>
          <p:nvPr/>
        </p:nvPicPr>
        <p:blipFill>
          <a:blip r:embed="rId4" cstate="print"/>
          <a:stretch>
            <a:fillRect/>
          </a:stretch>
        </p:blipFill>
        <p:spPr>
          <a:xfrm>
            <a:off x="1761079" y="2209273"/>
            <a:ext cx="4824130" cy="2334257"/>
          </a:xfrm>
          <a:prstGeom prst="rect">
            <a:avLst/>
          </a:prstGeom>
        </p:spPr>
      </p:pic>
    </p:spTree>
    <p:extLst>
      <p:ext uri="{BB962C8B-B14F-4D97-AF65-F5344CB8AC3E}">
        <p14:creationId xmlns:p14="http://schemas.microsoft.com/office/powerpoint/2010/main" val="4125067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7962-3035-5AA4-9C67-BC223A65DC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FFFAA1-E86C-9C64-0B9A-B3415135DDC8}"/>
              </a:ext>
            </a:extLst>
          </p:cNvPr>
          <p:cNvSpPr txBox="1">
            <a:spLocks/>
          </p:cNvSpPr>
          <p:nvPr/>
        </p:nvSpPr>
        <p:spPr>
          <a:xfrm>
            <a:off x="168150" y="-58734"/>
            <a:ext cx="10749786" cy="1151596"/>
          </a:xfrm>
          <a:prstGeom prst="rect">
            <a:avLst/>
          </a:prstGeom>
        </p:spPr>
        <p:txBody>
          <a:bodyPr vert="horz" wrap="square" lIns="0" tIns="469899"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62865" algn="l">
              <a:spcBef>
                <a:spcPts val="100"/>
              </a:spcBef>
            </a:pPr>
            <a:r>
              <a:rPr lang="en-US" spc="-10">
                <a:solidFill>
                  <a:schemeClr val="bg1"/>
                </a:solidFill>
              </a:rPr>
              <a:t>Pooling</a:t>
            </a:r>
            <a:r>
              <a:rPr lang="en-US" spc="-60">
                <a:solidFill>
                  <a:schemeClr val="bg1"/>
                </a:solidFill>
              </a:rPr>
              <a:t> </a:t>
            </a:r>
            <a:r>
              <a:rPr lang="en-US">
                <a:solidFill>
                  <a:schemeClr val="bg1"/>
                </a:solidFill>
              </a:rPr>
              <a:t>-</a:t>
            </a:r>
            <a:r>
              <a:rPr lang="en-US" spc="-60">
                <a:solidFill>
                  <a:schemeClr val="bg1"/>
                </a:solidFill>
              </a:rPr>
              <a:t> </a:t>
            </a:r>
            <a:r>
              <a:rPr lang="en-US" spc="-40">
                <a:solidFill>
                  <a:schemeClr val="bg1"/>
                </a:solidFill>
              </a:rPr>
              <a:t>Max-</a:t>
            </a:r>
            <a:r>
              <a:rPr lang="en-US">
                <a:solidFill>
                  <a:schemeClr val="bg1"/>
                </a:solidFill>
              </a:rPr>
              <a:t>Pooling</a:t>
            </a:r>
            <a:r>
              <a:rPr lang="en-US" spc="-60">
                <a:solidFill>
                  <a:schemeClr val="bg1"/>
                </a:solidFill>
              </a:rPr>
              <a:t> </a:t>
            </a:r>
            <a:r>
              <a:rPr lang="en-US">
                <a:solidFill>
                  <a:schemeClr val="bg1"/>
                </a:solidFill>
              </a:rPr>
              <a:t>and</a:t>
            </a:r>
            <a:r>
              <a:rPr lang="en-US" spc="-60">
                <a:solidFill>
                  <a:schemeClr val="bg1"/>
                </a:solidFill>
              </a:rPr>
              <a:t> </a:t>
            </a:r>
            <a:r>
              <a:rPr lang="en-US" spc="-10">
                <a:solidFill>
                  <a:schemeClr val="bg1"/>
                </a:solidFill>
              </a:rPr>
              <a:t>Sum-Pooling</a:t>
            </a:r>
          </a:p>
        </p:txBody>
      </p:sp>
      <p:sp>
        <p:nvSpPr>
          <p:cNvPr id="3" name="object 3">
            <a:extLst>
              <a:ext uri="{FF2B5EF4-FFF2-40B4-BE49-F238E27FC236}">
                <a16:creationId xmlns:a16="http://schemas.microsoft.com/office/drawing/2014/main" id="{2516BC7D-47F4-D420-9001-58C772D1B5A6}"/>
              </a:ext>
            </a:extLst>
          </p:cNvPr>
          <p:cNvSpPr txBox="1"/>
          <p:nvPr/>
        </p:nvSpPr>
        <p:spPr>
          <a:xfrm>
            <a:off x="3273375" y="5128173"/>
            <a:ext cx="4753610" cy="208279"/>
          </a:xfrm>
          <a:prstGeom prst="rect">
            <a:avLst/>
          </a:prstGeom>
        </p:spPr>
        <p:txBody>
          <a:bodyPr vert="horz" wrap="square" lIns="0" tIns="12700" rIns="0" bIns="0" rtlCol="0">
            <a:spAutoFit/>
          </a:bodyPr>
          <a:lstStyle/>
          <a:p>
            <a:pPr marL="12700">
              <a:lnSpc>
                <a:spcPct val="100000"/>
              </a:lnSpc>
              <a:spcBef>
                <a:spcPts val="100"/>
              </a:spcBef>
            </a:pPr>
            <a:r>
              <a:rPr sz="1200">
                <a:latin typeface="Arial MT"/>
                <a:cs typeface="Arial MT"/>
              </a:rPr>
              <a:t>Image</a:t>
            </a:r>
            <a:r>
              <a:rPr sz="1200" spc="-25">
                <a:latin typeface="Arial MT"/>
                <a:cs typeface="Arial MT"/>
              </a:rPr>
              <a:t> </a:t>
            </a:r>
            <a:r>
              <a:rPr sz="1200">
                <a:latin typeface="Arial MT"/>
                <a:cs typeface="Arial MT"/>
              </a:rPr>
              <a:t>Credit:</a:t>
            </a:r>
            <a:r>
              <a:rPr sz="1200" spc="-15">
                <a:latin typeface="Arial MT"/>
                <a:cs typeface="Arial MT"/>
              </a:rPr>
              <a:t> </a:t>
            </a:r>
            <a:r>
              <a:rPr sz="1200" u="heavy">
                <a:solidFill>
                  <a:srgbClr val="0097A7"/>
                </a:solidFill>
                <a:uFill>
                  <a:solidFill>
                    <a:srgbClr val="0097A7"/>
                  </a:solidFill>
                </a:uFill>
                <a:latin typeface="Arial MT"/>
                <a:cs typeface="Arial MT"/>
                <a:hlinkClick r:id="rId2"/>
              </a:rPr>
              <a:t>Deep</a:t>
            </a:r>
            <a:r>
              <a:rPr sz="1200" u="heavy" spc="-25">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Learning</a:t>
            </a:r>
            <a:r>
              <a:rPr sz="1200" u="heavy" spc="-20">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Methods</a:t>
            </a:r>
            <a:r>
              <a:rPr sz="1200" u="heavy" spc="-25">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for</a:t>
            </a:r>
            <a:r>
              <a:rPr sz="1200" u="heavy" spc="-25">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Vision</a:t>
            </a:r>
            <a:r>
              <a:rPr sz="1200" u="heavy" spc="-20">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a:t>
            </a:r>
            <a:r>
              <a:rPr sz="1200" u="heavy" spc="-25">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CVPR</a:t>
            </a:r>
            <a:r>
              <a:rPr sz="1200" u="heavy" spc="-20">
                <a:solidFill>
                  <a:srgbClr val="0097A7"/>
                </a:solidFill>
                <a:uFill>
                  <a:solidFill>
                    <a:srgbClr val="0097A7"/>
                  </a:solidFill>
                </a:uFill>
                <a:latin typeface="Arial MT"/>
                <a:cs typeface="Arial MT"/>
                <a:hlinkClick r:id="rId2"/>
              </a:rPr>
              <a:t> </a:t>
            </a:r>
            <a:r>
              <a:rPr sz="1200" u="heavy">
                <a:solidFill>
                  <a:srgbClr val="0097A7"/>
                </a:solidFill>
                <a:uFill>
                  <a:solidFill>
                    <a:srgbClr val="0097A7"/>
                  </a:solidFill>
                </a:uFill>
                <a:latin typeface="Arial MT"/>
                <a:cs typeface="Arial MT"/>
                <a:hlinkClick r:id="rId2"/>
              </a:rPr>
              <a:t>2012</a:t>
            </a:r>
            <a:r>
              <a:rPr sz="1200" u="heavy" spc="-45">
                <a:solidFill>
                  <a:srgbClr val="0097A7"/>
                </a:solidFill>
                <a:uFill>
                  <a:solidFill>
                    <a:srgbClr val="0097A7"/>
                  </a:solidFill>
                </a:uFill>
                <a:latin typeface="Arial MT"/>
                <a:cs typeface="Arial MT"/>
                <a:hlinkClick r:id="rId2"/>
              </a:rPr>
              <a:t> </a:t>
            </a:r>
            <a:r>
              <a:rPr sz="1200" u="heavy" spc="-10">
                <a:solidFill>
                  <a:srgbClr val="0097A7"/>
                </a:solidFill>
                <a:uFill>
                  <a:solidFill>
                    <a:srgbClr val="0097A7"/>
                  </a:solidFill>
                </a:uFill>
                <a:latin typeface="Arial MT"/>
                <a:cs typeface="Arial MT"/>
                <a:hlinkClick r:id="rId2"/>
              </a:rPr>
              <a:t>Tutorial</a:t>
            </a:r>
            <a:endParaRPr sz="1200">
              <a:latin typeface="Arial MT"/>
              <a:cs typeface="Arial MT"/>
            </a:endParaRPr>
          </a:p>
        </p:txBody>
      </p:sp>
      <p:grpSp>
        <p:nvGrpSpPr>
          <p:cNvPr id="4" name="object 4">
            <a:extLst>
              <a:ext uri="{FF2B5EF4-FFF2-40B4-BE49-F238E27FC236}">
                <a16:creationId xmlns:a16="http://schemas.microsoft.com/office/drawing/2014/main" id="{D13C59D3-0A75-3A4E-8136-15BBDD8568D2}"/>
              </a:ext>
            </a:extLst>
          </p:cNvPr>
          <p:cNvGrpSpPr/>
          <p:nvPr/>
        </p:nvGrpSpPr>
        <p:grpSpPr>
          <a:xfrm>
            <a:off x="1523679" y="1568981"/>
            <a:ext cx="8255000" cy="3586479"/>
            <a:chOff x="444687" y="874037"/>
            <a:chExt cx="8255000" cy="3586479"/>
          </a:xfrm>
        </p:grpSpPr>
        <p:pic>
          <p:nvPicPr>
            <p:cNvPr id="5" name="object 5">
              <a:extLst>
                <a:ext uri="{FF2B5EF4-FFF2-40B4-BE49-F238E27FC236}">
                  <a16:creationId xmlns:a16="http://schemas.microsoft.com/office/drawing/2014/main" id="{A16F6D1A-6074-0EBE-2EFF-C66FAB05C1B6}"/>
                </a:ext>
              </a:extLst>
            </p:cNvPr>
            <p:cNvPicPr/>
            <p:nvPr/>
          </p:nvPicPr>
          <p:blipFill>
            <a:blip r:embed="rId3" cstate="print"/>
            <a:stretch>
              <a:fillRect/>
            </a:stretch>
          </p:blipFill>
          <p:spPr>
            <a:xfrm>
              <a:off x="444687" y="874037"/>
              <a:ext cx="8254625" cy="3585925"/>
            </a:xfrm>
            <a:prstGeom prst="rect">
              <a:avLst/>
            </a:prstGeom>
          </p:spPr>
        </p:pic>
        <p:pic>
          <p:nvPicPr>
            <p:cNvPr id="6" name="object 6">
              <a:extLst>
                <a:ext uri="{FF2B5EF4-FFF2-40B4-BE49-F238E27FC236}">
                  <a16:creationId xmlns:a16="http://schemas.microsoft.com/office/drawing/2014/main" id="{C1F817EF-1A49-273A-8E3D-485E7C7EE49E}"/>
                </a:ext>
              </a:extLst>
            </p:cNvPr>
            <p:cNvPicPr/>
            <p:nvPr/>
          </p:nvPicPr>
          <p:blipFill>
            <a:blip r:embed="rId4" cstate="print"/>
            <a:stretch>
              <a:fillRect/>
            </a:stretch>
          </p:blipFill>
          <p:spPr>
            <a:xfrm>
              <a:off x="501837" y="912137"/>
              <a:ext cx="8140324" cy="3471624"/>
            </a:xfrm>
            <a:prstGeom prst="rect">
              <a:avLst/>
            </a:prstGeom>
          </p:spPr>
        </p:pic>
      </p:grpSp>
    </p:spTree>
    <p:extLst>
      <p:ext uri="{BB962C8B-B14F-4D97-AF65-F5344CB8AC3E}">
        <p14:creationId xmlns:p14="http://schemas.microsoft.com/office/powerpoint/2010/main" val="19135720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B5D1D-A212-9B14-567B-1250DCB1A1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368A98-3BB4-6105-3CD8-E20749FE729C}"/>
              </a:ext>
            </a:extLst>
          </p:cNvPr>
          <p:cNvSpPr txBox="1">
            <a:spLocks/>
          </p:cNvSpPr>
          <p:nvPr/>
        </p:nvSpPr>
        <p:spPr>
          <a:xfrm>
            <a:off x="273688" y="346518"/>
            <a:ext cx="9574399" cy="68993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algn="l">
              <a:spcBef>
                <a:spcPts val="100"/>
              </a:spcBef>
            </a:pPr>
            <a:r>
              <a:rPr lang="en-US" spc="-10">
                <a:solidFill>
                  <a:schemeClr val="bg1"/>
                </a:solidFill>
              </a:rPr>
              <a:t>Convolutional</a:t>
            </a:r>
            <a:r>
              <a:rPr lang="en-US" spc="-80">
                <a:solidFill>
                  <a:schemeClr val="bg1"/>
                </a:solidFill>
              </a:rPr>
              <a:t> </a:t>
            </a:r>
            <a:r>
              <a:rPr lang="en-US">
                <a:solidFill>
                  <a:schemeClr val="bg1"/>
                </a:solidFill>
              </a:rPr>
              <a:t>Neural</a:t>
            </a:r>
            <a:r>
              <a:rPr lang="en-US" spc="-75">
                <a:solidFill>
                  <a:schemeClr val="bg1"/>
                </a:solidFill>
              </a:rPr>
              <a:t> </a:t>
            </a:r>
            <a:r>
              <a:rPr lang="en-US" spc="-10">
                <a:solidFill>
                  <a:schemeClr val="bg1"/>
                </a:solidFill>
              </a:rPr>
              <a:t>Networks</a:t>
            </a:r>
          </a:p>
        </p:txBody>
      </p:sp>
      <p:sp>
        <p:nvSpPr>
          <p:cNvPr id="4" name="object 3">
            <a:extLst>
              <a:ext uri="{FF2B5EF4-FFF2-40B4-BE49-F238E27FC236}">
                <a16:creationId xmlns:a16="http://schemas.microsoft.com/office/drawing/2014/main" id="{E49F3B50-F68E-4EE3-CCAE-6362CE4754F0}"/>
              </a:ext>
            </a:extLst>
          </p:cNvPr>
          <p:cNvSpPr txBox="1"/>
          <p:nvPr/>
        </p:nvSpPr>
        <p:spPr>
          <a:xfrm>
            <a:off x="2226691" y="1969958"/>
            <a:ext cx="7937500" cy="756920"/>
          </a:xfrm>
          <a:prstGeom prst="rect">
            <a:avLst/>
          </a:prstGeom>
        </p:spPr>
        <p:txBody>
          <a:bodyPr vert="horz" wrap="square" lIns="0" tIns="12700" rIns="0" bIns="0" rtlCol="0">
            <a:spAutoFit/>
          </a:bodyPr>
          <a:lstStyle/>
          <a:p>
            <a:pPr marL="12700" marR="5080">
              <a:lnSpc>
                <a:spcPct val="100000"/>
              </a:lnSpc>
              <a:spcBef>
                <a:spcPts val="100"/>
              </a:spcBef>
            </a:pPr>
            <a:r>
              <a:rPr sz="1600">
                <a:latin typeface="Arial MT"/>
                <a:cs typeface="Arial MT"/>
              </a:rPr>
              <a:t>A</a:t>
            </a:r>
            <a:r>
              <a:rPr sz="1600" spc="-105">
                <a:latin typeface="Arial MT"/>
                <a:cs typeface="Arial MT"/>
              </a:rPr>
              <a:t> </a:t>
            </a:r>
            <a:r>
              <a:rPr sz="1600">
                <a:latin typeface="Arial MT"/>
                <a:cs typeface="Arial MT"/>
              </a:rPr>
              <a:t>convolutional</a:t>
            </a:r>
            <a:r>
              <a:rPr sz="1600" spc="-20">
                <a:latin typeface="Arial MT"/>
                <a:cs typeface="Arial MT"/>
              </a:rPr>
              <a:t> </a:t>
            </a:r>
            <a:r>
              <a:rPr sz="1600">
                <a:latin typeface="Arial MT"/>
                <a:cs typeface="Arial MT"/>
              </a:rPr>
              <a:t>neural</a:t>
            </a:r>
            <a:r>
              <a:rPr sz="1600" spc="-15">
                <a:latin typeface="Arial MT"/>
                <a:cs typeface="Arial MT"/>
              </a:rPr>
              <a:t> </a:t>
            </a:r>
            <a:r>
              <a:rPr sz="1600">
                <a:latin typeface="Arial MT"/>
                <a:cs typeface="Arial MT"/>
              </a:rPr>
              <a:t>network</a:t>
            </a:r>
            <a:r>
              <a:rPr sz="1600" spc="-15">
                <a:latin typeface="Arial MT"/>
                <a:cs typeface="Arial MT"/>
              </a:rPr>
              <a:t> </a:t>
            </a:r>
            <a:r>
              <a:rPr sz="1600">
                <a:latin typeface="Arial MT"/>
                <a:cs typeface="Arial MT"/>
              </a:rPr>
              <a:t>(</a:t>
            </a:r>
            <a:r>
              <a:rPr sz="1600" b="1">
                <a:latin typeface="Arial"/>
                <a:cs typeface="Arial"/>
              </a:rPr>
              <a:t>CNN</a:t>
            </a:r>
            <a:r>
              <a:rPr sz="1600">
                <a:latin typeface="Arial MT"/>
                <a:cs typeface="Arial MT"/>
              </a:rPr>
              <a:t>,</a:t>
            </a:r>
            <a:r>
              <a:rPr sz="1600" spc="-15">
                <a:latin typeface="Arial MT"/>
                <a:cs typeface="Arial MT"/>
              </a:rPr>
              <a:t> </a:t>
            </a:r>
            <a:r>
              <a:rPr sz="1600">
                <a:latin typeface="Arial MT"/>
                <a:cs typeface="Arial MT"/>
              </a:rPr>
              <a:t>or</a:t>
            </a:r>
            <a:r>
              <a:rPr sz="1600" spc="-15">
                <a:latin typeface="Arial MT"/>
                <a:cs typeface="Arial MT"/>
              </a:rPr>
              <a:t> </a:t>
            </a:r>
            <a:r>
              <a:rPr sz="1600" b="1">
                <a:latin typeface="Arial"/>
                <a:cs typeface="Arial"/>
              </a:rPr>
              <a:t>ConvNet</a:t>
            </a:r>
            <a:r>
              <a:rPr sz="1600">
                <a:latin typeface="Arial MT"/>
                <a:cs typeface="Arial MT"/>
              </a:rPr>
              <a:t>)</a:t>
            </a:r>
            <a:r>
              <a:rPr sz="1600" spc="-15">
                <a:latin typeface="Arial MT"/>
                <a:cs typeface="Arial MT"/>
              </a:rPr>
              <a:t> </a:t>
            </a:r>
            <a:r>
              <a:rPr sz="1600">
                <a:latin typeface="Arial MT"/>
                <a:cs typeface="Arial MT"/>
              </a:rPr>
              <a:t>is</a:t>
            </a:r>
            <a:r>
              <a:rPr sz="1600" spc="-15">
                <a:latin typeface="Arial MT"/>
                <a:cs typeface="Arial MT"/>
              </a:rPr>
              <a:t> </a:t>
            </a:r>
            <a:r>
              <a:rPr sz="1600">
                <a:latin typeface="Arial MT"/>
                <a:cs typeface="Arial MT"/>
              </a:rPr>
              <a:t>a</a:t>
            </a:r>
            <a:r>
              <a:rPr sz="1600" spc="-15">
                <a:latin typeface="Arial MT"/>
                <a:cs typeface="Arial MT"/>
              </a:rPr>
              <a:t> </a:t>
            </a:r>
            <a:r>
              <a:rPr sz="1600">
                <a:latin typeface="Arial MT"/>
                <a:cs typeface="Arial MT"/>
              </a:rPr>
              <a:t>class</a:t>
            </a:r>
            <a:r>
              <a:rPr sz="1600" spc="-20">
                <a:latin typeface="Arial MT"/>
                <a:cs typeface="Arial MT"/>
              </a:rPr>
              <a:t> </a:t>
            </a:r>
            <a:r>
              <a:rPr sz="1600">
                <a:latin typeface="Arial MT"/>
                <a:cs typeface="Arial MT"/>
              </a:rPr>
              <a:t>of</a:t>
            </a:r>
            <a:r>
              <a:rPr sz="1600" spc="-15">
                <a:latin typeface="Arial MT"/>
                <a:cs typeface="Arial MT"/>
              </a:rPr>
              <a:t> </a:t>
            </a:r>
            <a:r>
              <a:rPr sz="1600">
                <a:latin typeface="Arial MT"/>
                <a:cs typeface="Arial MT"/>
              </a:rPr>
              <a:t>deep,</a:t>
            </a:r>
            <a:r>
              <a:rPr sz="1600" spc="-15">
                <a:latin typeface="Arial MT"/>
                <a:cs typeface="Arial MT"/>
              </a:rPr>
              <a:t> </a:t>
            </a:r>
            <a:r>
              <a:rPr sz="1600" spc="-20">
                <a:latin typeface="Arial MT"/>
                <a:cs typeface="Arial MT"/>
              </a:rPr>
              <a:t>feed-</a:t>
            </a:r>
            <a:r>
              <a:rPr sz="1600" spc="-10">
                <a:latin typeface="Arial MT"/>
                <a:cs typeface="Arial MT"/>
              </a:rPr>
              <a:t>forward </a:t>
            </a:r>
            <a:r>
              <a:rPr sz="1600">
                <a:latin typeface="Arial MT"/>
                <a:cs typeface="Arial MT"/>
              </a:rPr>
              <a:t>artificial</a:t>
            </a:r>
            <a:r>
              <a:rPr sz="1600" spc="-30">
                <a:latin typeface="Arial MT"/>
                <a:cs typeface="Arial MT"/>
              </a:rPr>
              <a:t> </a:t>
            </a:r>
            <a:r>
              <a:rPr sz="1600">
                <a:latin typeface="Arial MT"/>
                <a:cs typeface="Arial MT"/>
              </a:rPr>
              <a:t>neural</a:t>
            </a:r>
            <a:r>
              <a:rPr sz="1600" spc="-25">
                <a:latin typeface="Arial MT"/>
                <a:cs typeface="Arial MT"/>
              </a:rPr>
              <a:t> </a:t>
            </a:r>
            <a:r>
              <a:rPr sz="1600">
                <a:latin typeface="Arial MT"/>
                <a:cs typeface="Arial MT"/>
              </a:rPr>
              <a:t>networks</a:t>
            </a:r>
            <a:r>
              <a:rPr sz="1600" spc="-25">
                <a:latin typeface="Arial MT"/>
                <a:cs typeface="Arial MT"/>
              </a:rPr>
              <a:t> </a:t>
            </a:r>
            <a:r>
              <a:rPr sz="1600">
                <a:latin typeface="Arial MT"/>
                <a:cs typeface="Arial MT"/>
              </a:rPr>
              <a:t>that</a:t>
            </a:r>
            <a:r>
              <a:rPr sz="1600" spc="-25">
                <a:latin typeface="Arial MT"/>
                <a:cs typeface="Arial MT"/>
              </a:rPr>
              <a:t> </a:t>
            </a:r>
            <a:r>
              <a:rPr sz="1600">
                <a:latin typeface="Arial MT"/>
                <a:cs typeface="Arial MT"/>
              </a:rPr>
              <a:t>explicitly</a:t>
            </a:r>
            <a:r>
              <a:rPr sz="1600" spc="-25">
                <a:latin typeface="Arial MT"/>
                <a:cs typeface="Arial MT"/>
              </a:rPr>
              <a:t> </a:t>
            </a:r>
            <a:r>
              <a:rPr sz="1600">
                <a:latin typeface="Arial MT"/>
                <a:cs typeface="Arial MT"/>
              </a:rPr>
              <a:t>assumes</a:t>
            </a:r>
            <a:r>
              <a:rPr sz="1600" spc="-25">
                <a:latin typeface="Arial MT"/>
                <a:cs typeface="Arial MT"/>
              </a:rPr>
              <a:t> </a:t>
            </a:r>
            <a:r>
              <a:rPr sz="1600">
                <a:latin typeface="Arial MT"/>
                <a:cs typeface="Arial MT"/>
              </a:rPr>
              <a:t>that</a:t>
            </a:r>
            <a:r>
              <a:rPr sz="1600" spc="-25">
                <a:latin typeface="Arial MT"/>
                <a:cs typeface="Arial MT"/>
              </a:rPr>
              <a:t> </a:t>
            </a:r>
            <a:r>
              <a:rPr sz="1600">
                <a:latin typeface="Arial MT"/>
                <a:cs typeface="Arial MT"/>
              </a:rPr>
              <a:t>the</a:t>
            </a:r>
            <a:r>
              <a:rPr sz="1600" spc="-25">
                <a:latin typeface="Arial MT"/>
                <a:cs typeface="Arial MT"/>
              </a:rPr>
              <a:t> </a:t>
            </a:r>
            <a:r>
              <a:rPr sz="1600">
                <a:latin typeface="Arial MT"/>
                <a:cs typeface="Arial MT"/>
              </a:rPr>
              <a:t>inputs</a:t>
            </a:r>
            <a:r>
              <a:rPr sz="1600" spc="-25">
                <a:latin typeface="Arial MT"/>
                <a:cs typeface="Arial MT"/>
              </a:rPr>
              <a:t> </a:t>
            </a:r>
            <a:r>
              <a:rPr sz="1600">
                <a:latin typeface="Arial MT"/>
                <a:cs typeface="Arial MT"/>
              </a:rPr>
              <a:t>are</a:t>
            </a:r>
            <a:r>
              <a:rPr sz="1600" spc="-25">
                <a:latin typeface="Arial MT"/>
                <a:cs typeface="Arial MT"/>
              </a:rPr>
              <a:t> </a:t>
            </a:r>
            <a:r>
              <a:rPr sz="1600">
                <a:latin typeface="Arial MT"/>
                <a:cs typeface="Arial MT"/>
              </a:rPr>
              <a:t>images,</a:t>
            </a:r>
            <a:r>
              <a:rPr sz="1600" spc="-30">
                <a:latin typeface="Arial MT"/>
                <a:cs typeface="Arial MT"/>
              </a:rPr>
              <a:t> </a:t>
            </a:r>
            <a:r>
              <a:rPr sz="1600">
                <a:latin typeface="Arial MT"/>
                <a:cs typeface="Arial MT"/>
              </a:rPr>
              <a:t>which</a:t>
            </a:r>
            <a:r>
              <a:rPr sz="1600" spc="-25">
                <a:latin typeface="Arial MT"/>
                <a:cs typeface="Arial MT"/>
              </a:rPr>
              <a:t> </a:t>
            </a:r>
            <a:r>
              <a:rPr sz="1600" spc="-10">
                <a:latin typeface="Arial MT"/>
                <a:cs typeface="Arial MT"/>
              </a:rPr>
              <a:t>allows </a:t>
            </a:r>
            <a:r>
              <a:rPr sz="1600">
                <a:latin typeface="Arial MT"/>
                <a:cs typeface="Arial MT"/>
              </a:rPr>
              <a:t>us</a:t>
            </a:r>
            <a:r>
              <a:rPr sz="1600" spc="-25">
                <a:latin typeface="Arial MT"/>
                <a:cs typeface="Arial MT"/>
              </a:rPr>
              <a:t> </a:t>
            </a:r>
            <a:r>
              <a:rPr sz="1600">
                <a:latin typeface="Arial MT"/>
                <a:cs typeface="Arial MT"/>
              </a:rPr>
              <a:t>to</a:t>
            </a:r>
            <a:r>
              <a:rPr sz="1600" spc="-20">
                <a:latin typeface="Arial MT"/>
                <a:cs typeface="Arial MT"/>
              </a:rPr>
              <a:t> </a:t>
            </a:r>
            <a:r>
              <a:rPr sz="1600">
                <a:latin typeface="Arial MT"/>
                <a:cs typeface="Arial MT"/>
              </a:rPr>
              <a:t>encode</a:t>
            </a:r>
            <a:r>
              <a:rPr sz="1600" spc="-25">
                <a:latin typeface="Arial MT"/>
                <a:cs typeface="Arial MT"/>
              </a:rPr>
              <a:t> </a:t>
            </a:r>
            <a:r>
              <a:rPr sz="1600">
                <a:latin typeface="Arial MT"/>
                <a:cs typeface="Arial MT"/>
              </a:rPr>
              <a:t>certain</a:t>
            </a:r>
            <a:r>
              <a:rPr sz="1600" spc="-20">
                <a:latin typeface="Arial MT"/>
                <a:cs typeface="Arial MT"/>
              </a:rPr>
              <a:t> </a:t>
            </a:r>
            <a:r>
              <a:rPr sz="1600">
                <a:latin typeface="Arial MT"/>
                <a:cs typeface="Arial MT"/>
              </a:rPr>
              <a:t>properties</a:t>
            </a:r>
            <a:r>
              <a:rPr sz="1600" spc="-25">
                <a:latin typeface="Arial MT"/>
                <a:cs typeface="Arial MT"/>
              </a:rPr>
              <a:t> </a:t>
            </a:r>
            <a:r>
              <a:rPr sz="1600">
                <a:latin typeface="Arial MT"/>
                <a:cs typeface="Arial MT"/>
              </a:rPr>
              <a:t>into</a:t>
            </a:r>
            <a:r>
              <a:rPr sz="1600" spc="-20">
                <a:latin typeface="Arial MT"/>
                <a:cs typeface="Arial MT"/>
              </a:rPr>
              <a:t> </a:t>
            </a:r>
            <a:r>
              <a:rPr sz="1600">
                <a:latin typeface="Arial MT"/>
                <a:cs typeface="Arial MT"/>
              </a:rPr>
              <a:t>the</a:t>
            </a:r>
            <a:r>
              <a:rPr sz="1600" spc="-25">
                <a:latin typeface="Arial MT"/>
                <a:cs typeface="Arial MT"/>
              </a:rPr>
              <a:t> </a:t>
            </a:r>
            <a:r>
              <a:rPr sz="1600" spc="-10">
                <a:latin typeface="Arial MT"/>
                <a:cs typeface="Arial MT"/>
              </a:rPr>
              <a:t>architecture.</a:t>
            </a:r>
            <a:endParaRPr sz="1600">
              <a:latin typeface="Arial MT"/>
              <a:cs typeface="Arial MT"/>
            </a:endParaRPr>
          </a:p>
        </p:txBody>
      </p:sp>
      <p:pic>
        <p:nvPicPr>
          <p:cNvPr id="5" name="object 4">
            <a:extLst>
              <a:ext uri="{FF2B5EF4-FFF2-40B4-BE49-F238E27FC236}">
                <a16:creationId xmlns:a16="http://schemas.microsoft.com/office/drawing/2014/main" id="{D8C30210-CA78-8085-A920-35E103E718D1}"/>
              </a:ext>
            </a:extLst>
          </p:cNvPr>
          <p:cNvPicPr/>
          <p:nvPr/>
        </p:nvPicPr>
        <p:blipFill>
          <a:blip r:embed="rId2" cstate="print"/>
          <a:stretch>
            <a:fillRect/>
          </a:stretch>
        </p:blipFill>
        <p:spPr>
          <a:xfrm>
            <a:off x="2665551" y="2886656"/>
            <a:ext cx="7182536" cy="2610024"/>
          </a:xfrm>
          <a:prstGeom prst="rect">
            <a:avLst/>
          </a:prstGeom>
        </p:spPr>
      </p:pic>
      <p:sp>
        <p:nvSpPr>
          <p:cNvPr id="6" name="object 5">
            <a:extLst>
              <a:ext uri="{FF2B5EF4-FFF2-40B4-BE49-F238E27FC236}">
                <a16:creationId xmlns:a16="http://schemas.microsoft.com/office/drawing/2014/main" id="{8CC0079E-C8C9-FE12-2EB2-49BD278D264C}"/>
              </a:ext>
            </a:extLst>
          </p:cNvPr>
          <p:cNvSpPr txBox="1"/>
          <p:nvPr/>
        </p:nvSpPr>
        <p:spPr>
          <a:xfrm>
            <a:off x="4090690" y="5607750"/>
            <a:ext cx="4258945" cy="208279"/>
          </a:xfrm>
          <a:prstGeom prst="rect">
            <a:avLst/>
          </a:prstGeom>
        </p:spPr>
        <p:txBody>
          <a:bodyPr vert="horz" wrap="square" lIns="0" tIns="12700" rIns="0" bIns="0" rtlCol="0">
            <a:spAutoFit/>
          </a:bodyPr>
          <a:lstStyle/>
          <a:p>
            <a:pPr marL="12700">
              <a:lnSpc>
                <a:spcPct val="100000"/>
              </a:lnSpc>
              <a:spcBef>
                <a:spcPts val="100"/>
              </a:spcBef>
            </a:pPr>
            <a:r>
              <a:rPr sz="1200" spc="-10">
                <a:solidFill>
                  <a:srgbClr val="500000"/>
                </a:solidFill>
                <a:latin typeface="Arial MT"/>
                <a:cs typeface="Arial MT"/>
              </a:rPr>
              <a:t>LeNet-</a:t>
            </a:r>
            <a:r>
              <a:rPr sz="1200">
                <a:solidFill>
                  <a:srgbClr val="500000"/>
                </a:solidFill>
                <a:latin typeface="Arial MT"/>
                <a:cs typeface="Arial MT"/>
              </a:rPr>
              <a:t>5</a:t>
            </a:r>
            <a:r>
              <a:rPr sz="1200" spc="-85">
                <a:solidFill>
                  <a:srgbClr val="500000"/>
                </a:solidFill>
                <a:latin typeface="Arial MT"/>
                <a:cs typeface="Arial MT"/>
              </a:rPr>
              <a:t> </a:t>
            </a:r>
            <a:r>
              <a:rPr sz="1200">
                <a:solidFill>
                  <a:srgbClr val="500000"/>
                </a:solidFill>
                <a:latin typeface="Arial MT"/>
                <a:cs typeface="Arial MT"/>
              </a:rPr>
              <a:t>Architecture</a:t>
            </a:r>
            <a:r>
              <a:rPr sz="1200" spc="-30">
                <a:solidFill>
                  <a:srgbClr val="500000"/>
                </a:solidFill>
                <a:latin typeface="Arial MT"/>
                <a:cs typeface="Arial MT"/>
              </a:rPr>
              <a:t> </a:t>
            </a:r>
            <a:r>
              <a:rPr sz="1200">
                <a:solidFill>
                  <a:srgbClr val="500000"/>
                </a:solidFill>
                <a:latin typeface="Arial MT"/>
                <a:cs typeface="Arial MT"/>
              </a:rPr>
              <a:t>(Image</a:t>
            </a:r>
            <a:r>
              <a:rPr sz="1200" spc="-25">
                <a:solidFill>
                  <a:srgbClr val="500000"/>
                </a:solidFill>
                <a:latin typeface="Arial MT"/>
                <a:cs typeface="Arial MT"/>
              </a:rPr>
              <a:t> </a:t>
            </a:r>
            <a:r>
              <a:rPr sz="1200">
                <a:solidFill>
                  <a:srgbClr val="500000"/>
                </a:solidFill>
                <a:latin typeface="Arial MT"/>
                <a:cs typeface="Arial MT"/>
              </a:rPr>
              <a:t>Credit:</a:t>
            </a:r>
            <a:r>
              <a:rPr sz="1200" spc="-25">
                <a:solidFill>
                  <a:srgbClr val="500000"/>
                </a:solidFill>
                <a:latin typeface="Arial MT"/>
                <a:cs typeface="Arial MT"/>
              </a:rPr>
              <a:t> </a:t>
            </a:r>
            <a:r>
              <a:rPr sz="1200" spc="-10">
                <a:solidFill>
                  <a:srgbClr val="500000"/>
                </a:solidFill>
                <a:latin typeface="Arial MT"/>
                <a:cs typeface="Arial MT"/>
              </a:rPr>
              <a:t>https://becominghuman.ai)</a:t>
            </a:r>
            <a:endParaRPr sz="1200">
              <a:latin typeface="Arial MT"/>
              <a:cs typeface="Arial MT"/>
            </a:endParaRPr>
          </a:p>
        </p:txBody>
      </p:sp>
    </p:spTree>
    <p:extLst>
      <p:ext uri="{BB962C8B-B14F-4D97-AF65-F5344CB8AC3E}">
        <p14:creationId xmlns:p14="http://schemas.microsoft.com/office/powerpoint/2010/main" val="3581839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C790-C225-6B8F-5CED-A725A78276A1}"/>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63EE647-CA16-3A81-CBE5-6C5A081FBDD7}"/>
              </a:ext>
            </a:extLst>
          </p:cNvPr>
          <p:cNvSpPr txBox="1">
            <a:spLocks/>
          </p:cNvSpPr>
          <p:nvPr/>
        </p:nvSpPr>
        <p:spPr>
          <a:xfrm>
            <a:off x="374496" y="219457"/>
            <a:ext cx="8041440" cy="7826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solidFill>
                  <a:schemeClr val="bg1"/>
                </a:solidFill>
              </a:rPr>
              <a:t>CNN Layers</a:t>
            </a:r>
            <a:endParaRPr lang="ar-SA">
              <a:solidFill>
                <a:schemeClr val="bg1"/>
              </a:solidFill>
            </a:endParaRPr>
          </a:p>
        </p:txBody>
      </p:sp>
      <p:graphicFrame>
        <p:nvGraphicFramePr>
          <p:cNvPr id="3" name="عنصر نائب للمحتوى 3">
            <a:extLst>
              <a:ext uri="{FF2B5EF4-FFF2-40B4-BE49-F238E27FC236}">
                <a16:creationId xmlns:a16="http://schemas.microsoft.com/office/drawing/2014/main" id="{C094852B-405A-9FBD-E3A5-A1E293971456}"/>
              </a:ext>
            </a:extLst>
          </p:cNvPr>
          <p:cNvGraphicFramePr>
            <a:graphicFrameLocks/>
          </p:cNvGraphicFramePr>
          <p:nvPr>
            <p:extLst>
              <p:ext uri="{D42A27DB-BD31-4B8C-83A1-F6EECF244321}">
                <p14:modId xmlns:p14="http://schemas.microsoft.com/office/powerpoint/2010/main" val="1052808299"/>
              </p:ext>
            </p:extLst>
          </p:nvPr>
        </p:nvGraphicFramePr>
        <p:xfrm>
          <a:off x="2587752" y="1755648"/>
          <a:ext cx="5632704" cy="4032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2409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432C-A79F-24F2-D999-7698C6362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D72E8-8729-2BE2-CDFC-01FBD9CC39BE}"/>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a:solidFill>
                  <a:schemeClr val="bg1"/>
                </a:solidFill>
              </a:rPr>
              <a:t>Convolution Neural Networks(CNN)</a:t>
            </a:r>
            <a:endParaRPr lang="ar-EG" sz="4000">
              <a:solidFill>
                <a:schemeClr val="bg1"/>
              </a:solidFill>
            </a:endParaRPr>
          </a:p>
        </p:txBody>
      </p:sp>
      <p:graphicFrame>
        <p:nvGraphicFramePr>
          <p:cNvPr id="3" name="رسم تخطيطي 6">
            <a:extLst>
              <a:ext uri="{FF2B5EF4-FFF2-40B4-BE49-F238E27FC236}">
                <a16:creationId xmlns:a16="http://schemas.microsoft.com/office/drawing/2014/main" id="{8C5AC604-1959-FF76-722E-DCE4EF4C65E2}"/>
              </a:ext>
            </a:extLst>
          </p:cNvPr>
          <p:cNvGraphicFramePr/>
          <p:nvPr>
            <p:extLst>
              <p:ext uri="{D42A27DB-BD31-4B8C-83A1-F6EECF244321}">
                <p14:modId xmlns:p14="http://schemas.microsoft.com/office/powerpoint/2010/main" val="3752535098"/>
              </p:ext>
            </p:extLst>
          </p:nvPr>
        </p:nvGraphicFramePr>
        <p:xfrm>
          <a:off x="1856232" y="3218688"/>
          <a:ext cx="8110728" cy="27157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descr="C:\Users\amr rashed\Desktop\fig5.png">
            <a:extLst>
              <a:ext uri="{FF2B5EF4-FFF2-40B4-BE49-F238E27FC236}">
                <a16:creationId xmlns:a16="http://schemas.microsoft.com/office/drawing/2014/main" id="{915993CF-C281-75EE-B163-EC6D8ACF8F66}"/>
              </a:ext>
            </a:extLst>
          </p:cNvPr>
          <p:cNvPicPr>
            <a:picLocks noChangeAspect="1" noChangeArrowheads="1"/>
          </p:cNvPicPr>
          <p:nvPr/>
        </p:nvPicPr>
        <p:blipFill>
          <a:blip r:embed="rId7" cstate="print"/>
          <a:srcRect/>
          <a:stretch>
            <a:fillRect/>
          </a:stretch>
        </p:blipFill>
        <p:spPr bwMode="auto">
          <a:xfrm>
            <a:off x="2715863" y="1405890"/>
            <a:ext cx="6840029" cy="1812798"/>
          </a:xfrm>
          <a:prstGeom prst="rect">
            <a:avLst/>
          </a:prstGeom>
          <a:noFill/>
        </p:spPr>
      </p:pic>
    </p:spTree>
    <p:extLst>
      <p:ext uri="{BB962C8B-B14F-4D97-AF65-F5344CB8AC3E}">
        <p14:creationId xmlns:p14="http://schemas.microsoft.com/office/powerpoint/2010/main" val="1484449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10151-D6FF-6A37-DD65-7563EF959F45}"/>
            </a:ext>
          </a:extLst>
        </p:cNvPr>
        <p:cNvGrpSpPr/>
        <p:nvPr/>
      </p:nvGrpSpPr>
      <p:grpSpPr>
        <a:xfrm>
          <a:off x="0" y="0"/>
          <a:ext cx="0" cy="0"/>
          <a:chOff x="0" y="0"/>
          <a:chExt cx="0" cy="0"/>
        </a:xfrm>
      </p:grpSpPr>
      <p:pic>
        <p:nvPicPr>
          <p:cNvPr id="7" name="Picture 6" descr="A diagram of a data processing process&#10;&#10;AI-generated content may be incorrect.">
            <a:extLst>
              <a:ext uri="{FF2B5EF4-FFF2-40B4-BE49-F238E27FC236}">
                <a16:creationId xmlns:a16="http://schemas.microsoft.com/office/drawing/2014/main" id="{A7BB1FE3-9990-090A-4841-8FD7101F684E}"/>
              </a:ext>
            </a:extLst>
          </p:cNvPr>
          <p:cNvPicPr>
            <a:picLocks noChangeAspect="1"/>
          </p:cNvPicPr>
          <p:nvPr/>
        </p:nvPicPr>
        <p:blipFill>
          <a:blip r:embed="rId2"/>
          <a:stretch>
            <a:fillRect/>
          </a:stretch>
        </p:blipFill>
        <p:spPr>
          <a:xfrm>
            <a:off x="2820970" y="2036974"/>
            <a:ext cx="7069613" cy="3326877"/>
          </a:xfrm>
          <a:prstGeom prst="rect">
            <a:avLst/>
          </a:prstGeom>
        </p:spPr>
      </p:pic>
      <p:sp>
        <p:nvSpPr>
          <p:cNvPr id="8" name="Title 1">
            <a:extLst>
              <a:ext uri="{FF2B5EF4-FFF2-40B4-BE49-F238E27FC236}">
                <a16:creationId xmlns:a16="http://schemas.microsoft.com/office/drawing/2014/main" id="{73279F28-386E-9ACC-640E-073F74D7A1F8}"/>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Generative Adversarial Network</a:t>
            </a:r>
            <a:endParaRPr lang="ar-EG" sz="4000">
              <a:solidFill>
                <a:schemeClr val="bg1"/>
              </a:solidFill>
            </a:endParaRPr>
          </a:p>
        </p:txBody>
      </p:sp>
    </p:spTree>
    <p:extLst>
      <p:ext uri="{BB962C8B-B14F-4D97-AF65-F5344CB8AC3E}">
        <p14:creationId xmlns:p14="http://schemas.microsoft.com/office/powerpoint/2010/main" val="33072003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919EA-4241-6B1F-353B-CDDE720CD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94044-1738-2146-C5C1-306D7A146166}"/>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Diffusion model</a:t>
            </a:r>
            <a:endParaRPr lang="ar-EG" sz="4000">
              <a:solidFill>
                <a:schemeClr val="bg1"/>
              </a:solidFill>
            </a:endParaRPr>
          </a:p>
        </p:txBody>
      </p:sp>
      <p:pic>
        <p:nvPicPr>
          <p:cNvPr id="5" name="Picture 4" descr="A diagram of a process&#10;&#10;AI-generated content may be incorrect.">
            <a:extLst>
              <a:ext uri="{FF2B5EF4-FFF2-40B4-BE49-F238E27FC236}">
                <a16:creationId xmlns:a16="http://schemas.microsoft.com/office/drawing/2014/main" id="{93C8B5F6-671A-6FFE-9111-35B3267DFF82}"/>
              </a:ext>
            </a:extLst>
          </p:cNvPr>
          <p:cNvPicPr>
            <a:picLocks noChangeAspect="1"/>
          </p:cNvPicPr>
          <p:nvPr/>
        </p:nvPicPr>
        <p:blipFill>
          <a:blip r:embed="rId2"/>
          <a:stretch>
            <a:fillRect/>
          </a:stretch>
        </p:blipFill>
        <p:spPr>
          <a:xfrm>
            <a:off x="2980141" y="1583703"/>
            <a:ext cx="5211752" cy="4089848"/>
          </a:xfrm>
          <a:prstGeom prst="rect">
            <a:avLst/>
          </a:prstGeom>
        </p:spPr>
      </p:pic>
    </p:spTree>
    <p:extLst>
      <p:ext uri="{BB962C8B-B14F-4D97-AF65-F5344CB8AC3E}">
        <p14:creationId xmlns:p14="http://schemas.microsoft.com/office/powerpoint/2010/main" val="23086240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53DE-8133-1A4E-BAAC-2B5E98D7C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DFEB4-93B8-0B79-A7DD-2191091E1EDF}"/>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MLP Mixture Model</a:t>
            </a:r>
            <a:endParaRPr lang="ar-EG" sz="4000">
              <a:solidFill>
                <a:schemeClr val="bg1"/>
              </a:solidFill>
            </a:endParaRPr>
          </a:p>
        </p:txBody>
      </p:sp>
      <p:pic>
        <p:nvPicPr>
          <p:cNvPr id="4" name="Picture 3" descr="A screenshot of a computer&#10;&#10;AI-generated content may be incorrect.">
            <a:extLst>
              <a:ext uri="{FF2B5EF4-FFF2-40B4-BE49-F238E27FC236}">
                <a16:creationId xmlns:a16="http://schemas.microsoft.com/office/drawing/2014/main" id="{36F4E5FC-21B9-DADA-17D1-2E95CEDF048B}"/>
              </a:ext>
            </a:extLst>
          </p:cNvPr>
          <p:cNvPicPr>
            <a:picLocks noChangeAspect="1"/>
          </p:cNvPicPr>
          <p:nvPr/>
        </p:nvPicPr>
        <p:blipFill>
          <a:blip r:embed="rId2"/>
          <a:stretch>
            <a:fillRect/>
          </a:stretch>
        </p:blipFill>
        <p:spPr>
          <a:xfrm>
            <a:off x="2441543" y="1881363"/>
            <a:ext cx="6096000" cy="3423571"/>
          </a:xfrm>
          <a:prstGeom prst="rect">
            <a:avLst/>
          </a:prstGeom>
        </p:spPr>
      </p:pic>
    </p:spTree>
    <p:extLst>
      <p:ext uri="{BB962C8B-B14F-4D97-AF65-F5344CB8AC3E}">
        <p14:creationId xmlns:p14="http://schemas.microsoft.com/office/powerpoint/2010/main" val="20460994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110C-4C88-A6E9-1E62-33ECFCE02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8C08E-D085-FB7C-D7E6-79AF9FA25DE9}"/>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Transformer</a:t>
            </a:r>
            <a:endParaRPr lang="ar-EG" sz="4000">
              <a:solidFill>
                <a:schemeClr val="bg1"/>
              </a:solidFill>
            </a:endParaRPr>
          </a:p>
        </p:txBody>
      </p:sp>
      <p:pic>
        <p:nvPicPr>
          <p:cNvPr id="7" name="Picture 6" descr="A diagram of a process&#10;&#10;AI-generated content may be incorrect.">
            <a:extLst>
              <a:ext uri="{FF2B5EF4-FFF2-40B4-BE49-F238E27FC236}">
                <a16:creationId xmlns:a16="http://schemas.microsoft.com/office/drawing/2014/main" id="{DE7FC0B1-5B46-AC0D-A7F2-CF6CAAA4EDDA}"/>
              </a:ext>
            </a:extLst>
          </p:cNvPr>
          <p:cNvPicPr>
            <a:picLocks noChangeAspect="1"/>
          </p:cNvPicPr>
          <p:nvPr/>
        </p:nvPicPr>
        <p:blipFill>
          <a:blip r:embed="rId2"/>
          <a:stretch>
            <a:fillRect/>
          </a:stretch>
        </p:blipFill>
        <p:spPr>
          <a:xfrm>
            <a:off x="4550612" y="1451728"/>
            <a:ext cx="3090776" cy="4355184"/>
          </a:xfrm>
          <a:prstGeom prst="rect">
            <a:avLst/>
          </a:prstGeom>
        </p:spPr>
      </p:pic>
    </p:spTree>
    <p:extLst>
      <p:ext uri="{BB962C8B-B14F-4D97-AF65-F5344CB8AC3E}">
        <p14:creationId xmlns:p14="http://schemas.microsoft.com/office/powerpoint/2010/main" val="41344368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D0A0-B1C6-525F-D20F-5537A8DE3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EEED9-E707-12EF-EE21-C3B3C434E3B9}"/>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rPr>
              <a:t>Graph Neural Network</a:t>
            </a:r>
            <a:endParaRPr lang="ar-EG" sz="4000">
              <a:solidFill>
                <a:schemeClr val="bg1"/>
              </a:solidFill>
            </a:endParaRPr>
          </a:p>
        </p:txBody>
      </p:sp>
      <p:pic>
        <p:nvPicPr>
          <p:cNvPr id="4" name="Picture 3" descr="A diagram of a network&#10;&#10;AI-generated content may be incorrect.">
            <a:extLst>
              <a:ext uri="{FF2B5EF4-FFF2-40B4-BE49-F238E27FC236}">
                <a16:creationId xmlns:a16="http://schemas.microsoft.com/office/drawing/2014/main" id="{91CEAFCA-6F80-48B6-C437-7548870B1818}"/>
              </a:ext>
            </a:extLst>
          </p:cNvPr>
          <p:cNvPicPr>
            <a:picLocks noChangeAspect="1"/>
          </p:cNvPicPr>
          <p:nvPr/>
        </p:nvPicPr>
        <p:blipFill>
          <a:blip r:embed="rId2"/>
          <a:stretch>
            <a:fillRect/>
          </a:stretch>
        </p:blipFill>
        <p:spPr>
          <a:xfrm>
            <a:off x="3159289" y="2123191"/>
            <a:ext cx="5485716" cy="2844735"/>
          </a:xfrm>
          <a:prstGeom prst="rect">
            <a:avLst/>
          </a:prstGeom>
        </p:spPr>
      </p:pic>
    </p:spTree>
    <p:extLst>
      <p:ext uri="{BB962C8B-B14F-4D97-AF65-F5344CB8AC3E}">
        <p14:creationId xmlns:p14="http://schemas.microsoft.com/office/powerpoint/2010/main" val="1922933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6D2E9-99FD-00BC-7E6E-F488D6F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E7691-9DDD-6628-EF4E-F7BACB48B9A7}"/>
              </a:ext>
            </a:extLst>
          </p:cNvPr>
          <p:cNvSpPr txBox="1">
            <a:spLocks/>
          </p:cNvSpPr>
          <p:nvPr/>
        </p:nvSpPr>
        <p:spPr>
          <a:xfrm>
            <a:off x="246480" y="350521"/>
            <a:ext cx="8041440" cy="5334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4000">
                <a:solidFill>
                  <a:schemeClr val="bg1"/>
                </a:solidFill>
                <a:latin typeface="Hiragino Sans W4" panose="020B0400000000000000" pitchFamily="34" charset="-128"/>
                <a:ea typeface="Hiragino Sans W4" panose="020B0400000000000000" pitchFamily="34" charset="-128"/>
              </a:rPr>
              <a:t>Google </a:t>
            </a:r>
            <a:r>
              <a:rPr lang="en-US" sz="4000" err="1">
                <a:solidFill>
                  <a:schemeClr val="bg1"/>
                </a:solidFill>
                <a:latin typeface="Hiragino Sans W4" panose="020B0400000000000000" pitchFamily="34" charset="-128"/>
                <a:ea typeface="Hiragino Sans W4" panose="020B0400000000000000" pitchFamily="34" charset="-128"/>
              </a:rPr>
              <a:t>Colab</a:t>
            </a:r>
            <a:r>
              <a:rPr lang="en-US" sz="4000">
                <a:solidFill>
                  <a:schemeClr val="bg1"/>
                </a:solidFill>
                <a:latin typeface="Hiragino Sans W4" panose="020B0400000000000000" pitchFamily="34" charset="-128"/>
                <a:ea typeface="Hiragino Sans W4" panose="020B0400000000000000" pitchFamily="34" charset="-128"/>
              </a:rPr>
              <a:t> </a:t>
            </a:r>
            <a:endParaRPr lang="ar-EG" sz="4000">
              <a:solidFill>
                <a:schemeClr val="bg1"/>
              </a:solidFill>
            </a:endParaRPr>
          </a:p>
        </p:txBody>
      </p:sp>
      <p:sp>
        <p:nvSpPr>
          <p:cNvPr id="5" name="TextBox 4">
            <a:hlinkClick r:id="rId2" tooltip="Colab notebook"/>
            <a:extLst>
              <a:ext uri="{FF2B5EF4-FFF2-40B4-BE49-F238E27FC236}">
                <a16:creationId xmlns:a16="http://schemas.microsoft.com/office/drawing/2014/main" id="{5D25B3D0-5FDB-612C-B3A7-61BC887E77F7}"/>
              </a:ext>
            </a:extLst>
          </p:cNvPr>
          <p:cNvSpPr txBox="1"/>
          <p:nvPr/>
        </p:nvSpPr>
        <p:spPr>
          <a:xfrm>
            <a:off x="978090" y="3244334"/>
            <a:ext cx="10235820" cy="369332"/>
          </a:xfrm>
          <a:prstGeom prst="rect">
            <a:avLst/>
          </a:prstGeom>
          <a:noFill/>
        </p:spPr>
        <p:txBody>
          <a:bodyPr wrap="square">
            <a:spAutoFit/>
          </a:bodyPr>
          <a:lstStyle/>
          <a:p>
            <a:r>
              <a:rPr lang="en-US"/>
              <a:t>https://</a:t>
            </a:r>
            <a:r>
              <a:rPr lang="en-US" err="1"/>
              <a:t>colab.research.google.com</a:t>
            </a:r>
            <a:r>
              <a:rPr lang="en-US"/>
              <a:t>/drive/17y5TXNHsz3Ij8Y5sbX32q3vbOxYF3L1n?usp=sharing</a:t>
            </a:r>
          </a:p>
        </p:txBody>
      </p:sp>
    </p:spTree>
    <p:extLst>
      <p:ext uri="{BB962C8B-B14F-4D97-AF65-F5344CB8AC3E}">
        <p14:creationId xmlns:p14="http://schemas.microsoft.com/office/powerpoint/2010/main" val="1639681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6C39-C607-D05A-A4A1-CAEA7BD6497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CB96C09-6346-A91E-C5F2-827E54345EE3}"/>
              </a:ext>
            </a:extLst>
          </p:cNvPr>
          <p:cNvSpPr/>
          <p:nvPr/>
        </p:nvSpPr>
        <p:spPr>
          <a:xfrm>
            <a:off x="1524000" y="0"/>
            <a:ext cx="9144000" cy="1363532"/>
          </a:xfrm>
          <a:prstGeom prst="rect">
            <a:avLst/>
          </a:prstGeom>
          <a:solidFill>
            <a:srgbClr val="0835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a:latin typeface="Hiragino Sans W4" panose="020B0400000000000000" pitchFamily="34" charset="-128"/>
                <a:ea typeface="Hiragino Sans W4" panose="020B0400000000000000" pitchFamily="34" charset="-128"/>
              </a:rPr>
              <a:t>Thank You</a:t>
            </a:r>
          </a:p>
        </p:txBody>
      </p:sp>
      <p:sp>
        <p:nvSpPr>
          <p:cNvPr id="32" name="Shape 68">
            <a:extLst>
              <a:ext uri="{FF2B5EF4-FFF2-40B4-BE49-F238E27FC236}">
                <a16:creationId xmlns:a16="http://schemas.microsoft.com/office/drawing/2014/main" id="{A865AF2F-CB6F-2553-5428-949EF81A3F86}"/>
              </a:ext>
            </a:extLst>
          </p:cNvPr>
          <p:cNvSpPr txBox="1"/>
          <p:nvPr/>
        </p:nvSpPr>
        <p:spPr>
          <a:xfrm>
            <a:off x="6427309" y="1756323"/>
            <a:ext cx="3806106" cy="809377"/>
          </a:xfrm>
          <a:prstGeom prst="rect">
            <a:avLst/>
          </a:prstGeom>
          <a:noFill/>
          <a:ln>
            <a:noFill/>
          </a:ln>
        </p:spPr>
        <p:txBody>
          <a:bodyPr spcFirstLastPara="1" wrap="square" lIns="18487" tIns="18487" rIns="18487" bIns="18487" anchor="t" anchorCtr="0">
            <a:noAutofit/>
          </a:bodyPr>
          <a:lstStyle/>
          <a:p>
            <a:pPr>
              <a:lnSpc>
                <a:spcPct val="115000"/>
              </a:lnSpc>
            </a:pPr>
            <a:endParaRPr sz="485">
              <a:latin typeface="Arial" panose="020B0604020202020204" pitchFamily="34" charset="0"/>
              <a:ea typeface="Oswald"/>
              <a:cs typeface="Arial" panose="020B0604020202020204" pitchFamily="34" charset="0"/>
              <a:sym typeface="Oswald"/>
            </a:endParaRPr>
          </a:p>
        </p:txBody>
      </p:sp>
      <p:sp>
        <p:nvSpPr>
          <p:cNvPr id="2" name="TextBox 1">
            <a:extLst>
              <a:ext uri="{FF2B5EF4-FFF2-40B4-BE49-F238E27FC236}">
                <a16:creationId xmlns:a16="http://schemas.microsoft.com/office/drawing/2014/main" id="{81491890-EFE8-4C45-FC37-66D139C08713}"/>
              </a:ext>
            </a:extLst>
          </p:cNvPr>
          <p:cNvSpPr txBox="1"/>
          <p:nvPr/>
        </p:nvSpPr>
        <p:spPr>
          <a:xfrm>
            <a:off x="1828800" y="1838354"/>
            <a:ext cx="6248400" cy="523220"/>
          </a:xfrm>
          <a:prstGeom prst="rect">
            <a:avLst/>
          </a:prstGeom>
          <a:noFill/>
        </p:spPr>
        <p:txBody>
          <a:bodyPr wrap="square">
            <a:spAutoFit/>
          </a:bodyPr>
          <a:lstStyle/>
          <a:p>
            <a:r>
              <a:rPr lang="en-US" sz="2800" b="1"/>
              <a:t>Reference:</a:t>
            </a:r>
            <a:endParaRPr lang="en-US" sz="1600" b="1"/>
          </a:p>
        </p:txBody>
      </p:sp>
      <p:sp>
        <p:nvSpPr>
          <p:cNvPr id="4" name="Subtitle 2">
            <a:extLst>
              <a:ext uri="{FF2B5EF4-FFF2-40B4-BE49-F238E27FC236}">
                <a16:creationId xmlns:a16="http://schemas.microsoft.com/office/drawing/2014/main" id="{675DDF62-93E7-C815-6FA0-28D0D81668BF}"/>
              </a:ext>
            </a:extLst>
          </p:cNvPr>
          <p:cNvSpPr txBox="1">
            <a:spLocks/>
          </p:cNvSpPr>
          <p:nvPr/>
        </p:nvSpPr>
        <p:spPr>
          <a:xfrm>
            <a:off x="1905551" y="2828058"/>
            <a:ext cx="10160758" cy="600942"/>
          </a:xfrm>
          <a:prstGeom prst="rect">
            <a:avLst/>
          </a:prstGeom>
        </p:spPr>
        <p:txBody>
          <a:bodyPr wrap="square" lIns="0" tIns="0" rIns="0" bIns="0">
            <a:noAutofit/>
          </a:bodyPr>
          <a:lstStyle>
            <a:lvl1pPr marL="0" indent="0" algn="ctr">
              <a:buNone/>
              <a:defRPr sz="2200" b="0" i="0">
                <a:solidFill>
                  <a:schemeClr val="tx1">
                    <a:tint val="75000"/>
                  </a:schemeClr>
                </a:solidFill>
                <a:latin typeface="Calibri"/>
                <a:ea typeface="+mn-ea"/>
                <a:cs typeface="Calibri"/>
              </a:defRPr>
            </a:lvl1pPr>
            <a:lvl2pPr marL="457200" indent="0" algn="ctr">
              <a:buNone/>
              <a:defRPr>
                <a:solidFill>
                  <a:schemeClr val="tx1">
                    <a:tint val="75000"/>
                  </a:schemeClr>
                </a:solidFill>
                <a:latin typeface="+mn-lt"/>
                <a:ea typeface="+mn-ea"/>
                <a:cs typeface="+mn-cs"/>
              </a:defRPr>
            </a:lvl2pPr>
            <a:lvl3pPr marL="914400" indent="0" algn="ctr">
              <a:buNone/>
              <a:defRPr>
                <a:solidFill>
                  <a:schemeClr val="tx1">
                    <a:tint val="75000"/>
                  </a:schemeClr>
                </a:solidFill>
                <a:latin typeface="+mn-lt"/>
                <a:ea typeface="+mn-ea"/>
                <a:cs typeface="+mn-cs"/>
              </a:defRPr>
            </a:lvl3pPr>
            <a:lvl4pPr marL="1371600" indent="0" algn="ctr">
              <a:buNone/>
              <a:defRPr>
                <a:solidFill>
                  <a:schemeClr val="tx1">
                    <a:tint val="75000"/>
                  </a:schemeClr>
                </a:solidFill>
                <a:latin typeface="+mn-lt"/>
                <a:ea typeface="+mn-ea"/>
                <a:cs typeface="+mn-cs"/>
              </a:defRPr>
            </a:lvl4pPr>
            <a:lvl5pPr marL="1828800" indent="0" algn="ctr">
              <a:buNone/>
              <a:defRPr>
                <a:solidFill>
                  <a:schemeClr val="tx1">
                    <a:tint val="75000"/>
                  </a:schemeClr>
                </a:solidFill>
                <a:latin typeface="+mn-lt"/>
                <a:ea typeface="+mn-ea"/>
                <a:cs typeface="+mn-cs"/>
              </a:defRPr>
            </a:lvl5pPr>
            <a:lvl6pPr marL="2286000" indent="0" algn="ctr">
              <a:buNone/>
              <a:defRPr>
                <a:solidFill>
                  <a:schemeClr val="tx1">
                    <a:tint val="75000"/>
                  </a:schemeClr>
                </a:solidFill>
                <a:latin typeface="+mn-lt"/>
                <a:ea typeface="+mn-ea"/>
                <a:cs typeface="+mn-cs"/>
              </a:defRPr>
            </a:lvl6pPr>
            <a:lvl7pPr marL="2743200" indent="0" algn="ctr">
              <a:buNone/>
              <a:defRPr>
                <a:solidFill>
                  <a:schemeClr val="tx1">
                    <a:tint val="75000"/>
                  </a:schemeClr>
                </a:solidFill>
                <a:latin typeface="+mn-lt"/>
                <a:ea typeface="+mn-ea"/>
                <a:cs typeface="+mn-cs"/>
              </a:defRPr>
            </a:lvl7pPr>
            <a:lvl8pPr marL="3200400" indent="0" algn="ctr">
              <a:buNone/>
              <a:defRPr>
                <a:solidFill>
                  <a:schemeClr val="tx1">
                    <a:tint val="75000"/>
                  </a:schemeClr>
                </a:solidFill>
                <a:latin typeface="+mn-lt"/>
                <a:ea typeface="+mn-ea"/>
                <a:cs typeface="+mn-cs"/>
              </a:defRPr>
            </a:lvl8pPr>
            <a:lvl9pPr marL="3657600" indent="0" algn="ctr">
              <a:buNone/>
              <a:defRPr>
                <a:solidFill>
                  <a:schemeClr val="tx1">
                    <a:tint val="75000"/>
                  </a:schemeClr>
                </a:solidFill>
                <a:latin typeface="+mn-lt"/>
                <a:ea typeface="+mn-ea"/>
                <a:cs typeface="+mn-cs"/>
              </a:defRPr>
            </a:lvl9pPr>
          </a:lstStyle>
          <a:p>
            <a:pPr algn="l">
              <a:spcBef>
                <a:spcPct val="0"/>
              </a:spcBef>
              <a:defRPr/>
            </a:pPr>
            <a:r>
              <a:rPr lang="en-US" sz="1100" b="1">
                <a:solidFill>
                  <a:schemeClr val="tx1"/>
                </a:solidFill>
              </a:rPr>
              <a:t>Introduced by : Dr. Amr Rashed Lecturer, Department of Computer Engineering, College of Computers and Information Technology, Taif University</a:t>
            </a:r>
          </a:p>
          <a:p>
            <a:pPr algn="l">
              <a:spcBef>
                <a:spcPct val="0"/>
              </a:spcBef>
              <a:defRPr/>
            </a:pPr>
            <a:endParaRPr lang="en-US" sz="1100" b="1">
              <a:solidFill>
                <a:schemeClr val="tx1"/>
              </a:solidFill>
            </a:endParaRPr>
          </a:p>
          <a:p>
            <a:pPr algn="l">
              <a:spcBef>
                <a:spcPct val="0"/>
              </a:spcBef>
              <a:defRPr/>
            </a:pPr>
            <a:endParaRPr lang="en-US" sz="1100" b="1">
              <a:solidFill>
                <a:schemeClr val="tx1"/>
              </a:solidFill>
            </a:endParaRPr>
          </a:p>
          <a:p>
            <a:pPr algn="l"/>
            <a:endParaRPr lang="en-US" sz="1100">
              <a:solidFill>
                <a:schemeClr val="tx1"/>
              </a:solidFill>
            </a:endParaRPr>
          </a:p>
        </p:txBody>
      </p:sp>
      <p:sp>
        <p:nvSpPr>
          <p:cNvPr id="7" name="Slide Number Placeholder 6">
            <a:extLst>
              <a:ext uri="{FF2B5EF4-FFF2-40B4-BE49-F238E27FC236}">
                <a16:creationId xmlns:a16="http://schemas.microsoft.com/office/drawing/2014/main" id="{5CF9ADE2-4A1D-9B18-0F2A-6433CCE7A45C}"/>
              </a:ext>
            </a:extLst>
          </p:cNvPr>
          <p:cNvSpPr>
            <a:spLocks noGrp="1"/>
          </p:cNvSpPr>
          <p:nvPr>
            <p:ph type="sldNum" sz="quarter" idx="4294967295"/>
          </p:nvPr>
        </p:nvSpPr>
        <p:spPr>
          <a:xfrm>
            <a:off x="8077200" y="6356351"/>
            <a:ext cx="2133600" cy="365125"/>
          </a:xfrm>
        </p:spPr>
        <p:txBody>
          <a:bodyPr/>
          <a:lstStyle/>
          <a:p>
            <a:fld id="{C1FF6DA9-008F-8B48-92A6-B652298478BF}" type="slidenum">
              <a:rPr lang="en-US" smtClean="0"/>
              <a:t>59</a:t>
            </a:fld>
            <a:endParaRPr lang="en-US"/>
          </a:p>
        </p:txBody>
      </p:sp>
      <p:sp>
        <p:nvSpPr>
          <p:cNvPr id="5" name="object 4">
            <a:extLst>
              <a:ext uri="{FF2B5EF4-FFF2-40B4-BE49-F238E27FC236}">
                <a16:creationId xmlns:a16="http://schemas.microsoft.com/office/drawing/2014/main" id="{4417F81D-E889-5FBC-7DED-C38C05B01320}"/>
              </a:ext>
            </a:extLst>
          </p:cNvPr>
          <p:cNvSpPr txBox="1"/>
          <p:nvPr/>
        </p:nvSpPr>
        <p:spPr>
          <a:xfrm>
            <a:off x="1905551" y="3174027"/>
            <a:ext cx="1581794" cy="299720"/>
          </a:xfrm>
          <a:prstGeom prst="rect">
            <a:avLst/>
          </a:prstGeom>
        </p:spPr>
        <p:txBody>
          <a:bodyPr vert="horz" wrap="square" lIns="0" tIns="12700" rIns="0" bIns="0" rtlCol="0">
            <a:spAutoFit/>
          </a:bodyPr>
          <a:lstStyle/>
          <a:p>
            <a:pPr marL="12700">
              <a:lnSpc>
                <a:spcPct val="100000"/>
              </a:lnSpc>
              <a:spcBef>
                <a:spcPts val="100"/>
              </a:spcBef>
            </a:pPr>
            <a:r>
              <a:rPr sz="1800">
                <a:latin typeface="Verdana"/>
                <a:cs typeface="Verdana"/>
              </a:rPr>
              <a:t>Zhenhua</a:t>
            </a:r>
            <a:r>
              <a:rPr sz="1800" spc="70">
                <a:latin typeface="Verdana"/>
                <a:cs typeface="Verdana"/>
              </a:rPr>
              <a:t> </a:t>
            </a:r>
            <a:r>
              <a:rPr sz="1800" spc="35">
                <a:latin typeface="Verdana"/>
                <a:cs typeface="Verdana"/>
              </a:rPr>
              <a:t>He</a:t>
            </a:r>
            <a:endParaRPr sz="1800">
              <a:latin typeface="Verdana"/>
              <a:cs typeface="Verdana"/>
            </a:endParaRPr>
          </a:p>
        </p:txBody>
      </p:sp>
      <p:pic>
        <p:nvPicPr>
          <p:cNvPr id="8" name="object 5">
            <a:extLst>
              <a:ext uri="{FF2B5EF4-FFF2-40B4-BE49-F238E27FC236}">
                <a16:creationId xmlns:a16="http://schemas.microsoft.com/office/drawing/2014/main" id="{DA14FF64-C8FC-1ECD-FBCB-D7777A170C0A}"/>
              </a:ext>
            </a:extLst>
          </p:cNvPr>
          <p:cNvPicPr/>
          <p:nvPr/>
        </p:nvPicPr>
        <p:blipFill>
          <a:blip r:embed="rId3" cstate="print"/>
          <a:stretch>
            <a:fillRect/>
          </a:stretch>
        </p:blipFill>
        <p:spPr>
          <a:xfrm>
            <a:off x="3487345" y="3078637"/>
            <a:ext cx="858800" cy="598550"/>
          </a:xfrm>
          <a:prstGeom prst="rect">
            <a:avLst/>
          </a:prstGeom>
        </p:spPr>
      </p:pic>
    </p:spTree>
    <p:extLst>
      <p:ext uri="{BB962C8B-B14F-4D97-AF65-F5344CB8AC3E}">
        <p14:creationId xmlns:p14="http://schemas.microsoft.com/office/powerpoint/2010/main" val="1845370599"/>
      </p:ext>
    </p:extLst>
  </p:cSld>
  <p:clrMapOvr>
    <a:masterClrMapping/>
  </p:clrMapOvr>
</p:sld>
</file>

<file path=ppt/theme/theme1.xml><?xml version="1.0" encoding="utf-8"?>
<a:theme xmlns:a="http://schemas.openxmlformats.org/drawingml/2006/main" name="NAU">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AU" id="{DAE4A878-DB02-6443-B627-294D35D61792}" vid="{8AE31013-5FBE-9447-AF68-0E5BDE2910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7d49e9f-89e1-4aa0-99a3-d35b57b2ba03}" enabled="0" method="" siteId="{27d49e9f-89e1-4aa0-99a3-d35b57b2ba03}"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59</Slides>
  <Notes>8</Notes>
  <HiddenSlides>0</HiddenSlide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NAU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Fariha Hossain</dc:creator>
  <cp:keywords/>
  <dc:description>generated using python-pptx</dc:description>
  <cp:revision>1</cp:revision>
  <dcterms:created xsi:type="dcterms:W3CDTF">2013-01-27T09:14:16Z</dcterms:created>
  <dcterms:modified xsi:type="dcterms:W3CDTF">2026-03-23T21:39:28Z</dcterms:modified>
  <cp:category/>
</cp:coreProperties>
</file>