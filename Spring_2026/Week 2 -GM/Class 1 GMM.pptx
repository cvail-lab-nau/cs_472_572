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7"/>
  </p:notesMasterIdLst>
  <p:sldIdLst>
    <p:sldId id="328" r:id="rId2"/>
    <p:sldId id="373" r:id="rId3"/>
    <p:sldId id="383" r:id="rId4"/>
    <p:sldId id="384" r:id="rId5"/>
    <p:sldId id="385" r:id="rId6"/>
    <p:sldId id="386" r:id="rId7"/>
    <p:sldId id="387" r:id="rId8"/>
    <p:sldId id="388" r:id="rId9"/>
    <p:sldId id="389" r:id="rId10"/>
    <p:sldId id="390" r:id="rId11"/>
    <p:sldId id="391" r:id="rId12"/>
    <p:sldId id="392" r:id="rId13"/>
    <p:sldId id="393" r:id="rId14"/>
    <p:sldId id="394" r:id="rId15"/>
    <p:sldId id="395" r:id="rId16"/>
    <p:sldId id="396" r:id="rId17"/>
    <p:sldId id="435" r:id="rId18"/>
    <p:sldId id="397" r:id="rId19"/>
    <p:sldId id="398" r:id="rId20"/>
    <p:sldId id="399" r:id="rId21"/>
    <p:sldId id="400" r:id="rId22"/>
    <p:sldId id="401" r:id="rId23"/>
    <p:sldId id="402" r:id="rId24"/>
    <p:sldId id="403" r:id="rId25"/>
    <p:sldId id="436" r:id="rId26"/>
    <p:sldId id="404" r:id="rId27"/>
    <p:sldId id="405" r:id="rId28"/>
    <p:sldId id="406" r:id="rId29"/>
    <p:sldId id="407" r:id="rId30"/>
    <p:sldId id="408" r:id="rId31"/>
    <p:sldId id="409" r:id="rId32"/>
    <p:sldId id="410" r:id="rId33"/>
    <p:sldId id="411" r:id="rId34"/>
    <p:sldId id="412" r:id="rId35"/>
    <p:sldId id="438" r:id="rId36"/>
  </p:sldIdLst>
  <p:sldSz cx="121920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471"/>
    <a:srgbClr val="A2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FA6D4F-B444-47BE-B2EF-767D562FFA72}" v="4" dt="2026-01-28T18:54:44.185"/>
  </p1510:revLst>
</p1510:revInfo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6523"/>
    <p:restoredTop sz="94668"/>
  </p:normalViewPr>
  <p:slideViewPr>
    <p:cSldViewPr snapToGrid="0">
      <p:cViewPr varScale="1">
        <p:scale>
          <a:sx n="92" d="100"/>
          <a:sy n="92" d="100"/>
        </p:scale>
        <p:origin x="1224" y="78"/>
      </p:cViewPr>
      <p:guideLst>
        <p:guide orient="horz" pos="230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32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iha Hossain" userId="6aa7d125-f4d1-4b59-9e05-e109224d2bd2" providerId="ADAL" clId="{907321D6-D07A-494C-A977-7A7DC7C5B0B5}"/>
    <pc:docChg chg="delSld modSld">
      <pc:chgData name="Fariha Hossain" userId="6aa7d125-f4d1-4b59-9e05-e109224d2bd2" providerId="ADAL" clId="{907321D6-D07A-494C-A977-7A7DC7C5B0B5}" dt="2026-01-28T19:16:02.564" v="18" actId="47"/>
      <pc:docMkLst>
        <pc:docMk/>
      </pc:docMkLst>
      <pc:sldChg chg="modSp mod">
        <pc:chgData name="Fariha Hossain" userId="6aa7d125-f4d1-4b59-9e05-e109224d2bd2" providerId="ADAL" clId="{907321D6-D07A-494C-A977-7A7DC7C5B0B5}" dt="2026-01-27T22:15:48.536" v="11" actId="20577"/>
        <pc:sldMkLst>
          <pc:docMk/>
          <pc:sldMk cId="3038847088" sldId="328"/>
        </pc:sldMkLst>
        <pc:spChg chg="mod">
          <ac:chgData name="Fariha Hossain" userId="6aa7d125-f4d1-4b59-9e05-e109224d2bd2" providerId="ADAL" clId="{907321D6-D07A-494C-A977-7A7DC7C5B0B5}" dt="2026-01-27T22:15:48.536" v="11" actId="20577"/>
          <ac:spMkLst>
            <pc:docMk/>
            <pc:sldMk cId="3038847088" sldId="328"/>
            <ac:spMk id="7" creationId="{AAF5713D-B244-5594-9CF6-D3BAD5B04CA6}"/>
          </ac:spMkLst>
        </pc:spChg>
      </pc:sldChg>
      <pc:sldChg chg="modSp mod">
        <pc:chgData name="Fariha Hossain" userId="6aa7d125-f4d1-4b59-9e05-e109224d2bd2" providerId="ADAL" clId="{907321D6-D07A-494C-A977-7A7DC7C5B0B5}" dt="2026-01-27T22:17:18.981" v="13" actId="1076"/>
        <pc:sldMkLst>
          <pc:docMk/>
          <pc:sldMk cId="1845370599" sldId="373"/>
        </pc:sldMkLst>
        <pc:spChg chg="mod">
          <ac:chgData name="Fariha Hossain" userId="6aa7d125-f4d1-4b59-9e05-e109224d2bd2" providerId="ADAL" clId="{907321D6-D07A-494C-A977-7A7DC7C5B0B5}" dt="2026-01-27T22:17:18.981" v="13" actId="1076"/>
          <ac:spMkLst>
            <pc:docMk/>
            <pc:sldMk cId="1845370599" sldId="373"/>
            <ac:spMk id="3" creationId="{BD8724DE-7735-6610-DD3E-C72BD8D28373}"/>
          </ac:spMkLst>
        </pc:spChg>
      </pc:sldChg>
      <pc:sldChg chg="modTransition modAnim">
        <pc:chgData name="Fariha Hossain" userId="6aa7d125-f4d1-4b59-9e05-e109224d2bd2" providerId="ADAL" clId="{907321D6-D07A-494C-A977-7A7DC7C5B0B5}" dt="2026-01-28T18:54:44.185" v="17"/>
        <pc:sldMkLst>
          <pc:docMk/>
          <pc:sldMk cId="2781085937" sldId="390"/>
        </pc:sldMkLst>
      </pc:sldChg>
      <pc:sldChg chg="del">
        <pc:chgData name="Fariha Hossain" userId="6aa7d125-f4d1-4b59-9e05-e109224d2bd2" providerId="ADAL" clId="{907321D6-D07A-494C-A977-7A7DC7C5B0B5}" dt="2026-01-28T19:16:02.564" v="18" actId="47"/>
        <pc:sldMkLst>
          <pc:docMk/>
          <pc:sldMk cId="112672115" sldId="413"/>
        </pc:sldMkLst>
      </pc:sldChg>
      <pc:sldChg chg="del">
        <pc:chgData name="Fariha Hossain" userId="6aa7d125-f4d1-4b59-9e05-e109224d2bd2" providerId="ADAL" clId="{907321D6-D07A-494C-A977-7A7DC7C5B0B5}" dt="2026-01-28T19:16:02.564" v="18" actId="47"/>
        <pc:sldMkLst>
          <pc:docMk/>
          <pc:sldMk cId="1562473745" sldId="414"/>
        </pc:sldMkLst>
      </pc:sldChg>
      <pc:sldChg chg="del">
        <pc:chgData name="Fariha Hossain" userId="6aa7d125-f4d1-4b59-9e05-e109224d2bd2" providerId="ADAL" clId="{907321D6-D07A-494C-A977-7A7DC7C5B0B5}" dt="2026-01-28T19:16:02.564" v="18" actId="47"/>
        <pc:sldMkLst>
          <pc:docMk/>
          <pc:sldMk cId="933258227" sldId="415"/>
        </pc:sldMkLst>
      </pc:sldChg>
      <pc:sldChg chg="del">
        <pc:chgData name="Fariha Hossain" userId="6aa7d125-f4d1-4b59-9e05-e109224d2bd2" providerId="ADAL" clId="{907321D6-D07A-494C-A977-7A7DC7C5B0B5}" dt="2026-01-28T19:16:02.564" v="18" actId="47"/>
        <pc:sldMkLst>
          <pc:docMk/>
          <pc:sldMk cId="3325323342" sldId="416"/>
        </pc:sldMkLst>
      </pc:sldChg>
      <pc:sldChg chg="del">
        <pc:chgData name="Fariha Hossain" userId="6aa7d125-f4d1-4b59-9e05-e109224d2bd2" providerId="ADAL" clId="{907321D6-D07A-494C-A977-7A7DC7C5B0B5}" dt="2026-01-28T19:16:02.564" v="18" actId="47"/>
        <pc:sldMkLst>
          <pc:docMk/>
          <pc:sldMk cId="3905277292" sldId="417"/>
        </pc:sldMkLst>
      </pc:sldChg>
      <pc:sldChg chg="del">
        <pc:chgData name="Fariha Hossain" userId="6aa7d125-f4d1-4b59-9e05-e109224d2bd2" providerId="ADAL" clId="{907321D6-D07A-494C-A977-7A7DC7C5B0B5}" dt="2026-01-28T19:16:02.564" v="18" actId="47"/>
        <pc:sldMkLst>
          <pc:docMk/>
          <pc:sldMk cId="740543813" sldId="418"/>
        </pc:sldMkLst>
      </pc:sldChg>
      <pc:sldChg chg="del">
        <pc:chgData name="Fariha Hossain" userId="6aa7d125-f4d1-4b59-9e05-e109224d2bd2" providerId="ADAL" clId="{907321D6-D07A-494C-A977-7A7DC7C5B0B5}" dt="2026-01-28T19:16:02.564" v="18" actId="47"/>
        <pc:sldMkLst>
          <pc:docMk/>
          <pc:sldMk cId="3008133380" sldId="419"/>
        </pc:sldMkLst>
      </pc:sldChg>
      <pc:sldChg chg="del">
        <pc:chgData name="Fariha Hossain" userId="6aa7d125-f4d1-4b59-9e05-e109224d2bd2" providerId="ADAL" clId="{907321D6-D07A-494C-A977-7A7DC7C5B0B5}" dt="2026-01-28T19:16:02.564" v="18" actId="47"/>
        <pc:sldMkLst>
          <pc:docMk/>
          <pc:sldMk cId="841117318" sldId="420"/>
        </pc:sldMkLst>
      </pc:sldChg>
      <pc:sldChg chg="del">
        <pc:chgData name="Fariha Hossain" userId="6aa7d125-f4d1-4b59-9e05-e109224d2bd2" providerId="ADAL" clId="{907321D6-D07A-494C-A977-7A7DC7C5B0B5}" dt="2026-01-28T19:16:02.564" v="18" actId="47"/>
        <pc:sldMkLst>
          <pc:docMk/>
          <pc:sldMk cId="456266294" sldId="421"/>
        </pc:sldMkLst>
      </pc:sldChg>
      <pc:sldChg chg="del">
        <pc:chgData name="Fariha Hossain" userId="6aa7d125-f4d1-4b59-9e05-e109224d2bd2" providerId="ADAL" clId="{907321D6-D07A-494C-A977-7A7DC7C5B0B5}" dt="2026-01-28T19:16:02.564" v="18" actId="47"/>
        <pc:sldMkLst>
          <pc:docMk/>
          <pc:sldMk cId="1545330446" sldId="437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1:29:45.4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4594 133 7729,'-14'-30'75,"-1"8"0,2 2 0,2 4 0,1 1 0,-2 2 0,-1 3 1,-1 5-1,-1 4 0,0 1 0,0 1 0,2 4 0,2 5 0,3 3 1,0 2 614,-1-1 1,6 3 0,-2 2 0,4 6-510,1 3 0,0 14 0,0 7 0,0 8-20,0 7 0,0 5 0,0 11 0,0 11-67,-1-39 1,2 2-1,1 5 1,1 1 0,-1 7-1,0 2 1,0 1 0,0 0-56,-1 3 1,-1 0-1,0 2 1,0 2-1,0 3 1,0 1-1,0-1 1,0-1-134,0-3 1,0-2 0,0-4 0,-1-1 0,-1 0 0,-1-1-1,-2-1 1,0 0-7,-1 0 1,-1-2-1,0-5 1,1-1-1,1-2 1,0-1-1,2-2 1,0-2 76,-1 0 1,1-1-1,1 47 1,-3-5-1,4-6 95,1-10 1,0-6 0,1 3 0,3 1 64,1 4 1,0-11 0,-7 1 0,-1-9-79,-2-6 1,-5-2 0,5-6 0,2-2-249,1-6 0,2-12 0,0-7-245,0-2 0,2-9 49,3-3 0,-2-10 0,5-5 0,-1-3 105,-4-2 1,-1-1-1,-1-4 1,2-4-727,2-4 1,5-1 1005,-5-1 0,20-51 0,-1-14 0</inkml:trace>
  <inkml:trace contextRef="#ctx0" brushRef="#br0" timeOffset="464">4286 3411 7774,'-15'0'975,"0"0"-581,1 0 0,5 6 1,5 4-1,2 3-93,2 2 1,8 6-1,7 4 1,8 2 91,4 3 1,16 6 0,6 5 0,8 6-157,7 7 0,4 6 1,-29-26-1,1 1 1,3 4-1,0 2-129,5 3 1,1 2 0,5 2-1,3 2 1,4 2 0,2 0 0,-2 0-1,-1 1-147,-3-2 0,-2-1 0,-1-2 0,-1 0 0,-1 3 0,0 0 0,2 1 0,0 0 69,2 1 1,1-1-1,-6-5 1,-1-1 0,-3-3-1,-1 0 1,-4-1 0,-1 0-12,-1-2 1,0 1 0,4 2-1,0-1 1,4 3 0,1 0-1,-2 0 1,-1 0-19,-4-2 1,-1 0-1,-1-3 1,-1-1-1,-6 1 1,-1 0-1,2 0 1,1 0 2,2 2 0,1-1 1,1 0-1,2-2 0,2 1 1,0-1-1,-2-3 1,0-1-295,32 29 1,-9-3 0,-15-16 0,-10-5-44,-6-8 1,-9-1 0,1-11-1,-1-2-677,-1-2 0,-6-8 0,-9-6-275,-2-10 1,-2-9 1284,-9-12 0,3 0 0,-4-1 0</inkml:trace>
  <inkml:trace contextRef="#ctx0" brushRef="#br0" timeOffset="1280">229 6762 7729,'-30'15'25,"1"0"1,1-1 0,2 1 0,3-2 334,2-3 0,1 3 1,4-5 791,-4 0-814,11 5 0,2-13-1,19 2 1,7-9-129,11-6 0,-1 2 1,9-10-1,-1-1-38,2-2 0,7-10 0,-5-6 0,6-2-45,7-2 0,15-7 0,7-4 1,-34 24-1,1 0-58,4-3 0,1-1 1,2-3-1,0-2 1,3-2-1,2-1 1,1-2-1,2 0-81,3-2 1,0 1 0,4-2 0,-1 1 0,-4 2-1,-2 0 1,-2 0 0,-1 0 46,-2 2 0,0 0 0,6 0 1,1 1-1,2-3 0,-1 0 0,0-1 1,-1-1 12,-2-2 1,0 0-1,0-1 1,1-1-1,1-1 1,0 1-1,3 0 1,1 1 2,2 1 1,-1 0 0,-3-2 0,-2 0 0,-5 3 0,-2 0 0,1 0 0,0 0 42,2 0 1,0 3-1,-1 3 1,0 2-1,1 2 1,-1 1-1,-7 2 1,-1 1-42,-6 2 1,-1-1 0,-1-1 0,-1-1 0,0 2-1,1 1 1,0 0 0,0 0-3,38-28 0,-5 9 0,-7 14 0,-9 2 0,-9 8 0,-6-1 0,-13 8 1,-2 2-100,-2 2 0,-7 1 1,-1 2-1216,-5 3-216,-7 4-18,2 6 1121,-6 0 0,-1 0-1796,-4 0 2173,3 0 0,2-26 0,8-7 0</inkml:trace>
  <inkml:trace contextRef="#ctx0" brushRef="#br0" timeOffset="2215">4315 3749 7700,'7'-15'1128,"-4"5"-807,7 1 1,0 7 0,4 2 0,1 8-40,0 5 0,8 8 0,4 6 0,8 7-105,2 10 0,7 13 0,7 13 0,1 9-126,-25-36 1,2 2-1,3 2 1,1 1 0,3 3-1,1 1 1,4-1 0,0-1-6,2-1 1,1 0-1,-1-1 1,0-1-1,-2-4 1,0-2-1,-3-1 1,-1-1 45,33 29 0,-8-7 1,4-7-1,-3-7 39,1-6 0,5 6 0,-6-3 0,-2 2 44,-6 0 0,-6-2 0,-9 0 1,-6-1-40,-3-4 1,2 0 0,-2-8 0,-4-5-97,1-3 1,0-3 0,1-6-1,1-1-74,-1-3 0,-6 2 0,-3-8 1,-4 0-161,-1-3 1,-2-2 26,-4-4 0,3-3 149,-7-7 1,-2 2 0,-8 1 199,-5 3 0,2 5 0,0-2 512,1-1-816,3 6 0,4-4-132,0 10 0,1-2 0,4 5 0,5 0 9,3 0 1,-3-3 0,0 5 0,1 0 64,2-2 0,2 4 0,-1-6 0,1 1 103,0-1 0,0 4 0,-1-5 0,1 0 132,0 1 1,-1-4-1,-1 4 1,-1-1 162,-2 0 0,-5 2-154,4-2 1,-1-2-35,2 7 1,-2-2 0,-4 3-243,1-1 1,0-5-743,-5 5-139,0-7 1,0 5 170,0-3 1,1-3 358,4 3 0,-2-2 563,7 2 0,0-3 0,5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1:29:53.9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30 265 7724,'-7'-8'113,"4"-4"1012,-7 7-27,7-6-648,-3 9-235,6-4 0,6 6-43,4 0 1,3 0-21,2 0 0,-7-2 1,-3-3 70,-4-5 0,4-3 0,0-1 59,-2-1 1,-1 5 0,-4 0 36,-3-1 1,2 4-255,-7 2 1,2 5 0,-2 5-349,6 5 1,2-2-1,2 2-250,0 2 1,2-6 349,2-1 0,5-3 1,5-2 239,1 0 1,-7-2 0,-1-3 0,-2-5 184,0-3 1,-1-1 0,-2-1 110,3 0 0,-3 0 1,1 2 65,-6 4 0,-1-3 0,-5 7-368,-3 2 0,4 6 1,0 4-1,1 1-193,4 3 1,-4 2 0,3 2-1,0 0-191,3 0 1,1-1-1,0 1 37,0 0 1,1-7 0,4-3 137,5-4 0,-2-1 0,2 0 209,1 0 0,-2-1 1,-1-4-1,-2-5 202,-3-3 0,-1 3 1,-2 0 299,0-1 0,0-2-73,0-2 0,-6 7-440,-4 3 1,-2 10 0,3 5-206,4 3 1,-2 2 0,2-1-111,2 1 0,1-5 0,4-2-5,3-2 1,-2 4 0,7-5 186,1-2 0,1-3 0,-1-4 76,-1-6 1,-7-3 0,4 0 0,-2 1 187,0 2 1,0 1 0,-5-6 233,0 0 1,-7 2-1,-1 2-159,0 1 1,-5 7 0,3-1-155,-3 8 1,3 4 0,2 6-1,0 1-141,-1 0 1,6 0 0,-3-1 0,1 1-200,0 0 1,0-1 0,7 1-24,2 0 0,5-7 0,5-3 122,1-4 1,0-1 0,-1-1 0,1-4 29,0-5 0,-5-3 0,-1-3 0,1-2 146,-2-2 0,4-1 0,-7 3 0,-2-2 350,-1 2 0,-2 2 1,-2 1 178,-3 1 1,-3 1-1,-7 3 1,1 5-208,-1 3 1,-5 4 0,1 3 0,1 5-288,1 3 1,3 3 0,-1 2 0,2 3-49,3 2 0,4-5 0,6 2 0,0-4-339,0-1 0,0-1 0,1-1 1,4-3 4,5-5 0,3 2 0,3-2 0,2-2 102,2-2 1,-1-7-1,-4-4 1,0-3 107,0-2 1,-1 1-1,-1-1 1,-3 0 153,-5 1 1,-2-1-1,1 0 1,0 0 420,0 1 1,-4 1 0,-5 1-1,-5 4-12,-3 2 0,-2 1 0,1 5 1,-1 0-235,0 0 1,0 6 0,1 4-1,1 3-236,3 2 0,-2-1 1,6 1-1,-1 0-47,1 0 0,1-1 0,5 1 0,0 0-293,0-1 1,2-4 0,2-2 0,6-1-15,3-4 1,2-1 0,0-2 0,-1-2 198,1-3 0,-2-3 1,-1-5-1,-4 2 181,-2 1 1,4 0-1,-3-5 1,-1 1 405,1-1 0,-2 0 241,-5 0 1,-2 7-1,-3 3-205,-5 4 1,-3 2 0,0 4-387,3 5 1,-1-2 0,6 2-649,2 1 0,1 3-876,2 0 1089,0-6 1,7-3 426,2-10 1,0 2-1,-1-7 851,-2-1 0,1 3 541,-2-2-1104,-4 7 0,-1-4-1006,-9 7 1,2 2-3470,2 3 4130,-3-4 0,0-33 0,-7-17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1:29:58.3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103 177 7843,'-8'0'2779,"2"0"-2354,6 0 0,-2 0-171,-3 0-57,3-6-379,-4 4 89,-1-4 1,6 12-1,-4 4 68,3 3 0,2-3 0,0 0 238,0 1 1,7 1 198,2-3 0,0-2-131,0-7 0,-5-7 0,1-2-61,-4-5 1,-1 0-1,0-1 1,0 0-59,0 1 0,0-1 0,-1 2 1,-3 1-44,-1 3 0,-1 5-657,1-1 417,3 4 1,-4 2 0,7 3 0,3 2-19,1 2 1,6-4 118,-1 1 1,3-4 149,2-1 1,-6 0 0,0-1 204,-3-4 1,-1 1-104,-5-5-345,0 5-159,-7-2 0,6 12-69,-4 4 0,3-2 298,2 2 0,2-7 1,3 2 115,5-3 1,-2-7 0,0-1 51,-1-3 0,-1 1 0,-3-3 181,2 1 0,-2 2-208,-7-2 1,0 3 0,-5 7-1,-1 2-120,2 3 1,-4-2 0,6 7 0,-1 1-116,1 3 1,-1-5 0,4 1-247,-2 2 347,0 1 1,7-5-1,2-5 8,6-6 1,-2-5 0,1-7 0,-3 0 109,-3 1 0,-1-1 0,-2 0 64,0 0 1,0 1 0,-2 1-86,-3 3 1,2 3 0,-7 7-1,1 2-53,0 3 1,-4 3 0,5 8-1,-2 2-37,1 2 1,5 0-1,-1-6 1,4 1-54,1 0 1,1-1 0,4 1 0,5-2 52,3-3 1,2-4-1,1-6 1,2 0 17,2 0 1,4-1 0,-4-4 0,-2-5 32,-2-3 1,-1-3-1,-2-2 1,-3-2 122,-5 2 1,-5 2 0,-5 1-1,-5 0 40,-3 1 0,-3 6 0,-4 3 1,-5 3-6,-2 2 0,2 0 0,2 2 0,0 3-113,1 4 0,4 4 0,-2 2 1,5 0-95,6 0 1,-3-1-1,7 1 1,2 0-97,1-1 1,9-1 0,3-3 0,4-3 50,6-1 1,-2-4-1,5 3 1,0-4 17,0-1 1,-1-6-1,3-4 1,-4-1 61,0 1 1,-6-3 0,1 3-1,-6-3 197,-3-2 0,-2 1 0,-7-1 27,-3 0 0,-5 7 0,-8 3 0,-3 3-92,-2 2 0,5 2 1,-1 1-1,1 4-89,-2 1 1,9 2 0,-4 5 0,2-1-202,0 1 1,5 0-1,3-1 41,3 1 1,2-5-1,2-2 47,3-1 0,3-3 1,7-4 175,-1 0 0,-4-6 0,-2-4 0,-1-3 147,-4-2 0,4 1 1,-3-1 79,0 0 1,-3 1-1,-2-1-168,-4 0 1,2 7 0,-7 3-144,-2 3 0,4 2 1,0 2-373,1 3 1,-2 3-208,4 7 1,0 0 222,5-1 1,6-6 312,4-3 1,-2-3 18,2-2 1,-5 0 42,5 0 1,-5-5-293,5 0 134,-7 0 7,10 5-49,-12 0 0,13 0 10,-5 0 0,0 0 133,0 0 1,-4 0-1,3-1 133,-1-4 0,-1 3 265,-1-3-318,-3 4 1,-2 1-26,-10 0 0,-1 1 1,-1 2-1,3 2 57,-3-1 0,4-3 0,-2-1-506,-1 0 0,3 0-3738,-2 0 4140,6 0 0,44-19 0,17-6 0</inkml:trace>
  <inkml:trace contextRef="#ctx0" brushRef="#br0" timeOffset="497">133 133 8017,'-10'0'0,"2"2"511,1 3 0,1-4 285,1 4 1,3-5-332,-3-5 1,4-3 0,1-6-141,0-1 0,0 0 0,1 0 0,2 1-167,2-1 0,7 2 0,-4 2 0,2 2-176,0 3-1,-1 1 1,4 7-75,-3 2 1,2 5-1,-7 5 1,-2 1 86,-2 0 0,-1 4 0,0 1 0,0-2 211,0-2 1,0-1-1,-1 0 1,-4-2 327,-5-3 1,2 1 0,-2-6-308,-1-2 1,3-1 0,-1-4 0,1-3-162,0-5 0,5-3 1,-4-1-1,2-1-54,0 0 1,1 1 0,4-1-1,0 0-264,0 0 0,0 6-2716,0-1 2969,0 0 0,13 35 0,3 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1:30:07.8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1731 2837 6418,'2'-10'609,"3"1"-576,5-3 1,5 4-1,4-2 1,6-1-88,2-2 1,9-7 0,4 1 0,4-1 54,5-1 1,-4 0 0,6-7 0,-2 0 31,0-3 1,0-2 0,-3 4 0,3-1 78,5 1 1,8 0 0,1 1 0,-1 2-47,-1 1 0,-4 7 1,-3-1-1,-5 2-26,-3 3 1,-7 4 0,0 2-1,2 1-24,1 4 1,9 1-1,3 2 1,1 0-43,-1 0 1,2 0 0,-6 0 0,-1 0 11,-3 0 0,0 0 0,-10-1 1,3-3 33,7 0 0,4-1 0,9 5 0,0 0-15,0 0 1,0-2-1,-1-1 1,-2-2-5,-7 2 0,0 1 0,-10 0 1,4-1-10,1-2 0,6 0 0,4 5 0,5 0-5,5 0 0,-4 5 0,4 2 0,-5-1 20,-6 1 0,-2 3 0,-5-4 0,1 1 21,2-1 0,7 6 0,-2-1 0,1 5-11,-1 4 1,2 1 0,-6-1 0,-1 4 56,-3 4 0,-5-2 0,-12 2 0,1 3-26,-1 0 0,5 0 1,2-2-1,3 1-35,7-1 0,0 1 0,8-1 0,1 0-14,2 1 0,-9-2 0,-6-1 0,-4 1 22,-6 3 1,0 7 0,-3-2-1,0 3 10,1 7 1,-1 4 0,2 11 0,2 1-8,1 1 1,2-1 0,-2-6 0,4-4 22,-1-1 1,3 4 0,-9-1 0,-5 2 39,-3-2 1,-4 9 0,-4-1 0,0 4 1,-1-3 0,-5-2 0,-5-2 0,-2 1 14,-2 4 1,0 3 0,0 8 0,0 2-76,0 1 0,0 5 0,0-4 0,0-4-50,0-5 0,0 2 0,0-5 1,0 2-45,0-1 0,5-6 1,0 0-1,-2-5 48,-1-3 1,-2-6 0,0 2 0,-2-1 146,-3 0 0,2 7 1,-7-2-1,0 3-80,2 2 0,-5-2 1,5-2-1,-2-2-27,0-3 0,1-1 1,-6-3-1,0 1 45,0 2 1,-1 5 0,-2-3 0,-3 1-52,-2 4 0,-1-1 0,-7-1 1,-2-5-19,-1-3 0,-1-7 1,4 0-1,-1 0 51,-3-1 1,-1 4 0,4-2 0,-3 2 52,3 2 0,-1 0 0,0-1 1,-4-2-20,-6-2 1,-1-5 0,-15 4 0,-4-1-30,-3 1 0,1-6 0,8 3 0,3-4 0,5-2 0,-2 5 1,2 1-1,0-1-13,-1 2 1,-14 0 0,-11 6 0,-3-1 48,-2 0 1,8-3 0,8-12 0,4-3-29,1-2 0,-7 3 0,-4-4 0,-7-4-70,-6-4 1,5 1 0,3-5 0,6 2-9,4 0 0,-1-2 0,3 3 1,-8-3-56,-5-1 1,-3 3 0,1-5 0,9-2 65,7-2 1,2-2-1,-5-4 1,-7-5 147,-5-3 1,-6-2 0,4 1-1,2-1 9,2 0 1,8-6 0,5-2 0,3-1-130,1-1 0,-4-1 0,-12-8 0,1-4-95,-1 1 0,9-6 0,4 4 1,7-2-7,4 2 1,-9-4 0,2 6 0,-2-2 59,-3-1 1,0 1 0,3-5 0,4 0 52,6 0 0,1-5 0,14-2 1,1-3 44,2-6 1,2 3-1,-2-4 1,-3 8-5,-6 2 0,0 2 1,-1 3-1,3-1 9,2-2 1,2 0-1,5 5 1,1 0-11,3 0 1,-1-1 0,7 1 0,2 0-62,6 0 1,-2 5-1,3 0 1,-3-2 75,-2-2 0,5-6 0,2-3 0,0-5 4,0-8 1,5-7 0,-2-5 0,3-1 41,2 1 0,0 0 0,2-3 0,3-8-43,4-8 0,-2 46 0,1 0 0,1 0 1,0 0-1,2 1 0,1 0-58,2 0 1,0-1-1,-1-1 1,1 0-1,6 0 1,1 0-1,1-1 1,2 1-65,1-1 0,2 1 0,4 3 1,2 1-1,1 1 0,2 2 1,0 3-1,0 1-336,-2 2 0,1 0 1,32-32-1,-18 10 1,-2-2-734,-1-2 1,3 0 0,1 7 1097,3 3 0,-19-16 0,2-24 0,0-1 0,-5 18 0,0 1 0,0 0 0,0-1 0</inkml:trace>
  <inkml:trace contextRef="#ctx0" brushRef="#br0" timeOffset="815">232 574 8165,'15'-38'-459,"0"2"0,-1 3 187,1 4 1,0 1 0,-1 10 510,1-1 0,-2-1 0,-3 5 0,-5 1-149,-4-1 1,1 0 0,1 1 0,2-1 128,-1 0 1,4 1-1,1-1 1,6 0-184,5 0 1,3 6 0,8 0-1,3 3-119,5 3 0,5 1 1,5 2-1,5 2 12,3 3 1,-3-2 0,-1 7-1,-3 1 129,-3 2 1,6 2 0,2 1 0,7 2 0,7 2 0,3 6 0,3 0 1,0 5-55,-1 3 1,-6 1 0,-14-6 0,-5 2 12,-3 3 0,3-1 0,-2 6 0,-3 2 69,-3 2 0,-8-3 0,1 3 1,-3 4-9,-2 4 1,-12-1 0,-7 8 0,-7 4-74,-3 3 0,-3 10 0,-7 8 1,-10 4-102,-6 1 0,-10-6 1,-5-2-1,-6-2 32,-7 1 1,26-38 0,1 1 0,-29 38 0,2-2 30,-1-3 1,-1 1 0,0-14 0,1-5 77,-5-7 1,-11-10-1,-10-8 1,-1-6 143,2-6 0,2-5 1,17-5-1,2-6 57,-3-2 0,-3-15 0,-9-7 0,1-7-82,-1-8 0,3-10 1,2-16-1,7-11-103,6-9 1,32 34 0,3-1 0,1-3 0,0-1 0,1-3 0,-1-1-88,1-2 0,1 0 1,-1-4-1,2 0 0,3-1 1,2 0-1,1 0 0,2-1-4,3 0 1,2 0-1,5 6 1,3 0-1,3-1 1,4 1-1,3 1 1,3 1-100,3 2 1,3 2 0,3 1 0,2 2 0,25-32-1,5 7-264,0 9 0,8 13 0,4 6 1,8 7-167,11 3 1,-43 18-1,2 1 558,3 2 0,1 1 0,0 1 0,1 2 0,0-2 0,1 1 0,2 0 0,0 0 0</inkml:trace>
  <inkml:trace contextRef="#ctx0" brushRef="#br0" timeOffset="1664">5788 191 8280,'36'-35'0,"4"5"0,2 7 0,4 9 0,3 0-91,5 5 0,4 2 1,6 7-1,5 2 43,3 3 0,-1 1 0,-4 7 0,-8 0 164,-8 4 1,-1 2 0,3 1-1,2 4-31,6 4 1,7 6 0,1 4 0,1 3-159,-1 5 0,-2 7 1,-12 1-1,-9 5 6,-7 5 0,-5-4 0,-4 4 0,-1-4 97,1-1 1,-3-7-1,0-3 1,-5-1 46,0 1 1,-4 3 0,-9 9 0,-4 2 48,-3 6 0,-4 3 0,-3 3 0,-6 0-79,-7-2 1,-5-1 0,-6-10 0,-1 4 3,1 1 0,-5 4 0,-1 3 1,3-7 50,1-5 0,1-3 0,-1 0 0,-3-1-53,-5 1 0,-4 0 1,-1 0-1,-2-2 77,-3-3 1,-1 1-1,-4-6 1,5-3-50,3-5 0,2-12 0,0-11 0,2-6 103,2-7 0,-2-4 0,1-2 0,-6-4-44,-7-5 1,-8-8 0,-2-3 0,2-4 260,2-6 1,6-5 0,1-11-1,4-5-212,7-7 0,-1-11 0,7-2 0,-1-7-222,-4-2 1,18 37-1,-1 0 1,-1-3-1,1 0 1,0 1-1,0-1-68,1 0 1,1 0-1,-22-42 1,1 0 0,6 7 103,7 7 0,9 0 0,11 9 0,5-1 4,4-3 0,9-5 1,6 2-1,11 4-101,8 2 0,12 7 0,16-6 0,11 2-42,-32 33 1,1-1 0,0-1-1,0 0 1,0 2 0,0 0 0,-1 0-1,1-1-58,-1 0 0,2 2 1,4-1-1,3 3 1,2 1-1,1 2 1,-1 2-1,0 1-385,0 4 0,-2 1 1,39-11 582,-9 8 0,-2-8 0,19-10 0,2 0 0,-19 9 0,1 1 0,0-1 0,-1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1:30:17.041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332 910 7880,'-15'7'483,"5"-5"0,2 1 237,2-6 0,-4-1 0,5-7 0,2-4-200,1-3 0,2-13 1,0 0-1,2-6-146,3-9 0,3-6 0,8-12 1,2-3-90,2 0 0,1-3 1,-3 6-1,2 2-231,-3 2 1,0 7 0,-2 6 0,-1 8-647,1 9 1,-5 8-744,0 7 0,-6 7 502,6 3 1,-7 5-1,4 3 1,-2 4-89,0 1 921,0-5 0,-12 23 0,-1-1 0</inkml:trace>
  <inkml:trace contextRef="#ctx0" brushRef="#br0" timeOffset="548">38 558 7935,'-10'-15'304,"0"0"0,5 1 3456,-4-1-3118,5 0 0,6 14 0,11 5 0,7 10-182,3 5 1,1 4 0,5 6-1,-1 1-72,-3-1 0,2 5 0,-2 1 0,3-3-47,1-1 0,-6 4 1,-3-1-1,-4-1-21,-1-2 0,-2-2 0,-4-1 0,-2-4 794,0-4-808,-6-10 1,7-12 0,-3-13 0,5-9-80,3-9 0,3-9 0,4-9 0,5 1-141,2-1 0,8 2 1,1 5-1,1 0-541,4 0 1,-5 11 0,-3 5-1,-6 5-804,-2 5 0,-12 9-110,2 4 0,-12 5-2742,-3 5 2809,0-4 0,-7 7 0,6-4 1302,-4 1 0,3 6 0,-4-3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1:30:23.408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1203 213 5939,'-8'1'-180,"3"4"180,3-3 0,15 11 0,4-5 0</inkml:trace>
  <inkml:trace contextRef="#ctx0" brushRef="#br0" timeOffset="816">1218 183 7969,'-7'-8'3641,"5"2"-3012,-4 6 1,6-2 599,0-3-197,0 3-814,-7-4 1,-1 6 0,-6 0-107,-1 0 1,0 0-1,-1 0 1,-4 0-10,-4 0 0,-4 2 0,-3 1 1,-3 2-69,-6-2 0,-7 0 1,-4 1-1,1 0-65,-1 0 0,-3-1 0,5 0 0,2 2 27,1-2 1,9-1 0,1 0 0,1 1 93,1 2 1,1 0 0,7-5-1,3 0 5,2 0 1,0 0 0,3 0 0,-2 0 47,2 0 1,0 5-1,0 0-5,-1-2 1,-1-2 0,6-1-104,-1 0 0,0 0 0,2 2-119,3 3 0,2-3 4,3 3-81,-3-4 1,-2-1-597,0 0-1590,7 0 1271,-3 0 0,12 0 0,4 0 0,3 0-1977,2 0 3052,6 0 0,54-13 0,20-3 0</inkml:trace>
  <inkml:trace contextRef="#ctx0" brushRef="#br0" timeOffset="1416">71 198 7908,'-5'-10'-26,"0"0"0,-5 6 1093,6-6 0,-6 5 1097,5-5-1874,0 7 1,7-4 0,1 9 0,3 3 121,3 5 0,0 3 1,6 3-1,0 4-224,-1 4 1,1-1 0,0 1-1,0 1-213,-1-2 0,-4 3 0,0-5 0,0 0-355,-2 1 1,3-3 0,-4-4-1,-1 0-603,1-1 1,-1-1-1,-2-1-808,1-2 1,-1-9 1409,-4-1 1,-1-6-1,-4-11 1,-3-1 380,0-1 0,-5-7 0,3 3 0,-3-2 0,-2 1 0,-5 1 0,1-2 0,1 6 123,1 3 0,3 1 0,-1 2 1,0 1 667,1 3 0,1 4 0,1-4 168,2 3 1,7-1 0,0 3-303,6-6 0,5 2 0,9-2 1,4-2 57,8-1 1,1-1 0,6-1 0,0 0-650,3 0 0,-3 1 1,-2 1-1,-3 1-652,-2 2 1,-1 7-1,-2-3 1,-3 1-1003,-2 0 0,-6 0 1,-5 5 1587,1 0 0,-11 26 0,-1 7 0</inkml:trace>
  <inkml:trace contextRef="#ctx0" brushRef="#br0" timeOffset="2034">1188 110 7908,'-10'-5'77,"2"-2"0,0 1 448,0-1 1,5-4-1,-2 1 614,3-3 1,2-2 742,0 1-1446,0-1 1,5 8-1,2 9 1,-1 11-118,1 10 1,-1 13 0,-3 10-1,2 12-180,-1 14 1,2 20 0,-3-41 0,-1 2 0,0 2 0,-1 1-88,0 4 1,0 0 0,-1-2 0,0 1 0,0 3 0,0 0 0,0-2 0,0 0-10,0-3 1,0-2 0,2 45-1,1-25 1,3-11-126,3-15 1,-6-7-1,3-14 1,-1-9-325,0-5 0,2-11 0,-4 3-1098,2 1 0,5-7 167,-5 0 1,4-2 0,-4-8 1336,-2-1 0,6-22 0,-1-6 0</inkml:trace>
  <inkml:trace contextRef="#ctx0" brushRef="#br0" timeOffset="2369">1071 1315 7889,'-7'-15'467,"4"2"1,-5 2 799,1 1 1,4 7 0,8 0-454,5 6 0,3 7 0,1 9 0,3 4-243,2 0 1,-2 5 0,4-4-1,-2 4-280,1 1 1,0-4 0,-6-2 0,1 0 17,0 0 0,-2-5 1,-2-1-1,-1-5 373,1-7 1,-2-4 0,0-2-1,3-6 23,1-7 1,3-13-1,2-10 1,3-4-691,2-5 0,2-12 0,4-1 1,1-2-1153,-1 1 0,0 3 0,-1 3 0,-3 8-1328,-6 10 1,-4 8-1,-4 15 2465,-1 4 0,-26-5 0,-2 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1:30:32.410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793 263 8252,'-2'-8'3196,"-3"3"-2802,4 4 1,-12 1-114,3 0 0,-5 0 1,-3 0-59,-1 0 0,-8 1 1,1 3-1,-6 2-36,-8 2 0,-2-3 0,-4 3 0,-3 0-24,-5 1 0,4-4 0,1 3 0,3 0 23,2 0 0,5-3 1,1 3-1,4-1-4,6-4 0,5-1 1,9-2 482,-1 0-573,7 0 0,3 0 0,11 0-269,9 0 1,0 0-1,6 0 1,0-2-201,4-3 1,2 3-1,3-3 1,1 4-36,3 1 1,4 0 0,4 0-1,-1 0 201,-2 0 1,0 0-1,6 0 1,-1 0 183,0 0 0,-2 0 0,-3 0 0,-6 0 154,-7 0 1,-3 0 155,-3 0 1,-12 0-66,-3 0 0,-10 0 0,-12 0 0,-2 0-100,-6 0 0,-2 0 0,-4 0 0,-2 0-22,-1 0 0,-7 0 0,2 0 0,-5 0 48,-5 0 0,3 0 0,-2 0 0,6 1 11,3 4 1,4-3 0,0 3-1,2-2 110,5 2 1,13-3 63,1 3 1,10-4-1,4-1-350,9 0 1,10 0 0,6-1 0,2-3-362,3-1 1,4-4-1,2 2 1,3 1 135,7-1 0,-2 1 1,5 2-1,-3-2 179,-2-2 1,-2 3 0,-2-4-1,-6 3 63,-3 3 0,-8 1 0,-5 0 151,-7-2 1,-6 2 0,-11-3 0,-9 3 35,-8 2 1,-6 5 0,-6 2 0,-6-1-23,-6 1 1,1-1 0,-3-2 0,2 2 9,-2 2 1,10-4 0,0 2-1,6-1 394,4 0 1,6 0-398,3-5 1,12-2 0,8-1-610,8-2 1,12-1-1,4 2 1,4-1-776,1 2 1,2-3 0,2 1-1,3 1 1216,2 3 0,27 1 0,12 0 0</inkml:trace>
  <inkml:trace contextRef="#ctx0" brushRef="#br0" timeOffset="448">323 72 7797,'0'-14'-62,"0"-1"1,0 0 3056,0 0-2338,0 7 1,-2 3 0,-3 10-288,-5 5 0,-4 5 0,-4 4 0,-2 6-46,2 3 0,-3 1 0,1 0 1,1 1-22,-3-1 1,6-4-1,-4-2 1,4-1-49,1 1 1,2-5 0,3 2 0,4-4 54,-1-1 0,6-5-200,-4 0 1,8-6 0,4 5 0,1-3-26,3-3 0,7-1 0,2-2 0,-1 0-21,3 0 1,1 0 0,6 0 0,-1 0-274,-4 0 0,6 0 0,-3 0 1,6 0-392,0 0 1,-7 0 0,-3 0-1,-2 0-1030,-3 0 1,-2 0-89,-1 0 1,-7 2 1717,-3 3 0,-36-4 0,-10 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1:30:34.959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89 897 7940,'-23'-15'104,"3"0"1,4 1-1,3-3 1,3-1 259,5-1 0,3-7 0,2 1 0,2-3 102,3-1 0,5-5 1,9-2-1,6-2 32,3-3 1,8-6-1,4-4 1,6 1-36,3-1 1,2 4 0,-2 6 0,6 2-84,7-2 1,17 0-1,9 4 1,3 5-186,4 6 1,-10 10 0,3 1 0,-3 9-43,-3 4 1,4 15 0,-2 8-1,1 12-52,-2 11 1,-6 12-1,-14 9 1,-9 2-158,-6 3 1,1 4 0,1 6 0,1 5 17,-25-42 0,-1 0 0,19 37 0,-8-13 1,-4-1-7,-4-4 0,-10 3 0,-3-1 0,-9-1-14,-4 3 1,-2-6 0,-2 4 0,-3-4-86,-4-1 0,0-7 0,0-1 0,-3-2-15,-1 0 0,-7 5 0,1-4 1,-1 1 76,-1 0 1,-2-2 0,-6-5 0,-1-2 135,1-3 0,0-3 1,-2-6-1,-2-1 88,-1 1 0,-1-3 1,8-2-1,0-6 14,3-2 0,-1 2 1,-4 1-1,0-2 1,-1-2 0,-6-3 0,-5-3 0,-6-5-83,-7-3 0,-10-2 0,-2 0 0,-1-2-73,3-3 0,10-3 1,2-8-1,-1-2 13,0-2 0,-8-4 0,7 2 1,-3-1-1,-2-3 0,-4 0 0,-1 0 1,3 2-46,6-3 0,9-2 1,7-5-1,0-7-84,1-6 0,7-6 0,7-7 1,-2-4-189,-2-4 1,5-3-1,5 1 1,7 3-93,6 2 0,16-7 0,9-2 0,7-6-23,8-1 0,2 1 0,9 6 0,3 2-63,5 4 0,10-4 0,6 5 1,-32 32-1,2 0 480,3-2 0,2 0 0,8-1 0,2 0 0,5-7 0,-1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1:30:39.977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59 2661 7976,'-13'-2'45,"4"-2"1,0 2 309,5-3 0,-3 2 0,-3-2 20,5-5 0,4-3 0,2-2 0,3-1-201,0-4 0,8 2 0,-2-8 1,3-3 121,1-4 1,6-6 0,0 3-1,-2 0 21,-2 0 1,-1-5-1,-1 2 1,3-3-52,2-2 1,-2 4 0,4 1 0,0-2-17,4-1 1,2-9 0,4-1-1,4 0-155,4 3 0,3-2 1,2 0-1,-1 2-43,-4 4 1,2-1-1,-7 10 1,-1 0 8,-2 0 0,-3-3 0,-2 3 1,-3 0 29,-2 0 1,-2-5 0,-2 2 0,1-2 31,1 2 0,1 3 1,-4 7-1,2 1-30,2 4 1,4-3 0,-4 8 0,0 1-21,1 2 0,2-4 0,6-1 0,0 0-45,1-1 1,-1 1 0,1 3 0,-1-3 1,0-2 0,1 3 1,-2-2-1,-2-1-28,-2 0 0,1-2 1,4-4-1,-1 1 25,-4 4 0,4-3 0,-3 8 0,2-1 66,3-1 0,-1 5 0,1-4 1,1 4 5,3 1 1,-3 5 0,5 0 0,0-1-7,3-2 1,-3-2-1,0 1 1,-2-1 8,1 0 0,4-4 0,-5-1 0,-1 2-2,-2 2 1,0 1 0,3 0-1,4 1 2,-1-1 1,6 0 0,-4 1-1,3-1-48,2 0 1,4 0 0,-4 1 0,-5 1-22,-1 3 0,-12-3 1,3 5-1,-1-2 3,0 0 0,1 7 1,0-2-1,1 3 7,-1 2 1,7-5 0,3 0-1,4 2 38,1 2 1,0 1-1,2 0 1,0 0-31,-2 0 0,1 0 0,-9 0 1,0 0-12,0 0 0,3 1 0,-3 2 0,0 2-17,0-1 1,10-1 0,0 2 0,3 3-39,1 0 1,4 5-1,-3-3 1,-1 3 29,1 2 1,-4 4-1,-7 1 1,-5 0-11,1 1 1,-3 2 0,8 6 0,3 0-36,3 1 1,4-1 0,-4-1 0,4-2-24,1-1 0,-4-1 1,-1 5-1,-6 1 41,-7-1 1,-3 2 0,-1 4 0,-3 2 81,-2 1 0,3-1 1,-6-4-1,5 1 35,2-1 1,-1 3-1,9 0 1,-1 0-87,-3 0 1,3 0-1,-2-2 1,-1 3 25,-2 1 1,-8 4-1,-4-1 1,-2 7 34,-3 6 1,-1 1 0,-1-1-1,-2-5-1,1-3 0,2-1 1,2 3-1,-2-1 28,-3-4 0,3 1 1,-3-3-1,3 4-72,1 4 1,1 7 0,1-4 0,2 2-29,2 0 0,6-2 0,-1 4 0,1-4-102,-2-1 0,-3-1 0,-6-1 1,0 5 80,-1 3 0,1 7 0,-2 0 1,-1-4 68,-3-4 0,0-1 0,2-4 0,-3-2-81,-1-3 1,3 1-1,-4-6 1,1 4-9,-1 4 0,-1 10 0,-5-3 0,0-2 91,0-2 0,0 2 0,0-4 1,0 3-89,0 2 1,-2-3-1,-1 1 1,-2-1-51,2 0 1,1 2 0,2 3 0,0-3-15,0-5 1,0 2 0,0-2 0,0-2 55,0-1 0,-1-2 0,-3 2 0,-2 1-14,-2 2 0,0 7 0,-4-2 0,2 3-65,-1 2 0,-7-6 0,-3 1 0,-2 0 56,-3-2 0,3 4 1,-2-7-1,-1 0 37,-1 2 0,-6 1 1,2 5-1,3-3 145,0-5 0,2 2 0,0-2 0,2-2-54,-3-1 1,5-4 0,-5-1-1,-2-2 57,-4 2 0,-8 1 0,2 3 0,-3-3 83,-2-3 0,0 2 0,0-7 0,1-1 94,4-2 0,3-3 1,7-2-1,-2-3-13,-4-2 1,4-1 0,-3-6 0,1 1-2,-1 0 0,-5-1 0,-10 1 0,-4 0-45,1 0 0,-5-1 1,3 1-1,-1 1-209,1 4 0,3-4 0,9 4 0,1-4-32,2-1 0,-2-2 0,-8-2 0,-5-1 0,-3 2 0,3-4 0,0 0 0,0-2 0,2-2 0,3-3 0,8-1 0,3-1 0,2-4 0,-3 3 0,2-4 0,-4-1 0,-5-3 0,-6-3 0,3-1 0,0-1 0,-2 0 0,5-4 0,-2-1 0,3 0 0,6-1 0,-2 5 0,5-5 0,1 1 0,-1 0 0,-5 1 0,0 2 0,-6-1 0,-7-1 0,-8-6 0,-2 4 0,2 0 0,1 0 0,9-1 0,2 3 0,2-6 0,4-2 0,-3-3 0,7-1 0,-4-3 0,-5-5 0,-1-4 0,-6-1 0,4 0 0,1 0 0,2 0 0,4 0 0,-1 0 0,2-1 0,-4 1 0,8-1 0,-8-3 0,-6-1 0,-3-5 0,0 4 0,3-1 0,5 1 0,8-4 0,4 1 0,1-1 0,3-1 0,4-7 0,3 5 0,1-5 0,-1 0 0,-2 3 0,0 5 0,2 5 0,2 3 0,-1 4 0,-4-1 0,0 1 0,-1-4 0,7-1 0,2 1 0,1-3 0,1-5 0,-6-3 0,6-2 0,1 0 0,1 0 0,3 2 0,-1 2 0,0 3 0,1 1 0,4 7 0,2 5 0,-1-2 0,1-2 0,3-6 0,-3-1 0,2-1 0,2 0 0,3 2 0,1 4 0,0-1 0,0 2 0,0-3 0,0 7 0,1-2 0,4-2 0,-1-7 0,5-1 0,1-2 0,-2 0 0,5-3 0,-3-5 0,3 3 0,2 2 0,0-2 0,1 8 0,2 1 0,2-1 0,4-4 0,-3 2 0,1 0 0,-1-1 0,5 5 0,-2-4 0,3 3 0,-3 2 0,4 8 0,-5 2 0,1 0 0,1 1 0,-6 3 0,4-4 0,-2 0 0,-3 1 0,0-2 0,0-4 0,2 4 0,-2 5 0,5 3 0,3 1 0,7 1 0,6-1 0,3 3 0,4 1 0,1 3 0,2 1 0,0 3 0,-3 3 0,0-2 0,-2-2 0,2 0 0,-12 6 0,-3-1 0,-5 0 0,5 1 0,-5-1 0,-1 0 0,-2 0 0,1 1 0,-3-1 0,2 0 0,3 1 0,2-1 0,1 0 0,-1 1-1412,-3-1 1,6 0 0,-5 0 0,0 1-2276,2-1 0,-5 5 3687,1 0 0,4-33 0,1-15 0,6-6 0,1-1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1:30:46.925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72 15 7732,'-15'0'456,"1"0"1,4 5 1011,0 0 528,0 0-1475,2-5 1,3-2 0,10-1-79,5-2 0,3-5 0,2 5 0,-1 2-127,1 1 0,1 2 0,2 2 1,5 3-123,5 5 1,0 4 0,11 6 0,2 6 33,1 7 1,10 11 0,6 12-1,4 6-149,0 6 1,-32-29 0,0 2-1,0 2 1,-1 1 0,1 2 0,0 1-121,2 1 1,0 0 0,-2-4 0,-1-1 0,1 1-1,0 2 1,-2-1 0,-2 1-18,0 2 1,-1 0 0,-2 6 0,-2 0 0,-2 2 0,-2-1 0,-1 1 0,-1-1 64,-3-1 1,-1 0-1,-4 1 1,-1 1-1,-2 0 1,0 1-1,0 1 1,-1 1-34,-2 3 0,1-1 0,-1-4 0,-1 0 0,1 3 0,0 0 0,1-1 0,-1 1-52,2 0 0,-1 1 0,1-2 1,-1-1-1,-2-2 0,0-1 1,0 0-1,0 0 87,1-2 0,-2 0 0,-2 1 0,0 0 0,-1-2 0,-1 0 0,1-1 0,-1-1 121,0 1 0,0 0 1,-3 39-1,-4-2 1,2-2 115,-1 1 0,0-4 0,-1-3 0,4-6 16,1-12 1,-2-5 0,4-11 0,0-4-13,-2 1 0,6-14 0,-4-5-947,3-6 27,2-9 0,0-5 0,0-8 0,0-6-115,0-3 1,0-2 0,-1-1 0,-3-2-257,-1-2 1,0-4 0,5 2 1094,0-1 0,-26 6 0,-6-5 0</inkml:trace>
  <inkml:trace contextRef="#ctx0" brushRef="#br0" timeOffset="399">631 3543 7719,'-13'-23'0,"1"3"511,2 4 0,5 1 0,-3 1 1329,2-1 0,2 7-1001,9 3 1,3 7 0,7 6 0,0 8-237,0 5 0,1 10 1,4 9-1,4 4-15,4 5 1,-4-2 0,1 5 0,1-1-162,2-4 0,-4-1 0,-1-4 0,0-2 47,0-6 1,-5-5 0,1-4-1,-2-7 2,-3-7 1,6-6 0,0-11 0,1-11-26,5-10 1,-2-11 0,11-11 0,-3-7-379,3-6 0,2-6 0,7-11 0,0-1-73,1 4 0,-3-1 0,-3 16 0,-5 8-4836,-2 7 3282,-10 18 0,-9 7 1,-14 18-1,-12 6 1554,-10 7 0,-18 9 0,-5 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1:30:52.675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10 1976 7994,'-5'-49'53,"0"-3"1,5-5 127,8-8 0,17-15 0,-3 33 1,3-1-1,5-6 0,2 0 212,5-3 1,3 0 0,8-4-1,2 2 1,2 5 0,2 1-1,1-1 1,0 2-290,-2-1 0,2 1 0,5-2 0,4 0 0,1 1 0,2 2 0,2 1 0,1 3 42,-2 3 0,1 3 0,3 5 1,1 2-1,-2 2 0,0 2 1,3 2-1,1 2-43,-2 3 1,-1 2 0,-2 5-1,-2 3 1,-8 4 0,-1 3-1,2 2 1,0 3 7,3 1 1,0 3-1,-6 4 1,-2 3 0,-5 3-1,-2 5 1,29 26-7,-16 13 1,-6 10 0,1 13 0,-30-36-1,0 2-173,-2 4 1,-1 1 0,-4 1 0,-3 1-1,-1 2 1,-2 2 0,-3 0 0,-3 1-11,-1-1 0,-2 2 0,1 2 0,-1 0 0,-3 0 0,-2 1 0,-2-2 0,-3 0-3,-2 0 1,-4 0 0,-4-1-1,-2-1 1,-4 3 0,-1-1-1,-2 2 1,-2 0 36,-3 2 1,-1 0-1,-2-1 1,0-1-1,1-4 1,0-1 0,-1-2-1,0 1 71,2-2 0,-2 1 0,-4 3 1,-1 0-1,-2-3 0,-2-2 0,-3-3 1,-2-2 113,-3-3 1,0-2 0,2-5 0,-1-2 0,2-4 0,-1-1 0,3-1 0,0-3 142,-39 22 0,-4-8 1,2-16-1,-6-7-57,-7-7 0,5-14 0,3-18 0,3-20-168,42 12 1,0-3-1,-5-4 1,-1-3-1,-5-7 1,1-2-1,0-4 1,1-1 1,1-4 1,3-2-1,3-1 1,2-2-1,3-3 1,1 1-1,-1 1 1,1 0-24,-1 1 0,2 0 0,1-2 0,3 0 0,5 4 0,3-1 0,5 3 0,4 0 160,2 4 1,4-1 0,4 3 0,3 0 0,3-1-1,3-1 1,2 0 0,3-1-5,3-1 1,3-1 0,5-3 0,4 1 0,7 2-1,3 1 1,3-2 0,3 0-78,5 0 1,1-1 0,3-5-1,2-1 1,2 0 0,0 1-1,-2 1 1,-1 0-205,-2 2 0,2 3 0,3 4 0,3 2 0,1-2 1,2 3-1,0 3 0,2 3-636,0 3 0,-1 4 0,-7 7 0,0 6 1,39 3-1,2 10-2709,6 12 3432,-44 8 0,1 4 0,3 2 0,1 4 0,-1 6 0,0 1 0,1 1 0,-1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1:30:53.809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1144 1135 7774,'-5'-44'112,"0"0"0,3 2 0,14 1 0,14 2 715,15-2 0,16-6 1,15-2-1,11 1-520,-35 25 0,2 0 0,3 1 0,2 0 0,4 0 0,1 0 0,2 1 0,2 0-82,4 0 1,1 3 0,4 1-1,3 4 1,6 3 0,2 2-1,2 2 1,1 2-214,3 2 1,0 4 0,2 9 0,1 5 0,0 4 0,-2 5 0,-3 4 0,-1 3 93,0 3 0,-1 3 1,-6 3-1,-1 3 0,-1 3 1,-1 3-1,-4-1 1,-1 1-31,-2 1 1,-1 3 0,-1 2-1,-4 2 1,-8 0 0,-4 2-1,-4 1 1,-3 2-80,-5-1 0,-5 1 0,-3 5 0,-3 0 0,-3-1 1,-2 0-1,-2 1 0,-1 1-125,-2 0 0,-1 1 0,-1-1 0,-1 1 1,-4-1-1,-1 1 0,-3 1 0,-2 1-6,-1 1 0,-3 0 0,-4-1 1,-3-1-1,-1-3 0,-4-2 1,-3 3-1,-3 0 99,-4 2 0,-3 0 1,-1 0-1,-2 0 0,-3-1 1,-1-1-1,1-2 0,-1-1 30,1 2 1,-1 0 0,-2-2 0,-1-1 0,-2 1-1,-2 0 1,-2-4 0,-4-2 173,-2-2 1,-3-1-1,2 0 1,-1 0-1,1-3 1,-1 0-1,3-2 1,0 0 81,3-1 0,-1-2 0,-6 1 1,-2 0-1,1-3 0,0-1 1,-2-1-1,-1 0-108,-1-2 0,1-1 0,5-3 0,0 0 0,1-4 0,2-1 0,2-3 0,0 0 49,-38 24 0,36-31 1,-1-4-1,-45 13 1,-3-7 67,-2-6 1,7-6 0,4-5 0,-4-9-225,-8-9 0,44-2 0,-1-2 1,-5-3-1,-1-1 0,1-2 1,1-3-242,4-2 0,-1-2 1,-7-3-1,1-1 1,1-3-1,0-3 1,-3-3-1,0-2-45,1-3 0,0-2 0,-3-3 0,2-3 1,4-2-1,1-1 0,0-1 0,0-1 166,-1-2 0,0-1 0,3-4 1,2-3-1,1-4 0,1-2 1,3 0-1,2-2 131,0 0 1,2-2 0,-1-5 0,2-1 0,-1 0 0,1-1 0,2-2 0,2-2-28,3-2 0,4-2 0,4-2 0,7-3 0,6 0 0,5 0 0,4 3 0,2 0 38,3 0 0,4 0 0,8 0 0,6 0 1,-3 29-1,2 0 0,3-1 0,1 0 1,3 0-1,2 1 43,3-1 1,1 0-1,2 2 1,4-1-1,2 2 1,1 1 0,0 7-1,2 2 1,1 0-1,1-1 1,0 1 0,1 0 89,2-1 1,1 2 0,2 1 0,4 1 0,1 2 0,2 2 0,3 2 0,0 1 0,1 1 0,-1 2 0,-1 1 0,1 1-8,1 0 1,0 1 0,1 0 0,1 1 0,1 1 0,1 0-1,4 2 1,1 1 0,0 1 0,1 1 0,0 1 0,0 1-100,1 2 1,1 1 0,1 1-1,3 3 1,1 1 0,0 1 0,-4 2-1,-1 0 1,1 2 0,3 0-1,-1 0 1,1 1-53,-1 0 0,0 1 0,0 1 1,-1 1-1,-1 1 0,0 3 1,-2 1-1,-1 2 0,-2 2 1,27 2-1,-3 4-143,-5 3 1,-2 4 0,-7 4 0,-2 4 0,-5 2 0,-2 4 0,-8 1-1,-5 5-415,-10 0 0,-4 5 0,-2 5 1,-4 4-1,-8 5 0,-2 3 525,2 8 0,-2 2 0,1 3 0,-3 2 0,-2 8 0,-3 0 0,0-2 0,0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1:30:57.592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100 2569 7998,'-10'-19'0,"1"-1"141,-3 2 1,4-3 0,0 0 0,0 0 353,0-1 0,-1-4 0,0 2 1,2-4-142,1-1 1,4-2 0,-1-4 0,4-4-84,4-3 1,11-9 0,1-5 0,6-7-49,8-11 1,0-6 0,10-6 0,4 2-71,8 6 0,7 3 0,-27 37 0,3 1 1,2-2-1,2 1-65,2-1 1,1 0 0,-2 0 0,0 1 0,-2 2 0,0 2 0,-1 0 0,-1 1-14,37-33 1,-33 34-1,3 1 1,0 1 0,1 2-1,2 0 1,-1 1-5,2 0 0,-1 0 1,2-2-1,-1-1 1,-2-2-1,-1-1 0,1 0 1,-1 1-3,3-2 0,1 2 0,3 3 1,2 1-1,1 3 0,1 1 1,-2 2-1,0 0 6,-5 2 0,0 1 0,2-2 0,-1 1 0,-3 2 0,1 2 0,3-1 0,2 1-20,3 0 0,1 1 0,-2 0 1,-1 1-1,1-1 0,-2 0 0,0 0 1,-1 1-16,-1-1 1,1 0-1,0 3 1,0 1 0,1 1-1,0 1 1,1 1-1,-1 1 0,-3 2 0,1 0 0,0-1 0,-1 1 0,46 0 0,-45 4 1,0 0-2,3 3 0,1 0 0,-2-1 0,0 3 0,-1 1 1,-1 3-1,44 10 26,-5 3 1,4-2 0,3 8 0,-49-13 0,0 1 16,45 18 1,-6 7-1,-6 1 1,-4 7-74,0 6 1,-34-25 0,1 0-1,-2 3 1,0 0 0,0 2 0,-2 1-50,-1 0 1,-1 1 0,-4 2 0,-3 1-1,23 36 1,2-4-97,1-4 0,7-4 0,1-4 1,-1 1 103,-4 4 1,-1 5 0,-14 9 0,-5 4 33,-8-1 0,-6 1 1,-11-3-1,0 4 19,0 3 1,-6 12 0,0 0 0,-3-3-109,-3-3 1,6-6 0,-1-1 0,1-3-74,1-2 0,0-2 1,5-6-1,-1-3 23,1-6 0,0 1 0,0-5 0,-2-5-26,-4-2 1,3 2 0,-6 8 0,1 2 177,-1-2 1,-1-2 0,-5-3 0,0-1-29,0-2 1,-5-2 0,-1 3 0,-2-1-90,-4 2 0,-1 3 0,-1 4 0,-1 4 15,0 0 0,-4 4 0,-3-8 0,1-1 10,0-1 0,-5-2 1,1-1-1,-3 1 382,-1 0 1,0-2 0,-2-1 0,-4-4 166,-4-1 1,-8-2 0,-4-5 0,1 0-82,-1 0 1,-1 5 0,8 1 0,6 1-214,5 0 1,6 3-1,0-4 1,3 1-61,-2-1 0,3-1 0,-3-4 0,-5 0 91,-7 4 0,-11-3 0,-5 3 0,-3-2 145,-2 2 1,-4 2 0,-3 5 0,3-3 28,2 3 0,1-5 0,7-2 0,-4-4-78,-8-1 0,-5-1 0,-4-2 0,2-4-12,4-1 1,2-1 0,8-6 0,-1 0-99,0 1 0,-8-7 0,-6-4 1,-9-2-196,-5-3 0,7-1 0,7-1 0,6-4 0,2-2 0,-2-1 0,-8-5 0,-4 0 0,-4 0 0,4-1 0,4-4 0,7-5-65,2-3 0,1-3 0,1-4 0,-4-5-120,-4-2 0,-5-4 1,0-2-1,6-1 46,4 1 0,4-4 1,14-1-1,-4-1-76,-5 0 1,-7-1-1,-3-2 1,-4 1 37,-2 2 0,9-2 0,4-8 0,6-5 69,-1-3 1,4-2-1,-3 0 1,-6 2 42,-6 3 1,-5-6 0,0 4-1,4-1-73,4-5 0,4-5 0,1-13 0,29 38 0,1-1-101,0 0 0,-1 0 0,1-4 0,0 1 0,-1 2 1,1-1-1,0-3 0,1-3-179,-1-4 1,4-1 0,2-5 0,3-1 0,5-4-1,2-2 1,4 3 0,2 0-214,2-1 0,4 1 0,5-3 0,5-1 0,2-2 0,4 0 631,4-2 0,3 0 0,1-3 0,3 0 0,4 0 0,3 1 0,2-1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2:02:01.964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504723.75"/>
      <inkml:brushProperty name="anchorY" value="-518411.15625"/>
      <inkml:brushProperty name="scaleFactor" value="0.5"/>
    </inkml:brush>
  </inkml:definitions>
  <inkml:trace contextRef="#ctx0" brushRef="#br0">90 219 7782,'-13'-14'-7,"-1"-3"1,1 2-1,3-2 1,1-1 114,3 0 1,-3-2 0,3 1-1,1 1-40,1 2 1,3 3 0,2 0 0,3 3-226,2 3 1,3 3-1,1 5 1,0 2-1195,0 4 1351,0 2 0,13 36 0,4 10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2:02:05.366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320 309 7937,'0'-13'174,"0"0"1,1-4 0,1 3 0,2-1 493,2 1 0,-3 0 0,4 3 1,0-1 35,-2-1 0,4-1 0,-2 1 0,1 0-105,2 1 1,4-3-1,0 2 1,3 1 74,4 1 1,3-2 0,7-1 0,2 2-207,4 1 1,3 4-1,2 2 1,1 0-170,-1 3 0,1 1 1,-2 1-1,-1 1-87,2 3 0,-1 2 0,7 6 0,0 3-108,1 0 1,-2 3-1,-11 4 1,-3 3-63,-2 0 0,-2 4 0,-2 2 1,-3-2-59,0-1 0,-1 1 0,2 1 0,1 0 161,-1 0 0,-3-2 1,2 0-1,0 4 41,-1 3 1,-1 1-1,-5 4 1,-4 0-67,-2 0 1,-2-4-1,-1 1 1,-3 1-161,0 0 1,-2-2 0,-3-2 0,-1-1 209,-2 1 0,-3 7 0,-4-3 1,0 1 141,0-1 0,-1-6 0,-2 2 1,-4-2-119,-2-2 0,-4 2 1,-1-6-1,-2 0-73,-1 1 0,-4-2 0,0 3 1,2-3-82,0 0 1,1 1 0,1-1 0,1-2-41,2-2 0,-3 0 0,4-8 0,0 0 0,-2-2 0,-3-1 0,-7 0 0,1-2 0,0-1 0,-3 2 0,3-4 0,-1 2 0,1 0 0,2-4 0,4 3 0,2-1 0,-2 1 0,-4-4 0,-1 1 0,0-2 0,-2-1 0,0 0 0,-5 0 0,1-1 0,3-2 0,5-3 0,5-4 0,2-1 0,2-2 0,-3-3 0,2-3 0,1-2 0,1-3 0,-2 1 0,-2-6 0,1-3 0,0-2 0,0-3 0,4-3 0,2 1 0,1-1 0,-1 0 0,5 0 0,1 0 0,1 0 0,4-1 0,1-2 0,2-3 0,2-3 0,1 3 0,2 4 0,1 4 0,1 1 0,5-3 0,-1-3 0,3 1 0,3 1 0,3 1 0,5-1 0,2 0 0,3 1 0,3-1 0,1 8 0,0 2 0,0 3 0,-1-3 0,-3 5 0,-3 2 0,-1 1 0,-6 3 0,1 2 0,-1 1-179,0 4 0,3 5 1,-2 2-1,6 2-1214,3 2 1,4 6 0,3 5 0,5 4 1392,4 3 0,10-5 0,8-1 0,6 3 0,1-1 0</inkml:trace>
  <inkml:trace contextRef="#ctx0" brushRef="#br0" timeOffset="615">688 1724 7928,'-1'-19'0,"-1"2"0,-1 0 818,0-1 0,-1 1 1,1 0-1,0 4 1204,2 2 0,0 5 0,-1 4-390,-1 4 1,-2 12-1,2 12 1,-4 9-1123,-2 12 0,0 15 0,-1 11 0,0 6-105,0 4 1,3 3 0,1 8 0,2 2-104,2 0 1,1-9 0,1-15 0,-1-6-303,-3-6 0,2-7 0,-5-9 0,0-9 0,-2-6 0,0-9 0,1-7 0,2-2 0,3-6-680,0-5 0,2-5 1,1-6-1,1-2-2597,2-4 0,3 2 0,4-2 3093,0-1 1,-9-5 0,-2-2 0</inkml:trace>
  <inkml:trace contextRef="#ctx0" brushRef="#br0" timeOffset="1019">300 2651 8534,'-10'-16'0,"1"3"4990,2 2-3118,-2 5 0,8 4 1,-2 9-1,3 7-445,3 7 1,3 5 0,5 5-1,1 1-940,1 1 0,2 0 0,-3-3 0,2 0-487,2 0 0,-3-1 0,4-4 0,-1-4 0,0-3 0,2-9 0,-4 0 0,1-4 0,3-2 0,-2-10 0,1-5 0,3-6 0,2-6 0,9-4 0,-2-3 0,0-1 0,-1-1 0,-3-8 0,2 1 0,-4 0 0,-2 2 0,-5 4 0,-4 6 0,-3 5 0,-3 6 0,-2 3 0,1 3-2257,-1 2 0,4 6 0,-1 1 2257,2 4 0,23 12 0,5 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2:02:07.617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180 469 7717,'0'-26'164,"0"1"1,0 3-1,1-2 477,2 2 0,-2-2 0,4 0 0,-2 0 102,1 3 1,2 0-1,-3 8 1,1 2 312,0 3 0,-3 1 0,3 7-55,-3 5 1,-1 8 0,1 7 0,1 6-369,1 2 1,1 7-1,-4 2 1,0 5-48,0 5 0,0 2 1,-1 0-1,-2 1-393,0 0 1,-1-5 0,0 0 0,-1-2-678,-1 0 1,-1-5 0,3-8 0,1-7-6165,-2-5 5269,4-4 0,-2-13 0,6-4 0,4-6 526,2-4 0,1 0 0,0-2 0,0 1 17,0 1 1,-1-1 0,-3 1 835,-2 1 0,-30 18 0,-7 6 0</inkml:trace>
  <inkml:trace contextRef="#ctx0" brushRef="#br0" timeOffset="182">120 877 7663,'-20'10'0,"1"0"112,3 0 0,-2 0 1,4-1-1,0-1 4318,3-2-3291,4-3 1,14 1 0,4-5 0,4-2-171,2-4 1,3-2 0,4-1 0,2 0-484,3 0 0,0 0 0,-2 0 0,-1 0-450,-2 0 0,3 0 0,-4 0 0,-1 0-702,-1 0 1,-4-1-1,0-1 1,-1-1-1079,0 1 1,-3-3-1,-5 2 1,-3 1 1743,0 1 0,-20-4 0,-7 0 0</inkml:trace>
  <inkml:trace contextRef="#ctx0" brushRef="#br0" timeOffset="398">150 329 7760,'-6'-4'943,"2"-2"0,6-4 883,5 0 1,4 0 0,9 1 0,0 2-595,0 0 0,-1 0 0,-2-1 0,0 1-956,1 4 1,-4-2 0,-1 2-1586,-2 1 0,-1 1 100,0 1 0,-4 4 0,-3 3 1209,-2 1 0,-10 16 0,-2 2 0</inkml:trace>
  <inkml:trace contextRef="#ctx0" brushRef="#br0" timeOffset="1000">519 538 7760,'-10'-4'790,"1"-2"4930,2-3-4425,3-1 0,8 5 1,3 5-1,3 6-335,3 3 0,-2 5 0,3 3 1,-3 1-237,-1 2 0,0 4 1,-2-1-1,0-1-451,-1-1 1,-2-1 0,3 0 0,-2-1 30,-2-3 0,0-1-110,0-5 1,0-6 0,4-4 0,-1-7-195,0-5 0,3-4 0,2-9 0,3-5 0,0-5 0,-2 1 0,1 0 0,-1 3 0,1 1 0,-1 5 0,-3 3 0,0 4 0,0 10-31,0 12 1,-5 2 0,-1 10 0,-3-1-122,-1 1 0,0 0 1,0 3-1,0-2 155,0-4 0,0-2 0,1-1 236,2 0 1,-1-4 0,5-3-240,1-2 0,-3-4 0,2-3 0,1-1 0,0-5 0,6 0 0,-1 2 0,-1 0 0,-1 0 0,-1 2 0,0 0-251,0 1 1,0 5 0,0-1-2613,0 2 0,0 2 0,0 1 803,0 1 1,0 0 2059,0-3 0,22-13 0,6-3 0</inkml:trace>
  <inkml:trace contextRef="#ctx0" brushRef="#br0" timeOffset="1318">1276 339 7760,'-9'-1'1171,"1"-1"2838,2-1 1,3-1-2701,-4 4 1,1 5 0,0 2 0,1 4-750,1 3 1,3 0-1,-3-1 1,3 3-567,1-1 1,0 3 0,0-3 0,0-1-876,0 0 0,0 0 135,0-4 1,5-5 0,1-3 0,3-4 422,1-5 1,3-3-1,2-3 1,0-3 744,3-3 1,-2 0 0,-1 1 0,1 2 82,-1-2 0,-3 0 1,2 2-1,-3 3 709,-1 6 1,-4-1-1475,1 5 0,-5 4 0,1 5 0,-1 3-1528,-2 1 1,0 3-1,0 1 1,1-2-1617,2-1 1,2-4 3403,5-1 0,71-30 0,-31 10 0,-1-1 0</inkml:trace>
  <inkml:trace contextRef="#ctx0" brushRef="#br0" timeOffset="1783">1725 239 7760,'-10'-9'123,"0"-1"1,1 0-1,1 1 1,1 2 791,0 4 1,1 2-1,-1 2 1,1 2 486,0 4 0,-2 3 0,4 3 0,0 4 36,-1 1 1,2 2-1,3-1 1,0-1-1365,0-1 1,0-4 0,0 2-1,1 0-453,2-3 0,3-2 0,4-2 0,0-3-174,0 0 0,0-2 0,0-4 0,0-3 187,0-2 1,0-6 0,0-3 0,-2 0 826,-1-3 0,1 3 1,-4-2-1,1-1 492,-1-1 1,3 4 0,-4 2-1,-1 1-507,-1 3 1,3 2 0,0 1 0,2 3-486,1 4 0,-1 5 0,1 7 1,0 5-96,2 4 0,0 3 1,-1 6-1,-3 1-220,0 2 0,1 3 1,-2 0-1,-2 2 67,-1 0 1,-5 1 0,-5 0 0,-7 0 266,-7 0 0,-1-5 0,-3-3 0,-1-4 345,0-5 0,-1-6 0,2-5 1,5-4 368,4-5 0,7-6 0,6-5 1,0-4-173,3-5 1,1-1-1,2-4 1,2 0-523,4-1 0,5-5 0,2 4 0,-2 1 0,-1 3 0,-1 7 0,0 0 0,0 5-1088,0 1 1,0 5 0,0-2 0,0 3-760,0 1 0,-3 4 1,1 0-1,1 2-535,-1 1 2382,-1-2 0,25-23 0,6-10 0</inkml:trace>
  <inkml:trace contextRef="#ctx0" brushRef="#br0" timeOffset="2148">2063 20 7760,'-6'4'6558,"-1"-1"-7665,5 0 1107,-3-3 0,14-13 0,2-4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2:02:11.566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30 2392 7774,'-10'0'1317,"4"0"-58,-1 0 40,5 0 0,-2-1-690,4-3 1,4-1-1,3-5 1,1-1 31,2-2 1,2-3-1,1-4 1,3 0-88,3 0 0,2-4 1,3-3-1,2-2-53,3-5 0,5-1 0,3-5 0,2-1-35,0-2 1,-3 2 0,-3-1 0,-2 3-56,-1 3 1,-2 3 0,-1 0-1,3 2 64,1 1 0,-1-3 1,7 0-1,1 0-204,4-2 0,-5 4 0,0-1 0,-5 3-271,-2 3 0,-4 3 0,0-3 0,-1 2 0,1 2 0,0-3 0,4 2 0,0 0 0,0-2 0,0 3 0,0-4 0,-1-1 0,1 2 0,-1-4 0,-2 3 0,-4 1 0,-2 2 0,-2 3 0,-1 2 0,-2 1 0,2 0 0,0-1 0,-1 0 0,1 2 0,3-2 0,-1-1 0,3-1 0,-2 1 0,-1 3 0,-3 0 0,-2 4 0,0-1 0,-3 1 0,-4 2 0,-3 2 0,0 1 0,-1 2 0,-2-3 0,2 1 0,-1 4 0,-2-3 0,2 2 0,0-4 0,3 2 0,2-3 0,-3 2 0,1 0 0,-2 0 0,0 2 0,-4 1-1650,0 4 0,-1 1 1,-3 2-1,-1 4-2217,-1 2 3867,-3 1 0,-5 0 0,-7 0 0</inkml:trace>
  <inkml:trace contextRef="#ctx0" brushRef="#br0" timeOffset="399">1675 688 7817,'-7'-1'-418,"0"-3"914,0-2 1,2 0 0,1 0 761,-1-2 0,3 2 0,-3 0-492,0-2 0,-1 2 1,1 1-1,0 0 51,-3 3 1,-2 1 0,-2 2-1,-3 3-171,0 2 1,-5 7 0,-4 4 0,-1 3-368,1 3 1,1 3 0,3 4 0,0 0-561,0-1 0,4-3 1,4-3-1,4-2-1012,5-1 0,2-4 0,1-3 0,1-3 121,2-3 0,3-3 1,4-4-1,1 0-460,2 0 1632,3-4 0,30-33 0,7-12 0</inkml:trace>
  <inkml:trace contextRef="#ctx0" brushRef="#br0" timeOffset="580">1675 668 8062,'-7'0'2836,"0"0"1,5 1 0,0 3-1331,4 6 0,4 3 0,5 5 0,2 4-855,4-1 0,2 3 1,0-1-1,1 0-622,0 2 0,-1-5 1,-1 1-1,-3-5-792,0-1 1,-2-2 0,-3-4-1,-1-1-7956,-2-2 8719,-3-4 0,-17-19 0,-4-11 0</inkml:trace>
  <inkml:trace contextRef="#ctx0" brushRef="#br0" timeOffset="1534">608 239 7926,'-10'-10'66,"4"1"1,0-1-1,2 0 876,2 0 0,1 0 0,1 0-122,0 0 0,4 1 0,3 1 1,3 3 139,3 0 1,2 2 0,6 4-1,3 2 33,2 4 0,3 7 0,1 6 0,1 7-82,2 5 0,1 3 1,4 5-1,-1 0-303,0 0 0,2-4 0,1-1 0,0-4-471,0-6 0,-1-7 0,0-6 0,-2-4-137,-4-5 0,-6-6 0,-3-5 0,-1-5 0,0-7 0,5-4 0,-1-7 0,3-3 0,3-2 0,2-4 0,4-2 0,-1-1-149,-2 1 1,-5 11-1,-1 7 1,-6 10 181,-3 6 1,-4 4 0,-1 6 0,-1 5 80,1 6 1,0 5 0,4 2 0,1 1-115,2 2 0,3-2 0,4 1 0,0-3 0,0-2 0,3-5 0,0 0 0,-1-4 0,-1-5 0,-4-3 0,-1-3 0,3-5 0,3-4 0,0-4 0,6-4 0,3 0 0,4 0 0,2-3 0,-1 0 0,0 2 0,-5 3 0,-8 4 0,-2 5 0,-5 2 0,-1 4 0,-3 7 0,-4 6 0,-3 6 0,0 3 0,2 2 0,0 1 0,2 1 0,1-1 0,-2-1 0,0-1 0,0-1 0,3-2 0,-4-4 0,2-6 0,0-4 0,0-2 0,4-2 0,2-4 0,0-3 0,3-5 0,2-4 0,4 0 0,6-2 0,5-1 0,0 1 0,-2 2 0,-3 1 0,-4 2 0,-1 4 0,-7 4 0,-1 2 0,-4 2 0,-6 2 0,-4 3 0,-3 5 0,-3 4 0,0-1 0,-2 2 0,0-2 0,3-1 0,2 0 0,2-1 0,3-1 0,0-1 0,2-5 0,4 0 0,1-4 0,1-5 0,5-2 0,-2-1 0,2-1 0,-1-2 0,1-1 0,-1-4 0,1 1 0,-2 0 0,4-3 0,-1-3 0,4 0 0,3 1 0,-4 2 0,0 4 0,-4 2 0,-5 3 0,-3 6 0,-4 1 0,-2 3 0,-8 2 0,-2 3 0,-3-2 0,-1 5-1569,0-5 0,1 2 1569,2-4 0,-2-18 0,4-4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2:02:17.868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343 207 7859,'0'-15'165,"0"-4"0,1 2 0,3 0-69,2 0 1,6-2-1,3 3 1,6-2 21,3 1 1,9 3-1,5 4 1,5 1 749,3 3 1,1-2 0,1 4-1,-6 3-255,-2 4 1,-5 3-1,2 9 1,1 3-277,0 5 1,2 4 0,-1 0 0,-1 3-228,-2 3 0,-5 1 0,-1 4 0,-6 0 16,-3 3 1,-6-1 0,-4 7-1,-4 1-47,-3 0 0,3-2 0,-4-3 0,-1-3 33,-1-4 1,-4 6 0,-1-2 0,-2 1 24,-2 0 0,-1-1 1,-2 0-1,-1-1-141,-1-3 0,-5-3 0,2-6 0,-3-4-14,-1-2 1,-5-1-1,-2-1 1,-4-1-53,-2-2 1,-5-4 0,1 3-1,0-3 165,0-2 0,3 2 0,5-6 0,1-1 72,2-1 1,-1-3-1,-2-1 1,2-1 38,0-3 1,1-5-1,-4-5 1,1-1-96,2-3 1,3-1 0,4-2 0,0-1-27,0-1 0,5-4 0,1 3 0,3-2-57,1-2 1,2-1-1,0-5 1,1-1 109,-1 0 0,4 0 0,0 5 0,0 0 189,1 0 0,0 2 0,3 0 0,0 3-11,0 0 0,0-2 1,0 0-1,1-1-68,2 2 1,6-4 0,5 1 0,2-3 40,1 0 0,6-3 0,1 3 0,1 2 83,3 3 1,1 5 0,2-2 0,1 3-189,1 1 0,3 4 0,-5 0 0,-3 1-298,1-1 1,-1 1-1,-3-3 1,-4 3-647,-3 0 0,-1 3 1,4 4-1,1 3-960,1 0 1,6 3-1,0 7 1,4 3 1719,2 5 0,29 26 0,9 5 0</inkml:trace>
  <inkml:trace contextRef="#ctx0" brushRef="#br0" timeOffset="764">662 1154 7835,'0'-20'0,"-3"-2"0,0 1 0,0 3 247,2 3 0,1 1 720,0 4 0,4 9 0,0 7 0,0 8 194,1 10 1,2 13 0,-4 12 0,-1 12-538,-1 11 1,-1 12 0,0 11 0,1-42 0,-1 2-245,2 3 1,0 1 0,-2 6 0,2 2 0,1 0 0,2 1 0,0 1 0,1 0-201,1-1 0,1-1 1,-1-1-1,1-1 0,-2-7 1,1-1-1,-1-4 0,-1-2 11,5 42 1,-5-10 0,-1-8 0,-3-4-145,-1-2 1,-5-4 0,-1-9 0,-2-6-538,1-6 1,-1-5 0,1-6-1,-2-8-1622,-1-6 1,3-5 0,2-4-24,0 0 0,2-5 1197,3-5 1,-26-18 0,-8-8 0</inkml:trace>
  <inkml:trace contextRef="#ctx0" brushRef="#br0" timeOffset="1082">433 3117 7803,'-10'-3'659,"0"0"935,0 0 0,5 3 0,1 5-606,3 5 1,6 4 0,2 7 0,6 2-156,3 4 1,6 3 0,4 2 0,1 1-267,4-1 1,5-1-1,-2-3 1,1-5 58,-1-6 0,-2-9 0,-4-5 0,-3-4 29,-1-6 0,0-8 0,-3-12 1,1-3-471,1-3 1,4-2-1,-3-5 1,2 0-186,1 0 0,-1-9 0,1-5 0,2-6-498,0-3 1,-1 1 0,-10 8 0,-1 8-1361,-4 12 1,1 9 0,-3 9 0,-4 7-407,-1 8 0,-2 7 0,-1 7 2264,0 4 0,-4 28 0,-5 8 0</inkml:trace>
  <inkml:trace contextRef="#ctx0" brushRef="#br0" timeOffset="1482">184 3825 7794,'-24'9'-4,"-4"-2"1,-2 0 185,0 1 0,2-4 0,11 1 0,2-2 842,5 0 1,8 1-1,3-4 1,9 0-91,9 0 0,14 0 0,12 0 0,5-2-48,7-1 0,6-4 0,5-5 1,5-1-384,6 1 0,4-3 0,5 2 0,-3 1-521,-1 1 0,-2 1 0,-5 1 0,-9 2-2742,-10 4 1270,-15 2 1,-33 5-1,-13 2 1,-11 1-546,-4-1 1,-11 2 0,-6 4 2034,-5 1 0,-24 1 0,-11-1 0,-8 0 0,0 1 0</inkml:trace>
  <inkml:trace contextRef="#ctx0" brushRef="#br0" timeOffset="1753">583 3845 7794,'-4'-7'756,"1"0"0,-2 5 504,2-1 1,1 2 0,-4 2 0,1 3-123,-1 6 1,0 7 0,-5 9 0,-3 8 597,-2 3 0,-4 9 1,-3 5-1,-4 7-1320,-2 8 0,0 4 0,3 0 0,4-6-410,4-5 0,0-10 0,5-9 0,1-7-974,1-5 0,1-5 0,0-7-5564,0-2 4918,0-3 0,4-10 0,4-6 0,5-7-280,7-8 1,1-1 1893,6-5 0,13-36 0,6-12 0</inkml:trace>
  <inkml:trace contextRef="#ctx0" brushRef="#br0" timeOffset="1998">523 3984 7708,'-4'-10'392,"1"0"1,0 0-1,3-1 1,0-1 916,0-1 0,1 1 0,2 4 0,5 2 35,4 2 1,4 0-1,4 6 1,1 2-234,2 6 1,-1 10 0,5 10 0,-1 5-259,0 4 0,1 8 0,-5 0 0,-2 2-623,-2 3 0,-5-2 0,3 3 0,-3-3-230,-4-4 0,-3-7 0,-6-9 0,0-7-816,0-5 1,0-4 0,-2-5-2730,-1-2 0,1-3 588,-5-4 0,2-4 0,-3-3 2957,1-2 0,5-54 0,-2-13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22:02:24.482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1306 8630 7864,'-35'-6'59,"-1"-6"0,-3-8 399,-1-5 1,5 0 0,2-4-1,3 0 220,3-2 1,-1-7-1,6-1 1,2-1-565,3-2 1,3-7 0,-1-4 0,0-9-69,3-6 1,2 2 0,3-1 0,0-3-86,-1-2 1,-2-8 0,-2 4 0,-2 0-159,-2 1 0,-2 3 0,-6-5 1,-5-2 13,-3 0 0,-2-1 1,1 4-1,-3-2 350,1-7 0,-2-1 0,7 0 0,4 2 118,0-1 1,5-3-1,-2-5 1,3 1 48,3 1 1,-1-2 0,1 0 0,-3 1-114,-3 1 0,2-5 0,9 47 0,-1 1 1,-9-49-91,2 2 1,-2 1-1,7 0 1,-1-2-120,3 0 0,2-1 1,2 6-1,1-5-71,2-3 1,3 47 0,0 0 0,-5-45 0,3-1-148,0 0 0,1 4 0,1-2 0,-3 0 64,1-4 0,-3 6 0,3 4 1,1-2 177,0-4 0,0-3 0,4 1 0,-1 5 20,-2 0 0,1 4 1,-4-4-1,2 3-80,1 4 0,1-6 0,0 2 0,-1 0-26,0 3 0,2-4 1,1 4-1,0 0-11,0 2 1,0 4 0,0 0 0,0-3 41,0 0 1,1 0-1,2 13 1,0 2 74,-1 1 0,-1-3 0,0 2 0,2 8 89,0 9 0,1 5 1,-1 6-1,1 3-84,2 3 1,-3 6 0,2 6 0,1 2-109,-1 1 1,3 1 0,4 2 0,3 4-118,0 2 1,2 2 0,4 1-1,2 3 75,4 0 0,2 2 0,2 3 1,2 0 52,3 0 1,3 1 0,1 1 0,0 2 35,0-2 0,9-1 1,9-1-1,8 1 45,6 2 0,5-2 0,-2 3 0,5-3 76,7-1 1,7 0-1,5 0 1,-3 0 26,4 0 0,-47 0 0,1 0 0,5 0 0,1 0 0,1 0 1,2 0-111,1 0 1,1 0 0,0-2 0,0 1 0,1-2 0,0 1 0,3 0 0,0-1 23,3-1 0,0 0 0,6 0 1,1 0-1,-2 0 0,-1 0 1,2 1-1,0 0-56,3-1 1,0 0 0,-1 0 0,2 0 0,6 0 0,1 0 0,0 1-1,0 1-168,0 0 0,1-1 1,5 0-1,1-1 1,-6 0-1,0 1 1,4-1-1,2-1 117,1 0 0,2 0 1,-30 2-1,1 0 1,1-1-1,0 1 1,0 0-1,-1-1 0,1 1 1,-1-1-1,0 0 40,0 0 0,1-1 0,-1 1 1,2 0-1,1 1 0,-1-1 0,2 0 1,-1-1-1,1 1 0,-1 0 1,1 0-1,0 1 15,0-1 1,-1 1 0,2 0 0,3-1 0,1 1 0,-1 0 0,-2-1 0,0 1 0,-1 0 0,3-1 0,0 1 0,0 0-71,1-1 1,1 1 0,0 0 0,3-1 0,0 1-1,-1 0 1,-1-1 0,-1 0 0,-1 1 0,2-1 0,-1 0-1,1-1 81,1 1 1,0 0 0,0-1 0,-3 1 0,1-1 0,0 1-1,2 0 1,1 1 0,0 0 0,0-1 0,-1 1 0,1-1-6,-1 0 0,0-1 1,0 1-1,-1 0 0,0 0 1,0 0-1,-1 0 1,0 0-1,1-1 0,-1 1 1,1 1-1,0-1-6,1 1 1,0 0-1,1-1 1,3 1-1,1-1 1,0 0-1,-3 0 1,0 0-1,-1 0 1,1 0-1,0-1 1,0 1-2,2-1 1,0 1 0,0 0-1,-2 1 1,-1-1 0,1 0 0,4 1-1,1-1 1,-1 0 0,-2 0 0,1 0-1,-1 0-10,-2 0 0,-1-1 1,1 1-1,5-1 0,0 1 1,0 0-1,-5 0 1,0 0-1,-1 0 0,3 1 1,0-2-1,0 1 19,2 0 1,-1-1 0,1 1-1,-1 0 1,0-1 0,0 1-1,-1 0 1,0 0 0,-1 1-1,0-1 1,0 0 0,0-1 23,-1 1 0,0 0 0,0-1 0,0 0 0,-1 0 0,0 1 0,2 0 0,0 0 0,0 0 0,-2-1 0,-1 1 0,0-1 12,-3 1 0,1 0 1,-1 0-1,2 0 0,1 0 1,-1 0-1,-5 0 0,0 0 1,0 0-1,0-1 0,0 1 1,1 0 5,-1-1 1,0 1 0,1 0-1,1 0 1,0-1 0,0 0-1,-3 0 1,-1 1 0,0 0-1,-2 0 1,0 0 0,-1 1-36,-1 0 1,-1 0 0,0 1 0,0-1 0,0 0-1,0 0 1,-1 1 0,0 0 0,-1-1 0,31-1 0,-1-1-143,-3 0 0,-1 0 0,2 1 1,-1 0-1,-6 0 0,-2 0 1,2 1-1,0-1 70,2 0 0,-2 0 1,-2 2-1,-2-1 1,-1 0-1,-1 0 1,-4 1-1,0-1-14,-5 0 1,0 0-1,1 2 1,-2 0 0,-4-1-1,-1 0 1,-1 0 0,-2 0 13,-3 1 0,0-1 0,-2 0 0,-1 1 0,-4 1 0,-2 0 0,45 0 326,-12 0 0,-3 1 0,-1 2 0,-7 4-68,-10 2 1,-13 2 0,-11 3-1,-6 5 364,-3 3 1,-2 2-1,-2 0 1,-3 2-427,0 3 1,-3 5-1,3 3 1,-3 2 23,-1 1 0,-1 8 0,1 7 0,0 3-286,0 2 0,-1 2 0,-1-4 0,-2 4 82,2 4 0,1 10 0,1 4 0,1 1 23,2 0 0,3 7 0,4 6 0,-15-44 0,-1-1 109,1 1 1,0 0 0,0 2-1,0 0 1,0-1 0,-1 1-1,0 3 1,-1 0-16,-2 2 0,1 0 0,0 6 0,-1 1 0,0-2 0,-1 1 0,0 1 0,-1 0 27,0 1 1,1 1-1,-1-1 1,1 2-1,0 3 1,0 1-1,-1 1 1,1 0-46,0 1 1,0 1 0,2 0 0,1 0 0,0-1 0,0 0 0,2 3 0,0 0-89,2 0 1,-1 2 0,1 3-1,1 2 1,0-3 0,1 0 0,0 0-1,-1 1 54,1 0 0,0 0 0,-2-1 1,0 1-1,0 2 0,0 1 1,0-1-1,-2 0-182,0-2 0,0 0 0,3 4 1,0-1-1,-2-4 0,0-1 0,2 2 1,0 0 125,2 1 1,1-1 0,2 0-1,0 0 1,-2-2 0,1-1 0,-1-2-1,-1-1 72,-1-2 0,-1 0 1,2 0-1,-2 0 0,-1-2 1,-1 0-1,0-3 0,-1 0 6,-1-4 0,0-1 0,0-1 1,1-2-1,-2-5 0,-1 0 0,1-3 1,1 1-16,-1-2 1,0 0-1,8 46 1,-2-4-1,-8-8-50,-6-6 0,-6-4 1,-6-3-1,-8-1 19,-10-6 1,-3-5 0,-8-10 0,-3-1 131,-3-3 1,-13-2-1,-14-4 1,-12 0-101,36-19 0,-2-2 0,-2-1 0,-2-1 0,-4 1 0,-2-2 0,-4-1 1,-2-1-47,-3-2 0,-1-1 1,-8 1-1,-1-1 1,0-3-1,0 0 1,-7-1-1,-1 1-73,-4-1 0,-2-1 0,-4 0 0,-2-1 0,28-1 0,-1-1 0,0 0 0,-1 1 0,-1-1 0,0 0 56,-1 1 1,-1-1 0,-1 0 0,-1 0-1,0-1 1,-2 0 0,-4 0 0,-2 0-1,0 1 1,-1-1 0,-1 1 0,1-1-136,-2 1 0,0 0 1,0 0-1,-6 0 0,0 1 1,0-1-1,3 0 1,0 1-1,-1-1 0,-3 0 1,-1 1-1,0-1 131,-3 0 0,0 0 1,0 1-1,21-1 1,1 0-1,-1 1 1,0-1-1,-1 1 1,-1-1-1,1 1 1,-1 0-1,2-1 1,0 1-1,0 0 0,0 0 28,-2 0 0,1 1 0,-1-1 0,1 1 1,-1 0-1,0 0 0,-1 0 0,0 0 1,-2 0-1,0 1 0,-1-1 0,1 1 0,0 0 1,0 0-1,0-1 0,1 1-88,-1 0 1,0-1 0,-1 1-1,1-1 1,-1 1 0,0 0 0,-1 1-1,1-1 1,1 0 0,0 0-1,0 0 1,0 0 0,-1 0 0,1 1-1,-1-1 1,0 1 101,0-1 1,0 1 0,0 0 0,-1 0 0,0 0 0,0 0 0,0 0 0,0 0 0,0 0 0,0 0 0,1 0 0,-1 0 0,3-1 0,0 1 0,0-1 0,0 1-21,0 0 1,0 0-1,0 0 1,0 0-1,0 0 1,0 0 0,-1 1-1,0 0 1,-2 0-1,-1 0 1,0 1-1,1 0 1,1 0 0,0 1-1,0 0 1,1 0 7,2 0 1,0 1 0,0-1 0,-1 1 0,-1 0 0,0 0 0,0 0-1,0 0 1,1 0 0,1-1 0,0 1 0,-1-1 0,0 1 0,1 0-1,-1 0 1,0-1-2,1 1 0,-1-1 0,1 1 1,-1 0-1,2-1 0,-1 1 0,0 0 1,1 0-1,0-1 0,1 1 0,-1-1 1,1 1-1,2-1 0,0 1 0,0-1 1,0 1-88,0 0 1,1 0 0,-1 1 0,1-1 0,-22 5 0,0 0 0,0 0 0,-1 0 0,-1 1 0,1 0-1,3-1 1,0 0 0,1 0 53,2 0 1,1 0 0,-1-1 0,1 0-1,-1 0 1,1-1 0,6 0 0,2-1-1,-1 0 1,0 0 0,0 1 0,0-1-6,0 0 0,1 0 0,1 1 0,3-1 1,1 0-1,1 1 0,-1-1 0,0 1 1,0 0-1,2 0 0,0 0 0,1 1-31,-1 0 1,1 1 0,1-1 0,3 0 0,0 0 0,0 0 0,-1-1 0,1 0 0,0 0 0,3-1 0,-1 0 0,2-1 38,-31 7 1,2-1 0,4-2 0,2 0 0,3 1 0,0-1 0,3 0 0,0-1 155,3 0 0,0 0 0,0 1 1,1 1-1,8 0 0,2 0 1,1-1-1,2 0-107,3 0 1,2-1 0,-3-2 0,1 0-1,4 0 1,1 0 0,3-1 0,0-1 232,5-1 1,1-1 0,-48 7 0,4-3 0,5 0-302,8-1 1,4-1-1,0-1 1,0-1 471,-1-2 1,9 0 0,10-2 0,4-1-228,1 1 1,-8-1 0,2-2-1,2 2 245,3-2 0,8 2 0,6 0 0,5-2-479,1-1 1,-6 2 0,-7 2 0,-1-1 38,-2 1 0,4-2 0,4-3 0,5 0-17,3 0 0,1 0 0,2 0 1,1-1 156,-2-3 0,2-1 0,-4-5 0,2 0 117,2 0 1,2-1 0,8-1 0,0-3-84,0 0 0,5-5 1,2-3-1,2-1-48,1 0 1,3 2 0,1-6 0,2-1-138,2 1 0,1-4 1,1 5-1,0-1-142,0 2 1,0-6-1,0 2 1,0-1 46,0 0 1,1-4 0,1-3-1,1-7 11,0-4 1,-2-5 0,-1 1-1,0-4 89,0-5 0,-3-11 0,-2-8 0,-7-3-70,-6-4 0,-2-5 0,5 43 0,-1-1 1,-2-4-1,-2 0-698,-1-3 1,-2 0-1,-4-3 1,-2 0-1,-1-4 1,0-1 0,-1-4-1,1-2 685,1 0 0,-3-11 1,7 20-1,-3-10 0,-4-8 1,-1-3-1,0-2 1,0 3-1,3 2 0,-1 1 1,0 0-1,1 0 0,-1 0 1,0-1-1,0 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44AA5-6D62-4F41-8793-87FA5AA4E3AB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1FEA3-FA0C-3F44-AA37-890CF6AFB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80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61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98C8D-435B-4634-A986-B76233DFD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F1830-294C-86DF-540F-E90A5A0D0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94C13-E275-6FB9-BD87-AE61A937E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273F3-7ED3-EF16-F66F-EF9B12BD3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54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EFDAC-6CF1-2305-FD9E-01EF494FE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64ADB-C389-3EA8-0008-E5273D3D1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2C556-D911-B7F3-705D-4193791CE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074CD-3AC3-2CC7-F929-80CB4FD2F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45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0D960-D136-E808-EC55-C582D11CF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CE24F-5090-C963-197D-3D0532834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29836-3722-C957-7D62-B5C0CC802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BF9BF-32DA-EE52-6728-D38914E67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79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6FB35-ED2F-7970-A751-62EF7DC3B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B0503-E09D-E55B-E96E-ABC754586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E68AC9-8EC9-4AAB-1AA0-4FA63C484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911E2-C77D-982F-7EFF-A6097F235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27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1228C-1DE5-7FA4-13A3-1F8A116F1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8D21D-2815-C114-9763-997E8BAE2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949AA-0788-E951-C5FF-4161EA77F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45A72-8A2A-3897-2FD9-76082F758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98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F5BDB-0C80-AF81-8A92-DADB04369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60A61-E4BD-3667-373E-4A6049CB3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953D60-A49F-F44C-493F-3ECE1C404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5B83A-FFB3-EC2C-44F9-D89C5DAA7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4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0A97F-9888-5110-1FCE-5F88C7E85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A029C-52CC-F54D-F5FA-9DDF4575D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7932D-EF5E-40CB-5B50-699F6D4CB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1263C-2F31-FA9D-D512-9342ECD1C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11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8A642-D97E-C0F4-DD0D-EAB942FA6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E7D49-EC21-650B-EEBD-8B02C6CAA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6FD6E-966F-4C5F-159D-C74343675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E14D8-7B16-1380-A158-91581859B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4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31794-EB29-43BC-65F3-88CBBF142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FA000-C43D-B7F8-DB44-7B8BAB627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EB387-62B6-A581-3FC4-9C9F77E93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E52F0-3442-52FA-ECE4-6F09FE09D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80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BF7F9-B5A0-5E87-F218-0270254A2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467B6-390A-5352-4691-46792581B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313F4-4978-3267-8C0C-D6FE816CF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5ACBF-3D42-738E-5B5E-0644569C3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9CD32-BF89-A5EF-6614-D91325E1F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5AC75-351B-145F-AA65-23AD6BBEA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6ECBE-5A96-ED7A-D2C2-4D1655C09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E5AD1-7A0D-E1BB-898B-A09BA2234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02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71B39-561C-E3FA-9567-0080385F2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F9E1D-84D8-B612-9436-9A1073A22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C035E-636B-2F1C-E723-AABE482C5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A13F2-881D-26BB-3E7B-72E25376EC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521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7680D-384D-F84A-824E-15A79E39D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0EE10-B5FC-0E13-11C4-5B535570C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CCDA4-946E-DC3E-F870-CA9C48A08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AC36F-774B-7DE3-5990-34136DCAD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659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66FD2-0709-02AD-1DE7-BBB6B9F9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3B9EE-E540-B721-6B51-0AB77C842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324BD-4F0A-A442-3021-4A24FB582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04524-A7A0-747B-791F-BA80A63A0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362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0C5DF-6493-47B7-3B28-B557690A1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4872D-D6A9-B78C-7E26-398E11620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5054E-D871-0314-51F8-2A071EEDC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F0AC3-ECC3-680D-835F-1CD66DF96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004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44E1-7C06-1538-EA67-B15FE67F5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E060AA-83A5-7CE2-5E5B-89C58AB45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3E7B9-582B-E78D-AF9E-508F51B2D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60AD3-F5B6-872B-7189-80F87B41F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157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4C0D-C854-0E81-3228-B5811F06A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66439-E36E-6B02-BE3D-482FEAAB9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E2492-31AE-AAA1-773D-117818EA9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91671-8AF8-EAFD-1957-B9379E419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795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927FC-65B1-B6DF-1F81-722FF5409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124A3B-59AA-EE97-CE1F-09108C7D4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AE39B-5F09-6E20-E527-1A300351E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B36A8-E42B-2D01-10E7-2EBDC17C8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020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BA3EA-DF53-9779-FD55-0AEADAAF4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2B2F5-F1C5-60EB-198B-49E7D8068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43A5A-720C-CFCA-1F1A-EE87BE0D0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1F03A-D63C-7206-411E-8B594534C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912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C24E4-2141-8D2B-BF2A-53F4BC172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9129D-AB57-B733-86F8-2855D6668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16A60-4656-FC6A-C238-928C76236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ABEE9-5F82-F49E-A840-EDA110822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559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7C106-6F50-AB2A-AD73-542712C49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E09AF-333D-E592-0B8F-7EC82DB42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9E064E-1090-0807-C10C-93459DFCA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1CB2E-A32E-1F27-C053-406C33414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034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6FFC-3701-B85A-2500-ABB99D092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B0801-46D8-6F02-E188-8287DBC6C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C798A-EBAA-BEDD-A06F-BC860481E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A4DD4-DB98-8ABF-54E6-8E1F7FA5F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627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97E5C-C75F-BBFC-01D9-48399886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B3B70-75E8-96BB-59A8-99FB7856E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A4C8B-0567-4D89-87F3-A062DD226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0C04E-2538-1D9B-83D2-1A4C77373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310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EB4ED-8289-C187-7663-E51ACC78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973BD5-08A0-2A14-9C1D-72015BB15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A250F-940C-7123-35E2-B2A2B203F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D90AF-0070-D9AF-49BB-DF9DAC063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27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69AD6-B8EC-AEE3-784F-66E6A73E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8D0458-2A2D-84BF-14C3-EA8C7BD3F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BDC1F-82C8-AB77-F1A8-F43A67D01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6A666-6C11-F826-7EAD-56D826D6F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155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7AE51-7771-1E23-BB43-EC108267E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BB530-CA5E-8B39-5775-7468C80BB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F7148-60DB-A339-A19B-852E89760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334A9-3228-8F84-7750-5D85AD37B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483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9576B-E216-08A0-C267-CDB17F5E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0994F-231C-56E9-2EB4-CC89B29F0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DD6FE-49B4-940A-69A6-AF5258C09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1AA20-D9A4-6580-F08A-90F3FBE39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034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3A1EF-4179-A155-DE8C-FC46CEE09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E91AA-BEB0-4ED2-BECD-CEBA8CFDD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78E2C-D15D-661D-A5EC-CDA33E685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C936E-2ECF-C6D1-CF76-97AE29C6F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914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AB9D3-91B9-BFFE-EC9A-0D494CFED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25107-4C13-AED0-FFEE-90EBAD3DE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9AF92-9480-40A1-33C4-8ED2E30E2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AB9C0-435A-4CA9-5CC1-8D7BB23CF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39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E1FF7-7F39-EFAD-C909-96DE00ECB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5E600-EFD9-B6BA-5E45-D107E8F9D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D5035-49D8-403C-5606-6ADEE43FC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865BE-0A86-CA32-C03F-43AD66AC2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803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B5035-2D37-E2DD-FB21-358A6186E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06B18-1798-4DF7-3179-CD42F196D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D100A-1690-A295-3183-EF0962813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23B6D-7933-06F4-F42F-E9EE77074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452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4F41-5371-8DB2-2C47-04C087F6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058CFF-6134-7A35-F34D-713A9491D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CA3935-BCB0-622F-5CB4-3405091F3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FAAFB-4B64-C3BF-4EDE-3DE43D97E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472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36537-B4E7-3ED3-D915-11D518D66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6DFBC-4287-E48F-1488-F5A4A6E45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14069-9AA9-7E0D-DAF8-ADE1809E2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228D2-EB49-8084-66C4-D98494867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429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82AAA-507F-D1F8-6488-ABBDE57A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7A00A-6034-8817-8301-84CAD66E3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4D201-EB09-9F33-802D-95BD3C685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1D937-BD24-D14C-D743-48CE9A030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36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72455"/>
            <a:ext cx="1036320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145280"/>
            <a:ext cx="853440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7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75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63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507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38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26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138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01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2522" y="6801312"/>
            <a:ext cx="4545497" cy="389467"/>
          </a:xfrm>
        </p:spPr>
        <p:txBody>
          <a:bodyPr/>
          <a:lstStyle/>
          <a:p>
            <a:r>
              <a:rPr lang="en-US"/>
              <a:t>CS 472/572 – Unsupervised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89034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92947"/>
            <a:ext cx="10972800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06882"/>
            <a:ext cx="10972800" cy="4827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780108"/>
            <a:ext cx="28448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 472/572 – Unsupervised Machine Learning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780108"/>
            <a:ext cx="38608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780108"/>
            <a:ext cx="28448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8B4CA-17F6-EE51-7BD7-D3F74C78348A}"/>
              </a:ext>
            </a:extLst>
          </p:cNvPr>
          <p:cNvSpPr/>
          <p:nvPr userDrawn="1"/>
        </p:nvSpPr>
        <p:spPr>
          <a:xfrm>
            <a:off x="0" y="0"/>
            <a:ext cx="121920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714DD4-1F3A-9FA9-DAFC-3E32571E255C}"/>
              </a:ext>
            </a:extLst>
          </p:cNvPr>
          <p:cNvSpPr/>
          <p:nvPr userDrawn="1"/>
        </p:nvSpPr>
        <p:spPr>
          <a:xfrm>
            <a:off x="0" y="6701105"/>
            <a:ext cx="12192000" cy="614096"/>
          </a:xfrm>
          <a:prstGeom prst="rect">
            <a:avLst/>
          </a:prstGeom>
          <a:solidFill>
            <a:srgbClr val="E3D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1C8F53-0C1A-B315-0827-8FD2CC558E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10489" y="6823737"/>
            <a:ext cx="5757333" cy="368829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9156D0C-E4D3-6A9E-B7BD-9056880EAF06}"/>
              </a:ext>
            </a:extLst>
          </p:cNvPr>
          <p:cNvSpPr txBox="1">
            <a:spLocks/>
          </p:cNvSpPr>
          <p:nvPr userDrawn="1"/>
        </p:nvSpPr>
        <p:spPr>
          <a:xfrm>
            <a:off x="132521" y="6838122"/>
            <a:ext cx="3547659" cy="3682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73" b="0" i="0">
                <a:latin typeface="Arial Narrow" panose="020B0604020202020204" pitchFamily="34" charset="0"/>
                <a:cs typeface="Arial Narrow" panose="020B0604020202020204" pitchFamily="34" charset="0"/>
              </a:rPr>
              <a:t>CS 472/572 – Unsupervised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127253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ctr" defTabSz="487695" rtl="0" eaLnBrk="1" latinLnBrk="0" hangingPunct="1"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71" indent="-365771" algn="l" defTabSz="487695" rtl="0" eaLnBrk="1" latinLnBrk="0" hangingPunct="1">
        <a:spcBef>
          <a:spcPct val="20000"/>
        </a:spcBef>
        <a:buFont typeface="Arial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1pPr>
      <a:lvl2pPr marL="792505" indent="-304810" algn="l" defTabSz="487695" rtl="0" eaLnBrk="1" latinLnBrk="0" hangingPunct="1">
        <a:spcBef>
          <a:spcPct val="20000"/>
        </a:spcBef>
        <a:buFont typeface="Arial"/>
        <a:buChar char="–"/>
        <a:defRPr sz="2987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487695" rtl="0" eaLnBrk="1" latinLnBrk="0" hangingPunct="1">
        <a:spcBef>
          <a:spcPct val="20000"/>
        </a:spcBef>
        <a:buFont typeface="Arial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487695" rtl="0" eaLnBrk="1" latinLnBrk="0" hangingPunct="1">
        <a:spcBef>
          <a:spcPct val="20000"/>
        </a:spcBef>
        <a:buFont typeface="Arial"/>
        <a:buChar char="–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487695" rtl="0" eaLnBrk="1" latinLnBrk="0" hangingPunct="1">
        <a:spcBef>
          <a:spcPct val="20000"/>
        </a:spcBef>
        <a:buFont typeface="Arial"/>
        <a:buChar char="»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487695" rtl="0" eaLnBrk="1" latinLnBrk="0" hangingPunct="1">
        <a:spcBef>
          <a:spcPct val="20000"/>
        </a:spcBef>
        <a:buFont typeface="Arial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487695" rtl="0" eaLnBrk="1" latinLnBrk="0" hangingPunct="1">
        <a:spcBef>
          <a:spcPct val="20000"/>
        </a:spcBef>
        <a:buFont typeface="Arial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487695" rtl="0" eaLnBrk="1" latinLnBrk="0" hangingPunct="1">
        <a:spcBef>
          <a:spcPct val="20000"/>
        </a:spcBef>
        <a:buFont typeface="Arial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487695" rtl="0" eaLnBrk="1" latinLnBrk="0" hangingPunct="1">
        <a:spcBef>
          <a:spcPct val="20000"/>
        </a:spcBef>
        <a:buFont typeface="Arial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jp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24" Type="http://schemas.openxmlformats.org/officeDocument/2006/relationships/image" Target="../media/image23.jp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" Type="http://schemas.openxmlformats.org/officeDocument/2006/relationships/image" Target="../media/image4.jp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jpg"/><Relationship Id="rId3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7.png"/><Relationship Id="rId39" Type="http://schemas.openxmlformats.org/officeDocument/2006/relationships/image" Target="../media/image37.png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30.png"/><Relationship Id="rId41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1.jp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40" Type="http://schemas.openxmlformats.org/officeDocument/2006/relationships/image" Target="../media/image40.png"/><Relationship Id="rId5" Type="http://schemas.openxmlformats.org/officeDocument/2006/relationships/image" Target="../media/image4.jpg"/><Relationship Id="rId15" Type="http://schemas.openxmlformats.org/officeDocument/2006/relationships/image" Target="../media/image15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10.jp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31" Type="http://schemas.openxmlformats.org/officeDocument/2006/relationships/image" Target="../media/image32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4.png"/><Relationship Id="rId22" Type="http://schemas.openxmlformats.org/officeDocument/2006/relationships/image" Target="../media/image23.jp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12" Type="http://schemas.openxmlformats.org/officeDocument/2006/relationships/image" Target="../media/image12.jpg"/><Relationship Id="rId17" Type="http://schemas.openxmlformats.org/officeDocument/2006/relationships/image" Target="../media/image17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7.png"/><Relationship Id="rId39" Type="http://schemas.openxmlformats.org/officeDocument/2006/relationships/image" Target="../media/image37.png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7" Type="http://schemas.openxmlformats.org/officeDocument/2006/relationships/image" Target="../media/image6.jpg"/><Relationship Id="rId12" Type="http://schemas.openxmlformats.org/officeDocument/2006/relationships/image" Target="../media/image12.jpg"/><Relationship Id="rId17" Type="http://schemas.openxmlformats.org/officeDocument/2006/relationships/image" Target="../media/image17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1.jp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5" Type="http://schemas.openxmlformats.org/officeDocument/2006/relationships/image" Target="../media/image4.jpg"/><Relationship Id="rId15" Type="http://schemas.openxmlformats.org/officeDocument/2006/relationships/image" Target="../media/image15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10.jp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31" Type="http://schemas.openxmlformats.org/officeDocument/2006/relationships/image" Target="../media/image32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4.png"/><Relationship Id="rId22" Type="http://schemas.openxmlformats.org/officeDocument/2006/relationships/image" Target="../media/image23.jp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8" Type="http://schemas.openxmlformats.org/officeDocument/2006/relationships/image" Target="../media/image7.jpg"/><Relationship Id="rId3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.xml"/><Relationship Id="rId18" Type="http://schemas.openxmlformats.org/officeDocument/2006/relationships/image" Target="../media/image61.png"/><Relationship Id="rId26" Type="http://schemas.openxmlformats.org/officeDocument/2006/relationships/image" Target="../media/image65.png"/><Relationship Id="rId3" Type="http://schemas.openxmlformats.org/officeDocument/2006/relationships/image" Target="../media/image52.png"/><Relationship Id="rId21" Type="http://schemas.openxmlformats.org/officeDocument/2006/relationships/customXml" Target="../ink/ink6.xml"/><Relationship Id="rId34" Type="http://schemas.openxmlformats.org/officeDocument/2006/relationships/image" Target="../media/image69.png"/><Relationship Id="rId7" Type="http://schemas.openxmlformats.org/officeDocument/2006/relationships/image" Target="../media/image54.png"/><Relationship Id="rId12" Type="http://schemas.openxmlformats.org/officeDocument/2006/relationships/image" Target="../media/image58.png"/><Relationship Id="rId17" Type="http://schemas.openxmlformats.org/officeDocument/2006/relationships/customXml" Target="../ink/ink4.xml"/><Relationship Id="rId25" Type="http://schemas.openxmlformats.org/officeDocument/2006/relationships/customXml" Target="../ink/ink8.xml"/><Relationship Id="rId33" Type="http://schemas.openxmlformats.org/officeDocument/2006/relationships/customXml" Target="../ink/ink12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0.png"/><Relationship Id="rId20" Type="http://schemas.openxmlformats.org/officeDocument/2006/relationships/image" Target="../media/image62.png"/><Relationship Id="rId29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customXml" Target="../ink/ink1.xml"/><Relationship Id="rId24" Type="http://schemas.openxmlformats.org/officeDocument/2006/relationships/image" Target="../media/image64.png"/><Relationship Id="rId32" Type="http://schemas.openxmlformats.org/officeDocument/2006/relationships/image" Target="../media/image68.png"/><Relationship Id="rId5" Type="http://schemas.openxmlformats.org/officeDocument/2006/relationships/image" Target="../media/image51.png"/><Relationship Id="rId15" Type="http://schemas.openxmlformats.org/officeDocument/2006/relationships/customXml" Target="../ink/ink3.xml"/><Relationship Id="rId23" Type="http://schemas.openxmlformats.org/officeDocument/2006/relationships/customXml" Target="../ink/ink7.xml"/><Relationship Id="rId28" Type="http://schemas.openxmlformats.org/officeDocument/2006/relationships/image" Target="../media/image66.png"/><Relationship Id="rId36" Type="http://schemas.openxmlformats.org/officeDocument/2006/relationships/image" Target="../media/image70.png"/><Relationship Id="rId10" Type="http://schemas.openxmlformats.org/officeDocument/2006/relationships/image" Target="../media/image57.png"/><Relationship Id="rId19" Type="http://schemas.openxmlformats.org/officeDocument/2006/relationships/customXml" Target="../ink/ink5.xml"/><Relationship Id="rId31" Type="http://schemas.openxmlformats.org/officeDocument/2006/relationships/customXml" Target="../ink/ink11.xml"/><Relationship Id="rId4" Type="http://schemas.openxmlformats.org/officeDocument/2006/relationships/image" Target="../media/image50.png"/><Relationship Id="rId9" Type="http://schemas.openxmlformats.org/officeDocument/2006/relationships/image" Target="../media/image56.png"/><Relationship Id="rId14" Type="http://schemas.openxmlformats.org/officeDocument/2006/relationships/image" Target="../media/image59.png"/><Relationship Id="rId22" Type="http://schemas.openxmlformats.org/officeDocument/2006/relationships/image" Target="../media/image63.png"/><Relationship Id="rId27" Type="http://schemas.openxmlformats.org/officeDocument/2006/relationships/customXml" Target="../ink/ink9.xml"/><Relationship Id="rId30" Type="http://schemas.openxmlformats.org/officeDocument/2006/relationships/image" Target="../media/image67.png"/><Relationship Id="rId35" Type="http://schemas.openxmlformats.org/officeDocument/2006/relationships/customXml" Target="../ink/ink13.xml"/><Relationship Id="rId8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7" Type="http://schemas.openxmlformats.org/officeDocument/2006/relationships/image" Target="../media/image7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jpg"/><Relationship Id="rId5" Type="http://schemas.openxmlformats.org/officeDocument/2006/relationships/image" Target="../media/image73.jpg"/><Relationship Id="rId4" Type="http://schemas.openxmlformats.org/officeDocument/2006/relationships/image" Target="../media/image7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jpg"/><Relationship Id="rId4" Type="http://schemas.openxmlformats.org/officeDocument/2006/relationships/image" Target="../media/image77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6.jp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77.jp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78.jp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jpg"/><Relationship Id="rId3" Type="http://schemas.openxmlformats.org/officeDocument/2006/relationships/image" Target="../media/image79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3" Type="http://schemas.openxmlformats.org/officeDocument/2006/relationships/image" Target="../media/image79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77.jpg"/><Relationship Id="rId10" Type="http://schemas.openxmlformats.org/officeDocument/2006/relationships/image" Target="../media/image97.png"/><Relationship Id="rId4" Type="http://schemas.openxmlformats.org/officeDocument/2006/relationships/image" Target="../media/image80.png"/><Relationship Id="rId9" Type="http://schemas.openxmlformats.org/officeDocument/2006/relationships/image" Target="../media/image96.png"/><Relationship Id="rId14" Type="http://schemas.openxmlformats.org/officeDocument/2006/relationships/image" Target="../media/image78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76.jp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101.png"/><Relationship Id="rId9" Type="http://schemas.openxmlformats.org/officeDocument/2006/relationships/image" Target="../media/image10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1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10" Type="http://schemas.openxmlformats.org/officeDocument/2006/relationships/image" Target="../media/image109.png"/><Relationship Id="rId4" Type="http://schemas.openxmlformats.org/officeDocument/2006/relationships/image" Target="../media/image80.png"/><Relationship Id="rId9" Type="http://schemas.openxmlformats.org/officeDocument/2006/relationships/image" Target="../media/image10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jpg"/><Relationship Id="rId3" Type="http://schemas.openxmlformats.org/officeDocument/2006/relationships/image" Target="../media/image71.jp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75.jpg"/><Relationship Id="rId9" Type="http://schemas.openxmlformats.org/officeDocument/2006/relationships/image" Target="../media/image134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8.jpg"/><Relationship Id="rId18" Type="http://schemas.openxmlformats.org/officeDocument/2006/relationships/image" Target="../media/image153.jpg"/><Relationship Id="rId26" Type="http://schemas.openxmlformats.org/officeDocument/2006/relationships/image" Target="../media/image160.jpg"/><Relationship Id="rId39" Type="http://schemas.openxmlformats.org/officeDocument/2006/relationships/image" Target="../media/image173.png"/><Relationship Id="rId21" Type="http://schemas.openxmlformats.org/officeDocument/2006/relationships/image" Target="../media/image155.jpg"/><Relationship Id="rId34" Type="http://schemas.openxmlformats.org/officeDocument/2006/relationships/image" Target="../media/image168.jpg"/><Relationship Id="rId7" Type="http://schemas.openxmlformats.org/officeDocument/2006/relationships/image" Target="../media/image142.png"/><Relationship Id="rId12" Type="http://schemas.openxmlformats.org/officeDocument/2006/relationships/image" Target="../media/image147.jpg"/><Relationship Id="rId17" Type="http://schemas.openxmlformats.org/officeDocument/2006/relationships/image" Target="../media/image152.jpg"/><Relationship Id="rId25" Type="http://schemas.openxmlformats.org/officeDocument/2006/relationships/image" Target="../media/image159.jpg"/><Relationship Id="rId33" Type="http://schemas.openxmlformats.org/officeDocument/2006/relationships/image" Target="../media/image167.jpg"/><Relationship Id="rId38" Type="http://schemas.openxmlformats.org/officeDocument/2006/relationships/image" Target="../media/image172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51.jpg"/><Relationship Id="rId20" Type="http://schemas.openxmlformats.org/officeDocument/2006/relationships/image" Target="../media/image154.jpg"/><Relationship Id="rId29" Type="http://schemas.openxmlformats.org/officeDocument/2006/relationships/image" Target="../media/image16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png"/><Relationship Id="rId11" Type="http://schemas.openxmlformats.org/officeDocument/2006/relationships/image" Target="../media/image146.jpg"/><Relationship Id="rId24" Type="http://schemas.openxmlformats.org/officeDocument/2006/relationships/image" Target="../media/image158.jpg"/><Relationship Id="rId32" Type="http://schemas.openxmlformats.org/officeDocument/2006/relationships/image" Target="../media/image166.jpg"/><Relationship Id="rId37" Type="http://schemas.openxmlformats.org/officeDocument/2006/relationships/image" Target="../media/image171.jpg"/><Relationship Id="rId5" Type="http://schemas.openxmlformats.org/officeDocument/2006/relationships/image" Target="../media/image140.png"/><Relationship Id="rId15" Type="http://schemas.openxmlformats.org/officeDocument/2006/relationships/image" Target="../media/image150.jpg"/><Relationship Id="rId23" Type="http://schemas.openxmlformats.org/officeDocument/2006/relationships/image" Target="../media/image157.jpg"/><Relationship Id="rId28" Type="http://schemas.openxmlformats.org/officeDocument/2006/relationships/image" Target="../media/image162.jpg"/><Relationship Id="rId36" Type="http://schemas.openxmlformats.org/officeDocument/2006/relationships/image" Target="../media/image170.jpg"/><Relationship Id="rId10" Type="http://schemas.openxmlformats.org/officeDocument/2006/relationships/image" Target="../media/image145.jpg"/><Relationship Id="rId19" Type="http://schemas.openxmlformats.org/officeDocument/2006/relationships/image" Target="../media/image92.jpg"/><Relationship Id="rId31" Type="http://schemas.openxmlformats.org/officeDocument/2006/relationships/image" Target="../media/image165.jpg"/><Relationship Id="rId4" Type="http://schemas.openxmlformats.org/officeDocument/2006/relationships/image" Target="../media/image80.png"/><Relationship Id="rId9" Type="http://schemas.openxmlformats.org/officeDocument/2006/relationships/image" Target="../media/image144.jpg"/><Relationship Id="rId14" Type="http://schemas.openxmlformats.org/officeDocument/2006/relationships/image" Target="../media/image149.jpg"/><Relationship Id="rId22" Type="http://schemas.openxmlformats.org/officeDocument/2006/relationships/image" Target="../media/image156.jpg"/><Relationship Id="rId27" Type="http://schemas.openxmlformats.org/officeDocument/2006/relationships/image" Target="../media/image161.jpg"/><Relationship Id="rId30" Type="http://schemas.openxmlformats.org/officeDocument/2006/relationships/image" Target="../media/image164.jpg"/><Relationship Id="rId35" Type="http://schemas.openxmlformats.org/officeDocument/2006/relationships/image" Target="../media/image169.jpg"/><Relationship Id="rId8" Type="http://schemas.openxmlformats.org/officeDocument/2006/relationships/image" Target="../media/image143.png"/><Relationship Id="rId3" Type="http://schemas.openxmlformats.org/officeDocument/2006/relationships/image" Target="../media/image139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6.jpg"/><Relationship Id="rId18" Type="http://schemas.openxmlformats.org/officeDocument/2006/relationships/image" Target="../media/image151.jpg"/><Relationship Id="rId26" Type="http://schemas.openxmlformats.org/officeDocument/2006/relationships/image" Target="../media/image158.jpg"/><Relationship Id="rId39" Type="http://schemas.openxmlformats.org/officeDocument/2006/relationships/image" Target="../media/image171.jpg"/><Relationship Id="rId21" Type="http://schemas.openxmlformats.org/officeDocument/2006/relationships/image" Target="../media/image92.jpg"/><Relationship Id="rId34" Type="http://schemas.openxmlformats.org/officeDocument/2006/relationships/image" Target="../media/image166.jpg"/><Relationship Id="rId7" Type="http://schemas.openxmlformats.org/officeDocument/2006/relationships/image" Target="../media/image134.png"/><Relationship Id="rId12" Type="http://schemas.openxmlformats.org/officeDocument/2006/relationships/image" Target="../media/image145.jpg"/><Relationship Id="rId17" Type="http://schemas.openxmlformats.org/officeDocument/2006/relationships/image" Target="../media/image150.jpg"/><Relationship Id="rId25" Type="http://schemas.openxmlformats.org/officeDocument/2006/relationships/image" Target="../media/image157.jpg"/><Relationship Id="rId33" Type="http://schemas.openxmlformats.org/officeDocument/2006/relationships/image" Target="../media/image165.jpg"/><Relationship Id="rId38" Type="http://schemas.openxmlformats.org/officeDocument/2006/relationships/image" Target="../media/image170.jp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49.jpg"/><Relationship Id="rId20" Type="http://schemas.openxmlformats.org/officeDocument/2006/relationships/image" Target="../media/image153.jpg"/><Relationship Id="rId29" Type="http://schemas.openxmlformats.org/officeDocument/2006/relationships/image" Target="../media/image16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11" Type="http://schemas.openxmlformats.org/officeDocument/2006/relationships/image" Target="../media/image144.jpg"/><Relationship Id="rId24" Type="http://schemas.openxmlformats.org/officeDocument/2006/relationships/image" Target="../media/image156.jpg"/><Relationship Id="rId32" Type="http://schemas.openxmlformats.org/officeDocument/2006/relationships/image" Target="../media/image164.jpg"/><Relationship Id="rId37" Type="http://schemas.openxmlformats.org/officeDocument/2006/relationships/image" Target="../media/image169.jpg"/><Relationship Id="rId5" Type="http://schemas.openxmlformats.org/officeDocument/2006/relationships/image" Target="../media/image132.png"/><Relationship Id="rId15" Type="http://schemas.openxmlformats.org/officeDocument/2006/relationships/image" Target="../media/image148.jpg"/><Relationship Id="rId23" Type="http://schemas.openxmlformats.org/officeDocument/2006/relationships/image" Target="../media/image155.jpg"/><Relationship Id="rId28" Type="http://schemas.openxmlformats.org/officeDocument/2006/relationships/image" Target="../media/image160.jpg"/><Relationship Id="rId36" Type="http://schemas.openxmlformats.org/officeDocument/2006/relationships/image" Target="../media/image168.jpg"/><Relationship Id="rId10" Type="http://schemas.openxmlformats.org/officeDocument/2006/relationships/image" Target="../media/image137.png"/><Relationship Id="rId19" Type="http://schemas.openxmlformats.org/officeDocument/2006/relationships/image" Target="../media/image152.jpg"/><Relationship Id="rId31" Type="http://schemas.openxmlformats.org/officeDocument/2006/relationships/image" Target="../media/image163.jpg"/><Relationship Id="rId4" Type="http://schemas.openxmlformats.org/officeDocument/2006/relationships/image" Target="../media/image131.png"/><Relationship Id="rId9" Type="http://schemas.openxmlformats.org/officeDocument/2006/relationships/image" Target="../media/image136.png"/><Relationship Id="rId14" Type="http://schemas.openxmlformats.org/officeDocument/2006/relationships/image" Target="../media/image147.jpg"/><Relationship Id="rId22" Type="http://schemas.openxmlformats.org/officeDocument/2006/relationships/image" Target="../media/image154.jpg"/><Relationship Id="rId27" Type="http://schemas.openxmlformats.org/officeDocument/2006/relationships/image" Target="../media/image159.jpg"/><Relationship Id="rId30" Type="http://schemas.openxmlformats.org/officeDocument/2006/relationships/image" Target="../media/image162.jpg"/><Relationship Id="rId35" Type="http://schemas.openxmlformats.org/officeDocument/2006/relationships/image" Target="../media/image167.jpg"/><Relationship Id="rId8" Type="http://schemas.openxmlformats.org/officeDocument/2006/relationships/image" Target="../media/image135.png"/><Relationship Id="rId3" Type="http://schemas.openxmlformats.org/officeDocument/2006/relationships/image" Target="../media/image130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1.jpg"/><Relationship Id="rId18" Type="http://schemas.openxmlformats.org/officeDocument/2006/relationships/image" Target="../media/image156.jpg"/><Relationship Id="rId26" Type="http://schemas.openxmlformats.org/officeDocument/2006/relationships/image" Target="../media/image170.jpg"/><Relationship Id="rId3" Type="http://schemas.openxmlformats.org/officeDocument/2006/relationships/image" Target="../media/image130.png"/><Relationship Id="rId21" Type="http://schemas.openxmlformats.org/officeDocument/2006/relationships/image" Target="../media/image161.jpg"/><Relationship Id="rId34" Type="http://schemas.openxmlformats.org/officeDocument/2006/relationships/image" Target="../media/image182.png"/><Relationship Id="rId7" Type="http://schemas.openxmlformats.org/officeDocument/2006/relationships/image" Target="../media/image144.jpg"/><Relationship Id="rId12" Type="http://schemas.openxmlformats.org/officeDocument/2006/relationships/image" Target="../media/image150.jpg"/><Relationship Id="rId17" Type="http://schemas.openxmlformats.org/officeDocument/2006/relationships/image" Target="../media/image155.jpg"/><Relationship Id="rId25" Type="http://schemas.openxmlformats.org/officeDocument/2006/relationships/image" Target="../media/image165.jpg"/><Relationship Id="rId33" Type="http://schemas.openxmlformats.org/officeDocument/2006/relationships/image" Target="../media/image181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92.jpg"/><Relationship Id="rId20" Type="http://schemas.openxmlformats.org/officeDocument/2006/relationships/image" Target="../media/image159.jpg"/><Relationship Id="rId29" Type="http://schemas.openxmlformats.org/officeDocument/2006/relationships/image" Target="../media/image17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5.png"/><Relationship Id="rId11" Type="http://schemas.openxmlformats.org/officeDocument/2006/relationships/image" Target="../media/image149.jpg"/><Relationship Id="rId24" Type="http://schemas.openxmlformats.org/officeDocument/2006/relationships/image" Target="../media/image164.jpg"/><Relationship Id="rId32" Type="http://schemas.openxmlformats.org/officeDocument/2006/relationships/image" Target="../media/image180.jpg"/><Relationship Id="rId5" Type="http://schemas.openxmlformats.org/officeDocument/2006/relationships/image" Target="../media/image174.png"/><Relationship Id="rId15" Type="http://schemas.openxmlformats.org/officeDocument/2006/relationships/image" Target="../media/image153.jpg"/><Relationship Id="rId23" Type="http://schemas.openxmlformats.org/officeDocument/2006/relationships/image" Target="../media/image163.jpg"/><Relationship Id="rId28" Type="http://schemas.openxmlformats.org/officeDocument/2006/relationships/image" Target="../media/image176.jpg"/><Relationship Id="rId10" Type="http://schemas.openxmlformats.org/officeDocument/2006/relationships/image" Target="../media/image148.jpg"/><Relationship Id="rId19" Type="http://schemas.openxmlformats.org/officeDocument/2006/relationships/image" Target="../media/image157.jpg"/><Relationship Id="rId31" Type="http://schemas.openxmlformats.org/officeDocument/2006/relationships/image" Target="../media/image179.jpg"/><Relationship Id="rId4" Type="http://schemas.openxmlformats.org/officeDocument/2006/relationships/image" Target="../media/image131.png"/><Relationship Id="rId9" Type="http://schemas.openxmlformats.org/officeDocument/2006/relationships/image" Target="../media/image147.jpg"/><Relationship Id="rId14" Type="http://schemas.openxmlformats.org/officeDocument/2006/relationships/image" Target="../media/image152.jpg"/><Relationship Id="rId22" Type="http://schemas.openxmlformats.org/officeDocument/2006/relationships/image" Target="../media/image162.jpg"/><Relationship Id="rId27" Type="http://schemas.openxmlformats.org/officeDocument/2006/relationships/image" Target="../media/image171.jpg"/><Relationship Id="rId30" Type="http://schemas.openxmlformats.org/officeDocument/2006/relationships/image" Target="../media/image178.jpg"/><Relationship Id="rId35" Type="http://schemas.openxmlformats.org/officeDocument/2006/relationships/image" Target="../media/image183.png"/><Relationship Id="rId8" Type="http://schemas.openxmlformats.org/officeDocument/2006/relationships/image" Target="../media/image145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13" Type="http://schemas.openxmlformats.org/officeDocument/2006/relationships/image" Target="../media/image194.png"/><Relationship Id="rId18" Type="http://schemas.openxmlformats.org/officeDocument/2006/relationships/image" Target="../media/image199.png"/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12" Type="http://schemas.openxmlformats.org/officeDocument/2006/relationships/image" Target="../media/image193.png"/><Relationship Id="rId17" Type="http://schemas.openxmlformats.org/officeDocument/2006/relationships/image" Target="../media/image198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7.png"/><Relationship Id="rId11" Type="http://schemas.openxmlformats.org/officeDocument/2006/relationships/image" Target="../media/image192.png"/><Relationship Id="rId5" Type="http://schemas.openxmlformats.org/officeDocument/2006/relationships/image" Target="../media/image186.png"/><Relationship Id="rId15" Type="http://schemas.openxmlformats.org/officeDocument/2006/relationships/image" Target="../media/image196.png"/><Relationship Id="rId10" Type="http://schemas.openxmlformats.org/officeDocument/2006/relationships/image" Target="../media/image191.png"/><Relationship Id="rId19" Type="http://schemas.openxmlformats.org/officeDocument/2006/relationships/image" Target="../media/image200.png"/><Relationship Id="rId4" Type="http://schemas.openxmlformats.org/officeDocument/2006/relationships/image" Target="../media/image185.png"/><Relationship Id="rId9" Type="http://schemas.openxmlformats.org/officeDocument/2006/relationships/image" Target="../media/image190.png"/><Relationship Id="rId14" Type="http://schemas.openxmlformats.org/officeDocument/2006/relationships/image" Target="../media/image19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13" Type="http://schemas.openxmlformats.org/officeDocument/2006/relationships/image" Target="../media/image194.png"/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12" Type="http://schemas.openxmlformats.org/officeDocument/2006/relationships/image" Target="../media/image19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7.png"/><Relationship Id="rId11" Type="http://schemas.openxmlformats.org/officeDocument/2006/relationships/image" Target="../media/image192.png"/><Relationship Id="rId5" Type="http://schemas.openxmlformats.org/officeDocument/2006/relationships/image" Target="../media/image186.png"/><Relationship Id="rId10" Type="http://schemas.openxmlformats.org/officeDocument/2006/relationships/image" Target="../media/image191.png"/><Relationship Id="rId4" Type="http://schemas.openxmlformats.org/officeDocument/2006/relationships/image" Target="../media/image185.png"/><Relationship Id="rId9" Type="http://schemas.openxmlformats.org/officeDocument/2006/relationships/image" Target="../media/image190.png"/><Relationship Id="rId14" Type="http://schemas.openxmlformats.org/officeDocument/2006/relationships/image" Target="../media/image20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13" Type="http://schemas.openxmlformats.org/officeDocument/2006/relationships/image" Target="../media/image194.png"/><Relationship Id="rId18" Type="http://schemas.openxmlformats.org/officeDocument/2006/relationships/image" Target="../media/image206.png"/><Relationship Id="rId3" Type="http://schemas.openxmlformats.org/officeDocument/2006/relationships/image" Target="../media/image184.png"/><Relationship Id="rId21" Type="http://schemas.openxmlformats.org/officeDocument/2006/relationships/image" Target="../media/image209.png"/><Relationship Id="rId7" Type="http://schemas.openxmlformats.org/officeDocument/2006/relationships/image" Target="../media/image188.png"/><Relationship Id="rId12" Type="http://schemas.openxmlformats.org/officeDocument/2006/relationships/image" Target="../media/image193.png"/><Relationship Id="rId17" Type="http://schemas.openxmlformats.org/officeDocument/2006/relationships/image" Target="../media/image205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204.png"/><Relationship Id="rId20" Type="http://schemas.openxmlformats.org/officeDocument/2006/relationships/image" Target="../media/image2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7.png"/><Relationship Id="rId11" Type="http://schemas.openxmlformats.org/officeDocument/2006/relationships/image" Target="../media/image192.png"/><Relationship Id="rId5" Type="http://schemas.openxmlformats.org/officeDocument/2006/relationships/image" Target="../media/image186.png"/><Relationship Id="rId15" Type="http://schemas.openxmlformats.org/officeDocument/2006/relationships/image" Target="../media/image203.png"/><Relationship Id="rId10" Type="http://schemas.openxmlformats.org/officeDocument/2006/relationships/image" Target="../media/image191.png"/><Relationship Id="rId19" Type="http://schemas.openxmlformats.org/officeDocument/2006/relationships/image" Target="../media/image207.png"/><Relationship Id="rId4" Type="http://schemas.openxmlformats.org/officeDocument/2006/relationships/image" Target="../media/image185.png"/><Relationship Id="rId9" Type="http://schemas.openxmlformats.org/officeDocument/2006/relationships/image" Target="../media/image190.png"/><Relationship Id="rId14" Type="http://schemas.openxmlformats.org/officeDocument/2006/relationships/image" Target="../media/image202.png"/><Relationship Id="rId22" Type="http://schemas.openxmlformats.org/officeDocument/2006/relationships/image" Target="../media/image21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image" Target="../media/image211.png"/><Relationship Id="rId7" Type="http://schemas.openxmlformats.org/officeDocument/2006/relationships/image" Target="../media/image215.png"/><Relationship Id="rId12" Type="http://schemas.openxmlformats.org/officeDocument/2006/relationships/image" Target="../media/image2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4.png"/><Relationship Id="rId11" Type="http://schemas.openxmlformats.org/officeDocument/2006/relationships/image" Target="../media/image219.png"/><Relationship Id="rId5" Type="http://schemas.openxmlformats.org/officeDocument/2006/relationships/image" Target="../media/image213.png"/><Relationship Id="rId10" Type="http://schemas.openxmlformats.org/officeDocument/2006/relationships/image" Target="../media/image218.png"/><Relationship Id="rId4" Type="http://schemas.openxmlformats.org/officeDocument/2006/relationships/image" Target="../media/image212.png"/><Relationship Id="rId9" Type="http://schemas.openxmlformats.org/officeDocument/2006/relationships/image" Target="../media/image21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13" Type="http://schemas.openxmlformats.org/officeDocument/2006/relationships/image" Target="../media/image230.png"/><Relationship Id="rId18" Type="http://schemas.openxmlformats.org/officeDocument/2006/relationships/customXml" Target="../ink/ink17.xml"/><Relationship Id="rId3" Type="http://schemas.openxmlformats.org/officeDocument/2006/relationships/image" Target="../media/image221.png"/><Relationship Id="rId21" Type="http://schemas.openxmlformats.org/officeDocument/2006/relationships/image" Target="../media/image234.png"/><Relationship Id="rId7" Type="http://schemas.openxmlformats.org/officeDocument/2006/relationships/image" Target="../media/image225.png"/><Relationship Id="rId12" Type="http://schemas.openxmlformats.org/officeDocument/2006/relationships/customXml" Target="../ink/ink14.xml"/><Relationship Id="rId17" Type="http://schemas.openxmlformats.org/officeDocument/2006/relationships/image" Target="../media/image232.png"/><Relationship Id="rId2" Type="http://schemas.openxmlformats.org/officeDocument/2006/relationships/notesSlide" Target="../notesSlides/notesSlide34.xml"/><Relationship Id="rId16" Type="http://schemas.openxmlformats.org/officeDocument/2006/relationships/customXml" Target="../ink/ink16.xml"/><Relationship Id="rId20" Type="http://schemas.openxmlformats.org/officeDocument/2006/relationships/customXml" Target="../ink/ink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4.png"/><Relationship Id="rId11" Type="http://schemas.openxmlformats.org/officeDocument/2006/relationships/image" Target="../media/image229.png"/><Relationship Id="rId5" Type="http://schemas.openxmlformats.org/officeDocument/2006/relationships/image" Target="../media/image223.png"/><Relationship Id="rId15" Type="http://schemas.openxmlformats.org/officeDocument/2006/relationships/image" Target="../media/image231.png"/><Relationship Id="rId23" Type="http://schemas.openxmlformats.org/officeDocument/2006/relationships/image" Target="../media/image235.png"/><Relationship Id="rId10" Type="http://schemas.openxmlformats.org/officeDocument/2006/relationships/image" Target="../media/image228.png"/><Relationship Id="rId19" Type="http://schemas.openxmlformats.org/officeDocument/2006/relationships/image" Target="../media/image233.png"/><Relationship Id="rId4" Type="http://schemas.openxmlformats.org/officeDocument/2006/relationships/image" Target="../media/image222.png"/><Relationship Id="rId9" Type="http://schemas.openxmlformats.org/officeDocument/2006/relationships/image" Target="../media/image227.png"/><Relationship Id="rId14" Type="http://schemas.openxmlformats.org/officeDocument/2006/relationships/customXml" Target="../ink/ink15.xml"/><Relationship Id="rId22" Type="http://schemas.openxmlformats.org/officeDocument/2006/relationships/customXml" Target="../ink/ink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BF9636B-809F-2140-9ABB-FED362148E3A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760">
                <a:latin typeface="Hiragino Sans W4" panose="020B0400000000000000" pitchFamily="34" charset="-128"/>
                <a:ea typeface="Hiragino Sans W4" panose="020B0400000000000000" pitchFamily="34" charset="-128"/>
              </a:rPr>
              <a:t>Welcome</a:t>
            </a: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A6BAED58-4C1F-A14A-A44E-084F6FEC7936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88408-9045-BC39-17C3-679FA4304137}"/>
              </a:ext>
            </a:extLst>
          </p:cNvPr>
          <p:cNvSpPr txBox="1"/>
          <p:nvPr/>
        </p:nvSpPr>
        <p:spPr>
          <a:xfrm>
            <a:off x="2934268" y="1954503"/>
            <a:ext cx="6529075" cy="1011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987" b="1"/>
              <a:t>CS 472/572</a:t>
            </a:r>
          </a:p>
          <a:p>
            <a:pPr algn="ctr"/>
            <a:r>
              <a:rPr lang="en-US" sz="2987" b="1"/>
              <a:t>  Unsupervised Machine Learning</a:t>
            </a:r>
            <a:endParaRPr lang="en-US" sz="1120" b="1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AF5713D-B244-5594-9CF6-D3BAD5B0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9990" y="4918006"/>
            <a:ext cx="7315200" cy="1313585"/>
          </a:xfrm>
        </p:spPr>
        <p:txBody>
          <a:bodyPr>
            <a:normAutofit/>
          </a:bodyPr>
          <a:lstStyle/>
          <a:p>
            <a:r>
              <a:rPr lang="en-US" sz="2133" dirty="0">
                <a:solidFill>
                  <a:schemeClr val="tx1"/>
                </a:solidFill>
              </a:rPr>
              <a:t> </a:t>
            </a:r>
          </a:p>
          <a:p>
            <a:r>
              <a:rPr lang="en-US" sz="2133" dirty="0">
                <a:solidFill>
                  <a:schemeClr val="tx1"/>
                </a:solidFill>
              </a:rPr>
              <a:t>Spring</a:t>
            </a:r>
            <a:r>
              <a:rPr sz="2133" dirty="0">
                <a:solidFill>
                  <a:schemeClr val="tx1"/>
                </a:solidFill>
              </a:rPr>
              <a:t> 202</a:t>
            </a:r>
            <a:r>
              <a:rPr lang="en-US" sz="2133" dirty="0">
                <a:solidFill>
                  <a:schemeClr val="tx1"/>
                </a:solidFill>
              </a:rPr>
              <a:t>6</a:t>
            </a:r>
            <a:endParaRPr sz="2133" dirty="0">
              <a:solidFill>
                <a:schemeClr val="tx1"/>
              </a:solidFill>
            </a:endParaRPr>
          </a:p>
          <a:p>
            <a:r>
              <a:rPr sz="2133" dirty="0">
                <a:solidFill>
                  <a:schemeClr val="tx1"/>
                </a:solidFill>
              </a:rPr>
              <a:t>Instructor: Dr. </a:t>
            </a:r>
            <a:r>
              <a:rPr sz="2133" dirty="0" err="1">
                <a:solidFill>
                  <a:schemeClr val="tx1"/>
                </a:solidFill>
              </a:rPr>
              <a:t>Khondker</a:t>
            </a:r>
            <a:r>
              <a:rPr sz="2133" dirty="0">
                <a:solidFill>
                  <a:schemeClr val="tx1"/>
                </a:solidFill>
              </a:rPr>
              <a:t> Fariha Hossain</a:t>
            </a:r>
            <a:endParaRPr lang="en-US" sz="2133" dirty="0">
              <a:solidFill>
                <a:schemeClr val="tx1"/>
              </a:solidFill>
            </a:endParaRPr>
          </a:p>
          <a:p>
            <a:endParaRPr sz="2133" dirty="0">
              <a:solidFill>
                <a:schemeClr val="tx1"/>
              </a:solidFill>
            </a:endParaRPr>
          </a:p>
          <a:p>
            <a:endParaRPr sz="2133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7703FA-76C6-12E1-9BAC-B0BD06B886CA}"/>
              </a:ext>
            </a:extLst>
          </p:cNvPr>
          <p:cNvSpPr txBox="1"/>
          <p:nvPr/>
        </p:nvSpPr>
        <p:spPr>
          <a:xfrm>
            <a:off x="3088640" y="3207687"/>
            <a:ext cx="6664960" cy="1602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400" b="1"/>
              <a:t>Clustering 2</a:t>
            </a:r>
          </a:p>
          <a:p>
            <a:pPr algn="ctr"/>
            <a:r>
              <a:rPr lang="en-US" sz="1707" b="1"/>
              <a:t>Week-3 -Class -1</a:t>
            </a:r>
            <a:endParaRPr lang="en-US" sz="427" b="1"/>
          </a:p>
          <a:p>
            <a:pPr algn="ctr"/>
            <a:endParaRPr lang="en-US" sz="1707" b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A215F2-D868-B017-77BF-32C60B3240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4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B6C39-C607-D05A-A4A1-CAEA7BD64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CB96C09-6346-A91E-C5F2-827E54345EE3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A865AF2F-CB6F-2553-5428-949EF81A3F86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ED78D4-97B6-F989-CC08-19CEAFAF6537}"/>
              </a:ext>
            </a:extLst>
          </p:cNvPr>
          <p:cNvSpPr/>
          <p:nvPr/>
        </p:nvSpPr>
        <p:spPr>
          <a:xfrm>
            <a:off x="1219200" y="6701105"/>
            <a:ext cx="9753600" cy="614096"/>
          </a:xfrm>
          <a:prstGeom prst="rect">
            <a:avLst/>
          </a:prstGeom>
          <a:solidFill>
            <a:srgbClr val="E3D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026915-4C02-0032-FA06-AA1D6F486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590" y="6823737"/>
            <a:ext cx="4605867" cy="36882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9ADE2-4A1D-9B18-0F2A-6433CCE7A4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724DE-7735-6610-DD3E-C72BD8D28373}"/>
              </a:ext>
            </a:extLst>
          </p:cNvPr>
          <p:cNvSpPr txBox="1"/>
          <p:nvPr/>
        </p:nvSpPr>
        <p:spPr>
          <a:xfrm>
            <a:off x="1390790" y="2947248"/>
            <a:ext cx="975360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760" spc="53" dirty="0"/>
              <a:t>Why</a:t>
            </a:r>
            <a:r>
              <a:rPr lang="en-US" sz="5760" spc="-117" dirty="0"/>
              <a:t> </a:t>
            </a:r>
            <a:r>
              <a:rPr lang="en-US" sz="5760" dirty="0"/>
              <a:t>a</a:t>
            </a:r>
            <a:r>
              <a:rPr lang="en-US" sz="5760" spc="-117" dirty="0"/>
              <a:t> </a:t>
            </a:r>
            <a:r>
              <a:rPr lang="en-US" sz="5760" spc="117" dirty="0"/>
              <a:t>probabilistic</a:t>
            </a:r>
            <a:r>
              <a:rPr lang="en-US" sz="5760" spc="-117" dirty="0"/>
              <a:t> </a:t>
            </a:r>
            <a:r>
              <a:rPr lang="en-US" sz="5760" spc="53" dirty="0"/>
              <a:t>approach?</a:t>
            </a:r>
            <a:endParaRPr lang="en-US" sz="5760" dirty="0"/>
          </a:p>
        </p:txBody>
      </p:sp>
    </p:spTree>
    <p:extLst>
      <p:ext uri="{BB962C8B-B14F-4D97-AF65-F5344CB8AC3E}">
        <p14:creationId xmlns:p14="http://schemas.microsoft.com/office/powerpoint/2010/main" val="1845370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C9C0D-F738-3597-86D0-2B8A2C44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8F03610-9B4A-AAEF-5AD3-664D4C4B0B87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4EAA4ED6-5705-6C9A-5DF9-198F8A65319A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63995-29C4-A6C0-7D0F-0BEB811700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48FDD67-AFBC-7BF7-585B-8FCB815E4442}"/>
              </a:ext>
            </a:extLst>
          </p:cNvPr>
          <p:cNvSpPr txBox="1">
            <a:spLocks/>
          </p:cNvSpPr>
          <p:nvPr/>
        </p:nvSpPr>
        <p:spPr>
          <a:xfrm>
            <a:off x="1219200" y="297650"/>
            <a:ext cx="7677340" cy="859136"/>
          </a:xfrm>
          <a:prstGeom prst="rect">
            <a:avLst/>
          </a:prstGeom>
        </p:spPr>
        <p:txBody>
          <a:bodyPr vert="horz" wrap="square" lIns="0" tIns="135626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24950" algn="l">
              <a:spcBef>
                <a:spcPts val="101"/>
              </a:spcBef>
            </a:pPr>
            <a:r>
              <a:rPr lang="en-US" sz="4693">
                <a:solidFill>
                  <a:schemeClr val="bg1"/>
                </a:solidFill>
              </a:rPr>
              <a:t>Learn user</a:t>
            </a:r>
            <a:r>
              <a:rPr lang="en-US" sz="4693" spc="5">
                <a:solidFill>
                  <a:schemeClr val="bg1"/>
                </a:solidFill>
              </a:rPr>
              <a:t> </a:t>
            </a:r>
            <a:r>
              <a:rPr lang="en-US" sz="4693" spc="75">
                <a:solidFill>
                  <a:schemeClr val="bg1"/>
                </a:solidFill>
              </a:rPr>
              <a:t>preferences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6A6B290-3A3D-AB92-EF36-A2EC9AA1BBB7}"/>
              </a:ext>
            </a:extLst>
          </p:cNvPr>
          <p:cNvGrpSpPr/>
          <p:nvPr/>
        </p:nvGrpSpPr>
        <p:grpSpPr>
          <a:xfrm>
            <a:off x="1799757" y="2494972"/>
            <a:ext cx="2407920" cy="1654725"/>
            <a:chOff x="544271" y="2339035"/>
            <a:chExt cx="2257425" cy="155130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DF1A0F5-E2DC-FA14-71AA-715CDC25D0E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062" y="2460459"/>
              <a:ext cx="820525" cy="612749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5C22E161-1EF3-A131-539A-CE6D30B3BBD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4271" y="3116117"/>
              <a:ext cx="1155190" cy="773841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ED715CC7-0867-537F-7C9C-FCB71D14195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9463" y="2339035"/>
              <a:ext cx="879650" cy="602234"/>
            </a:xfrm>
            <a:prstGeom prst="rect">
              <a:avLst/>
            </a:prstGeom>
          </p:spPr>
        </p:pic>
        <p:pic>
          <p:nvPicPr>
            <p:cNvPr id="9" name="object 7">
              <a:extLst>
                <a:ext uri="{FF2B5EF4-FFF2-40B4-BE49-F238E27FC236}">
                  <a16:creationId xmlns:a16="http://schemas.microsoft.com/office/drawing/2014/main" id="{B66DF51D-466F-BB20-DC46-10B6952F468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90090" y="3011699"/>
              <a:ext cx="1011224" cy="783555"/>
            </a:xfrm>
            <a:prstGeom prst="rect">
              <a:avLst/>
            </a:prstGeom>
          </p:spPr>
        </p:pic>
      </p:grpSp>
      <p:grpSp>
        <p:nvGrpSpPr>
          <p:cNvPr id="10" name="object 8">
            <a:extLst>
              <a:ext uri="{FF2B5EF4-FFF2-40B4-BE49-F238E27FC236}">
                <a16:creationId xmlns:a16="http://schemas.microsoft.com/office/drawing/2014/main" id="{9D39AF9C-3A5E-1BB6-9FE6-92A7C064934A}"/>
              </a:ext>
            </a:extLst>
          </p:cNvPr>
          <p:cNvGrpSpPr/>
          <p:nvPr/>
        </p:nvGrpSpPr>
        <p:grpSpPr>
          <a:xfrm>
            <a:off x="4632962" y="2287761"/>
            <a:ext cx="3028357" cy="4322741"/>
            <a:chOff x="3200400" y="2144776"/>
            <a:chExt cx="2839085" cy="4052570"/>
          </a:xfrm>
        </p:grpSpPr>
        <p:pic>
          <p:nvPicPr>
            <p:cNvPr id="11" name="object 9">
              <a:extLst>
                <a:ext uri="{FF2B5EF4-FFF2-40B4-BE49-F238E27FC236}">
                  <a16:creationId xmlns:a16="http://schemas.microsoft.com/office/drawing/2014/main" id="{54857FCF-9133-D067-94A9-4AC9439566A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15766" y="3199295"/>
              <a:ext cx="829183" cy="621766"/>
            </a:xfrm>
            <a:prstGeom prst="rect">
              <a:avLst/>
            </a:prstGeom>
          </p:spPr>
        </p:pic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DD674CEB-DA2F-A061-B3C8-F09C23D5C29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63807" y="2493557"/>
              <a:ext cx="965057" cy="705737"/>
            </a:xfrm>
            <a:prstGeom prst="rect">
              <a:avLst/>
            </a:prstGeom>
          </p:spPr>
        </p:pic>
        <p:pic>
          <p:nvPicPr>
            <p:cNvPr id="14" name="object 11">
              <a:extLst>
                <a:ext uri="{FF2B5EF4-FFF2-40B4-BE49-F238E27FC236}">
                  <a16:creationId xmlns:a16="http://schemas.microsoft.com/office/drawing/2014/main" id="{8A0AA4DB-E1C5-A331-4FF5-ADBA3C848AA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1070" y="2144776"/>
              <a:ext cx="1327759" cy="995629"/>
            </a:xfrm>
            <a:prstGeom prst="rect">
              <a:avLst/>
            </a:prstGeom>
          </p:spPr>
        </p:pic>
        <p:pic>
          <p:nvPicPr>
            <p:cNvPr id="15" name="object 12">
              <a:extLst>
                <a:ext uri="{FF2B5EF4-FFF2-40B4-BE49-F238E27FC236}">
                  <a16:creationId xmlns:a16="http://schemas.microsoft.com/office/drawing/2014/main" id="{67463621-483D-4713-017F-C4B594BB54F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48505" y="3266687"/>
              <a:ext cx="971533" cy="647566"/>
            </a:xfrm>
            <a:prstGeom prst="rect">
              <a:avLst/>
            </a:prstGeom>
          </p:spPr>
        </p:pic>
        <p:pic>
          <p:nvPicPr>
            <p:cNvPr id="16" name="object 13">
              <a:extLst>
                <a:ext uri="{FF2B5EF4-FFF2-40B4-BE49-F238E27FC236}">
                  <a16:creationId xmlns:a16="http://schemas.microsoft.com/office/drawing/2014/main" id="{A5CE69DE-6EAD-C4E6-15DE-914589E1CF5F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79038" y="4381146"/>
              <a:ext cx="1657045" cy="931745"/>
            </a:xfrm>
            <a:prstGeom prst="rect">
              <a:avLst/>
            </a:prstGeom>
          </p:spPr>
        </p:pic>
        <p:pic>
          <p:nvPicPr>
            <p:cNvPr id="17" name="object 14">
              <a:extLst>
                <a:ext uri="{FF2B5EF4-FFF2-40B4-BE49-F238E27FC236}">
                  <a16:creationId xmlns:a16="http://schemas.microsoft.com/office/drawing/2014/main" id="{2C61E3AC-04D1-459D-9048-6639BF8FE21C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47222" y="5051539"/>
              <a:ext cx="1177721" cy="883126"/>
            </a:xfrm>
            <a:prstGeom prst="rect">
              <a:avLst/>
            </a:prstGeom>
          </p:spPr>
        </p:pic>
        <p:pic>
          <p:nvPicPr>
            <p:cNvPr id="18" name="object 15">
              <a:extLst>
                <a:ext uri="{FF2B5EF4-FFF2-40B4-BE49-F238E27FC236}">
                  <a16:creationId xmlns:a16="http://schemas.microsoft.com/office/drawing/2014/main" id="{DA90233E-AC98-7C5C-786E-5FAE7C40CC14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85997" y="5360076"/>
              <a:ext cx="1049423" cy="699482"/>
            </a:xfrm>
            <a:prstGeom prst="rect">
              <a:avLst/>
            </a:prstGeom>
          </p:spPr>
        </p:pic>
        <p:pic>
          <p:nvPicPr>
            <p:cNvPr id="20" name="object 16">
              <a:extLst>
                <a:ext uri="{FF2B5EF4-FFF2-40B4-BE49-F238E27FC236}">
                  <a16:creationId xmlns:a16="http://schemas.microsoft.com/office/drawing/2014/main" id="{44B0E2C7-EDD9-DDDA-00A4-37C16A0ACE16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08422" y="2568627"/>
              <a:ext cx="640079" cy="623454"/>
            </a:xfrm>
            <a:prstGeom prst="rect">
              <a:avLst/>
            </a:prstGeom>
          </p:spPr>
        </p:pic>
        <p:pic>
          <p:nvPicPr>
            <p:cNvPr id="21" name="object 17">
              <a:extLst>
                <a:ext uri="{FF2B5EF4-FFF2-40B4-BE49-F238E27FC236}">
                  <a16:creationId xmlns:a16="http://schemas.microsoft.com/office/drawing/2014/main" id="{2DD4748B-BC0F-1030-26D5-5A1C259B65E1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58156" y="2597175"/>
              <a:ext cx="540778" cy="522033"/>
            </a:xfrm>
            <a:prstGeom prst="rect">
              <a:avLst/>
            </a:prstGeom>
          </p:spPr>
        </p:pic>
        <p:sp>
          <p:nvSpPr>
            <p:cNvPr id="22" name="object 18">
              <a:extLst>
                <a:ext uri="{FF2B5EF4-FFF2-40B4-BE49-F238E27FC236}">
                  <a16:creationId xmlns:a16="http://schemas.microsoft.com/office/drawing/2014/main" id="{84E35F4F-0F33-3A70-FDF1-63917D931439}"/>
                </a:ext>
              </a:extLst>
            </p:cNvPr>
            <p:cNvSpPr/>
            <p:nvPr/>
          </p:nvSpPr>
          <p:spPr>
            <a:xfrm>
              <a:off x="5058155" y="2597186"/>
              <a:ext cx="541020" cy="522605"/>
            </a:xfrm>
            <a:custGeom>
              <a:avLst/>
              <a:gdLst/>
              <a:ahLst/>
              <a:cxnLst/>
              <a:rect l="l" t="t" r="r" b="b"/>
              <a:pathLst>
                <a:path w="541020" h="522605">
                  <a:moveTo>
                    <a:pt x="0" y="177477"/>
                  </a:moveTo>
                  <a:lnTo>
                    <a:pt x="186835" y="177477"/>
                  </a:lnTo>
                  <a:lnTo>
                    <a:pt x="186835" y="0"/>
                  </a:lnTo>
                  <a:lnTo>
                    <a:pt x="353938" y="0"/>
                  </a:lnTo>
                  <a:lnTo>
                    <a:pt x="353938" y="177477"/>
                  </a:lnTo>
                  <a:lnTo>
                    <a:pt x="540774" y="177477"/>
                  </a:lnTo>
                  <a:lnTo>
                    <a:pt x="540774" y="344548"/>
                  </a:lnTo>
                  <a:lnTo>
                    <a:pt x="353938" y="344548"/>
                  </a:lnTo>
                  <a:lnTo>
                    <a:pt x="353938" y="522026"/>
                  </a:lnTo>
                  <a:lnTo>
                    <a:pt x="186835" y="522026"/>
                  </a:lnTo>
                  <a:lnTo>
                    <a:pt x="186835" y="344548"/>
                  </a:lnTo>
                  <a:lnTo>
                    <a:pt x="0" y="344548"/>
                  </a:lnTo>
                  <a:lnTo>
                    <a:pt x="0" y="177477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23" name="object 19">
              <a:extLst>
                <a:ext uri="{FF2B5EF4-FFF2-40B4-BE49-F238E27FC236}">
                  <a16:creationId xmlns:a16="http://schemas.microsoft.com/office/drawing/2014/main" id="{C3F68DE0-BD38-D0B8-3323-4175D7D4F219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586937" y="5374177"/>
              <a:ext cx="640079" cy="623454"/>
            </a:xfrm>
            <a:prstGeom prst="rect">
              <a:avLst/>
            </a:prstGeom>
          </p:spPr>
        </p:pic>
        <p:pic>
          <p:nvPicPr>
            <p:cNvPr id="24" name="object 20">
              <a:extLst>
                <a:ext uri="{FF2B5EF4-FFF2-40B4-BE49-F238E27FC236}">
                  <a16:creationId xmlns:a16="http://schemas.microsoft.com/office/drawing/2014/main" id="{3CD4610C-9BE0-CD65-E0EF-0BEBE3A3DD07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37216" y="5400471"/>
              <a:ext cx="540766" cy="522032"/>
            </a:xfrm>
            <a:prstGeom prst="rect">
              <a:avLst/>
            </a:prstGeom>
          </p:spPr>
        </p:pic>
        <p:sp>
          <p:nvSpPr>
            <p:cNvPr id="25" name="object 21">
              <a:extLst>
                <a:ext uri="{FF2B5EF4-FFF2-40B4-BE49-F238E27FC236}">
                  <a16:creationId xmlns:a16="http://schemas.microsoft.com/office/drawing/2014/main" id="{786F91F8-8AD0-6F92-AEB9-BBB286A14070}"/>
                </a:ext>
              </a:extLst>
            </p:cNvPr>
            <p:cNvSpPr/>
            <p:nvPr/>
          </p:nvSpPr>
          <p:spPr>
            <a:xfrm>
              <a:off x="3637216" y="5400482"/>
              <a:ext cx="541020" cy="522605"/>
            </a:xfrm>
            <a:custGeom>
              <a:avLst/>
              <a:gdLst/>
              <a:ahLst/>
              <a:cxnLst/>
              <a:rect l="l" t="t" r="r" b="b"/>
              <a:pathLst>
                <a:path w="541020" h="522604">
                  <a:moveTo>
                    <a:pt x="0" y="177477"/>
                  </a:moveTo>
                  <a:lnTo>
                    <a:pt x="186835" y="177477"/>
                  </a:lnTo>
                  <a:lnTo>
                    <a:pt x="186835" y="0"/>
                  </a:lnTo>
                  <a:lnTo>
                    <a:pt x="353938" y="0"/>
                  </a:lnTo>
                  <a:lnTo>
                    <a:pt x="353938" y="177477"/>
                  </a:lnTo>
                  <a:lnTo>
                    <a:pt x="540774" y="177477"/>
                  </a:lnTo>
                  <a:lnTo>
                    <a:pt x="540774" y="344548"/>
                  </a:lnTo>
                  <a:lnTo>
                    <a:pt x="353938" y="344548"/>
                  </a:lnTo>
                  <a:lnTo>
                    <a:pt x="353938" y="522026"/>
                  </a:lnTo>
                  <a:lnTo>
                    <a:pt x="186835" y="522026"/>
                  </a:lnTo>
                  <a:lnTo>
                    <a:pt x="186835" y="344548"/>
                  </a:lnTo>
                  <a:lnTo>
                    <a:pt x="0" y="344548"/>
                  </a:lnTo>
                  <a:lnTo>
                    <a:pt x="0" y="177477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26" name="object 22">
              <a:extLst>
                <a:ext uri="{FF2B5EF4-FFF2-40B4-BE49-F238E27FC236}">
                  <a16:creationId xmlns:a16="http://schemas.microsoft.com/office/drawing/2014/main" id="{D8C74963-B420-D6C0-6A96-19FF5EBB05E4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399904" y="3399911"/>
              <a:ext cx="660862" cy="266006"/>
            </a:xfrm>
            <a:prstGeom prst="rect">
              <a:avLst/>
            </a:prstGeom>
          </p:spPr>
        </p:pic>
        <p:pic>
          <p:nvPicPr>
            <p:cNvPr id="27" name="object 23">
              <a:extLst>
                <a:ext uri="{FF2B5EF4-FFF2-40B4-BE49-F238E27FC236}">
                  <a16:creationId xmlns:a16="http://schemas.microsoft.com/office/drawing/2014/main" id="{9BDF5BE9-221B-409D-3EA8-BB168C763612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50272" y="3429406"/>
              <a:ext cx="559422" cy="164083"/>
            </a:xfrm>
            <a:prstGeom prst="rect">
              <a:avLst/>
            </a:prstGeom>
          </p:spPr>
        </p:pic>
        <p:sp>
          <p:nvSpPr>
            <p:cNvPr id="28" name="object 24">
              <a:extLst>
                <a:ext uri="{FF2B5EF4-FFF2-40B4-BE49-F238E27FC236}">
                  <a16:creationId xmlns:a16="http://schemas.microsoft.com/office/drawing/2014/main" id="{EA4D7715-7F1D-CE1D-2CD5-0688CB175509}"/>
                </a:ext>
              </a:extLst>
            </p:cNvPr>
            <p:cNvSpPr/>
            <p:nvPr/>
          </p:nvSpPr>
          <p:spPr>
            <a:xfrm>
              <a:off x="3450270" y="3429412"/>
              <a:ext cx="559435" cy="164465"/>
            </a:xfrm>
            <a:custGeom>
              <a:avLst/>
              <a:gdLst/>
              <a:ahLst/>
              <a:cxnLst/>
              <a:rect l="l" t="t" r="r" b="b"/>
              <a:pathLst>
                <a:path w="559435" h="164464">
                  <a:moveTo>
                    <a:pt x="0" y="0"/>
                  </a:moveTo>
                  <a:lnTo>
                    <a:pt x="559421" y="0"/>
                  </a:lnTo>
                  <a:lnTo>
                    <a:pt x="559421" y="164088"/>
                  </a:lnTo>
                  <a:lnTo>
                    <a:pt x="0" y="164088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29" name="object 25">
              <a:extLst>
                <a:ext uri="{FF2B5EF4-FFF2-40B4-BE49-F238E27FC236}">
                  <a16:creationId xmlns:a16="http://schemas.microsoft.com/office/drawing/2014/main" id="{A55CC1EA-B92B-93AE-E41F-33CB50BFBF47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783975" y="5382491"/>
              <a:ext cx="660862" cy="261851"/>
            </a:xfrm>
            <a:prstGeom prst="rect">
              <a:avLst/>
            </a:prstGeom>
          </p:spPr>
        </p:pic>
        <p:pic>
          <p:nvPicPr>
            <p:cNvPr id="30" name="object 26">
              <a:extLst>
                <a:ext uri="{FF2B5EF4-FFF2-40B4-BE49-F238E27FC236}">
                  <a16:creationId xmlns:a16="http://schemas.microsoft.com/office/drawing/2014/main" id="{D8711E6C-B541-3B48-06D7-52B825559A14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833149" y="5408206"/>
              <a:ext cx="559422" cy="164083"/>
            </a:xfrm>
            <a:prstGeom prst="rect">
              <a:avLst/>
            </a:prstGeom>
          </p:spPr>
        </p:pic>
        <p:sp>
          <p:nvSpPr>
            <p:cNvPr id="31" name="object 27">
              <a:extLst>
                <a:ext uri="{FF2B5EF4-FFF2-40B4-BE49-F238E27FC236}">
                  <a16:creationId xmlns:a16="http://schemas.microsoft.com/office/drawing/2014/main" id="{750B65ED-6AA5-D992-ED9F-103504A4FD8B}"/>
                </a:ext>
              </a:extLst>
            </p:cNvPr>
            <p:cNvSpPr/>
            <p:nvPr/>
          </p:nvSpPr>
          <p:spPr>
            <a:xfrm>
              <a:off x="4833148" y="5408199"/>
              <a:ext cx="559435" cy="164465"/>
            </a:xfrm>
            <a:custGeom>
              <a:avLst/>
              <a:gdLst/>
              <a:ahLst/>
              <a:cxnLst/>
              <a:rect l="l" t="t" r="r" b="b"/>
              <a:pathLst>
                <a:path w="559435" h="164464">
                  <a:moveTo>
                    <a:pt x="0" y="0"/>
                  </a:moveTo>
                  <a:lnTo>
                    <a:pt x="559421" y="0"/>
                  </a:lnTo>
                  <a:lnTo>
                    <a:pt x="559421" y="164088"/>
                  </a:lnTo>
                  <a:lnTo>
                    <a:pt x="0" y="164088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33" name="object 28">
              <a:extLst>
                <a:ext uri="{FF2B5EF4-FFF2-40B4-BE49-F238E27FC236}">
                  <a16:creationId xmlns:a16="http://schemas.microsoft.com/office/drawing/2014/main" id="{7126DDC9-165D-B1B3-E2B3-480CB6AF4A3B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857104" y="4721626"/>
              <a:ext cx="660862" cy="266006"/>
            </a:xfrm>
            <a:prstGeom prst="rect">
              <a:avLst/>
            </a:prstGeom>
          </p:spPr>
        </p:pic>
        <p:pic>
          <p:nvPicPr>
            <p:cNvPr id="34" name="object 29">
              <a:extLst>
                <a:ext uri="{FF2B5EF4-FFF2-40B4-BE49-F238E27FC236}">
                  <a16:creationId xmlns:a16="http://schemas.microsoft.com/office/drawing/2014/main" id="{F4EE1E7F-EE20-7172-90AD-BB3ABB2B3118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07002" y="4748606"/>
              <a:ext cx="559422" cy="164083"/>
            </a:xfrm>
            <a:prstGeom prst="rect">
              <a:avLst/>
            </a:prstGeom>
          </p:spPr>
        </p:pic>
        <p:sp>
          <p:nvSpPr>
            <p:cNvPr id="35" name="object 30">
              <a:extLst>
                <a:ext uri="{FF2B5EF4-FFF2-40B4-BE49-F238E27FC236}">
                  <a16:creationId xmlns:a16="http://schemas.microsoft.com/office/drawing/2014/main" id="{2C4F3147-9507-6706-A2F7-0DD633DCD060}"/>
                </a:ext>
              </a:extLst>
            </p:cNvPr>
            <p:cNvSpPr/>
            <p:nvPr/>
          </p:nvSpPr>
          <p:spPr>
            <a:xfrm>
              <a:off x="3907000" y="4748599"/>
              <a:ext cx="559435" cy="164465"/>
            </a:xfrm>
            <a:custGeom>
              <a:avLst/>
              <a:gdLst/>
              <a:ahLst/>
              <a:cxnLst/>
              <a:rect l="l" t="t" r="r" b="b"/>
              <a:pathLst>
                <a:path w="559435" h="164464">
                  <a:moveTo>
                    <a:pt x="0" y="0"/>
                  </a:moveTo>
                  <a:lnTo>
                    <a:pt x="559421" y="0"/>
                  </a:lnTo>
                  <a:lnTo>
                    <a:pt x="559421" y="164088"/>
                  </a:lnTo>
                  <a:lnTo>
                    <a:pt x="0" y="164088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36" name="object 31">
              <a:extLst>
                <a:ext uri="{FF2B5EF4-FFF2-40B4-BE49-F238E27FC236}">
                  <a16:creationId xmlns:a16="http://schemas.microsoft.com/office/drawing/2014/main" id="{E8923921-8B03-2621-EEE1-7DFF7D70F0E2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200400" y="4293522"/>
              <a:ext cx="2838792" cy="1903615"/>
            </a:xfrm>
            <a:prstGeom prst="rect">
              <a:avLst/>
            </a:prstGeom>
          </p:spPr>
        </p:pic>
        <p:sp>
          <p:nvSpPr>
            <p:cNvPr id="37" name="object 32">
              <a:extLst>
                <a:ext uri="{FF2B5EF4-FFF2-40B4-BE49-F238E27FC236}">
                  <a16:creationId xmlns:a16="http://schemas.microsoft.com/office/drawing/2014/main" id="{A0A35A8C-7F63-DDB7-DD7B-E8CF6F1EC85C}"/>
                </a:ext>
              </a:extLst>
            </p:cNvPr>
            <p:cNvSpPr/>
            <p:nvPr/>
          </p:nvSpPr>
          <p:spPr>
            <a:xfrm>
              <a:off x="3260559" y="4354969"/>
              <a:ext cx="2664460" cy="1728470"/>
            </a:xfrm>
            <a:custGeom>
              <a:avLst/>
              <a:gdLst/>
              <a:ahLst/>
              <a:cxnLst/>
              <a:rect l="l" t="t" r="r" b="b"/>
              <a:pathLst>
                <a:path w="2664460" h="1728470">
                  <a:moveTo>
                    <a:pt x="0" y="0"/>
                  </a:moveTo>
                  <a:lnTo>
                    <a:pt x="2664271" y="0"/>
                  </a:lnTo>
                  <a:lnTo>
                    <a:pt x="2664271" y="1728342"/>
                  </a:lnTo>
                  <a:lnTo>
                    <a:pt x="0" y="1728342"/>
                  </a:lnTo>
                  <a:lnTo>
                    <a:pt x="0" y="0"/>
                  </a:lnTo>
                  <a:close/>
                </a:path>
              </a:pathLst>
            </a:custGeom>
            <a:ln w="57083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grpSp>
        <p:nvGrpSpPr>
          <p:cNvPr id="38" name="object 33">
            <a:extLst>
              <a:ext uri="{FF2B5EF4-FFF2-40B4-BE49-F238E27FC236}">
                <a16:creationId xmlns:a16="http://schemas.microsoft.com/office/drawing/2014/main" id="{DCFAB332-FAA1-A350-E147-0659B3B9D149}"/>
              </a:ext>
            </a:extLst>
          </p:cNvPr>
          <p:cNvGrpSpPr/>
          <p:nvPr/>
        </p:nvGrpSpPr>
        <p:grpSpPr>
          <a:xfrm>
            <a:off x="1658112" y="4677300"/>
            <a:ext cx="2806869" cy="1973072"/>
            <a:chOff x="411480" y="4384967"/>
            <a:chExt cx="2631440" cy="1849755"/>
          </a:xfrm>
        </p:grpSpPr>
        <p:pic>
          <p:nvPicPr>
            <p:cNvPr id="39" name="object 34">
              <a:extLst>
                <a:ext uri="{FF2B5EF4-FFF2-40B4-BE49-F238E27FC236}">
                  <a16:creationId xmlns:a16="http://schemas.microsoft.com/office/drawing/2014/main" id="{32BD208F-D6DB-85A4-0C4E-770C9B85D852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20968" y="4452634"/>
              <a:ext cx="1210142" cy="907439"/>
            </a:xfrm>
            <a:prstGeom prst="rect">
              <a:avLst/>
            </a:prstGeom>
          </p:spPr>
        </p:pic>
        <p:pic>
          <p:nvPicPr>
            <p:cNvPr id="40" name="object 35">
              <a:extLst>
                <a:ext uri="{FF2B5EF4-FFF2-40B4-BE49-F238E27FC236}">
                  <a16:creationId xmlns:a16="http://schemas.microsoft.com/office/drawing/2014/main" id="{5E61443A-AE28-EBE9-9158-934FCBBDE5B2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94333" y="5238980"/>
              <a:ext cx="1159116" cy="858826"/>
            </a:xfrm>
            <a:prstGeom prst="rect">
              <a:avLst/>
            </a:prstGeom>
          </p:spPr>
        </p:pic>
        <p:pic>
          <p:nvPicPr>
            <p:cNvPr id="41" name="object 36">
              <a:extLst>
                <a:ext uri="{FF2B5EF4-FFF2-40B4-BE49-F238E27FC236}">
                  <a16:creationId xmlns:a16="http://schemas.microsoft.com/office/drawing/2014/main" id="{57B1AA1A-A65C-55FC-B946-661959CC9B05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11480" y="4384967"/>
              <a:ext cx="2630982" cy="1849577"/>
            </a:xfrm>
            <a:prstGeom prst="rect">
              <a:avLst/>
            </a:prstGeom>
          </p:spPr>
        </p:pic>
        <p:sp>
          <p:nvSpPr>
            <p:cNvPr id="42" name="object 37">
              <a:extLst>
                <a:ext uri="{FF2B5EF4-FFF2-40B4-BE49-F238E27FC236}">
                  <a16:creationId xmlns:a16="http://schemas.microsoft.com/office/drawing/2014/main" id="{C620CFB1-2EBC-0318-D504-D5A4196C62AE}"/>
                </a:ext>
              </a:extLst>
            </p:cNvPr>
            <p:cNvSpPr/>
            <p:nvPr/>
          </p:nvSpPr>
          <p:spPr>
            <a:xfrm>
              <a:off x="469419" y="4443768"/>
              <a:ext cx="2461895" cy="1677670"/>
            </a:xfrm>
            <a:custGeom>
              <a:avLst/>
              <a:gdLst/>
              <a:ahLst/>
              <a:cxnLst/>
              <a:rect l="l" t="t" r="r" b="b"/>
              <a:pathLst>
                <a:path w="2461895" h="1677670">
                  <a:moveTo>
                    <a:pt x="0" y="0"/>
                  </a:moveTo>
                  <a:lnTo>
                    <a:pt x="2461279" y="0"/>
                  </a:lnTo>
                  <a:lnTo>
                    <a:pt x="2461279" y="1677603"/>
                  </a:lnTo>
                  <a:lnTo>
                    <a:pt x="0" y="1677603"/>
                  </a:lnTo>
                  <a:lnTo>
                    <a:pt x="0" y="0"/>
                  </a:lnTo>
                  <a:close/>
                </a:path>
              </a:pathLst>
            </a:custGeom>
            <a:ln w="5708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43" name="object 38">
              <a:extLst>
                <a:ext uri="{FF2B5EF4-FFF2-40B4-BE49-F238E27FC236}">
                  <a16:creationId xmlns:a16="http://schemas.microsoft.com/office/drawing/2014/main" id="{6067A5EF-4A1A-06EB-3AFC-8614028CEB18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76497" y="4759040"/>
              <a:ext cx="660862" cy="266006"/>
            </a:xfrm>
            <a:prstGeom prst="rect">
              <a:avLst/>
            </a:prstGeom>
          </p:spPr>
        </p:pic>
        <p:pic>
          <p:nvPicPr>
            <p:cNvPr id="44" name="object 39">
              <a:extLst>
                <a:ext uri="{FF2B5EF4-FFF2-40B4-BE49-F238E27FC236}">
                  <a16:creationId xmlns:a16="http://schemas.microsoft.com/office/drawing/2014/main" id="{2138FA93-8F64-2CF5-E255-94C8BCEF4E88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28547" y="4786655"/>
              <a:ext cx="559422" cy="164096"/>
            </a:xfrm>
            <a:prstGeom prst="rect">
              <a:avLst/>
            </a:prstGeom>
          </p:spPr>
        </p:pic>
        <p:sp>
          <p:nvSpPr>
            <p:cNvPr id="45" name="object 40">
              <a:extLst>
                <a:ext uri="{FF2B5EF4-FFF2-40B4-BE49-F238E27FC236}">
                  <a16:creationId xmlns:a16="http://schemas.microsoft.com/office/drawing/2014/main" id="{BC20385F-EF6F-2100-608E-DB5CEA0A1F17}"/>
                </a:ext>
              </a:extLst>
            </p:cNvPr>
            <p:cNvSpPr/>
            <p:nvPr/>
          </p:nvSpPr>
          <p:spPr>
            <a:xfrm>
              <a:off x="1128546" y="4786661"/>
              <a:ext cx="559435" cy="164465"/>
            </a:xfrm>
            <a:custGeom>
              <a:avLst/>
              <a:gdLst/>
              <a:ahLst/>
              <a:cxnLst/>
              <a:rect l="l" t="t" r="r" b="b"/>
              <a:pathLst>
                <a:path w="559435" h="164464">
                  <a:moveTo>
                    <a:pt x="0" y="0"/>
                  </a:moveTo>
                  <a:lnTo>
                    <a:pt x="559421" y="0"/>
                  </a:lnTo>
                  <a:lnTo>
                    <a:pt x="559421" y="164088"/>
                  </a:lnTo>
                  <a:lnTo>
                    <a:pt x="0" y="164088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sp>
        <p:nvSpPr>
          <p:cNvPr id="46" name="object 41">
            <a:extLst>
              <a:ext uri="{FF2B5EF4-FFF2-40B4-BE49-F238E27FC236}">
                <a16:creationId xmlns:a16="http://schemas.microsoft.com/office/drawing/2014/main" id="{87197292-74C1-7D86-B8B8-EB5741476953}"/>
              </a:ext>
            </a:extLst>
          </p:cNvPr>
          <p:cNvSpPr txBox="1"/>
          <p:nvPr/>
        </p:nvSpPr>
        <p:spPr>
          <a:xfrm>
            <a:off x="2166965" y="4184443"/>
            <a:ext cx="1537547" cy="472672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2987">
                <a:solidFill>
                  <a:srgbClr val="85BD05"/>
                </a:solidFill>
                <a:latin typeface="Arial MT"/>
                <a:cs typeface="Arial MT"/>
              </a:rPr>
              <a:t>Cluster</a:t>
            </a:r>
            <a:r>
              <a:rPr sz="2987" spc="155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987" spc="-341">
                <a:solidFill>
                  <a:srgbClr val="85BD05"/>
                </a:solidFill>
                <a:latin typeface="Arial MT"/>
                <a:cs typeface="Arial MT"/>
              </a:rPr>
              <a:t>1</a:t>
            </a:r>
            <a:endParaRPr sz="2987">
              <a:latin typeface="Arial MT"/>
              <a:cs typeface="Arial MT"/>
            </a:endParaRPr>
          </a:p>
        </p:txBody>
      </p:sp>
      <p:grpSp>
        <p:nvGrpSpPr>
          <p:cNvPr id="47" name="object 42">
            <a:extLst>
              <a:ext uri="{FF2B5EF4-FFF2-40B4-BE49-F238E27FC236}">
                <a16:creationId xmlns:a16="http://schemas.microsoft.com/office/drawing/2014/main" id="{BD0F749C-BF19-84E0-63A1-2E446ED68850}"/>
              </a:ext>
            </a:extLst>
          </p:cNvPr>
          <p:cNvGrpSpPr/>
          <p:nvPr/>
        </p:nvGrpSpPr>
        <p:grpSpPr>
          <a:xfrm>
            <a:off x="1627078" y="2363041"/>
            <a:ext cx="2810933" cy="1973072"/>
            <a:chOff x="382385" y="2215349"/>
            <a:chExt cx="2635250" cy="1849755"/>
          </a:xfrm>
        </p:grpSpPr>
        <p:pic>
          <p:nvPicPr>
            <p:cNvPr id="48" name="object 43">
              <a:extLst>
                <a:ext uri="{FF2B5EF4-FFF2-40B4-BE49-F238E27FC236}">
                  <a16:creationId xmlns:a16="http://schemas.microsoft.com/office/drawing/2014/main" id="{41BE2E25-240B-74F7-A6E6-4E69E5250560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82385" y="2215349"/>
              <a:ext cx="2635135" cy="1849577"/>
            </a:xfrm>
            <a:prstGeom prst="rect">
              <a:avLst/>
            </a:prstGeom>
          </p:spPr>
        </p:pic>
        <p:sp>
          <p:nvSpPr>
            <p:cNvPr id="49" name="object 44">
              <a:extLst>
                <a:ext uri="{FF2B5EF4-FFF2-40B4-BE49-F238E27FC236}">
                  <a16:creationId xmlns:a16="http://schemas.microsoft.com/office/drawing/2014/main" id="{AEE553D6-2B28-FFA3-4BB4-F740EB1FC59B}"/>
                </a:ext>
              </a:extLst>
            </p:cNvPr>
            <p:cNvSpPr/>
            <p:nvPr/>
          </p:nvSpPr>
          <p:spPr>
            <a:xfrm>
              <a:off x="444045" y="2274696"/>
              <a:ext cx="2461895" cy="1677670"/>
            </a:xfrm>
            <a:custGeom>
              <a:avLst/>
              <a:gdLst/>
              <a:ahLst/>
              <a:cxnLst/>
              <a:rect l="l" t="t" r="r" b="b"/>
              <a:pathLst>
                <a:path w="2461895" h="1677670">
                  <a:moveTo>
                    <a:pt x="0" y="0"/>
                  </a:moveTo>
                  <a:lnTo>
                    <a:pt x="2461279" y="0"/>
                  </a:lnTo>
                  <a:lnTo>
                    <a:pt x="2461279" y="1677603"/>
                  </a:lnTo>
                  <a:lnTo>
                    <a:pt x="0" y="1677603"/>
                  </a:lnTo>
                  <a:lnTo>
                    <a:pt x="0" y="0"/>
                  </a:lnTo>
                  <a:close/>
                </a:path>
              </a:pathLst>
            </a:custGeom>
            <a:ln w="57084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50" name="object 45">
              <a:extLst>
                <a:ext uri="{FF2B5EF4-FFF2-40B4-BE49-F238E27FC236}">
                  <a16:creationId xmlns:a16="http://schemas.microsoft.com/office/drawing/2014/main" id="{4A450562-B7C5-56DD-FCDE-C1616F7739E7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56457" y="2481352"/>
              <a:ext cx="644236" cy="623454"/>
            </a:xfrm>
            <a:prstGeom prst="rect">
              <a:avLst/>
            </a:prstGeom>
          </p:spPr>
        </p:pic>
        <p:pic>
          <p:nvPicPr>
            <p:cNvPr id="51" name="object 46">
              <a:extLst>
                <a:ext uri="{FF2B5EF4-FFF2-40B4-BE49-F238E27FC236}">
                  <a16:creationId xmlns:a16="http://schemas.microsoft.com/office/drawing/2014/main" id="{372F7B3C-197F-E03E-F96F-D4A049A3156F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08008" y="2508389"/>
              <a:ext cx="540769" cy="522020"/>
            </a:xfrm>
            <a:prstGeom prst="rect">
              <a:avLst/>
            </a:prstGeom>
          </p:spPr>
        </p:pic>
        <p:sp>
          <p:nvSpPr>
            <p:cNvPr id="52" name="object 47">
              <a:extLst>
                <a:ext uri="{FF2B5EF4-FFF2-40B4-BE49-F238E27FC236}">
                  <a16:creationId xmlns:a16="http://schemas.microsoft.com/office/drawing/2014/main" id="{EF882C94-0192-0B7A-14D5-E4B8A4091B95}"/>
                </a:ext>
              </a:extLst>
            </p:cNvPr>
            <p:cNvSpPr/>
            <p:nvPr/>
          </p:nvSpPr>
          <p:spPr>
            <a:xfrm>
              <a:off x="808008" y="2508387"/>
              <a:ext cx="541020" cy="522605"/>
            </a:xfrm>
            <a:custGeom>
              <a:avLst/>
              <a:gdLst/>
              <a:ahLst/>
              <a:cxnLst/>
              <a:rect l="l" t="t" r="r" b="b"/>
              <a:pathLst>
                <a:path w="541019" h="522605">
                  <a:moveTo>
                    <a:pt x="0" y="177477"/>
                  </a:moveTo>
                  <a:lnTo>
                    <a:pt x="186835" y="177477"/>
                  </a:lnTo>
                  <a:lnTo>
                    <a:pt x="186835" y="0"/>
                  </a:lnTo>
                  <a:lnTo>
                    <a:pt x="353938" y="0"/>
                  </a:lnTo>
                  <a:lnTo>
                    <a:pt x="353938" y="177477"/>
                  </a:lnTo>
                  <a:lnTo>
                    <a:pt x="540774" y="177477"/>
                  </a:lnTo>
                  <a:lnTo>
                    <a:pt x="540774" y="344548"/>
                  </a:lnTo>
                  <a:lnTo>
                    <a:pt x="353938" y="344548"/>
                  </a:lnTo>
                  <a:lnTo>
                    <a:pt x="353938" y="522026"/>
                  </a:lnTo>
                  <a:lnTo>
                    <a:pt x="186835" y="522026"/>
                  </a:lnTo>
                  <a:lnTo>
                    <a:pt x="186835" y="344548"/>
                  </a:lnTo>
                  <a:lnTo>
                    <a:pt x="0" y="344548"/>
                  </a:lnTo>
                  <a:lnTo>
                    <a:pt x="0" y="177477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53" name="object 48">
              <a:extLst>
                <a:ext uri="{FF2B5EF4-FFF2-40B4-BE49-F238E27FC236}">
                  <a16:creationId xmlns:a16="http://schemas.microsoft.com/office/drawing/2014/main" id="{D0A3B25F-B05A-4658-3056-14AE714DFEF9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799704" y="2352498"/>
              <a:ext cx="640080" cy="623454"/>
            </a:xfrm>
            <a:prstGeom prst="rect">
              <a:avLst/>
            </a:prstGeom>
          </p:spPr>
        </p:pic>
        <p:pic>
          <p:nvPicPr>
            <p:cNvPr id="54" name="object 49">
              <a:extLst>
                <a:ext uri="{FF2B5EF4-FFF2-40B4-BE49-F238E27FC236}">
                  <a16:creationId xmlns:a16="http://schemas.microsoft.com/office/drawing/2014/main" id="{813CD48A-944F-A9D3-E578-E654C70BB8B8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48345" y="2381542"/>
              <a:ext cx="540766" cy="522020"/>
            </a:xfrm>
            <a:prstGeom prst="rect">
              <a:avLst/>
            </a:prstGeom>
          </p:spPr>
        </p:pic>
        <p:sp>
          <p:nvSpPr>
            <p:cNvPr id="55" name="object 50">
              <a:extLst>
                <a:ext uri="{FF2B5EF4-FFF2-40B4-BE49-F238E27FC236}">
                  <a16:creationId xmlns:a16="http://schemas.microsoft.com/office/drawing/2014/main" id="{499376D7-33DF-8124-3DE3-A408DA05DC4A}"/>
                </a:ext>
              </a:extLst>
            </p:cNvPr>
            <p:cNvSpPr/>
            <p:nvPr/>
          </p:nvSpPr>
          <p:spPr>
            <a:xfrm>
              <a:off x="1848345" y="2381540"/>
              <a:ext cx="541020" cy="522605"/>
            </a:xfrm>
            <a:custGeom>
              <a:avLst/>
              <a:gdLst/>
              <a:ahLst/>
              <a:cxnLst/>
              <a:rect l="l" t="t" r="r" b="b"/>
              <a:pathLst>
                <a:path w="541019" h="522605">
                  <a:moveTo>
                    <a:pt x="0" y="177477"/>
                  </a:moveTo>
                  <a:lnTo>
                    <a:pt x="186835" y="177477"/>
                  </a:lnTo>
                  <a:lnTo>
                    <a:pt x="186835" y="0"/>
                  </a:lnTo>
                  <a:lnTo>
                    <a:pt x="353938" y="0"/>
                  </a:lnTo>
                  <a:lnTo>
                    <a:pt x="353938" y="177477"/>
                  </a:lnTo>
                  <a:lnTo>
                    <a:pt x="540774" y="177477"/>
                  </a:lnTo>
                  <a:lnTo>
                    <a:pt x="540774" y="344548"/>
                  </a:lnTo>
                  <a:lnTo>
                    <a:pt x="353938" y="344548"/>
                  </a:lnTo>
                  <a:lnTo>
                    <a:pt x="353938" y="522026"/>
                  </a:lnTo>
                  <a:lnTo>
                    <a:pt x="186835" y="522026"/>
                  </a:lnTo>
                  <a:lnTo>
                    <a:pt x="186835" y="344548"/>
                  </a:lnTo>
                  <a:lnTo>
                    <a:pt x="0" y="344548"/>
                  </a:lnTo>
                  <a:lnTo>
                    <a:pt x="0" y="177477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56" name="object 51">
              <a:extLst>
                <a:ext uri="{FF2B5EF4-FFF2-40B4-BE49-F238E27FC236}">
                  <a16:creationId xmlns:a16="http://schemas.microsoft.com/office/drawing/2014/main" id="{8434785F-7803-0892-CCCB-80FB96CADDBF}"/>
                </a:ext>
              </a:extLst>
            </p:cNvPr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949335" y="3088183"/>
              <a:ext cx="644236" cy="623454"/>
            </a:xfrm>
            <a:prstGeom prst="rect">
              <a:avLst/>
            </a:prstGeom>
          </p:spPr>
        </p:pic>
        <p:pic>
          <p:nvPicPr>
            <p:cNvPr id="57" name="object 52">
              <a:extLst>
                <a:ext uri="{FF2B5EF4-FFF2-40B4-BE49-F238E27FC236}">
                  <a16:creationId xmlns:a16="http://schemas.microsoft.com/office/drawing/2014/main" id="{63B4D5CB-9681-18CF-16A5-CD973BCACF3F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000593" y="3117253"/>
              <a:ext cx="540766" cy="522020"/>
            </a:xfrm>
            <a:prstGeom prst="rect">
              <a:avLst/>
            </a:prstGeom>
          </p:spPr>
        </p:pic>
        <p:sp>
          <p:nvSpPr>
            <p:cNvPr id="58" name="object 53">
              <a:extLst>
                <a:ext uri="{FF2B5EF4-FFF2-40B4-BE49-F238E27FC236}">
                  <a16:creationId xmlns:a16="http://schemas.microsoft.com/office/drawing/2014/main" id="{C613B710-B2D6-D384-3FB2-F97ED902E882}"/>
                </a:ext>
              </a:extLst>
            </p:cNvPr>
            <p:cNvSpPr/>
            <p:nvPr/>
          </p:nvSpPr>
          <p:spPr>
            <a:xfrm>
              <a:off x="2000592" y="3117251"/>
              <a:ext cx="541020" cy="522605"/>
            </a:xfrm>
            <a:custGeom>
              <a:avLst/>
              <a:gdLst/>
              <a:ahLst/>
              <a:cxnLst/>
              <a:rect l="l" t="t" r="r" b="b"/>
              <a:pathLst>
                <a:path w="541019" h="522604">
                  <a:moveTo>
                    <a:pt x="0" y="177477"/>
                  </a:moveTo>
                  <a:lnTo>
                    <a:pt x="186835" y="177477"/>
                  </a:lnTo>
                  <a:lnTo>
                    <a:pt x="186835" y="0"/>
                  </a:lnTo>
                  <a:lnTo>
                    <a:pt x="353938" y="0"/>
                  </a:lnTo>
                  <a:lnTo>
                    <a:pt x="353938" y="177477"/>
                  </a:lnTo>
                  <a:lnTo>
                    <a:pt x="540774" y="177477"/>
                  </a:lnTo>
                  <a:lnTo>
                    <a:pt x="540774" y="344548"/>
                  </a:lnTo>
                  <a:lnTo>
                    <a:pt x="353938" y="344548"/>
                  </a:lnTo>
                  <a:lnTo>
                    <a:pt x="353938" y="522026"/>
                  </a:lnTo>
                  <a:lnTo>
                    <a:pt x="186835" y="522026"/>
                  </a:lnTo>
                  <a:lnTo>
                    <a:pt x="186835" y="344548"/>
                  </a:lnTo>
                  <a:lnTo>
                    <a:pt x="0" y="344548"/>
                  </a:lnTo>
                  <a:lnTo>
                    <a:pt x="0" y="177477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sp>
        <p:nvSpPr>
          <p:cNvPr id="59" name="object 54">
            <a:extLst>
              <a:ext uri="{FF2B5EF4-FFF2-40B4-BE49-F238E27FC236}">
                <a16:creationId xmlns:a16="http://schemas.microsoft.com/office/drawing/2014/main" id="{DC06DB94-12F0-4644-FA7F-70D3E8222738}"/>
              </a:ext>
            </a:extLst>
          </p:cNvPr>
          <p:cNvSpPr txBox="1"/>
          <p:nvPr/>
        </p:nvSpPr>
        <p:spPr>
          <a:xfrm>
            <a:off x="5298869" y="4184457"/>
            <a:ext cx="1574800" cy="472672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2987">
                <a:solidFill>
                  <a:srgbClr val="118CC4"/>
                </a:solidFill>
                <a:latin typeface="Arial MT"/>
                <a:cs typeface="Arial MT"/>
              </a:rPr>
              <a:t>Cluster</a:t>
            </a:r>
            <a:r>
              <a:rPr sz="2987" spc="155">
                <a:solidFill>
                  <a:srgbClr val="118CC4"/>
                </a:solidFill>
                <a:latin typeface="Arial MT"/>
                <a:cs typeface="Arial MT"/>
              </a:rPr>
              <a:t> </a:t>
            </a:r>
            <a:r>
              <a:rPr sz="2987" spc="-53">
                <a:solidFill>
                  <a:srgbClr val="118CC4"/>
                </a:solidFill>
                <a:latin typeface="Arial MT"/>
                <a:cs typeface="Arial MT"/>
              </a:rPr>
              <a:t>2</a:t>
            </a:r>
            <a:endParaRPr sz="2987">
              <a:latin typeface="Arial MT"/>
              <a:cs typeface="Arial MT"/>
            </a:endParaRPr>
          </a:p>
        </p:txBody>
      </p:sp>
      <p:grpSp>
        <p:nvGrpSpPr>
          <p:cNvPr id="60" name="object 55">
            <a:extLst>
              <a:ext uri="{FF2B5EF4-FFF2-40B4-BE49-F238E27FC236}">
                <a16:creationId xmlns:a16="http://schemas.microsoft.com/office/drawing/2014/main" id="{EE94F385-649C-DDA5-E57A-8022BE5A4CF6}"/>
              </a:ext>
            </a:extLst>
          </p:cNvPr>
          <p:cNvGrpSpPr/>
          <p:nvPr/>
        </p:nvGrpSpPr>
        <p:grpSpPr>
          <a:xfrm>
            <a:off x="4606356" y="2198990"/>
            <a:ext cx="6248400" cy="4354576"/>
            <a:chOff x="3175457" y="2061552"/>
            <a:chExt cx="5857875" cy="4082415"/>
          </a:xfrm>
        </p:grpSpPr>
        <p:pic>
          <p:nvPicPr>
            <p:cNvPr id="61" name="object 56">
              <a:extLst>
                <a:ext uri="{FF2B5EF4-FFF2-40B4-BE49-F238E27FC236}">
                  <a16:creationId xmlns:a16="http://schemas.microsoft.com/office/drawing/2014/main" id="{380429D3-BEDA-B47E-ED50-50699567EB5E}"/>
                </a:ext>
              </a:extLst>
            </p:cNvPr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175457" y="2061552"/>
              <a:ext cx="2838792" cy="1990902"/>
            </a:xfrm>
            <a:prstGeom prst="rect">
              <a:avLst/>
            </a:prstGeom>
          </p:spPr>
        </p:pic>
        <p:sp>
          <p:nvSpPr>
            <p:cNvPr id="62" name="object 57">
              <a:extLst>
                <a:ext uri="{FF2B5EF4-FFF2-40B4-BE49-F238E27FC236}">
                  <a16:creationId xmlns:a16="http://schemas.microsoft.com/office/drawing/2014/main" id="{A762D8E4-7065-4142-B49C-893398B514F2}"/>
                </a:ext>
              </a:extLst>
            </p:cNvPr>
            <p:cNvSpPr/>
            <p:nvPr/>
          </p:nvSpPr>
          <p:spPr>
            <a:xfrm>
              <a:off x="3235185" y="2122487"/>
              <a:ext cx="2664460" cy="1817370"/>
            </a:xfrm>
            <a:custGeom>
              <a:avLst/>
              <a:gdLst/>
              <a:ahLst/>
              <a:cxnLst/>
              <a:rect l="l" t="t" r="r" b="b"/>
              <a:pathLst>
                <a:path w="2664460" h="1817370">
                  <a:moveTo>
                    <a:pt x="0" y="0"/>
                  </a:moveTo>
                  <a:lnTo>
                    <a:pt x="2664271" y="0"/>
                  </a:lnTo>
                  <a:lnTo>
                    <a:pt x="2664271" y="1817134"/>
                  </a:lnTo>
                  <a:lnTo>
                    <a:pt x="0" y="1817134"/>
                  </a:lnTo>
                  <a:lnTo>
                    <a:pt x="0" y="0"/>
                  </a:lnTo>
                  <a:close/>
                </a:path>
              </a:pathLst>
            </a:custGeom>
            <a:ln w="57084">
              <a:solidFill>
                <a:srgbClr val="009ECF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63" name="object 58">
              <a:extLst>
                <a:ext uri="{FF2B5EF4-FFF2-40B4-BE49-F238E27FC236}">
                  <a16:creationId xmlns:a16="http://schemas.microsoft.com/office/drawing/2014/main" id="{55F76FC6-6B97-53E9-43BD-633BB0C02696}"/>
                </a:ext>
              </a:extLst>
            </p:cNvPr>
            <p:cNvSpPr/>
            <p:nvPr/>
          </p:nvSpPr>
          <p:spPr>
            <a:xfrm>
              <a:off x="6077076" y="4075912"/>
              <a:ext cx="2943860" cy="2055495"/>
            </a:xfrm>
            <a:custGeom>
              <a:avLst/>
              <a:gdLst/>
              <a:ahLst/>
              <a:cxnLst/>
              <a:rect l="l" t="t" r="r" b="b"/>
              <a:pathLst>
                <a:path w="2943859" h="2055495">
                  <a:moveTo>
                    <a:pt x="2943390" y="0"/>
                  </a:moveTo>
                  <a:lnTo>
                    <a:pt x="0" y="0"/>
                  </a:lnTo>
                  <a:lnTo>
                    <a:pt x="0" y="2054908"/>
                  </a:lnTo>
                  <a:lnTo>
                    <a:pt x="2943390" y="2054908"/>
                  </a:lnTo>
                  <a:lnTo>
                    <a:pt x="2943390" y="0"/>
                  </a:lnTo>
                  <a:close/>
                </a:path>
              </a:pathLst>
            </a:custGeom>
            <a:solidFill>
              <a:srgbClr val="C02690"/>
            </a:solidFill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64" name="object 59">
              <a:extLst>
                <a:ext uri="{FF2B5EF4-FFF2-40B4-BE49-F238E27FC236}">
                  <a16:creationId xmlns:a16="http://schemas.microsoft.com/office/drawing/2014/main" id="{51461169-F204-E691-5855-015B07CFFA0B}"/>
                </a:ext>
              </a:extLst>
            </p:cNvPr>
            <p:cNvSpPr/>
            <p:nvPr/>
          </p:nvSpPr>
          <p:spPr>
            <a:xfrm>
              <a:off x="6077076" y="4075912"/>
              <a:ext cx="2943860" cy="2055495"/>
            </a:xfrm>
            <a:custGeom>
              <a:avLst/>
              <a:gdLst/>
              <a:ahLst/>
              <a:cxnLst/>
              <a:rect l="l" t="t" r="r" b="b"/>
              <a:pathLst>
                <a:path w="2943859" h="2055495">
                  <a:moveTo>
                    <a:pt x="0" y="0"/>
                  </a:moveTo>
                  <a:lnTo>
                    <a:pt x="2943385" y="0"/>
                  </a:lnTo>
                  <a:lnTo>
                    <a:pt x="2943385" y="2054905"/>
                  </a:lnTo>
                  <a:lnTo>
                    <a:pt x="0" y="2054905"/>
                  </a:lnTo>
                  <a:lnTo>
                    <a:pt x="0" y="0"/>
                  </a:lnTo>
                  <a:close/>
                </a:path>
              </a:pathLst>
            </a:custGeom>
            <a:ln w="25370">
              <a:solidFill>
                <a:srgbClr val="941B6E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sp>
        <p:nvSpPr>
          <p:cNvPr id="65" name="object 60">
            <a:extLst>
              <a:ext uri="{FF2B5EF4-FFF2-40B4-BE49-F238E27FC236}">
                <a16:creationId xmlns:a16="http://schemas.microsoft.com/office/drawing/2014/main" id="{F3615819-BC24-E24D-93D1-4BA88A858531}"/>
              </a:ext>
            </a:extLst>
          </p:cNvPr>
          <p:cNvSpPr txBox="1"/>
          <p:nvPr/>
        </p:nvSpPr>
        <p:spPr>
          <a:xfrm>
            <a:off x="7925727" y="4447207"/>
            <a:ext cx="2696464" cy="1938822"/>
          </a:xfrm>
          <a:prstGeom prst="rect">
            <a:avLst/>
          </a:prstGeom>
        </p:spPr>
        <p:txBody>
          <a:bodyPr vert="horz" wrap="square" lIns="0" tIns="68411" rIns="0" bIns="0" rtlCol="0">
            <a:spAutoFit/>
          </a:bodyPr>
          <a:lstStyle/>
          <a:p>
            <a:pPr marL="12870" marR="5419" algn="ctr">
              <a:lnSpc>
                <a:spcPct val="89300"/>
              </a:lnSpc>
              <a:spcBef>
                <a:spcPts val="539"/>
              </a:spcBef>
            </a:pPr>
            <a:r>
              <a:rPr sz="3413" spc="-21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3413" spc="-213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13" spc="-11">
                <a:solidFill>
                  <a:srgbClr val="FFFFFF"/>
                </a:solidFill>
                <a:latin typeface="Arial MT"/>
                <a:cs typeface="Arial MT"/>
              </a:rPr>
              <a:t>feedback </a:t>
            </a:r>
            <a:r>
              <a:rPr sz="3413" spc="197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413" spc="43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13">
                <a:solidFill>
                  <a:srgbClr val="FFFFFF"/>
                </a:solidFill>
                <a:latin typeface="Arial MT"/>
                <a:cs typeface="Arial MT"/>
              </a:rPr>
              <a:t>learn</a:t>
            </a:r>
            <a:r>
              <a:rPr sz="3413" spc="43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13" spc="-21">
                <a:solidFill>
                  <a:srgbClr val="FFFFFF"/>
                </a:solidFill>
                <a:latin typeface="Arial MT"/>
                <a:cs typeface="Arial MT"/>
              </a:rPr>
              <a:t>user </a:t>
            </a:r>
            <a:r>
              <a:rPr sz="3413" spc="-11">
                <a:solidFill>
                  <a:srgbClr val="FFFFFF"/>
                </a:solidFill>
                <a:latin typeface="Arial MT"/>
                <a:cs typeface="Arial MT"/>
              </a:rPr>
              <a:t>preferences </a:t>
            </a:r>
            <a:r>
              <a:rPr sz="3413">
                <a:solidFill>
                  <a:srgbClr val="FFFFFF"/>
                </a:solidFill>
                <a:latin typeface="Arial MT"/>
                <a:cs typeface="Arial MT"/>
              </a:rPr>
              <a:t>over</a:t>
            </a:r>
            <a:r>
              <a:rPr sz="3413" spc="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13" spc="75">
                <a:solidFill>
                  <a:srgbClr val="FFFFFF"/>
                </a:solidFill>
                <a:latin typeface="Arial MT"/>
                <a:cs typeface="Arial MT"/>
              </a:rPr>
              <a:t>topics</a:t>
            </a:r>
            <a:endParaRPr sz="3413">
              <a:latin typeface="Arial MT"/>
              <a:cs typeface="Arial MT"/>
            </a:endParaRPr>
          </a:p>
        </p:txBody>
      </p:sp>
      <p:grpSp>
        <p:nvGrpSpPr>
          <p:cNvPr id="66" name="object 61">
            <a:extLst>
              <a:ext uri="{FF2B5EF4-FFF2-40B4-BE49-F238E27FC236}">
                <a16:creationId xmlns:a16="http://schemas.microsoft.com/office/drawing/2014/main" id="{EE5ED39A-8F5F-F6BB-D988-FE97E2255503}"/>
              </a:ext>
            </a:extLst>
          </p:cNvPr>
          <p:cNvGrpSpPr/>
          <p:nvPr/>
        </p:nvGrpSpPr>
        <p:grpSpPr>
          <a:xfrm>
            <a:off x="7499192" y="1663578"/>
            <a:ext cx="3342341" cy="2829322"/>
            <a:chOff x="5887491" y="1559603"/>
            <a:chExt cx="3569335" cy="2707005"/>
          </a:xfrm>
        </p:grpSpPr>
        <p:pic>
          <p:nvPicPr>
            <p:cNvPr id="67" name="object 62">
              <a:extLst>
                <a:ext uri="{FF2B5EF4-FFF2-40B4-BE49-F238E27FC236}">
                  <a16:creationId xmlns:a16="http://schemas.microsoft.com/office/drawing/2014/main" id="{6B537941-388A-C9AF-3FF6-25C2E63695F6}"/>
                </a:ext>
              </a:extLst>
            </p:cNvPr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887491" y="2030056"/>
              <a:ext cx="2249297" cy="2236317"/>
            </a:xfrm>
            <a:prstGeom prst="rect">
              <a:avLst/>
            </a:prstGeom>
          </p:spPr>
        </p:pic>
        <p:pic>
          <p:nvPicPr>
            <p:cNvPr id="68" name="object 63">
              <a:extLst>
                <a:ext uri="{FF2B5EF4-FFF2-40B4-BE49-F238E27FC236}">
                  <a16:creationId xmlns:a16="http://schemas.microsoft.com/office/drawing/2014/main" id="{D2E325F6-EBC7-F252-4316-C457B7E3FD4D}"/>
                </a:ext>
              </a:extLst>
            </p:cNvPr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643545" y="1687489"/>
              <a:ext cx="1687487" cy="1064028"/>
            </a:xfrm>
            <a:prstGeom prst="rect">
              <a:avLst/>
            </a:prstGeom>
          </p:spPr>
        </p:pic>
        <p:sp>
          <p:nvSpPr>
            <p:cNvPr id="69" name="object 64">
              <a:extLst>
                <a:ext uri="{FF2B5EF4-FFF2-40B4-BE49-F238E27FC236}">
                  <a16:creationId xmlns:a16="http://schemas.microsoft.com/office/drawing/2014/main" id="{517D4998-DCB9-7CD8-8B63-12EE00FD16B2}"/>
                </a:ext>
              </a:extLst>
            </p:cNvPr>
            <p:cNvSpPr/>
            <p:nvPr/>
          </p:nvSpPr>
          <p:spPr>
            <a:xfrm>
              <a:off x="7574140" y="1564360"/>
              <a:ext cx="1877695" cy="381000"/>
            </a:xfrm>
            <a:custGeom>
              <a:avLst/>
              <a:gdLst/>
              <a:ahLst/>
              <a:cxnLst/>
              <a:rect l="l" t="t" r="r" b="b"/>
              <a:pathLst>
                <a:path w="1877695" h="381000">
                  <a:moveTo>
                    <a:pt x="1877682" y="0"/>
                  </a:moveTo>
                  <a:lnTo>
                    <a:pt x="0" y="0"/>
                  </a:lnTo>
                  <a:lnTo>
                    <a:pt x="0" y="380542"/>
                  </a:lnTo>
                  <a:lnTo>
                    <a:pt x="1877682" y="380542"/>
                  </a:lnTo>
                  <a:lnTo>
                    <a:pt x="18776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70" name="object 65">
              <a:extLst>
                <a:ext uri="{FF2B5EF4-FFF2-40B4-BE49-F238E27FC236}">
                  <a16:creationId xmlns:a16="http://schemas.microsoft.com/office/drawing/2014/main" id="{EE2910E6-2144-29A5-E392-1A4050F2E7E5}"/>
                </a:ext>
              </a:extLst>
            </p:cNvPr>
            <p:cNvSpPr/>
            <p:nvPr/>
          </p:nvSpPr>
          <p:spPr>
            <a:xfrm>
              <a:off x="7574140" y="1564360"/>
              <a:ext cx="1877695" cy="381000"/>
            </a:xfrm>
            <a:custGeom>
              <a:avLst/>
              <a:gdLst/>
              <a:ahLst/>
              <a:cxnLst/>
              <a:rect l="l" t="t" r="r" b="b"/>
              <a:pathLst>
                <a:path w="1877695" h="381000">
                  <a:moveTo>
                    <a:pt x="0" y="0"/>
                  </a:moveTo>
                  <a:lnTo>
                    <a:pt x="1877677" y="0"/>
                  </a:lnTo>
                  <a:lnTo>
                    <a:pt x="1877677" y="380538"/>
                  </a:lnTo>
                  <a:lnTo>
                    <a:pt x="0" y="380538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sp>
        <p:nvSpPr>
          <p:cNvPr id="71" name="object 66">
            <a:extLst>
              <a:ext uri="{FF2B5EF4-FFF2-40B4-BE49-F238E27FC236}">
                <a16:creationId xmlns:a16="http://schemas.microsoft.com/office/drawing/2014/main" id="{ECB29035-C72A-403A-4A6B-B1D3D36CC538}"/>
              </a:ext>
            </a:extLst>
          </p:cNvPr>
          <p:cNvSpPr txBox="1"/>
          <p:nvPr/>
        </p:nvSpPr>
        <p:spPr>
          <a:xfrm>
            <a:off x="1871469" y="1541448"/>
            <a:ext cx="8008112" cy="538203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3413" spc="-53">
                <a:solidFill>
                  <a:srgbClr val="2B2728"/>
                </a:solidFill>
                <a:latin typeface="Arial MT"/>
                <a:cs typeface="Arial MT"/>
              </a:rPr>
              <a:t>Set</a:t>
            </a:r>
            <a:r>
              <a:rPr sz="3413" spc="16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181">
                <a:solidFill>
                  <a:srgbClr val="2B2728"/>
                </a:solidFill>
                <a:latin typeface="Arial MT"/>
                <a:cs typeface="Arial MT"/>
              </a:rPr>
              <a:t>of</a:t>
            </a:r>
            <a:r>
              <a:rPr sz="3413" spc="2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>
                <a:solidFill>
                  <a:srgbClr val="2B2728"/>
                </a:solidFill>
                <a:latin typeface="Arial MT"/>
                <a:cs typeface="Arial MT"/>
              </a:rPr>
              <a:t>clustered</a:t>
            </a:r>
            <a:r>
              <a:rPr sz="3413" spc="2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107">
                <a:solidFill>
                  <a:srgbClr val="2B2728"/>
                </a:solidFill>
                <a:latin typeface="Arial MT"/>
                <a:cs typeface="Arial MT"/>
              </a:rPr>
              <a:t>documents</a:t>
            </a:r>
            <a:r>
              <a:rPr sz="3413" spc="2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>
                <a:solidFill>
                  <a:srgbClr val="2B2728"/>
                </a:solidFill>
                <a:latin typeface="Arial MT"/>
                <a:cs typeface="Arial MT"/>
              </a:rPr>
              <a:t>read</a:t>
            </a:r>
            <a:r>
              <a:rPr sz="3413" spc="2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53">
                <a:solidFill>
                  <a:srgbClr val="2B2728"/>
                </a:solidFill>
                <a:latin typeface="Arial MT"/>
                <a:cs typeface="Arial MT"/>
              </a:rPr>
              <a:t>by</a:t>
            </a:r>
            <a:r>
              <a:rPr sz="3413" spc="2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-21">
                <a:solidFill>
                  <a:srgbClr val="2B2728"/>
                </a:solidFill>
                <a:latin typeface="Arial MT"/>
                <a:cs typeface="Arial MT"/>
              </a:rPr>
              <a:t>user</a:t>
            </a:r>
            <a:endParaRPr sz="3413">
              <a:latin typeface="Arial MT"/>
              <a:cs typeface="Arial MT"/>
            </a:endParaRPr>
          </a:p>
        </p:txBody>
      </p:sp>
      <p:sp>
        <p:nvSpPr>
          <p:cNvPr id="72" name="object 68">
            <a:extLst>
              <a:ext uri="{FF2B5EF4-FFF2-40B4-BE49-F238E27FC236}">
                <a16:creationId xmlns:a16="http://schemas.microsoft.com/office/drawing/2014/main" id="{4CA585A3-3909-C2C1-7E10-47F25D7493E0}"/>
              </a:ext>
            </a:extLst>
          </p:cNvPr>
          <p:cNvSpPr txBox="1"/>
          <p:nvPr/>
        </p:nvSpPr>
        <p:spPr>
          <a:xfrm>
            <a:off x="2369524" y="6541811"/>
            <a:ext cx="1574123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547">
              <a:lnSpc>
                <a:spcPts val="3339"/>
              </a:lnSpc>
            </a:pPr>
            <a:r>
              <a:rPr sz="2987">
                <a:solidFill>
                  <a:srgbClr val="B0007E"/>
                </a:solidFill>
                <a:latin typeface="Arial MT"/>
                <a:cs typeface="Arial MT"/>
              </a:rPr>
              <a:t>Cluster</a:t>
            </a:r>
            <a:r>
              <a:rPr sz="2987" spc="155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987" spc="-53">
                <a:solidFill>
                  <a:srgbClr val="B0007E"/>
                </a:solidFill>
                <a:latin typeface="Arial MT"/>
                <a:cs typeface="Arial MT"/>
              </a:rPr>
              <a:t>3</a:t>
            </a:r>
            <a:endParaRPr sz="298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030903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E8891-A1EB-285E-A01F-7B568006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A612CDF-27C8-489E-4442-8B10DE367D33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0C8A269A-CDF1-ADF2-4662-AE034644FD6F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6BBCF-63D0-72CF-40DA-BB8FB184A7D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A2DE37A5-6ACD-9E41-02DC-93B61145A7F0}"/>
              </a:ext>
            </a:extLst>
          </p:cNvPr>
          <p:cNvSpPr txBox="1">
            <a:spLocks/>
          </p:cNvSpPr>
          <p:nvPr/>
        </p:nvSpPr>
        <p:spPr>
          <a:xfrm>
            <a:off x="842283" y="234142"/>
            <a:ext cx="10130518" cy="859136"/>
          </a:xfrm>
          <a:prstGeom prst="rect">
            <a:avLst/>
          </a:prstGeom>
        </p:spPr>
        <p:txBody>
          <a:bodyPr vert="horz" wrap="square" lIns="0" tIns="135626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24950" algn="l">
              <a:spcBef>
                <a:spcPts val="101"/>
              </a:spcBef>
            </a:pPr>
            <a:r>
              <a:rPr lang="en-US" sz="4693" spc="128">
                <a:solidFill>
                  <a:schemeClr val="bg1"/>
                </a:solidFill>
              </a:rPr>
              <a:t>Uncertainty</a:t>
            </a:r>
            <a:r>
              <a:rPr lang="en-US" sz="4693" spc="-91">
                <a:solidFill>
                  <a:schemeClr val="bg1"/>
                </a:solidFill>
              </a:rPr>
              <a:t> </a:t>
            </a:r>
            <a:r>
              <a:rPr lang="en-US" sz="4693" spc="160">
                <a:solidFill>
                  <a:schemeClr val="bg1"/>
                </a:solidFill>
              </a:rPr>
              <a:t>in</a:t>
            </a:r>
            <a:r>
              <a:rPr lang="en-US" sz="4693" spc="-91">
                <a:solidFill>
                  <a:schemeClr val="bg1"/>
                </a:solidFill>
              </a:rPr>
              <a:t> </a:t>
            </a:r>
            <a:r>
              <a:rPr lang="en-US" sz="4693" spc="117">
                <a:solidFill>
                  <a:schemeClr val="bg1"/>
                </a:solidFill>
              </a:rPr>
              <a:t>cluster</a:t>
            </a:r>
            <a:r>
              <a:rPr lang="en-US" sz="4693" spc="-91">
                <a:solidFill>
                  <a:schemeClr val="bg1"/>
                </a:solidFill>
              </a:rPr>
              <a:t> </a:t>
            </a:r>
            <a:r>
              <a:rPr lang="en-US" sz="4693" spc="-11">
                <a:solidFill>
                  <a:schemeClr val="bg1"/>
                </a:solidFill>
              </a:rPr>
              <a:t>assignments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F3EEC4F-0EF8-5746-F504-79C8CA10C528}"/>
              </a:ext>
            </a:extLst>
          </p:cNvPr>
          <p:cNvGrpSpPr/>
          <p:nvPr/>
        </p:nvGrpSpPr>
        <p:grpSpPr>
          <a:xfrm>
            <a:off x="1466198" y="2239539"/>
            <a:ext cx="2407920" cy="1654725"/>
            <a:chOff x="544271" y="2339035"/>
            <a:chExt cx="2257425" cy="155130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DA8E652-081E-6CAA-ABB5-2C3CCA63ED9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062" y="2460459"/>
              <a:ext cx="820525" cy="612749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DD1E3C82-0AD0-BC9F-A06B-29764C7CB17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4271" y="3116117"/>
              <a:ext cx="1155190" cy="773841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A530CD0C-4F20-88EE-2E4D-D050D4DD252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9463" y="2339035"/>
              <a:ext cx="879650" cy="602234"/>
            </a:xfrm>
            <a:prstGeom prst="rect">
              <a:avLst/>
            </a:prstGeom>
          </p:spPr>
        </p:pic>
        <p:pic>
          <p:nvPicPr>
            <p:cNvPr id="9" name="object 7">
              <a:extLst>
                <a:ext uri="{FF2B5EF4-FFF2-40B4-BE49-F238E27FC236}">
                  <a16:creationId xmlns:a16="http://schemas.microsoft.com/office/drawing/2014/main" id="{CB15E8D8-228C-3A7C-0078-7ED7CA6DE17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90090" y="3011699"/>
              <a:ext cx="1011224" cy="783555"/>
            </a:xfrm>
            <a:prstGeom prst="rect">
              <a:avLst/>
            </a:prstGeom>
          </p:spPr>
        </p:pic>
      </p:grpSp>
      <p:grpSp>
        <p:nvGrpSpPr>
          <p:cNvPr id="10" name="object 8">
            <a:extLst>
              <a:ext uri="{FF2B5EF4-FFF2-40B4-BE49-F238E27FC236}">
                <a16:creationId xmlns:a16="http://schemas.microsoft.com/office/drawing/2014/main" id="{47BE2761-E89A-A11A-F5EA-2D18C8CD7280}"/>
              </a:ext>
            </a:extLst>
          </p:cNvPr>
          <p:cNvGrpSpPr/>
          <p:nvPr/>
        </p:nvGrpSpPr>
        <p:grpSpPr>
          <a:xfrm>
            <a:off x="4299402" y="2032328"/>
            <a:ext cx="3028357" cy="4322741"/>
            <a:chOff x="3200400" y="2144776"/>
            <a:chExt cx="2839085" cy="4052570"/>
          </a:xfrm>
        </p:grpSpPr>
        <p:pic>
          <p:nvPicPr>
            <p:cNvPr id="11" name="object 9">
              <a:extLst>
                <a:ext uri="{FF2B5EF4-FFF2-40B4-BE49-F238E27FC236}">
                  <a16:creationId xmlns:a16="http://schemas.microsoft.com/office/drawing/2014/main" id="{E032DF15-E4DC-2A08-5F50-797472D3E21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15766" y="3199295"/>
              <a:ext cx="829183" cy="621766"/>
            </a:xfrm>
            <a:prstGeom prst="rect">
              <a:avLst/>
            </a:prstGeom>
          </p:spPr>
        </p:pic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ED140C71-8E80-500A-96E8-F7F584B11A1C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63807" y="2493557"/>
              <a:ext cx="965057" cy="705737"/>
            </a:xfrm>
            <a:prstGeom prst="rect">
              <a:avLst/>
            </a:prstGeom>
          </p:spPr>
        </p:pic>
        <p:pic>
          <p:nvPicPr>
            <p:cNvPr id="14" name="object 11">
              <a:extLst>
                <a:ext uri="{FF2B5EF4-FFF2-40B4-BE49-F238E27FC236}">
                  <a16:creationId xmlns:a16="http://schemas.microsoft.com/office/drawing/2014/main" id="{272BDF17-1786-D2D8-5707-96F0BAADAD55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1070" y="2144776"/>
              <a:ext cx="1327759" cy="995629"/>
            </a:xfrm>
            <a:prstGeom prst="rect">
              <a:avLst/>
            </a:prstGeom>
          </p:spPr>
        </p:pic>
        <p:pic>
          <p:nvPicPr>
            <p:cNvPr id="15" name="object 12">
              <a:extLst>
                <a:ext uri="{FF2B5EF4-FFF2-40B4-BE49-F238E27FC236}">
                  <a16:creationId xmlns:a16="http://schemas.microsoft.com/office/drawing/2014/main" id="{AA105D43-F23C-4E2E-E24C-2D8A33A39295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48505" y="3266687"/>
              <a:ext cx="971533" cy="647566"/>
            </a:xfrm>
            <a:prstGeom prst="rect">
              <a:avLst/>
            </a:prstGeom>
          </p:spPr>
        </p:pic>
        <p:pic>
          <p:nvPicPr>
            <p:cNvPr id="16" name="object 13">
              <a:extLst>
                <a:ext uri="{FF2B5EF4-FFF2-40B4-BE49-F238E27FC236}">
                  <a16:creationId xmlns:a16="http://schemas.microsoft.com/office/drawing/2014/main" id="{BEC4B35B-B799-D13D-7984-281B27DB907A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47222" y="5051539"/>
              <a:ext cx="1177721" cy="883126"/>
            </a:xfrm>
            <a:prstGeom prst="rect">
              <a:avLst/>
            </a:prstGeom>
          </p:spPr>
        </p:pic>
        <p:pic>
          <p:nvPicPr>
            <p:cNvPr id="17" name="object 14">
              <a:extLst>
                <a:ext uri="{FF2B5EF4-FFF2-40B4-BE49-F238E27FC236}">
                  <a16:creationId xmlns:a16="http://schemas.microsoft.com/office/drawing/2014/main" id="{6B771174-C7A0-593B-EE48-B379F91D29B0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85997" y="5360076"/>
              <a:ext cx="1049423" cy="699482"/>
            </a:xfrm>
            <a:prstGeom prst="rect">
              <a:avLst/>
            </a:prstGeom>
          </p:spPr>
        </p:pic>
        <p:pic>
          <p:nvPicPr>
            <p:cNvPr id="18" name="object 15">
              <a:extLst>
                <a:ext uri="{FF2B5EF4-FFF2-40B4-BE49-F238E27FC236}">
                  <a16:creationId xmlns:a16="http://schemas.microsoft.com/office/drawing/2014/main" id="{86066276-EF8F-66EA-3C78-C507A4A91D19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08422" y="2568627"/>
              <a:ext cx="640079" cy="623454"/>
            </a:xfrm>
            <a:prstGeom prst="rect">
              <a:avLst/>
            </a:prstGeom>
          </p:spPr>
        </p:pic>
        <p:pic>
          <p:nvPicPr>
            <p:cNvPr id="20" name="object 16">
              <a:extLst>
                <a:ext uri="{FF2B5EF4-FFF2-40B4-BE49-F238E27FC236}">
                  <a16:creationId xmlns:a16="http://schemas.microsoft.com/office/drawing/2014/main" id="{6189E94C-29CF-73EB-49FF-621F46FCF22C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58156" y="2597175"/>
              <a:ext cx="540778" cy="522033"/>
            </a:xfrm>
            <a:prstGeom prst="rect">
              <a:avLst/>
            </a:prstGeom>
          </p:spPr>
        </p:pic>
        <p:sp>
          <p:nvSpPr>
            <p:cNvPr id="21" name="object 17">
              <a:extLst>
                <a:ext uri="{FF2B5EF4-FFF2-40B4-BE49-F238E27FC236}">
                  <a16:creationId xmlns:a16="http://schemas.microsoft.com/office/drawing/2014/main" id="{CC0F7F97-7904-6A51-BE07-CA248B608BCC}"/>
                </a:ext>
              </a:extLst>
            </p:cNvPr>
            <p:cNvSpPr/>
            <p:nvPr/>
          </p:nvSpPr>
          <p:spPr>
            <a:xfrm>
              <a:off x="5058155" y="2597186"/>
              <a:ext cx="541020" cy="522605"/>
            </a:xfrm>
            <a:custGeom>
              <a:avLst/>
              <a:gdLst/>
              <a:ahLst/>
              <a:cxnLst/>
              <a:rect l="l" t="t" r="r" b="b"/>
              <a:pathLst>
                <a:path w="541020" h="522605">
                  <a:moveTo>
                    <a:pt x="0" y="177477"/>
                  </a:moveTo>
                  <a:lnTo>
                    <a:pt x="186835" y="177477"/>
                  </a:lnTo>
                  <a:lnTo>
                    <a:pt x="186835" y="0"/>
                  </a:lnTo>
                  <a:lnTo>
                    <a:pt x="353938" y="0"/>
                  </a:lnTo>
                  <a:lnTo>
                    <a:pt x="353938" y="177477"/>
                  </a:lnTo>
                  <a:lnTo>
                    <a:pt x="540774" y="177477"/>
                  </a:lnTo>
                  <a:lnTo>
                    <a:pt x="540774" y="344548"/>
                  </a:lnTo>
                  <a:lnTo>
                    <a:pt x="353938" y="344548"/>
                  </a:lnTo>
                  <a:lnTo>
                    <a:pt x="353938" y="522026"/>
                  </a:lnTo>
                  <a:lnTo>
                    <a:pt x="186835" y="522026"/>
                  </a:lnTo>
                  <a:lnTo>
                    <a:pt x="186835" y="344548"/>
                  </a:lnTo>
                  <a:lnTo>
                    <a:pt x="0" y="344548"/>
                  </a:lnTo>
                  <a:lnTo>
                    <a:pt x="0" y="177477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22" name="object 18">
              <a:extLst>
                <a:ext uri="{FF2B5EF4-FFF2-40B4-BE49-F238E27FC236}">
                  <a16:creationId xmlns:a16="http://schemas.microsoft.com/office/drawing/2014/main" id="{40005DA3-65DE-2F1E-D8A6-C6F58CA6197A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86937" y="5374177"/>
              <a:ext cx="640079" cy="623454"/>
            </a:xfrm>
            <a:prstGeom prst="rect">
              <a:avLst/>
            </a:prstGeom>
          </p:spPr>
        </p:pic>
        <p:pic>
          <p:nvPicPr>
            <p:cNvPr id="23" name="object 19">
              <a:extLst>
                <a:ext uri="{FF2B5EF4-FFF2-40B4-BE49-F238E27FC236}">
                  <a16:creationId xmlns:a16="http://schemas.microsoft.com/office/drawing/2014/main" id="{ABDA9556-E21F-4482-FF81-60ECE43F1ABC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37216" y="5400471"/>
              <a:ext cx="540766" cy="522032"/>
            </a:xfrm>
            <a:prstGeom prst="rect">
              <a:avLst/>
            </a:prstGeom>
          </p:spPr>
        </p:pic>
        <p:sp>
          <p:nvSpPr>
            <p:cNvPr id="24" name="object 20">
              <a:extLst>
                <a:ext uri="{FF2B5EF4-FFF2-40B4-BE49-F238E27FC236}">
                  <a16:creationId xmlns:a16="http://schemas.microsoft.com/office/drawing/2014/main" id="{4A9150EC-AB9B-BC0B-F963-588F7B81F463}"/>
                </a:ext>
              </a:extLst>
            </p:cNvPr>
            <p:cNvSpPr/>
            <p:nvPr/>
          </p:nvSpPr>
          <p:spPr>
            <a:xfrm>
              <a:off x="3637216" y="5400482"/>
              <a:ext cx="541020" cy="522605"/>
            </a:xfrm>
            <a:custGeom>
              <a:avLst/>
              <a:gdLst/>
              <a:ahLst/>
              <a:cxnLst/>
              <a:rect l="l" t="t" r="r" b="b"/>
              <a:pathLst>
                <a:path w="541020" h="522604">
                  <a:moveTo>
                    <a:pt x="0" y="177477"/>
                  </a:moveTo>
                  <a:lnTo>
                    <a:pt x="186835" y="177477"/>
                  </a:lnTo>
                  <a:lnTo>
                    <a:pt x="186835" y="0"/>
                  </a:lnTo>
                  <a:lnTo>
                    <a:pt x="353938" y="0"/>
                  </a:lnTo>
                  <a:lnTo>
                    <a:pt x="353938" y="177477"/>
                  </a:lnTo>
                  <a:lnTo>
                    <a:pt x="540774" y="177477"/>
                  </a:lnTo>
                  <a:lnTo>
                    <a:pt x="540774" y="344548"/>
                  </a:lnTo>
                  <a:lnTo>
                    <a:pt x="353938" y="344548"/>
                  </a:lnTo>
                  <a:lnTo>
                    <a:pt x="353938" y="522026"/>
                  </a:lnTo>
                  <a:lnTo>
                    <a:pt x="186835" y="522026"/>
                  </a:lnTo>
                  <a:lnTo>
                    <a:pt x="186835" y="344548"/>
                  </a:lnTo>
                  <a:lnTo>
                    <a:pt x="0" y="344548"/>
                  </a:lnTo>
                  <a:lnTo>
                    <a:pt x="0" y="177477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25" name="object 21">
              <a:extLst>
                <a:ext uri="{FF2B5EF4-FFF2-40B4-BE49-F238E27FC236}">
                  <a16:creationId xmlns:a16="http://schemas.microsoft.com/office/drawing/2014/main" id="{5AAFCC02-99E4-BFE6-97B7-CA7AA72E734E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99904" y="3399911"/>
              <a:ext cx="660862" cy="266006"/>
            </a:xfrm>
            <a:prstGeom prst="rect">
              <a:avLst/>
            </a:prstGeom>
          </p:spPr>
        </p:pic>
        <p:pic>
          <p:nvPicPr>
            <p:cNvPr id="26" name="object 22">
              <a:extLst>
                <a:ext uri="{FF2B5EF4-FFF2-40B4-BE49-F238E27FC236}">
                  <a16:creationId xmlns:a16="http://schemas.microsoft.com/office/drawing/2014/main" id="{487E3401-FE16-08BC-CD3A-6008D9737A03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50272" y="3429406"/>
              <a:ext cx="559422" cy="164083"/>
            </a:xfrm>
            <a:prstGeom prst="rect">
              <a:avLst/>
            </a:prstGeom>
          </p:spPr>
        </p:pic>
        <p:sp>
          <p:nvSpPr>
            <p:cNvPr id="27" name="object 23">
              <a:extLst>
                <a:ext uri="{FF2B5EF4-FFF2-40B4-BE49-F238E27FC236}">
                  <a16:creationId xmlns:a16="http://schemas.microsoft.com/office/drawing/2014/main" id="{1896755B-ED82-7E44-6095-7EA1572418D3}"/>
                </a:ext>
              </a:extLst>
            </p:cNvPr>
            <p:cNvSpPr/>
            <p:nvPr/>
          </p:nvSpPr>
          <p:spPr>
            <a:xfrm>
              <a:off x="3450270" y="3429412"/>
              <a:ext cx="559435" cy="164465"/>
            </a:xfrm>
            <a:custGeom>
              <a:avLst/>
              <a:gdLst/>
              <a:ahLst/>
              <a:cxnLst/>
              <a:rect l="l" t="t" r="r" b="b"/>
              <a:pathLst>
                <a:path w="559435" h="164464">
                  <a:moveTo>
                    <a:pt x="0" y="0"/>
                  </a:moveTo>
                  <a:lnTo>
                    <a:pt x="559421" y="0"/>
                  </a:lnTo>
                  <a:lnTo>
                    <a:pt x="559421" y="164088"/>
                  </a:lnTo>
                  <a:lnTo>
                    <a:pt x="0" y="164088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28" name="object 24">
              <a:extLst>
                <a:ext uri="{FF2B5EF4-FFF2-40B4-BE49-F238E27FC236}">
                  <a16:creationId xmlns:a16="http://schemas.microsoft.com/office/drawing/2014/main" id="{C6E0C34F-C9FA-D92A-D2E3-AA918F0EDDDD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83975" y="5382491"/>
              <a:ext cx="660862" cy="261851"/>
            </a:xfrm>
            <a:prstGeom prst="rect">
              <a:avLst/>
            </a:prstGeom>
          </p:spPr>
        </p:pic>
        <p:pic>
          <p:nvPicPr>
            <p:cNvPr id="29" name="object 25">
              <a:extLst>
                <a:ext uri="{FF2B5EF4-FFF2-40B4-BE49-F238E27FC236}">
                  <a16:creationId xmlns:a16="http://schemas.microsoft.com/office/drawing/2014/main" id="{B2EA7162-A7CC-AB94-E6D6-795086132968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33149" y="5408206"/>
              <a:ext cx="559422" cy="164083"/>
            </a:xfrm>
            <a:prstGeom prst="rect">
              <a:avLst/>
            </a:prstGeom>
          </p:spPr>
        </p:pic>
        <p:sp>
          <p:nvSpPr>
            <p:cNvPr id="30" name="object 26">
              <a:extLst>
                <a:ext uri="{FF2B5EF4-FFF2-40B4-BE49-F238E27FC236}">
                  <a16:creationId xmlns:a16="http://schemas.microsoft.com/office/drawing/2014/main" id="{F732E5A9-CBAC-D761-2EF5-4193629C7164}"/>
                </a:ext>
              </a:extLst>
            </p:cNvPr>
            <p:cNvSpPr/>
            <p:nvPr/>
          </p:nvSpPr>
          <p:spPr>
            <a:xfrm>
              <a:off x="4833148" y="5408199"/>
              <a:ext cx="559435" cy="164465"/>
            </a:xfrm>
            <a:custGeom>
              <a:avLst/>
              <a:gdLst/>
              <a:ahLst/>
              <a:cxnLst/>
              <a:rect l="l" t="t" r="r" b="b"/>
              <a:pathLst>
                <a:path w="559435" h="164464">
                  <a:moveTo>
                    <a:pt x="0" y="0"/>
                  </a:moveTo>
                  <a:lnTo>
                    <a:pt x="559421" y="0"/>
                  </a:lnTo>
                  <a:lnTo>
                    <a:pt x="559421" y="164088"/>
                  </a:lnTo>
                  <a:lnTo>
                    <a:pt x="0" y="164088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31" name="object 27">
              <a:extLst>
                <a:ext uri="{FF2B5EF4-FFF2-40B4-BE49-F238E27FC236}">
                  <a16:creationId xmlns:a16="http://schemas.microsoft.com/office/drawing/2014/main" id="{0016E395-A455-9EBA-AD5D-352571DA7A96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200400" y="4293522"/>
              <a:ext cx="2838792" cy="1903615"/>
            </a:xfrm>
            <a:prstGeom prst="rect">
              <a:avLst/>
            </a:prstGeom>
          </p:spPr>
        </p:pic>
        <p:sp>
          <p:nvSpPr>
            <p:cNvPr id="33" name="object 28">
              <a:extLst>
                <a:ext uri="{FF2B5EF4-FFF2-40B4-BE49-F238E27FC236}">
                  <a16:creationId xmlns:a16="http://schemas.microsoft.com/office/drawing/2014/main" id="{FDCC232B-F49F-7654-0B0E-1109DA5431D9}"/>
                </a:ext>
              </a:extLst>
            </p:cNvPr>
            <p:cNvSpPr/>
            <p:nvPr/>
          </p:nvSpPr>
          <p:spPr>
            <a:xfrm>
              <a:off x="3260559" y="4354969"/>
              <a:ext cx="2664460" cy="1728470"/>
            </a:xfrm>
            <a:custGeom>
              <a:avLst/>
              <a:gdLst/>
              <a:ahLst/>
              <a:cxnLst/>
              <a:rect l="l" t="t" r="r" b="b"/>
              <a:pathLst>
                <a:path w="2664460" h="1728470">
                  <a:moveTo>
                    <a:pt x="0" y="0"/>
                  </a:moveTo>
                  <a:lnTo>
                    <a:pt x="2664271" y="0"/>
                  </a:lnTo>
                  <a:lnTo>
                    <a:pt x="2664271" y="1728342"/>
                  </a:lnTo>
                  <a:lnTo>
                    <a:pt x="0" y="1728342"/>
                  </a:lnTo>
                  <a:lnTo>
                    <a:pt x="0" y="0"/>
                  </a:lnTo>
                  <a:close/>
                </a:path>
              </a:pathLst>
            </a:custGeom>
            <a:ln w="57083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grpSp>
        <p:nvGrpSpPr>
          <p:cNvPr id="34" name="object 29">
            <a:extLst>
              <a:ext uri="{FF2B5EF4-FFF2-40B4-BE49-F238E27FC236}">
                <a16:creationId xmlns:a16="http://schemas.microsoft.com/office/drawing/2014/main" id="{5273819E-E5C9-A103-D4D5-3F87069CD05B}"/>
              </a:ext>
            </a:extLst>
          </p:cNvPr>
          <p:cNvGrpSpPr/>
          <p:nvPr/>
        </p:nvGrpSpPr>
        <p:grpSpPr>
          <a:xfrm>
            <a:off x="1324553" y="4421866"/>
            <a:ext cx="2806869" cy="1973072"/>
            <a:chOff x="411480" y="4384967"/>
            <a:chExt cx="2631440" cy="1849755"/>
          </a:xfrm>
        </p:grpSpPr>
        <p:pic>
          <p:nvPicPr>
            <p:cNvPr id="35" name="object 30">
              <a:extLst>
                <a:ext uri="{FF2B5EF4-FFF2-40B4-BE49-F238E27FC236}">
                  <a16:creationId xmlns:a16="http://schemas.microsoft.com/office/drawing/2014/main" id="{EE44E01D-5C95-3EDD-785F-CA7DA19561FC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20968" y="4452634"/>
              <a:ext cx="1210142" cy="907439"/>
            </a:xfrm>
            <a:prstGeom prst="rect">
              <a:avLst/>
            </a:prstGeom>
          </p:spPr>
        </p:pic>
        <p:pic>
          <p:nvPicPr>
            <p:cNvPr id="36" name="object 31">
              <a:extLst>
                <a:ext uri="{FF2B5EF4-FFF2-40B4-BE49-F238E27FC236}">
                  <a16:creationId xmlns:a16="http://schemas.microsoft.com/office/drawing/2014/main" id="{7144084D-DD6E-F6DB-CBC2-6A379599D790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94333" y="5238980"/>
              <a:ext cx="1159116" cy="858826"/>
            </a:xfrm>
            <a:prstGeom prst="rect">
              <a:avLst/>
            </a:prstGeom>
          </p:spPr>
        </p:pic>
        <p:pic>
          <p:nvPicPr>
            <p:cNvPr id="37" name="object 32">
              <a:extLst>
                <a:ext uri="{FF2B5EF4-FFF2-40B4-BE49-F238E27FC236}">
                  <a16:creationId xmlns:a16="http://schemas.microsoft.com/office/drawing/2014/main" id="{2FFE67BE-EAAF-DEE0-D3D1-04839E31AE2E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11480" y="4384967"/>
              <a:ext cx="2630982" cy="1849577"/>
            </a:xfrm>
            <a:prstGeom prst="rect">
              <a:avLst/>
            </a:prstGeom>
          </p:spPr>
        </p:pic>
        <p:sp>
          <p:nvSpPr>
            <p:cNvPr id="38" name="object 33">
              <a:extLst>
                <a:ext uri="{FF2B5EF4-FFF2-40B4-BE49-F238E27FC236}">
                  <a16:creationId xmlns:a16="http://schemas.microsoft.com/office/drawing/2014/main" id="{5181C729-EFF3-2BF2-BB58-6F099119E080}"/>
                </a:ext>
              </a:extLst>
            </p:cNvPr>
            <p:cNvSpPr/>
            <p:nvPr/>
          </p:nvSpPr>
          <p:spPr>
            <a:xfrm>
              <a:off x="469419" y="4443768"/>
              <a:ext cx="2461895" cy="1677670"/>
            </a:xfrm>
            <a:custGeom>
              <a:avLst/>
              <a:gdLst/>
              <a:ahLst/>
              <a:cxnLst/>
              <a:rect l="l" t="t" r="r" b="b"/>
              <a:pathLst>
                <a:path w="2461895" h="1677670">
                  <a:moveTo>
                    <a:pt x="0" y="0"/>
                  </a:moveTo>
                  <a:lnTo>
                    <a:pt x="2461279" y="0"/>
                  </a:lnTo>
                  <a:lnTo>
                    <a:pt x="2461279" y="1677603"/>
                  </a:lnTo>
                  <a:lnTo>
                    <a:pt x="0" y="1677603"/>
                  </a:lnTo>
                  <a:lnTo>
                    <a:pt x="0" y="0"/>
                  </a:lnTo>
                  <a:close/>
                </a:path>
              </a:pathLst>
            </a:custGeom>
            <a:ln w="5708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39" name="object 34">
              <a:extLst>
                <a:ext uri="{FF2B5EF4-FFF2-40B4-BE49-F238E27FC236}">
                  <a16:creationId xmlns:a16="http://schemas.microsoft.com/office/drawing/2014/main" id="{25912B86-C82F-6B52-3EAD-B0A5AC98146F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76497" y="4759040"/>
              <a:ext cx="660862" cy="266006"/>
            </a:xfrm>
            <a:prstGeom prst="rect">
              <a:avLst/>
            </a:prstGeom>
          </p:spPr>
        </p:pic>
        <p:pic>
          <p:nvPicPr>
            <p:cNvPr id="40" name="object 35">
              <a:extLst>
                <a:ext uri="{FF2B5EF4-FFF2-40B4-BE49-F238E27FC236}">
                  <a16:creationId xmlns:a16="http://schemas.microsoft.com/office/drawing/2014/main" id="{970A35B0-E40F-1C12-10B1-9D85E31195C9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28547" y="4786655"/>
              <a:ext cx="559422" cy="164096"/>
            </a:xfrm>
            <a:prstGeom prst="rect">
              <a:avLst/>
            </a:prstGeom>
          </p:spPr>
        </p:pic>
        <p:sp>
          <p:nvSpPr>
            <p:cNvPr id="41" name="object 36">
              <a:extLst>
                <a:ext uri="{FF2B5EF4-FFF2-40B4-BE49-F238E27FC236}">
                  <a16:creationId xmlns:a16="http://schemas.microsoft.com/office/drawing/2014/main" id="{F61F5F44-63EC-2E68-1236-82C8E8CA0E63}"/>
                </a:ext>
              </a:extLst>
            </p:cNvPr>
            <p:cNvSpPr/>
            <p:nvPr/>
          </p:nvSpPr>
          <p:spPr>
            <a:xfrm>
              <a:off x="1128546" y="4786661"/>
              <a:ext cx="559435" cy="164465"/>
            </a:xfrm>
            <a:custGeom>
              <a:avLst/>
              <a:gdLst/>
              <a:ahLst/>
              <a:cxnLst/>
              <a:rect l="l" t="t" r="r" b="b"/>
              <a:pathLst>
                <a:path w="559435" h="164464">
                  <a:moveTo>
                    <a:pt x="0" y="0"/>
                  </a:moveTo>
                  <a:lnTo>
                    <a:pt x="559421" y="0"/>
                  </a:lnTo>
                  <a:lnTo>
                    <a:pt x="559421" y="164088"/>
                  </a:lnTo>
                  <a:lnTo>
                    <a:pt x="0" y="164088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sp>
        <p:nvSpPr>
          <p:cNvPr id="42" name="object 37">
            <a:extLst>
              <a:ext uri="{FF2B5EF4-FFF2-40B4-BE49-F238E27FC236}">
                <a16:creationId xmlns:a16="http://schemas.microsoft.com/office/drawing/2014/main" id="{9EA37585-2312-F502-6EED-4672FDAB3B58}"/>
              </a:ext>
            </a:extLst>
          </p:cNvPr>
          <p:cNvSpPr txBox="1"/>
          <p:nvPr/>
        </p:nvSpPr>
        <p:spPr>
          <a:xfrm>
            <a:off x="1833406" y="3929010"/>
            <a:ext cx="1537547" cy="472672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2987">
                <a:solidFill>
                  <a:srgbClr val="85BD05"/>
                </a:solidFill>
                <a:latin typeface="Arial MT"/>
                <a:cs typeface="Arial MT"/>
              </a:rPr>
              <a:t>Cluster</a:t>
            </a:r>
            <a:r>
              <a:rPr sz="2987" spc="155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987" spc="-341">
                <a:solidFill>
                  <a:srgbClr val="85BD05"/>
                </a:solidFill>
                <a:latin typeface="Arial MT"/>
                <a:cs typeface="Arial MT"/>
              </a:rPr>
              <a:t>1</a:t>
            </a:r>
            <a:endParaRPr sz="2987">
              <a:latin typeface="Arial MT"/>
              <a:cs typeface="Arial MT"/>
            </a:endParaRPr>
          </a:p>
        </p:txBody>
      </p:sp>
      <p:grpSp>
        <p:nvGrpSpPr>
          <p:cNvPr id="43" name="object 38">
            <a:extLst>
              <a:ext uri="{FF2B5EF4-FFF2-40B4-BE49-F238E27FC236}">
                <a16:creationId xmlns:a16="http://schemas.microsoft.com/office/drawing/2014/main" id="{7A967684-1597-5270-FB8B-FCE229738097}"/>
              </a:ext>
            </a:extLst>
          </p:cNvPr>
          <p:cNvGrpSpPr/>
          <p:nvPr/>
        </p:nvGrpSpPr>
        <p:grpSpPr>
          <a:xfrm>
            <a:off x="1293518" y="2107607"/>
            <a:ext cx="2810933" cy="1973072"/>
            <a:chOff x="382385" y="2215349"/>
            <a:chExt cx="2635250" cy="1849755"/>
          </a:xfrm>
        </p:grpSpPr>
        <p:pic>
          <p:nvPicPr>
            <p:cNvPr id="44" name="object 39">
              <a:extLst>
                <a:ext uri="{FF2B5EF4-FFF2-40B4-BE49-F238E27FC236}">
                  <a16:creationId xmlns:a16="http://schemas.microsoft.com/office/drawing/2014/main" id="{1BCFE67F-C6CA-17A0-330C-15B428600CCE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82385" y="2215349"/>
              <a:ext cx="2635135" cy="1849577"/>
            </a:xfrm>
            <a:prstGeom prst="rect">
              <a:avLst/>
            </a:prstGeom>
          </p:spPr>
        </p:pic>
        <p:sp>
          <p:nvSpPr>
            <p:cNvPr id="45" name="object 40">
              <a:extLst>
                <a:ext uri="{FF2B5EF4-FFF2-40B4-BE49-F238E27FC236}">
                  <a16:creationId xmlns:a16="http://schemas.microsoft.com/office/drawing/2014/main" id="{09C4099E-A50E-CF79-C45D-5CBE0A630593}"/>
                </a:ext>
              </a:extLst>
            </p:cNvPr>
            <p:cNvSpPr/>
            <p:nvPr/>
          </p:nvSpPr>
          <p:spPr>
            <a:xfrm>
              <a:off x="444045" y="2274696"/>
              <a:ext cx="2461895" cy="1677670"/>
            </a:xfrm>
            <a:custGeom>
              <a:avLst/>
              <a:gdLst/>
              <a:ahLst/>
              <a:cxnLst/>
              <a:rect l="l" t="t" r="r" b="b"/>
              <a:pathLst>
                <a:path w="2461895" h="1677670">
                  <a:moveTo>
                    <a:pt x="0" y="0"/>
                  </a:moveTo>
                  <a:lnTo>
                    <a:pt x="2461279" y="0"/>
                  </a:lnTo>
                  <a:lnTo>
                    <a:pt x="2461279" y="1677603"/>
                  </a:lnTo>
                  <a:lnTo>
                    <a:pt x="0" y="1677603"/>
                  </a:lnTo>
                  <a:lnTo>
                    <a:pt x="0" y="0"/>
                  </a:lnTo>
                  <a:close/>
                </a:path>
              </a:pathLst>
            </a:custGeom>
            <a:ln w="57084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46" name="object 41">
              <a:extLst>
                <a:ext uri="{FF2B5EF4-FFF2-40B4-BE49-F238E27FC236}">
                  <a16:creationId xmlns:a16="http://schemas.microsoft.com/office/drawing/2014/main" id="{4CFF2E3C-48D3-FEF1-448B-8801E87B56EA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56457" y="2481352"/>
              <a:ext cx="644236" cy="623454"/>
            </a:xfrm>
            <a:prstGeom prst="rect">
              <a:avLst/>
            </a:prstGeom>
          </p:spPr>
        </p:pic>
        <p:pic>
          <p:nvPicPr>
            <p:cNvPr id="47" name="object 42">
              <a:extLst>
                <a:ext uri="{FF2B5EF4-FFF2-40B4-BE49-F238E27FC236}">
                  <a16:creationId xmlns:a16="http://schemas.microsoft.com/office/drawing/2014/main" id="{42794905-88A5-2870-8FE9-6E4D50DB8344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08008" y="2508389"/>
              <a:ext cx="540769" cy="522020"/>
            </a:xfrm>
            <a:prstGeom prst="rect">
              <a:avLst/>
            </a:prstGeom>
          </p:spPr>
        </p:pic>
        <p:sp>
          <p:nvSpPr>
            <p:cNvPr id="48" name="object 43">
              <a:extLst>
                <a:ext uri="{FF2B5EF4-FFF2-40B4-BE49-F238E27FC236}">
                  <a16:creationId xmlns:a16="http://schemas.microsoft.com/office/drawing/2014/main" id="{A04EA622-EBA8-E39D-BE5B-60760BB25819}"/>
                </a:ext>
              </a:extLst>
            </p:cNvPr>
            <p:cNvSpPr/>
            <p:nvPr/>
          </p:nvSpPr>
          <p:spPr>
            <a:xfrm>
              <a:off x="808008" y="2508387"/>
              <a:ext cx="541020" cy="522605"/>
            </a:xfrm>
            <a:custGeom>
              <a:avLst/>
              <a:gdLst/>
              <a:ahLst/>
              <a:cxnLst/>
              <a:rect l="l" t="t" r="r" b="b"/>
              <a:pathLst>
                <a:path w="541019" h="522605">
                  <a:moveTo>
                    <a:pt x="0" y="177477"/>
                  </a:moveTo>
                  <a:lnTo>
                    <a:pt x="186835" y="177477"/>
                  </a:lnTo>
                  <a:lnTo>
                    <a:pt x="186835" y="0"/>
                  </a:lnTo>
                  <a:lnTo>
                    <a:pt x="353938" y="0"/>
                  </a:lnTo>
                  <a:lnTo>
                    <a:pt x="353938" y="177477"/>
                  </a:lnTo>
                  <a:lnTo>
                    <a:pt x="540774" y="177477"/>
                  </a:lnTo>
                  <a:lnTo>
                    <a:pt x="540774" y="344548"/>
                  </a:lnTo>
                  <a:lnTo>
                    <a:pt x="353938" y="344548"/>
                  </a:lnTo>
                  <a:lnTo>
                    <a:pt x="353938" y="522026"/>
                  </a:lnTo>
                  <a:lnTo>
                    <a:pt x="186835" y="522026"/>
                  </a:lnTo>
                  <a:lnTo>
                    <a:pt x="186835" y="344548"/>
                  </a:lnTo>
                  <a:lnTo>
                    <a:pt x="0" y="344548"/>
                  </a:lnTo>
                  <a:lnTo>
                    <a:pt x="0" y="177477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49" name="object 44">
              <a:extLst>
                <a:ext uri="{FF2B5EF4-FFF2-40B4-BE49-F238E27FC236}">
                  <a16:creationId xmlns:a16="http://schemas.microsoft.com/office/drawing/2014/main" id="{524CEF6E-8F95-1B41-CA29-3007AF5BCA01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799704" y="2352498"/>
              <a:ext cx="640080" cy="623454"/>
            </a:xfrm>
            <a:prstGeom prst="rect">
              <a:avLst/>
            </a:prstGeom>
          </p:spPr>
        </p:pic>
        <p:pic>
          <p:nvPicPr>
            <p:cNvPr id="50" name="object 45">
              <a:extLst>
                <a:ext uri="{FF2B5EF4-FFF2-40B4-BE49-F238E27FC236}">
                  <a16:creationId xmlns:a16="http://schemas.microsoft.com/office/drawing/2014/main" id="{60108671-347F-FE3F-F790-224CA1BDF1BB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848345" y="2381542"/>
              <a:ext cx="540766" cy="522020"/>
            </a:xfrm>
            <a:prstGeom prst="rect">
              <a:avLst/>
            </a:prstGeom>
          </p:spPr>
        </p:pic>
        <p:sp>
          <p:nvSpPr>
            <p:cNvPr id="51" name="object 46">
              <a:extLst>
                <a:ext uri="{FF2B5EF4-FFF2-40B4-BE49-F238E27FC236}">
                  <a16:creationId xmlns:a16="http://schemas.microsoft.com/office/drawing/2014/main" id="{39BF8996-904D-B40C-1B8D-F1178111D1E2}"/>
                </a:ext>
              </a:extLst>
            </p:cNvPr>
            <p:cNvSpPr/>
            <p:nvPr/>
          </p:nvSpPr>
          <p:spPr>
            <a:xfrm>
              <a:off x="1848345" y="2381540"/>
              <a:ext cx="541020" cy="522605"/>
            </a:xfrm>
            <a:custGeom>
              <a:avLst/>
              <a:gdLst/>
              <a:ahLst/>
              <a:cxnLst/>
              <a:rect l="l" t="t" r="r" b="b"/>
              <a:pathLst>
                <a:path w="541019" h="522605">
                  <a:moveTo>
                    <a:pt x="0" y="177477"/>
                  </a:moveTo>
                  <a:lnTo>
                    <a:pt x="186835" y="177477"/>
                  </a:lnTo>
                  <a:lnTo>
                    <a:pt x="186835" y="0"/>
                  </a:lnTo>
                  <a:lnTo>
                    <a:pt x="353938" y="0"/>
                  </a:lnTo>
                  <a:lnTo>
                    <a:pt x="353938" y="177477"/>
                  </a:lnTo>
                  <a:lnTo>
                    <a:pt x="540774" y="177477"/>
                  </a:lnTo>
                  <a:lnTo>
                    <a:pt x="540774" y="344548"/>
                  </a:lnTo>
                  <a:lnTo>
                    <a:pt x="353938" y="344548"/>
                  </a:lnTo>
                  <a:lnTo>
                    <a:pt x="353938" y="522026"/>
                  </a:lnTo>
                  <a:lnTo>
                    <a:pt x="186835" y="522026"/>
                  </a:lnTo>
                  <a:lnTo>
                    <a:pt x="186835" y="344548"/>
                  </a:lnTo>
                  <a:lnTo>
                    <a:pt x="0" y="344548"/>
                  </a:lnTo>
                  <a:lnTo>
                    <a:pt x="0" y="177477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52" name="object 47">
              <a:extLst>
                <a:ext uri="{FF2B5EF4-FFF2-40B4-BE49-F238E27FC236}">
                  <a16:creationId xmlns:a16="http://schemas.microsoft.com/office/drawing/2014/main" id="{6036685E-C445-7A35-084A-FCD668596DF3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949335" y="3088183"/>
              <a:ext cx="644236" cy="623454"/>
            </a:xfrm>
            <a:prstGeom prst="rect">
              <a:avLst/>
            </a:prstGeom>
          </p:spPr>
        </p:pic>
        <p:pic>
          <p:nvPicPr>
            <p:cNvPr id="53" name="object 48">
              <a:extLst>
                <a:ext uri="{FF2B5EF4-FFF2-40B4-BE49-F238E27FC236}">
                  <a16:creationId xmlns:a16="http://schemas.microsoft.com/office/drawing/2014/main" id="{643A0160-204D-D61D-DFF5-0BDB9810EFD7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000593" y="3117253"/>
              <a:ext cx="540766" cy="522020"/>
            </a:xfrm>
            <a:prstGeom prst="rect">
              <a:avLst/>
            </a:prstGeom>
          </p:spPr>
        </p:pic>
        <p:sp>
          <p:nvSpPr>
            <p:cNvPr id="54" name="object 49">
              <a:extLst>
                <a:ext uri="{FF2B5EF4-FFF2-40B4-BE49-F238E27FC236}">
                  <a16:creationId xmlns:a16="http://schemas.microsoft.com/office/drawing/2014/main" id="{36AF0242-7833-0CF7-1642-9AAAE10A2A3E}"/>
                </a:ext>
              </a:extLst>
            </p:cNvPr>
            <p:cNvSpPr/>
            <p:nvPr/>
          </p:nvSpPr>
          <p:spPr>
            <a:xfrm>
              <a:off x="2000592" y="3117251"/>
              <a:ext cx="541020" cy="522605"/>
            </a:xfrm>
            <a:custGeom>
              <a:avLst/>
              <a:gdLst/>
              <a:ahLst/>
              <a:cxnLst/>
              <a:rect l="l" t="t" r="r" b="b"/>
              <a:pathLst>
                <a:path w="541019" h="522604">
                  <a:moveTo>
                    <a:pt x="0" y="177477"/>
                  </a:moveTo>
                  <a:lnTo>
                    <a:pt x="186835" y="177477"/>
                  </a:lnTo>
                  <a:lnTo>
                    <a:pt x="186835" y="0"/>
                  </a:lnTo>
                  <a:lnTo>
                    <a:pt x="353938" y="0"/>
                  </a:lnTo>
                  <a:lnTo>
                    <a:pt x="353938" y="177477"/>
                  </a:lnTo>
                  <a:lnTo>
                    <a:pt x="540774" y="177477"/>
                  </a:lnTo>
                  <a:lnTo>
                    <a:pt x="540774" y="344548"/>
                  </a:lnTo>
                  <a:lnTo>
                    <a:pt x="353938" y="344548"/>
                  </a:lnTo>
                  <a:lnTo>
                    <a:pt x="353938" y="522026"/>
                  </a:lnTo>
                  <a:lnTo>
                    <a:pt x="186835" y="522026"/>
                  </a:lnTo>
                  <a:lnTo>
                    <a:pt x="186835" y="344548"/>
                  </a:lnTo>
                  <a:lnTo>
                    <a:pt x="0" y="344548"/>
                  </a:lnTo>
                  <a:lnTo>
                    <a:pt x="0" y="177477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sp>
        <p:nvSpPr>
          <p:cNvPr id="55" name="object 50">
            <a:extLst>
              <a:ext uri="{FF2B5EF4-FFF2-40B4-BE49-F238E27FC236}">
                <a16:creationId xmlns:a16="http://schemas.microsoft.com/office/drawing/2014/main" id="{1AC8F9D0-3970-4AF5-831F-35D7E1982A7C}"/>
              </a:ext>
            </a:extLst>
          </p:cNvPr>
          <p:cNvSpPr txBox="1"/>
          <p:nvPr/>
        </p:nvSpPr>
        <p:spPr>
          <a:xfrm>
            <a:off x="4978856" y="3986895"/>
            <a:ext cx="1547707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32"/>
              </a:lnSpc>
            </a:pPr>
            <a:r>
              <a:rPr sz="2987">
                <a:solidFill>
                  <a:srgbClr val="118CC4"/>
                </a:solidFill>
                <a:latin typeface="Arial MT"/>
                <a:cs typeface="Arial MT"/>
              </a:rPr>
              <a:t>Cluster</a:t>
            </a:r>
            <a:r>
              <a:rPr sz="2987" spc="155">
                <a:solidFill>
                  <a:srgbClr val="118CC4"/>
                </a:solidFill>
                <a:latin typeface="Arial MT"/>
                <a:cs typeface="Arial MT"/>
              </a:rPr>
              <a:t> </a:t>
            </a:r>
            <a:r>
              <a:rPr sz="2987" spc="-53">
                <a:solidFill>
                  <a:srgbClr val="118CC4"/>
                </a:solidFill>
                <a:latin typeface="Arial MT"/>
                <a:cs typeface="Arial MT"/>
              </a:rPr>
              <a:t>2</a:t>
            </a:r>
            <a:endParaRPr sz="2987">
              <a:latin typeface="Arial MT"/>
              <a:cs typeface="Arial MT"/>
            </a:endParaRPr>
          </a:p>
        </p:txBody>
      </p:sp>
      <p:grpSp>
        <p:nvGrpSpPr>
          <p:cNvPr id="56" name="object 51">
            <a:extLst>
              <a:ext uri="{FF2B5EF4-FFF2-40B4-BE49-F238E27FC236}">
                <a16:creationId xmlns:a16="http://schemas.microsoft.com/office/drawing/2014/main" id="{4BD528C5-EEF0-0EC3-103F-4C965FA2709E}"/>
              </a:ext>
            </a:extLst>
          </p:cNvPr>
          <p:cNvGrpSpPr/>
          <p:nvPr/>
        </p:nvGrpSpPr>
        <p:grpSpPr>
          <a:xfrm>
            <a:off x="4272795" y="1909961"/>
            <a:ext cx="5292683" cy="2852251"/>
            <a:chOff x="3175457" y="2030056"/>
            <a:chExt cx="4961890" cy="2673985"/>
          </a:xfrm>
        </p:grpSpPr>
        <p:pic>
          <p:nvPicPr>
            <p:cNvPr id="57" name="object 52">
              <a:extLst>
                <a:ext uri="{FF2B5EF4-FFF2-40B4-BE49-F238E27FC236}">
                  <a16:creationId xmlns:a16="http://schemas.microsoft.com/office/drawing/2014/main" id="{76F47F4E-E5C4-E28E-75BF-EF672187603A}"/>
                </a:ext>
              </a:extLst>
            </p:cNvPr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175457" y="2061552"/>
              <a:ext cx="2838792" cy="1990902"/>
            </a:xfrm>
            <a:prstGeom prst="rect">
              <a:avLst/>
            </a:prstGeom>
          </p:spPr>
        </p:pic>
        <p:sp>
          <p:nvSpPr>
            <p:cNvPr id="58" name="object 53">
              <a:extLst>
                <a:ext uri="{FF2B5EF4-FFF2-40B4-BE49-F238E27FC236}">
                  <a16:creationId xmlns:a16="http://schemas.microsoft.com/office/drawing/2014/main" id="{09AC78FC-CAE1-961A-50FF-5CA76865D998}"/>
                </a:ext>
              </a:extLst>
            </p:cNvPr>
            <p:cNvSpPr/>
            <p:nvPr/>
          </p:nvSpPr>
          <p:spPr>
            <a:xfrm>
              <a:off x="3235185" y="2122487"/>
              <a:ext cx="2664460" cy="1817370"/>
            </a:xfrm>
            <a:custGeom>
              <a:avLst/>
              <a:gdLst/>
              <a:ahLst/>
              <a:cxnLst/>
              <a:rect l="l" t="t" r="r" b="b"/>
              <a:pathLst>
                <a:path w="2664460" h="1817370">
                  <a:moveTo>
                    <a:pt x="0" y="0"/>
                  </a:moveTo>
                  <a:lnTo>
                    <a:pt x="2664271" y="0"/>
                  </a:lnTo>
                  <a:lnTo>
                    <a:pt x="2664271" y="1817134"/>
                  </a:lnTo>
                  <a:lnTo>
                    <a:pt x="0" y="1817134"/>
                  </a:lnTo>
                  <a:lnTo>
                    <a:pt x="0" y="0"/>
                  </a:lnTo>
                  <a:close/>
                </a:path>
              </a:pathLst>
            </a:custGeom>
            <a:ln w="57084">
              <a:solidFill>
                <a:srgbClr val="009ECF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59" name="object 54">
              <a:extLst>
                <a:ext uri="{FF2B5EF4-FFF2-40B4-BE49-F238E27FC236}">
                  <a16:creationId xmlns:a16="http://schemas.microsoft.com/office/drawing/2014/main" id="{6400AB78-7949-1C76-5325-90350B8D24C1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887491" y="2030056"/>
              <a:ext cx="2249297" cy="2236317"/>
            </a:xfrm>
            <a:prstGeom prst="rect">
              <a:avLst/>
            </a:prstGeom>
          </p:spPr>
        </p:pic>
        <p:pic>
          <p:nvPicPr>
            <p:cNvPr id="60" name="object 55">
              <a:extLst>
                <a:ext uri="{FF2B5EF4-FFF2-40B4-BE49-F238E27FC236}">
                  <a16:creationId xmlns:a16="http://schemas.microsoft.com/office/drawing/2014/main" id="{9E84AF9F-9639-E2CC-45B3-2F0B0D84AFA3}"/>
                </a:ext>
              </a:extLst>
            </p:cNvPr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682034" y="3772283"/>
              <a:ext cx="1657045" cy="931745"/>
            </a:xfrm>
            <a:prstGeom prst="rect">
              <a:avLst/>
            </a:prstGeom>
          </p:spPr>
        </p:pic>
        <p:pic>
          <p:nvPicPr>
            <p:cNvPr id="61" name="object 56">
              <a:extLst>
                <a:ext uri="{FF2B5EF4-FFF2-40B4-BE49-F238E27FC236}">
                  <a16:creationId xmlns:a16="http://schemas.microsoft.com/office/drawing/2014/main" id="{A6CBE7F7-D5D9-66B3-286E-BAA88B7A15EC}"/>
                </a:ext>
              </a:extLst>
            </p:cNvPr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160519" y="4098170"/>
              <a:ext cx="660862" cy="266006"/>
            </a:xfrm>
            <a:prstGeom prst="rect">
              <a:avLst/>
            </a:prstGeom>
          </p:spPr>
        </p:pic>
        <p:pic>
          <p:nvPicPr>
            <p:cNvPr id="62" name="object 57">
              <a:extLst>
                <a:ext uri="{FF2B5EF4-FFF2-40B4-BE49-F238E27FC236}">
                  <a16:creationId xmlns:a16="http://schemas.microsoft.com/office/drawing/2014/main" id="{87AA2FE4-EA23-066B-AAB9-CB6CE0C7DF97}"/>
                </a:ext>
              </a:extLst>
            </p:cNvPr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211485" y="4127055"/>
              <a:ext cx="559422" cy="164096"/>
            </a:xfrm>
            <a:prstGeom prst="rect">
              <a:avLst/>
            </a:prstGeom>
          </p:spPr>
        </p:pic>
        <p:sp>
          <p:nvSpPr>
            <p:cNvPr id="63" name="object 58">
              <a:extLst>
                <a:ext uri="{FF2B5EF4-FFF2-40B4-BE49-F238E27FC236}">
                  <a16:creationId xmlns:a16="http://schemas.microsoft.com/office/drawing/2014/main" id="{519B903C-0B5C-0721-5A3A-8AC27E2C45EF}"/>
                </a:ext>
              </a:extLst>
            </p:cNvPr>
            <p:cNvSpPr/>
            <p:nvPr/>
          </p:nvSpPr>
          <p:spPr>
            <a:xfrm>
              <a:off x="4211483" y="4127061"/>
              <a:ext cx="559435" cy="164465"/>
            </a:xfrm>
            <a:custGeom>
              <a:avLst/>
              <a:gdLst/>
              <a:ahLst/>
              <a:cxnLst/>
              <a:rect l="l" t="t" r="r" b="b"/>
              <a:pathLst>
                <a:path w="559435" h="164464">
                  <a:moveTo>
                    <a:pt x="0" y="0"/>
                  </a:moveTo>
                  <a:lnTo>
                    <a:pt x="559421" y="0"/>
                  </a:lnTo>
                  <a:lnTo>
                    <a:pt x="559421" y="164088"/>
                  </a:lnTo>
                  <a:lnTo>
                    <a:pt x="0" y="164088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sp>
        <p:nvSpPr>
          <p:cNvPr id="64" name="object 59">
            <a:extLst>
              <a:ext uri="{FF2B5EF4-FFF2-40B4-BE49-F238E27FC236}">
                <a16:creationId xmlns:a16="http://schemas.microsoft.com/office/drawing/2014/main" id="{546736F0-A27A-37E9-5B3A-F933D4E25F4E}"/>
              </a:ext>
            </a:extLst>
          </p:cNvPr>
          <p:cNvSpPr txBox="1"/>
          <p:nvPr/>
        </p:nvSpPr>
        <p:spPr>
          <a:xfrm>
            <a:off x="7735934" y="4776828"/>
            <a:ext cx="2971461" cy="1575902"/>
          </a:xfrm>
          <a:prstGeom prst="rect">
            <a:avLst/>
          </a:prstGeom>
        </p:spPr>
        <p:txBody>
          <a:bodyPr vert="horz" wrap="square" lIns="0" tIns="15579" rIns="0" bIns="0" rtlCol="0">
            <a:spAutoFit/>
          </a:bodyPr>
          <a:lstStyle/>
          <a:p>
            <a:pPr marL="13547" marR="5419">
              <a:lnSpc>
                <a:spcPct val="99400"/>
              </a:lnSpc>
              <a:spcBef>
                <a:spcPts val="123"/>
              </a:spcBef>
            </a:pPr>
            <a:r>
              <a:rPr sz="2560">
                <a:latin typeface="Arial MT"/>
                <a:cs typeface="Arial MT"/>
              </a:rPr>
              <a:t>Slightly</a:t>
            </a:r>
            <a:r>
              <a:rPr sz="2560" spc="112">
                <a:latin typeface="Arial MT"/>
                <a:cs typeface="Arial MT"/>
              </a:rPr>
              <a:t> </a:t>
            </a:r>
            <a:r>
              <a:rPr sz="2560">
                <a:latin typeface="Arial MT"/>
                <a:cs typeface="Arial MT"/>
              </a:rPr>
              <a:t>closer</a:t>
            </a:r>
            <a:r>
              <a:rPr sz="2560" spc="117">
                <a:latin typeface="Arial MT"/>
                <a:cs typeface="Arial MT"/>
              </a:rPr>
              <a:t> </a:t>
            </a:r>
            <a:r>
              <a:rPr sz="2560" spc="122">
                <a:latin typeface="Arial MT"/>
                <a:cs typeface="Arial MT"/>
              </a:rPr>
              <a:t>to </a:t>
            </a:r>
            <a:r>
              <a:rPr sz="2560">
                <a:solidFill>
                  <a:srgbClr val="FC5507"/>
                </a:solidFill>
                <a:latin typeface="Arial MT"/>
                <a:cs typeface="Arial MT"/>
              </a:rPr>
              <a:t>Cluster</a:t>
            </a:r>
            <a:r>
              <a:rPr sz="2560" spc="53">
                <a:solidFill>
                  <a:srgbClr val="FC5507"/>
                </a:solidFill>
                <a:latin typeface="Arial MT"/>
                <a:cs typeface="Arial MT"/>
              </a:rPr>
              <a:t> </a:t>
            </a:r>
            <a:r>
              <a:rPr sz="2560" spc="96">
                <a:solidFill>
                  <a:srgbClr val="FC5507"/>
                </a:solidFill>
                <a:latin typeface="Arial MT"/>
                <a:cs typeface="Arial MT"/>
              </a:rPr>
              <a:t>4</a:t>
            </a:r>
            <a:r>
              <a:rPr sz="2560" spc="59">
                <a:solidFill>
                  <a:srgbClr val="FC5507"/>
                </a:solidFill>
                <a:latin typeface="Arial MT"/>
                <a:cs typeface="Arial MT"/>
              </a:rPr>
              <a:t> </a:t>
            </a:r>
            <a:r>
              <a:rPr sz="2560" spc="-21">
                <a:latin typeface="Arial MT"/>
                <a:cs typeface="Arial MT"/>
              </a:rPr>
              <a:t>than </a:t>
            </a:r>
            <a:r>
              <a:rPr sz="2560">
                <a:solidFill>
                  <a:srgbClr val="118CC4"/>
                </a:solidFill>
                <a:latin typeface="Arial MT"/>
                <a:cs typeface="Arial MT"/>
              </a:rPr>
              <a:t>Cluster</a:t>
            </a:r>
            <a:r>
              <a:rPr sz="2560" spc="5">
                <a:solidFill>
                  <a:srgbClr val="118CC4"/>
                </a:solidFill>
                <a:latin typeface="Arial MT"/>
                <a:cs typeface="Arial MT"/>
              </a:rPr>
              <a:t> </a:t>
            </a:r>
            <a:r>
              <a:rPr sz="2560">
                <a:solidFill>
                  <a:srgbClr val="118CC4"/>
                </a:solidFill>
                <a:latin typeface="Arial MT"/>
                <a:cs typeface="Arial MT"/>
              </a:rPr>
              <a:t>2</a:t>
            </a:r>
            <a:r>
              <a:rPr sz="2560">
                <a:latin typeface="Arial MT"/>
                <a:cs typeface="Arial MT"/>
              </a:rPr>
              <a:t>,</a:t>
            </a:r>
            <a:r>
              <a:rPr sz="2560" spc="11">
                <a:latin typeface="Arial MT"/>
                <a:cs typeface="Arial MT"/>
              </a:rPr>
              <a:t> </a:t>
            </a:r>
            <a:r>
              <a:rPr sz="2560" spc="91">
                <a:latin typeface="Arial MT"/>
                <a:cs typeface="Arial MT"/>
              </a:rPr>
              <a:t>but</a:t>
            </a:r>
            <a:r>
              <a:rPr sz="2560" spc="5">
                <a:latin typeface="Arial MT"/>
                <a:cs typeface="Arial MT"/>
              </a:rPr>
              <a:t> </a:t>
            </a:r>
            <a:r>
              <a:rPr sz="2560" spc="101">
                <a:latin typeface="Arial MT"/>
                <a:cs typeface="Arial MT"/>
              </a:rPr>
              <a:t>count </a:t>
            </a:r>
            <a:r>
              <a:rPr sz="2560" spc="53">
                <a:latin typeface="Arial MT"/>
                <a:cs typeface="Arial MT"/>
              </a:rPr>
              <a:t>fully</a:t>
            </a:r>
            <a:r>
              <a:rPr sz="2560" spc="32">
                <a:latin typeface="Arial MT"/>
                <a:cs typeface="Arial MT"/>
              </a:rPr>
              <a:t> </a:t>
            </a:r>
            <a:r>
              <a:rPr sz="2560" spc="107">
                <a:latin typeface="Arial MT"/>
                <a:cs typeface="Arial MT"/>
              </a:rPr>
              <a:t>for</a:t>
            </a:r>
            <a:r>
              <a:rPr sz="2560" spc="32">
                <a:latin typeface="Arial MT"/>
                <a:cs typeface="Arial MT"/>
              </a:rPr>
              <a:t> </a:t>
            </a:r>
            <a:r>
              <a:rPr sz="2560">
                <a:solidFill>
                  <a:srgbClr val="FC5507"/>
                </a:solidFill>
                <a:latin typeface="Arial MT"/>
                <a:cs typeface="Arial MT"/>
              </a:rPr>
              <a:t>Cluster</a:t>
            </a:r>
            <a:r>
              <a:rPr sz="2560" spc="32">
                <a:solidFill>
                  <a:srgbClr val="FC5507"/>
                </a:solidFill>
                <a:latin typeface="Arial MT"/>
                <a:cs typeface="Arial MT"/>
              </a:rPr>
              <a:t> </a:t>
            </a:r>
            <a:r>
              <a:rPr sz="2560" spc="-27">
                <a:solidFill>
                  <a:srgbClr val="FC5507"/>
                </a:solidFill>
                <a:latin typeface="Arial MT"/>
                <a:cs typeface="Arial MT"/>
              </a:rPr>
              <a:t>4</a:t>
            </a:r>
            <a:r>
              <a:rPr sz="2560" spc="-27">
                <a:latin typeface="Arial MT"/>
                <a:cs typeface="Arial MT"/>
              </a:rPr>
              <a:t>?</a:t>
            </a:r>
            <a:endParaRPr sz="2560">
              <a:latin typeface="Arial MT"/>
              <a:cs typeface="Arial MT"/>
            </a:endParaRPr>
          </a:p>
        </p:txBody>
      </p:sp>
      <p:grpSp>
        <p:nvGrpSpPr>
          <p:cNvPr id="65" name="object 60">
            <a:extLst>
              <a:ext uri="{FF2B5EF4-FFF2-40B4-BE49-F238E27FC236}">
                <a16:creationId xmlns:a16="http://schemas.microsoft.com/office/drawing/2014/main" id="{D2D4372A-08CA-BFBA-CC08-D97DDD767EF0}"/>
              </a:ext>
            </a:extLst>
          </p:cNvPr>
          <p:cNvGrpSpPr/>
          <p:nvPr/>
        </p:nvGrpSpPr>
        <p:grpSpPr>
          <a:xfrm>
            <a:off x="6440764" y="1408143"/>
            <a:ext cx="4532037" cy="3453045"/>
            <a:chOff x="5207927" y="1559603"/>
            <a:chExt cx="4248785" cy="3237230"/>
          </a:xfrm>
        </p:grpSpPr>
        <p:pic>
          <p:nvPicPr>
            <p:cNvPr id="66" name="object 61">
              <a:extLst>
                <a:ext uri="{FF2B5EF4-FFF2-40B4-BE49-F238E27FC236}">
                  <a16:creationId xmlns:a16="http://schemas.microsoft.com/office/drawing/2014/main" id="{09D84E9F-EBA8-1598-E530-3AF53B01781E}"/>
                </a:ext>
              </a:extLst>
            </p:cNvPr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643545" y="1687489"/>
              <a:ext cx="1687487" cy="1064028"/>
            </a:xfrm>
            <a:prstGeom prst="rect">
              <a:avLst/>
            </a:prstGeom>
          </p:spPr>
        </p:pic>
        <p:sp>
          <p:nvSpPr>
            <p:cNvPr id="67" name="object 62">
              <a:extLst>
                <a:ext uri="{FF2B5EF4-FFF2-40B4-BE49-F238E27FC236}">
                  <a16:creationId xmlns:a16="http://schemas.microsoft.com/office/drawing/2014/main" id="{D7BF505D-ADAE-6C15-8D64-A9C8491A2379}"/>
                </a:ext>
              </a:extLst>
            </p:cNvPr>
            <p:cNvSpPr/>
            <p:nvPr/>
          </p:nvSpPr>
          <p:spPr>
            <a:xfrm>
              <a:off x="7574140" y="1564360"/>
              <a:ext cx="1877695" cy="381000"/>
            </a:xfrm>
            <a:custGeom>
              <a:avLst/>
              <a:gdLst/>
              <a:ahLst/>
              <a:cxnLst/>
              <a:rect l="l" t="t" r="r" b="b"/>
              <a:pathLst>
                <a:path w="1877695" h="381000">
                  <a:moveTo>
                    <a:pt x="1877682" y="0"/>
                  </a:moveTo>
                  <a:lnTo>
                    <a:pt x="0" y="0"/>
                  </a:lnTo>
                  <a:lnTo>
                    <a:pt x="0" y="380542"/>
                  </a:lnTo>
                  <a:lnTo>
                    <a:pt x="1877682" y="380542"/>
                  </a:lnTo>
                  <a:lnTo>
                    <a:pt x="18776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68" name="object 63">
              <a:extLst>
                <a:ext uri="{FF2B5EF4-FFF2-40B4-BE49-F238E27FC236}">
                  <a16:creationId xmlns:a16="http://schemas.microsoft.com/office/drawing/2014/main" id="{AE2C16B7-5FA3-A94A-EE8D-2144CE10B3F3}"/>
                </a:ext>
              </a:extLst>
            </p:cNvPr>
            <p:cNvSpPr/>
            <p:nvPr/>
          </p:nvSpPr>
          <p:spPr>
            <a:xfrm>
              <a:off x="7574140" y="1564360"/>
              <a:ext cx="1877695" cy="381000"/>
            </a:xfrm>
            <a:custGeom>
              <a:avLst/>
              <a:gdLst/>
              <a:ahLst/>
              <a:cxnLst/>
              <a:rect l="l" t="t" r="r" b="b"/>
              <a:pathLst>
                <a:path w="1877695" h="381000">
                  <a:moveTo>
                    <a:pt x="0" y="0"/>
                  </a:moveTo>
                  <a:lnTo>
                    <a:pt x="1877677" y="0"/>
                  </a:lnTo>
                  <a:lnTo>
                    <a:pt x="1877677" y="380538"/>
                  </a:lnTo>
                  <a:lnTo>
                    <a:pt x="0" y="380538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69" name="object 64">
              <a:extLst>
                <a:ext uri="{FF2B5EF4-FFF2-40B4-BE49-F238E27FC236}">
                  <a16:creationId xmlns:a16="http://schemas.microsoft.com/office/drawing/2014/main" id="{1DF0D8F0-B4D4-1EB6-A1CD-1517DC7EF941}"/>
                </a:ext>
              </a:extLst>
            </p:cNvPr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207927" y="3940235"/>
              <a:ext cx="1417320" cy="856211"/>
            </a:xfrm>
            <a:prstGeom prst="rect">
              <a:avLst/>
            </a:prstGeom>
          </p:spPr>
        </p:pic>
        <p:sp>
          <p:nvSpPr>
            <p:cNvPr id="70" name="object 65">
              <a:extLst>
                <a:ext uri="{FF2B5EF4-FFF2-40B4-BE49-F238E27FC236}">
                  <a16:creationId xmlns:a16="http://schemas.microsoft.com/office/drawing/2014/main" id="{37410C93-DCCC-9CD3-FCD4-243E4BF1378E}"/>
                </a:ext>
              </a:extLst>
            </p:cNvPr>
            <p:cNvSpPr/>
            <p:nvPr/>
          </p:nvSpPr>
          <p:spPr>
            <a:xfrm>
              <a:off x="5442419" y="4114930"/>
              <a:ext cx="1117600" cy="608330"/>
            </a:xfrm>
            <a:custGeom>
              <a:avLst/>
              <a:gdLst/>
              <a:ahLst/>
              <a:cxnLst/>
              <a:rect l="l" t="t" r="r" b="b"/>
              <a:pathLst>
                <a:path w="1117600" h="608329">
                  <a:moveTo>
                    <a:pt x="1117150" y="607735"/>
                  </a:moveTo>
                  <a:lnTo>
                    <a:pt x="1077461" y="460918"/>
                  </a:lnTo>
                  <a:lnTo>
                    <a:pt x="1053645" y="390288"/>
                  </a:lnTo>
                  <a:lnTo>
                    <a:pt x="1024285" y="323626"/>
                  </a:lnTo>
                  <a:lnTo>
                    <a:pt x="988562" y="260932"/>
                  </a:lnTo>
                  <a:lnTo>
                    <a:pt x="944906" y="203792"/>
                  </a:lnTo>
                  <a:lnTo>
                    <a:pt x="890930" y="153002"/>
                  </a:lnTo>
                  <a:lnTo>
                    <a:pt x="825049" y="110941"/>
                  </a:lnTo>
                  <a:lnTo>
                    <a:pt x="783774" y="92688"/>
                  </a:lnTo>
                  <a:lnTo>
                    <a:pt x="732974" y="76817"/>
                  </a:lnTo>
                  <a:lnTo>
                    <a:pt x="673443" y="62532"/>
                  </a:lnTo>
                  <a:lnTo>
                    <a:pt x="609149" y="50628"/>
                  </a:lnTo>
                  <a:lnTo>
                    <a:pt x="467068" y="30788"/>
                  </a:lnTo>
                  <a:lnTo>
                    <a:pt x="321018" y="16503"/>
                  </a:lnTo>
                  <a:lnTo>
                    <a:pt x="251168" y="11741"/>
                  </a:lnTo>
                  <a:lnTo>
                    <a:pt x="184493" y="7773"/>
                  </a:lnTo>
                  <a:lnTo>
                    <a:pt x="123374" y="4599"/>
                  </a:lnTo>
                  <a:lnTo>
                    <a:pt x="70193" y="2218"/>
                  </a:lnTo>
                  <a:lnTo>
                    <a:pt x="24949" y="631"/>
                  </a:lnTo>
                  <a:lnTo>
                    <a:pt x="0" y="0"/>
                  </a:lnTo>
                </a:path>
              </a:pathLst>
            </a:custGeom>
            <a:ln w="38055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71" name="object 66">
              <a:extLst>
                <a:ext uri="{FF2B5EF4-FFF2-40B4-BE49-F238E27FC236}">
                  <a16:creationId xmlns:a16="http://schemas.microsoft.com/office/drawing/2014/main" id="{506A7ED3-2F99-3E13-FDF9-08833929E79B}"/>
                </a:ext>
              </a:extLst>
            </p:cNvPr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404662" y="4032312"/>
              <a:ext cx="172528" cy="170884"/>
            </a:xfrm>
            <a:prstGeom prst="rect">
              <a:avLst/>
            </a:prstGeom>
          </p:spPr>
        </p:pic>
      </p:grpSp>
      <p:sp>
        <p:nvSpPr>
          <p:cNvPr id="72" name="object 68">
            <a:extLst>
              <a:ext uri="{FF2B5EF4-FFF2-40B4-BE49-F238E27FC236}">
                <a16:creationId xmlns:a16="http://schemas.microsoft.com/office/drawing/2014/main" id="{6D52A6AA-4F2C-26B5-264C-3EC3A1200A75}"/>
              </a:ext>
            </a:extLst>
          </p:cNvPr>
          <p:cNvSpPr txBox="1"/>
          <p:nvPr/>
        </p:nvSpPr>
        <p:spPr>
          <a:xfrm>
            <a:off x="2035965" y="6286377"/>
            <a:ext cx="1574123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547">
              <a:lnSpc>
                <a:spcPts val="3339"/>
              </a:lnSpc>
            </a:pPr>
            <a:r>
              <a:rPr sz="2987">
                <a:solidFill>
                  <a:srgbClr val="B0007E"/>
                </a:solidFill>
                <a:latin typeface="Arial MT"/>
                <a:cs typeface="Arial MT"/>
              </a:rPr>
              <a:t>Cluster</a:t>
            </a:r>
            <a:r>
              <a:rPr sz="2987" spc="155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987" spc="-53">
                <a:solidFill>
                  <a:srgbClr val="B0007E"/>
                </a:solidFill>
                <a:latin typeface="Arial MT"/>
                <a:cs typeface="Arial MT"/>
              </a:rPr>
              <a:t>3</a:t>
            </a:r>
            <a:endParaRPr sz="298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229411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F56B5-AC59-5EF3-72FA-85AF02365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C1FF2B-DC87-0190-7631-7667836D2730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ED38DF2D-7293-0DB3-6F3A-D0DF954312AB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6C8EC-89B4-37FD-5D60-02BECEC247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D25CE93-CA5C-F1DB-5823-D596A12433B1}"/>
              </a:ext>
            </a:extLst>
          </p:cNvPr>
          <p:cNvSpPr txBox="1">
            <a:spLocks/>
          </p:cNvSpPr>
          <p:nvPr/>
        </p:nvSpPr>
        <p:spPr>
          <a:xfrm>
            <a:off x="992515" y="196846"/>
            <a:ext cx="10913762" cy="859136"/>
          </a:xfrm>
          <a:prstGeom prst="rect">
            <a:avLst/>
          </a:prstGeom>
        </p:spPr>
        <p:txBody>
          <a:bodyPr vert="horz" wrap="square" lIns="0" tIns="135626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24950" algn="l">
              <a:spcBef>
                <a:spcPts val="101"/>
              </a:spcBef>
            </a:pPr>
            <a:r>
              <a:rPr lang="en-US" sz="4693" spc="128">
                <a:solidFill>
                  <a:schemeClr val="bg1"/>
                </a:solidFill>
              </a:rPr>
              <a:t>Uncertainty</a:t>
            </a:r>
            <a:r>
              <a:rPr lang="en-US" sz="4693" spc="-91">
                <a:solidFill>
                  <a:schemeClr val="bg1"/>
                </a:solidFill>
              </a:rPr>
              <a:t> </a:t>
            </a:r>
            <a:r>
              <a:rPr lang="en-US" sz="4693" spc="160">
                <a:solidFill>
                  <a:schemeClr val="bg1"/>
                </a:solidFill>
              </a:rPr>
              <a:t>in</a:t>
            </a:r>
            <a:r>
              <a:rPr lang="en-US" sz="4693" spc="-91">
                <a:solidFill>
                  <a:schemeClr val="bg1"/>
                </a:solidFill>
              </a:rPr>
              <a:t> </a:t>
            </a:r>
            <a:r>
              <a:rPr lang="en-US" sz="4693" spc="117">
                <a:solidFill>
                  <a:schemeClr val="bg1"/>
                </a:solidFill>
              </a:rPr>
              <a:t>cluster</a:t>
            </a:r>
            <a:r>
              <a:rPr lang="en-US" sz="4693" spc="-91">
                <a:solidFill>
                  <a:schemeClr val="bg1"/>
                </a:solidFill>
              </a:rPr>
              <a:t> </a:t>
            </a:r>
            <a:r>
              <a:rPr lang="en-US" sz="4693" spc="-11">
                <a:solidFill>
                  <a:schemeClr val="bg1"/>
                </a:solidFill>
              </a:rPr>
              <a:t>assignments</a:t>
            </a:r>
          </a:p>
        </p:txBody>
      </p:sp>
      <p:grpSp>
        <p:nvGrpSpPr>
          <p:cNvPr id="69" name="object 3">
            <a:extLst>
              <a:ext uri="{FF2B5EF4-FFF2-40B4-BE49-F238E27FC236}">
                <a16:creationId xmlns:a16="http://schemas.microsoft.com/office/drawing/2014/main" id="{8D641CA9-E451-5924-9555-76FF9D0A7CD1}"/>
              </a:ext>
            </a:extLst>
          </p:cNvPr>
          <p:cNvGrpSpPr/>
          <p:nvPr/>
        </p:nvGrpSpPr>
        <p:grpSpPr>
          <a:xfrm>
            <a:off x="1403573" y="2169013"/>
            <a:ext cx="2407920" cy="1654725"/>
            <a:chOff x="544271" y="2339035"/>
            <a:chExt cx="2257425" cy="1551305"/>
          </a:xfrm>
        </p:grpSpPr>
        <p:pic>
          <p:nvPicPr>
            <p:cNvPr id="70" name="object 4">
              <a:extLst>
                <a:ext uri="{FF2B5EF4-FFF2-40B4-BE49-F238E27FC236}">
                  <a16:creationId xmlns:a16="http://schemas.microsoft.com/office/drawing/2014/main" id="{29949BB6-9B82-9A83-3B17-0DF1C231953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062" y="2460459"/>
              <a:ext cx="820525" cy="612749"/>
            </a:xfrm>
            <a:prstGeom prst="rect">
              <a:avLst/>
            </a:prstGeom>
          </p:spPr>
        </p:pic>
        <p:pic>
          <p:nvPicPr>
            <p:cNvPr id="71" name="object 5">
              <a:extLst>
                <a:ext uri="{FF2B5EF4-FFF2-40B4-BE49-F238E27FC236}">
                  <a16:creationId xmlns:a16="http://schemas.microsoft.com/office/drawing/2014/main" id="{855ED58A-13A1-76CC-AE42-D7CD1F72876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4271" y="3116117"/>
              <a:ext cx="1155190" cy="773841"/>
            </a:xfrm>
            <a:prstGeom prst="rect">
              <a:avLst/>
            </a:prstGeom>
          </p:spPr>
        </p:pic>
        <p:pic>
          <p:nvPicPr>
            <p:cNvPr id="72" name="object 6">
              <a:extLst>
                <a:ext uri="{FF2B5EF4-FFF2-40B4-BE49-F238E27FC236}">
                  <a16:creationId xmlns:a16="http://schemas.microsoft.com/office/drawing/2014/main" id="{99F96068-02A4-2BF1-AEC6-1402D72BA97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9463" y="2339035"/>
              <a:ext cx="879650" cy="602234"/>
            </a:xfrm>
            <a:prstGeom prst="rect">
              <a:avLst/>
            </a:prstGeom>
          </p:spPr>
        </p:pic>
        <p:pic>
          <p:nvPicPr>
            <p:cNvPr id="73" name="object 7">
              <a:extLst>
                <a:ext uri="{FF2B5EF4-FFF2-40B4-BE49-F238E27FC236}">
                  <a16:creationId xmlns:a16="http://schemas.microsoft.com/office/drawing/2014/main" id="{B40EC4E5-9AAF-A9DC-AE8F-63FA59216A4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90090" y="3011699"/>
              <a:ext cx="1011224" cy="783555"/>
            </a:xfrm>
            <a:prstGeom prst="rect">
              <a:avLst/>
            </a:prstGeom>
          </p:spPr>
        </p:pic>
      </p:grpSp>
      <p:grpSp>
        <p:nvGrpSpPr>
          <p:cNvPr id="74" name="object 8">
            <a:extLst>
              <a:ext uri="{FF2B5EF4-FFF2-40B4-BE49-F238E27FC236}">
                <a16:creationId xmlns:a16="http://schemas.microsoft.com/office/drawing/2014/main" id="{A03B6AEE-874D-0007-7285-964B678B667C}"/>
              </a:ext>
            </a:extLst>
          </p:cNvPr>
          <p:cNvGrpSpPr/>
          <p:nvPr/>
        </p:nvGrpSpPr>
        <p:grpSpPr>
          <a:xfrm>
            <a:off x="4236777" y="1961802"/>
            <a:ext cx="3028357" cy="4322741"/>
            <a:chOff x="3200400" y="2144776"/>
            <a:chExt cx="2839085" cy="4052570"/>
          </a:xfrm>
        </p:grpSpPr>
        <p:pic>
          <p:nvPicPr>
            <p:cNvPr id="75" name="object 9">
              <a:extLst>
                <a:ext uri="{FF2B5EF4-FFF2-40B4-BE49-F238E27FC236}">
                  <a16:creationId xmlns:a16="http://schemas.microsoft.com/office/drawing/2014/main" id="{B8BFB7BE-59AB-9E23-ADB5-453B1A424D45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15766" y="3199295"/>
              <a:ext cx="829183" cy="621766"/>
            </a:xfrm>
            <a:prstGeom prst="rect">
              <a:avLst/>
            </a:prstGeom>
          </p:spPr>
        </p:pic>
        <p:pic>
          <p:nvPicPr>
            <p:cNvPr id="76" name="object 10">
              <a:extLst>
                <a:ext uri="{FF2B5EF4-FFF2-40B4-BE49-F238E27FC236}">
                  <a16:creationId xmlns:a16="http://schemas.microsoft.com/office/drawing/2014/main" id="{D3F61860-315E-E2D1-7B81-CE368920BD5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63807" y="2493557"/>
              <a:ext cx="965057" cy="705737"/>
            </a:xfrm>
            <a:prstGeom prst="rect">
              <a:avLst/>
            </a:prstGeom>
          </p:spPr>
        </p:pic>
        <p:pic>
          <p:nvPicPr>
            <p:cNvPr id="77" name="object 11">
              <a:extLst>
                <a:ext uri="{FF2B5EF4-FFF2-40B4-BE49-F238E27FC236}">
                  <a16:creationId xmlns:a16="http://schemas.microsoft.com/office/drawing/2014/main" id="{A0888BFF-2166-77BB-071D-693D1C3CB289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1070" y="2144776"/>
              <a:ext cx="1327759" cy="995629"/>
            </a:xfrm>
            <a:prstGeom prst="rect">
              <a:avLst/>
            </a:prstGeom>
          </p:spPr>
        </p:pic>
        <p:pic>
          <p:nvPicPr>
            <p:cNvPr id="78" name="object 12">
              <a:extLst>
                <a:ext uri="{FF2B5EF4-FFF2-40B4-BE49-F238E27FC236}">
                  <a16:creationId xmlns:a16="http://schemas.microsoft.com/office/drawing/2014/main" id="{FDF8DEEF-DA25-6131-82BA-BF81C4BA6451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48505" y="3266687"/>
              <a:ext cx="971533" cy="647566"/>
            </a:xfrm>
            <a:prstGeom prst="rect">
              <a:avLst/>
            </a:prstGeom>
          </p:spPr>
        </p:pic>
        <p:pic>
          <p:nvPicPr>
            <p:cNvPr id="79" name="object 13">
              <a:extLst>
                <a:ext uri="{FF2B5EF4-FFF2-40B4-BE49-F238E27FC236}">
                  <a16:creationId xmlns:a16="http://schemas.microsoft.com/office/drawing/2014/main" id="{CE6346EE-14A6-44BD-5BB0-82C806121380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47222" y="5051539"/>
              <a:ext cx="1177721" cy="883126"/>
            </a:xfrm>
            <a:prstGeom prst="rect">
              <a:avLst/>
            </a:prstGeom>
          </p:spPr>
        </p:pic>
        <p:pic>
          <p:nvPicPr>
            <p:cNvPr id="80" name="object 14">
              <a:extLst>
                <a:ext uri="{FF2B5EF4-FFF2-40B4-BE49-F238E27FC236}">
                  <a16:creationId xmlns:a16="http://schemas.microsoft.com/office/drawing/2014/main" id="{E0173292-E34C-87E6-0B46-F1A00762CED1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85997" y="5360076"/>
              <a:ext cx="1049423" cy="699482"/>
            </a:xfrm>
            <a:prstGeom prst="rect">
              <a:avLst/>
            </a:prstGeom>
          </p:spPr>
        </p:pic>
        <p:pic>
          <p:nvPicPr>
            <p:cNvPr id="81" name="object 15">
              <a:extLst>
                <a:ext uri="{FF2B5EF4-FFF2-40B4-BE49-F238E27FC236}">
                  <a16:creationId xmlns:a16="http://schemas.microsoft.com/office/drawing/2014/main" id="{59837DEE-E69A-5DBC-0402-A4F78E8F2DEB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08422" y="2568627"/>
              <a:ext cx="640079" cy="623454"/>
            </a:xfrm>
            <a:prstGeom prst="rect">
              <a:avLst/>
            </a:prstGeom>
          </p:spPr>
        </p:pic>
        <p:pic>
          <p:nvPicPr>
            <p:cNvPr id="82" name="object 16">
              <a:extLst>
                <a:ext uri="{FF2B5EF4-FFF2-40B4-BE49-F238E27FC236}">
                  <a16:creationId xmlns:a16="http://schemas.microsoft.com/office/drawing/2014/main" id="{E13EC9F5-56D9-67FE-3622-25C0A533D301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58156" y="2597175"/>
              <a:ext cx="540778" cy="522033"/>
            </a:xfrm>
            <a:prstGeom prst="rect">
              <a:avLst/>
            </a:prstGeom>
          </p:spPr>
        </p:pic>
        <p:sp>
          <p:nvSpPr>
            <p:cNvPr id="83" name="object 17">
              <a:extLst>
                <a:ext uri="{FF2B5EF4-FFF2-40B4-BE49-F238E27FC236}">
                  <a16:creationId xmlns:a16="http://schemas.microsoft.com/office/drawing/2014/main" id="{54495914-706D-11FC-F906-E27244D0E0DF}"/>
                </a:ext>
              </a:extLst>
            </p:cNvPr>
            <p:cNvSpPr/>
            <p:nvPr/>
          </p:nvSpPr>
          <p:spPr>
            <a:xfrm>
              <a:off x="5058155" y="2597186"/>
              <a:ext cx="541020" cy="522605"/>
            </a:xfrm>
            <a:custGeom>
              <a:avLst/>
              <a:gdLst/>
              <a:ahLst/>
              <a:cxnLst/>
              <a:rect l="l" t="t" r="r" b="b"/>
              <a:pathLst>
                <a:path w="541020" h="522605">
                  <a:moveTo>
                    <a:pt x="0" y="177477"/>
                  </a:moveTo>
                  <a:lnTo>
                    <a:pt x="186835" y="177477"/>
                  </a:lnTo>
                  <a:lnTo>
                    <a:pt x="186835" y="0"/>
                  </a:lnTo>
                  <a:lnTo>
                    <a:pt x="353938" y="0"/>
                  </a:lnTo>
                  <a:lnTo>
                    <a:pt x="353938" y="177477"/>
                  </a:lnTo>
                  <a:lnTo>
                    <a:pt x="540774" y="177477"/>
                  </a:lnTo>
                  <a:lnTo>
                    <a:pt x="540774" y="344548"/>
                  </a:lnTo>
                  <a:lnTo>
                    <a:pt x="353938" y="344548"/>
                  </a:lnTo>
                  <a:lnTo>
                    <a:pt x="353938" y="522026"/>
                  </a:lnTo>
                  <a:lnTo>
                    <a:pt x="186835" y="522026"/>
                  </a:lnTo>
                  <a:lnTo>
                    <a:pt x="186835" y="344548"/>
                  </a:lnTo>
                  <a:lnTo>
                    <a:pt x="0" y="344548"/>
                  </a:lnTo>
                  <a:lnTo>
                    <a:pt x="0" y="177477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84" name="object 18">
              <a:extLst>
                <a:ext uri="{FF2B5EF4-FFF2-40B4-BE49-F238E27FC236}">
                  <a16:creationId xmlns:a16="http://schemas.microsoft.com/office/drawing/2014/main" id="{D032EB6B-B425-2127-B8D5-982D46F25499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86937" y="5374177"/>
              <a:ext cx="640079" cy="623454"/>
            </a:xfrm>
            <a:prstGeom prst="rect">
              <a:avLst/>
            </a:prstGeom>
          </p:spPr>
        </p:pic>
        <p:pic>
          <p:nvPicPr>
            <p:cNvPr id="85" name="object 19">
              <a:extLst>
                <a:ext uri="{FF2B5EF4-FFF2-40B4-BE49-F238E27FC236}">
                  <a16:creationId xmlns:a16="http://schemas.microsoft.com/office/drawing/2014/main" id="{90EEF5CE-CF6F-256E-D674-6D40641160F8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37216" y="5400471"/>
              <a:ext cx="540766" cy="522032"/>
            </a:xfrm>
            <a:prstGeom prst="rect">
              <a:avLst/>
            </a:prstGeom>
          </p:spPr>
        </p:pic>
        <p:sp>
          <p:nvSpPr>
            <p:cNvPr id="86" name="object 20">
              <a:extLst>
                <a:ext uri="{FF2B5EF4-FFF2-40B4-BE49-F238E27FC236}">
                  <a16:creationId xmlns:a16="http://schemas.microsoft.com/office/drawing/2014/main" id="{4E6CF983-8831-BDAD-46CA-C288EC6EDA10}"/>
                </a:ext>
              </a:extLst>
            </p:cNvPr>
            <p:cNvSpPr/>
            <p:nvPr/>
          </p:nvSpPr>
          <p:spPr>
            <a:xfrm>
              <a:off x="3637216" y="5400482"/>
              <a:ext cx="541020" cy="522605"/>
            </a:xfrm>
            <a:custGeom>
              <a:avLst/>
              <a:gdLst/>
              <a:ahLst/>
              <a:cxnLst/>
              <a:rect l="l" t="t" r="r" b="b"/>
              <a:pathLst>
                <a:path w="541020" h="522604">
                  <a:moveTo>
                    <a:pt x="0" y="177477"/>
                  </a:moveTo>
                  <a:lnTo>
                    <a:pt x="186835" y="177477"/>
                  </a:lnTo>
                  <a:lnTo>
                    <a:pt x="186835" y="0"/>
                  </a:lnTo>
                  <a:lnTo>
                    <a:pt x="353938" y="0"/>
                  </a:lnTo>
                  <a:lnTo>
                    <a:pt x="353938" y="177477"/>
                  </a:lnTo>
                  <a:lnTo>
                    <a:pt x="540774" y="177477"/>
                  </a:lnTo>
                  <a:lnTo>
                    <a:pt x="540774" y="344548"/>
                  </a:lnTo>
                  <a:lnTo>
                    <a:pt x="353938" y="344548"/>
                  </a:lnTo>
                  <a:lnTo>
                    <a:pt x="353938" y="522026"/>
                  </a:lnTo>
                  <a:lnTo>
                    <a:pt x="186835" y="522026"/>
                  </a:lnTo>
                  <a:lnTo>
                    <a:pt x="186835" y="344548"/>
                  </a:lnTo>
                  <a:lnTo>
                    <a:pt x="0" y="344548"/>
                  </a:lnTo>
                  <a:lnTo>
                    <a:pt x="0" y="177477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87" name="object 21">
              <a:extLst>
                <a:ext uri="{FF2B5EF4-FFF2-40B4-BE49-F238E27FC236}">
                  <a16:creationId xmlns:a16="http://schemas.microsoft.com/office/drawing/2014/main" id="{D1CA35AA-438A-9C34-5E9A-831C5C1AEFE8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99904" y="3399911"/>
              <a:ext cx="660862" cy="266006"/>
            </a:xfrm>
            <a:prstGeom prst="rect">
              <a:avLst/>
            </a:prstGeom>
          </p:spPr>
        </p:pic>
        <p:pic>
          <p:nvPicPr>
            <p:cNvPr id="88" name="object 22">
              <a:extLst>
                <a:ext uri="{FF2B5EF4-FFF2-40B4-BE49-F238E27FC236}">
                  <a16:creationId xmlns:a16="http://schemas.microsoft.com/office/drawing/2014/main" id="{A799696E-4271-0D08-E021-83FF0EAFEEDD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50272" y="3429406"/>
              <a:ext cx="559422" cy="164083"/>
            </a:xfrm>
            <a:prstGeom prst="rect">
              <a:avLst/>
            </a:prstGeom>
          </p:spPr>
        </p:pic>
        <p:sp>
          <p:nvSpPr>
            <p:cNvPr id="89" name="object 23">
              <a:extLst>
                <a:ext uri="{FF2B5EF4-FFF2-40B4-BE49-F238E27FC236}">
                  <a16:creationId xmlns:a16="http://schemas.microsoft.com/office/drawing/2014/main" id="{ED3FAD22-AB4F-D501-6936-5BCD71FF8143}"/>
                </a:ext>
              </a:extLst>
            </p:cNvPr>
            <p:cNvSpPr/>
            <p:nvPr/>
          </p:nvSpPr>
          <p:spPr>
            <a:xfrm>
              <a:off x="3450270" y="3429412"/>
              <a:ext cx="559435" cy="164465"/>
            </a:xfrm>
            <a:custGeom>
              <a:avLst/>
              <a:gdLst/>
              <a:ahLst/>
              <a:cxnLst/>
              <a:rect l="l" t="t" r="r" b="b"/>
              <a:pathLst>
                <a:path w="559435" h="164464">
                  <a:moveTo>
                    <a:pt x="0" y="0"/>
                  </a:moveTo>
                  <a:lnTo>
                    <a:pt x="559421" y="0"/>
                  </a:lnTo>
                  <a:lnTo>
                    <a:pt x="559421" y="164088"/>
                  </a:lnTo>
                  <a:lnTo>
                    <a:pt x="0" y="164088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90" name="object 24">
              <a:extLst>
                <a:ext uri="{FF2B5EF4-FFF2-40B4-BE49-F238E27FC236}">
                  <a16:creationId xmlns:a16="http://schemas.microsoft.com/office/drawing/2014/main" id="{FDAB185B-E589-4FFF-939B-3D565177465D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83975" y="5382491"/>
              <a:ext cx="660862" cy="261851"/>
            </a:xfrm>
            <a:prstGeom prst="rect">
              <a:avLst/>
            </a:prstGeom>
          </p:spPr>
        </p:pic>
        <p:pic>
          <p:nvPicPr>
            <p:cNvPr id="91" name="object 25">
              <a:extLst>
                <a:ext uri="{FF2B5EF4-FFF2-40B4-BE49-F238E27FC236}">
                  <a16:creationId xmlns:a16="http://schemas.microsoft.com/office/drawing/2014/main" id="{AC68912E-3433-BF25-118A-F46BFFD754CF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33149" y="5408206"/>
              <a:ext cx="559422" cy="164083"/>
            </a:xfrm>
            <a:prstGeom prst="rect">
              <a:avLst/>
            </a:prstGeom>
          </p:spPr>
        </p:pic>
        <p:sp>
          <p:nvSpPr>
            <p:cNvPr id="92" name="object 26">
              <a:extLst>
                <a:ext uri="{FF2B5EF4-FFF2-40B4-BE49-F238E27FC236}">
                  <a16:creationId xmlns:a16="http://schemas.microsoft.com/office/drawing/2014/main" id="{0C3BCD33-6E14-6A8A-9669-DC944BD906D6}"/>
                </a:ext>
              </a:extLst>
            </p:cNvPr>
            <p:cNvSpPr/>
            <p:nvPr/>
          </p:nvSpPr>
          <p:spPr>
            <a:xfrm>
              <a:off x="4833148" y="5408199"/>
              <a:ext cx="559435" cy="164465"/>
            </a:xfrm>
            <a:custGeom>
              <a:avLst/>
              <a:gdLst/>
              <a:ahLst/>
              <a:cxnLst/>
              <a:rect l="l" t="t" r="r" b="b"/>
              <a:pathLst>
                <a:path w="559435" h="164464">
                  <a:moveTo>
                    <a:pt x="0" y="0"/>
                  </a:moveTo>
                  <a:lnTo>
                    <a:pt x="559421" y="0"/>
                  </a:lnTo>
                  <a:lnTo>
                    <a:pt x="559421" y="164088"/>
                  </a:lnTo>
                  <a:lnTo>
                    <a:pt x="0" y="164088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93" name="object 27">
              <a:extLst>
                <a:ext uri="{FF2B5EF4-FFF2-40B4-BE49-F238E27FC236}">
                  <a16:creationId xmlns:a16="http://schemas.microsoft.com/office/drawing/2014/main" id="{631A40C7-72A6-E894-1C9F-5E42C59AF3B5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200400" y="4293522"/>
              <a:ext cx="2838792" cy="1903615"/>
            </a:xfrm>
            <a:prstGeom prst="rect">
              <a:avLst/>
            </a:prstGeom>
          </p:spPr>
        </p:pic>
        <p:sp>
          <p:nvSpPr>
            <p:cNvPr id="94" name="object 28">
              <a:extLst>
                <a:ext uri="{FF2B5EF4-FFF2-40B4-BE49-F238E27FC236}">
                  <a16:creationId xmlns:a16="http://schemas.microsoft.com/office/drawing/2014/main" id="{7FB25FED-3FFA-8E4C-B455-EEE4E5450000}"/>
                </a:ext>
              </a:extLst>
            </p:cNvPr>
            <p:cNvSpPr/>
            <p:nvPr/>
          </p:nvSpPr>
          <p:spPr>
            <a:xfrm>
              <a:off x="3260559" y="4354969"/>
              <a:ext cx="2664460" cy="1728470"/>
            </a:xfrm>
            <a:custGeom>
              <a:avLst/>
              <a:gdLst/>
              <a:ahLst/>
              <a:cxnLst/>
              <a:rect l="l" t="t" r="r" b="b"/>
              <a:pathLst>
                <a:path w="2664460" h="1728470">
                  <a:moveTo>
                    <a:pt x="0" y="0"/>
                  </a:moveTo>
                  <a:lnTo>
                    <a:pt x="2664271" y="0"/>
                  </a:lnTo>
                  <a:lnTo>
                    <a:pt x="2664271" y="1728342"/>
                  </a:lnTo>
                  <a:lnTo>
                    <a:pt x="0" y="1728342"/>
                  </a:lnTo>
                  <a:lnTo>
                    <a:pt x="0" y="0"/>
                  </a:lnTo>
                  <a:close/>
                </a:path>
              </a:pathLst>
            </a:custGeom>
            <a:ln w="57083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grpSp>
        <p:nvGrpSpPr>
          <p:cNvPr id="95" name="object 29">
            <a:extLst>
              <a:ext uri="{FF2B5EF4-FFF2-40B4-BE49-F238E27FC236}">
                <a16:creationId xmlns:a16="http://schemas.microsoft.com/office/drawing/2014/main" id="{45E6E802-351D-8E0C-26C5-E57C0ADEF540}"/>
              </a:ext>
            </a:extLst>
          </p:cNvPr>
          <p:cNvGrpSpPr/>
          <p:nvPr/>
        </p:nvGrpSpPr>
        <p:grpSpPr>
          <a:xfrm>
            <a:off x="1261928" y="4351340"/>
            <a:ext cx="2806869" cy="1973072"/>
            <a:chOff x="411480" y="4384967"/>
            <a:chExt cx="2631440" cy="1849755"/>
          </a:xfrm>
        </p:grpSpPr>
        <p:pic>
          <p:nvPicPr>
            <p:cNvPr id="96" name="object 30">
              <a:extLst>
                <a:ext uri="{FF2B5EF4-FFF2-40B4-BE49-F238E27FC236}">
                  <a16:creationId xmlns:a16="http://schemas.microsoft.com/office/drawing/2014/main" id="{B57B30E2-739F-5E4D-C937-12AA3A13A896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20968" y="4452634"/>
              <a:ext cx="1210142" cy="907439"/>
            </a:xfrm>
            <a:prstGeom prst="rect">
              <a:avLst/>
            </a:prstGeom>
          </p:spPr>
        </p:pic>
        <p:pic>
          <p:nvPicPr>
            <p:cNvPr id="97" name="object 31">
              <a:extLst>
                <a:ext uri="{FF2B5EF4-FFF2-40B4-BE49-F238E27FC236}">
                  <a16:creationId xmlns:a16="http://schemas.microsoft.com/office/drawing/2014/main" id="{EC9AC498-6411-7BF6-CC29-708FC54A3E16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94333" y="5238980"/>
              <a:ext cx="1159116" cy="858826"/>
            </a:xfrm>
            <a:prstGeom prst="rect">
              <a:avLst/>
            </a:prstGeom>
          </p:spPr>
        </p:pic>
        <p:pic>
          <p:nvPicPr>
            <p:cNvPr id="98" name="object 32">
              <a:extLst>
                <a:ext uri="{FF2B5EF4-FFF2-40B4-BE49-F238E27FC236}">
                  <a16:creationId xmlns:a16="http://schemas.microsoft.com/office/drawing/2014/main" id="{57F5ED98-02AA-7CBA-FF3D-9D7AA35F198D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11480" y="4384967"/>
              <a:ext cx="2630982" cy="1849577"/>
            </a:xfrm>
            <a:prstGeom prst="rect">
              <a:avLst/>
            </a:prstGeom>
          </p:spPr>
        </p:pic>
        <p:sp>
          <p:nvSpPr>
            <p:cNvPr id="99" name="object 33">
              <a:extLst>
                <a:ext uri="{FF2B5EF4-FFF2-40B4-BE49-F238E27FC236}">
                  <a16:creationId xmlns:a16="http://schemas.microsoft.com/office/drawing/2014/main" id="{46B6AE99-3F4A-905E-8118-FA23FCB45A24}"/>
                </a:ext>
              </a:extLst>
            </p:cNvPr>
            <p:cNvSpPr/>
            <p:nvPr/>
          </p:nvSpPr>
          <p:spPr>
            <a:xfrm>
              <a:off x="469419" y="4443768"/>
              <a:ext cx="2461895" cy="1677670"/>
            </a:xfrm>
            <a:custGeom>
              <a:avLst/>
              <a:gdLst/>
              <a:ahLst/>
              <a:cxnLst/>
              <a:rect l="l" t="t" r="r" b="b"/>
              <a:pathLst>
                <a:path w="2461895" h="1677670">
                  <a:moveTo>
                    <a:pt x="0" y="0"/>
                  </a:moveTo>
                  <a:lnTo>
                    <a:pt x="2461279" y="0"/>
                  </a:lnTo>
                  <a:lnTo>
                    <a:pt x="2461279" y="1677603"/>
                  </a:lnTo>
                  <a:lnTo>
                    <a:pt x="0" y="1677603"/>
                  </a:lnTo>
                  <a:lnTo>
                    <a:pt x="0" y="0"/>
                  </a:lnTo>
                  <a:close/>
                </a:path>
              </a:pathLst>
            </a:custGeom>
            <a:ln w="5708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100" name="object 34">
              <a:extLst>
                <a:ext uri="{FF2B5EF4-FFF2-40B4-BE49-F238E27FC236}">
                  <a16:creationId xmlns:a16="http://schemas.microsoft.com/office/drawing/2014/main" id="{49E176F2-22C5-D43E-957F-F0AF4B7AF296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76497" y="4759040"/>
              <a:ext cx="660862" cy="266006"/>
            </a:xfrm>
            <a:prstGeom prst="rect">
              <a:avLst/>
            </a:prstGeom>
          </p:spPr>
        </p:pic>
        <p:pic>
          <p:nvPicPr>
            <p:cNvPr id="101" name="object 35">
              <a:extLst>
                <a:ext uri="{FF2B5EF4-FFF2-40B4-BE49-F238E27FC236}">
                  <a16:creationId xmlns:a16="http://schemas.microsoft.com/office/drawing/2014/main" id="{6A3DD113-DC47-D858-0FA1-6D73AB8CA5E4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28547" y="4786655"/>
              <a:ext cx="559422" cy="164096"/>
            </a:xfrm>
            <a:prstGeom prst="rect">
              <a:avLst/>
            </a:prstGeom>
          </p:spPr>
        </p:pic>
        <p:sp>
          <p:nvSpPr>
            <p:cNvPr id="102" name="object 36">
              <a:extLst>
                <a:ext uri="{FF2B5EF4-FFF2-40B4-BE49-F238E27FC236}">
                  <a16:creationId xmlns:a16="http://schemas.microsoft.com/office/drawing/2014/main" id="{D4CA72C6-C738-06B7-68A5-2A83D074C52D}"/>
                </a:ext>
              </a:extLst>
            </p:cNvPr>
            <p:cNvSpPr/>
            <p:nvPr/>
          </p:nvSpPr>
          <p:spPr>
            <a:xfrm>
              <a:off x="1128546" y="4786661"/>
              <a:ext cx="559435" cy="164465"/>
            </a:xfrm>
            <a:custGeom>
              <a:avLst/>
              <a:gdLst/>
              <a:ahLst/>
              <a:cxnLst/>
              <a:rect l="l" t="t" r="r" b="b"/>
              <a:pathLst>
                <a:path w="559435" h="164464">
                  <a:moveTo>
                    <a:pt x="0" y="0"/>
                  </a:moveTo>
                  <a:lnTo>
                    <a:pt x="559421" y="0"/>
                  </a:lnTo>
                  <a:lnTo>
                    <a:pt x="559421" y="164088"/>
                  </a:lnTo>
                  <a:lnTo>
                    <a:pt x="0" y="164088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sp>
        <p:nvSpPr>
          <p:cNvPr id="103" name="object 37">
            <a:extLst>
              <a:ext uri="{FF2B5EF4-FFF2-40B4-BE49-F238E27FC236}">
                <a16:creationId xmlns:a16="http://schemas.microsoft.com/office/drawing/2014/main" id="{7DE2D527-4AB4-A63C-CDE8-42D5DC164988}"/>
              </a:ext>
            </a:extLst>
          </p:cNvPr>
          <p:cNvSpPr txBox="1"/>
          <p:nvPr/>
        </p:nvSpPr>
        <p:spPr>
          <a:xfrm>
            <a:off x="1770781" y="3858484"/>
            <a:ext cx="1537547" cy="472672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2987">
                <a:solidFill>
                  <a:srgbClr val="85BD05"/>
                </a:solidFill>
                <a:latin typeface="Arial MT"/>
                <a:cs typeface="Arial MT"/>
              </a:rPr>
              <a:t>Cluster</a:t>
            </a:r>
            <a:r>
              <a:rPr sz="2987" spc="155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987" spc="-341">
                <a:solidFill>
                  <a:srgbClr val="85BD05"/>
                </a:solidFill>
                <a:latin typeface="Arial MT"/>
                <a:cs typeface="Arial MT"/>
              </a:rPr>
              <a:t>1</a:t>
            </a:r>
            <a:endParaRPr sz="2987">
              <a:latin typeface="Arial MT"/>
              <a:cs typeface="Arial MT"/>
            </a:endParaRPr>
          </a:p>
        </p:txBody>
      </p:sp>
      <p:grpSp>
        <p:nvGrpSpPr>
          <p:cNvPr id="104" name="object 38">
            <a:extLst>
              <a:ext uri="{FF2B5EF4-FFF2-40B4-BE49-F238E27FC236}">
                <a16:creationId xmlns:a16="http://schemas.microsoft.com/office/drawing/2014/main" id="{CD8905F1-4A93-8512-821C-2974A7DFB170}"/>
              </a:ext>
            </a:extLst>
          </p:cNvPr>
          <p:cNvGrpSpPr/>
          <p:nvPr/>
        </p:nvGrpSpPr>
        <p:grpSpPr>
          <a:xfrm>
            <a:off x="1230893" y="2037081"/>
            <a:ext cx="2810933" cy="1973072"/>
            <a:chOff x="382385" y="2215349"/>
            <a:chExt cx="2635250" cy="1849755"/>
          </a:xfrm>
        </p:grpSpPr>
        <p:pic>
          <p:nvPicPr>
            <p:cNvPr id="105" name="object 39">
              <a:extLst>
                <a:ext uri="{FF2B5EF4-FFF2-40B4-BE49-F238E27FC236}">
                  <a16:creationId xmlns:a16="http://schemas.microsoft.com/office/drawing/2014/main" id="{0357927A-6171-8670-27CF-083DF98202CC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82385" y="2215349"/>
              <a:ext cx="2635135" cy="1849577"/>
            </a:xfrm>
            <a:prstGeom prst="rect">
              <a:avLst/>
            </a:prstGeom>
          </p:spPr>
        </p:pic>
        <p:sp>
          <p:nvSpPr>
            <p:cNvPr id="106" name="object 40">
              <a:extLst>
                <a:ext uri="{FF2B5EF4-FFF2-40B4-BE49-F238E27FC236}">
                  <a16:creationId xmlns:a16="http://schemas.microsoft.com/office/drawing/2014/main" id="{1F960DCF-3E33-9C13-7816-5BF434571C45}"/>
                </a:ext>
              </a:extLst>
            </p:cNvPr>
            <p:cNvSpPr/>
            <p:nvPr/>
          </p:nvSpPr>
          <p:spPr>
            <a:xfrm>
              <a:off x="444045" y="2274696"/>
              <a:ext cx="2461895" cy="1677670"/>
            </a:xfrm>
            <a:custGeom>
              <a:avLst/>
              <a:gdLst/>
              <a:ahLst/>
              <a:cxnLst/>
              <a:rect l="l" t="t" r="r" b="b"/>
              <a:pathLst>
                <a:path w="2461895" h="1677670">
                  <a:moveTo>
                    <a:pt x="0" y="0"/>
                  </a:moveTo>
                  <a:lnTo>
                    <a:pt x="2461279" y="0"/>
                  </a:lnTo>
                  <a:lnTo>
                    <a:pt x="2461279" y="1677603"/>
                  </a:lnTo>
                  <a:lnTo>
                    <a:pt x="0" y="1677603"/>
                  </a:lnTo>
                  <a:lnTo>
                    <a:pt x="0" y="0"/>
                  </a:lnTo>
                  <a:close/>
                </a:path>
              </a:pathLst>
            </a:custGeom>
            <a:ln w="57084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107" name="object 41">
              <a:extLst>
                <a:ext uri="{FF2B5EF4-FFF2-40B4-BE49-F238E27FC236}">
                  <a16:creationId xmlns:a16="http://schemas.microsoft.com/office/drawing/2014/main" id="{AE9457E7-5E13-8F5C-142F-1FCC6E309E0D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56457" y="2481352"/>
              <a:ext cx="644236" cy="623454"/>
            </a:xfrm>
            <a:prstGeom prst="rect">
              <a:avLst/>
            </a:prstGeom>
          </p:spPr>
        </p:pic>
        <p:pic>
          <p:nvPicPr>
            <p:cNvPr id="108" name="object 42">
              <a:extLst>
                <a:ext uri="{FF2B5EF4-FFF2-40B4-BE49-F238E27FC236}">
                  <a16:creationId xmlns:a16="http://schemas.microsoft.com/office/drawing/2014/main" id="{70608D62-C343-9F5D-0099-80F96E41280B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08008" y="2508389"/>
              <a:ext cx="540769" cy="522020"/>
            </a:xfrm>
            <a:prstGeom prst="rect">
              <a:avLst/>
            </a:prstGeom>
          </p:spPr>
        </p:pic>
        <p:sp>
          <p:nvSpPr>
            <p:cNvPr id="109" name="object 43">
              <a:extLst>
                <a:ext uri="{FF2B5EF4-FFF2-40B4-BE49-F238E27FC236}">
                  <a16:creationId xmlns:a16="http://schemas.microsoft.com/office/drawing/2014/main" id="{FD1ED7CE-1524-22AC-76EF-2F92B93C5BFE}"/>
                </a:ext>
              </a:extLst>
            </p:cNvPr>
            <p:cNvSpPr/>
            <p:nvPr/>
          </p:nvSpPr>
          <p:spPr>
            <a:xfrm>
              <a:off x="808008" y="2508387"/>
              <a:ext cx="541020" cy="522605"/>
            </a:xfrm>
            <a:custGeom>
              <a:avLst/>
              <a:gdLst/>
              <a:ahLst/>
              <a:cxnLst/>
              <a:rect l="l" t="t" r="r" b="b"/>
              <a:pathLst>
                <a:path w="541019" h="522605">
                  <a:moveTo>
                    <a:pt x="0" y="177477"/>
                  </a:moveTo>
                  <a:lnTo>
                    <a:pt x="186835" y="177477"/>
                  </a:lnTo>
                  <a:lnTo>
                    <a:pt x="186835" y="0"/>
                  </a:lnTo>
                  <a:lnTo>
                    <a:pt x="353938" y="0"/>
                  </a:lnTo>
                  <a:lnTo>
                    <a:pt x="353938" y="177477"/>
                  </a:lnTo>
                  <a:lnTo>
                    <a:pt x="540774" y="177477"/>
                  </a:lnTo>
                  <a:lnTo>
                    <a:pt x="540774" y="344548"/>
                  </a:lnTo>
                  <a:lnTo>
                    <a:pt x="353938" y="344548"/>
                  </a:lnTo>
                  <a:lnTo>
                    <a:pt x="353938" y="522026"/>
                  </a:lnTo>
                  <a:lnTo>
                    <a:pt x="186835" y="522026"/>
                  </a:lnTo>
                  <a:lnTo>
                    <a:pt x="186835" y="344548"/>
                  </a:lnTo>
                  <a:lnTo>
                    <a:pt x="0" y="344548"/>
                  </a:lnTo>
                  <a:lnTo>
                    <a:pt x="0" y="177477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110" name="object 44">
              <a:extLst>
                <a:ext uri="{FF2B5EF4-FFF2-40B4-BE49-F238E27FC236}">
                  <a16:creationId xmlns:a16="http://schemas.microsoft.com/office/drawing/2014/main" id="{E47D21B6-2309-E19C-69CE-2AB56A2AE6F5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799704" y="2352498"/>
              <a:ext cx="640080" cy="623454"/>
            </a:xfrm>
            <a:prstGeom prst="rect">
              <a:avLst/>
            </a:prstGeom>
          </p:spPr>
        </p:pic>
        <p:pic>
          <p:nvPicPr>
            <p:cNvPr id="111" name="object 45">
              <a:extLst>
                <a:ext uri="{FF2B5EF4-FFF2-40B4-BE49-F238E27FC236}">
                  <a16:creationId xmlns:a16="http://schemas.microsoft.com/office/drawing/2014/main" id="{B61EF580-4D4D-FB27-988C-AD9126CDF5D2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848345" y="2381542"/>
              <a:ext cx="540766" cy="522020"/>
            </a:xfrm>
            <a:prstGeom prst="rect">
              <a:avLst/>
            </a:prstGeom>
          </p:spPr>
        </p:pic>
        <p:sp>
          <p:nvSpPr>
            <p:cNvPr id="112" name="object 46">
              <a:extLst>
                <a:ext uri="{FF2B5EF4-FFF2-40B4-BE49-F238E27FC236}">
                  <a16:creationId xmlns:a16="http://schemas.microsoft.com/office/drawing/2014/main" id="{ED170188-54DD-4B98-FF33-0B1526148CA6}"/>
                </a:ext>
              </a:extLst>
            </p:cNvPr>
            <p:cNvSpPr/>
            <p:nvPr/>
          </p:nvSpPr>
          <p:spPr>
            <a:xfrm>
              <a:off x="1848345" y="2381540"/>
              <a:ext cx="541020" cy="522605"/>
            </a:xfrm>
            <a:custGeom>
              <a:avLst/>
              <a:gdLst/>
              <a:ahLst/>
              <a:cxnLst/>
              <a:rect l="l" t="t" r="r" b="b"/>
              <a:pathLst>
                <a:path w="541019" h="522605">
                  <a:moveTo>
                    <a:pt x="0" y="177477"/>
                  </a:moveTo>
                  <a:lnTo>
                    <a:pt x="186835" y="177477"/>
                  </a:lnTo>
                  <a:lnTo>
                    <a:pt x="186835" y="0"/>
                  </a:lnTo>
                  <a:lnTo>
                    <a:pt x="353938" y="0"/>
                  </a:lnTo>
                  <a:lnTo>
                    <a:pt x="353938" y="177477"/>
                  </a:lnTo>
                  <a:lnTo>
                    <a:pt x="540774" y="177477"/>
                  </a:lnTo>
                  <a:lnTo>
                    <a:pt x="540774" y="344548"/>
                  </a:lnTo>
                  <a:lnTo>
                    <a:pt x="353938" y="344548"/>
                  </a:lnTo>
                  <a:lnTo>
                    <a:pt x="353938" y="522026"/>
                  </a:lnTo>
                  <a:lnTo>
                    <a:pt x="186835" y="522026"/>
                  </a:lnTo>
                  <a:lnTo>
                    <a:pt x="186835" y="344548"/>
                  </a:lnTo>
                  <a:lnTo>
                    <a:pt x="0" y="344548"/>
                  </a:lnTo>
                  <a:lnTo>
                    <a:pt x="0" y="177477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113" name="object 47">
              <a:extLst>
                <a:ext uri="{FF2B5EF4-FFF2-40B4-BE49-F238E27FC236}">
                  <a16:creationId xmlns:a16="http://schemas.microsoft.com/office/drawing/2014/main" id="{EBDEE580-91E1-9448-A109-3A87B228FB06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949335" y="3088183"/>
              <a:ext cx="644236" cy="623454"/>
            </a:xfrm>
            <a:prstGeom prst="rect">
              <a:avLst/>
            </a:prstGeom>
          </p:spPr>
        </p:pic>
        <p:pic>
          <p:nvPicPr>
            <p:cNvPr id="114" name="object 48">
              <a:extLst>
                <a:ext uri="{FF2B5EF4-FFF2-40B4-BE49-F238E27FC236}">
                  <a16:creationId xmlns:a16="http://schemas.microsoft.com/office/drawing/2014/main" id="{025D26C3-EABA-A34E-2884-590AB4035E07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000593" y="3117253"/>
              <a:ext cx="540766" cy="522020"/>
            </a:xfrm>
            <a:prstGeom prst="rect">
              <a:avLst/>
            </a:prstGeom>
          </p:spPr>
        </p:pic>
        <p:sp>
          <p:nvSpPr>
            <p:cNvPr id="115" name="object 49">
              <a:extLst>
                <a:ext uri="{FF2B5EF4-FFF2-40B4-BE49-F238E27FC236}">
                  <a16:creationId xmlns:a16="http://schemas.microsoft.com/office/drawing/2014/main" id="{82F6AAF5-7DFB-4A29-C763-59D4E667B8F5}"/>
                </a:ext>
              </a:extLst>
            </p:cNvPr>
            <p:cNvSpPr/>
            <p:nvPr/>
          </p:nvSpPr>
          <p:spPr>
            <a:xfrm>
              <a:off x="2000592" y="3117251"/>
              <a:ext cx="541020" cy="522605"/>
            </a:xfrm>
            <a:custGeom>
              <a:avLst/>
              <a:gdLst/>
              <a:ahLst/>
              <a:cxnLst/>
              <a:rect l="l" t="t" r="r" b="b"/>
              <a:pathLst>
                <a:path w="541019" h="522604">
                  <a:moveTo>
                    <a:pt x="0" y="177477"/>
                  </a:moveTo>
                  <a:lnTo>
                    <a:pt x="186835" y="177477"/>
                  </a:lnTo>
                  <a:lnTo>
                    <a:pt x="186835" y="0"/>
                  </a:lnTo>
                  <a:lnTo>
                    <a:pt x="353938" y="0"/>
                  </a:lnTo>
                  <a:lnTo>
                    <a:pt x="353938" y="177477"/>
                  </a:lnTo>
                  <a:lnTo>
                    <a:pt x="540774" y="177477"/>
                  </a:lnTo>
                  <a:lnTo>
                    <a:pt x="540774" y="344548"/>
                  </a:lnTo>
                  <a:lnTo>
                    <a:pt x="353938" y="344548"/>
                  </a:lnTo>
                  <a:lnTo>
                    <a:pt x="353938" y="522026"/>
                  </a:lnTo>
                  <a:lnTo>
                    <a:pt x="186835" y="522026"/>
                  </a:lnTo>
                  <a:lnTo>
                    <a:pt x="186835" y="344548"/>
                  </a:lnTo>
                  <a:lnTo>
                    <a:pt x="0" y="344548"/>
                  </a:lnTo>
                  <a:lnTo>
                    <a:pt x="0" y="177477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sp>
        <p:nvSpPr>
          <p:cNvPr id="116" name="object 50">
            <a:extLst>
              <a:ext uri="{FF2B5EF4-FFF2-40B4-BE49-F238E27FC236}">
                <a16:creationId xmlns:a16="http://schemas.microsoft.com/office/drawing/2014/main" id="{BC5CCFDA-4C2D-55A9-65AE-053C64561250}"/>
              </a:ext>
            </a:extLst>
          </p:cNvPr>
          <p:cNvSpPr txBox="1"/>
          <p:nvPr/>
        </p:nvSpPr>
        <p:spPr>
          <a:xfrm>
            <a:off x="4916231" y="3916369"/>
            <a:ext cx="1547707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32"/>
              </a:lnSpc>
            </a:pPr>
            <a:r>
              <a:rPr sz="2987">
                <a:solidFill>
                  <a:srgbClr val="118CC4"/>
                </a:solidFill>
                <a:latin typeface="Arial MT"/>
                <a:cs typeface="Arial MT"/>
              </a:rPr>
              <a:t>Cluster</a:t>
            </a:r>
            <a:r>
              <a:rPr sz="2987" spc="155">
                <a:solidFill>
                  <a:srgbClr val="118CC4"/>
                </a:solidFill>
                <a:latin typeface="Arial MT"/>
                <a:cs typeface="Arial MT"/>
              </a:rPr>
              <a:t> </a:t>
            </a:r>
            <a:r>
              <a:rPr sz="2987" spc="-53">
                <a:solidFill>
                  <a:srgbClr val="118CC4"/>
                </a:solidFill>
                <a:latin typeface="Arial MT"/>
                <a:cs typeface="Arial MT"/>
              </a:rPr>
              <a:t>2</a:t>
            </a:r>
            <a:endParaRPr sz="2987">
              <a:latin typeface="Arial MT"/>
              <a:cs typeface="Arial MT"/>
            </a:endParaRPr>
          </a:p>
        </p:txBody>
      </p:sp>
      <p:grpSp>
        <p:nvGrpSpPr>
          <p:cNvPr id="117" name="object 51">
            <a:extLst>
              <a:ext uri="{FF2B5EF4-FFF2-40B4-BE49-F238E27FC236}">
                <a16:creationId xmlns:a16="http://schemas.microsoft.com/office/drawing/2014/main" id="{A533CAAC-3711-BD65-8F31-45B826F9091B}"/>
              </a:ext>
            </a:extLst>
          </p:cNvPr>
          <p:cNvGrpSpPr/>
          <p:nvPr/>
        </p:nvGrpSpPr>
        <p:grpSpPr>
          <a:xfrm>
            <a:off x="4210170" y="1337617"/>
            <a:ext cx="6700181" cy="3354155"/>
            <a:chOff x="3175457" y="1559603"/>
            <a:chExt cx="6281420" cy="3144520"/>
          </a:xfrm>
        </p:grpSpPr>
        <p:pic>
          <p:nvPicPr>
            <p:cNvPr id="118" name="object 52">
              <a:extLst>
                <a:ext uri="{FF2B5EF4-FFF2-40B4-BE49-F238E27FC236}">
                  <a16:creationId xmlns:a16="http://schemas.microsoft.com/office/drawing/2014/main" id="{1F3F22C5-865D-6C68-96C1-BB8DF2C3DAEA}"/>
                </a:ext>
              </a:extLst>
            </p:cNvPr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175457" y="2061552"/>
              <a:ext cx="2838792" cy="1990902"/>
            </a:xfrm>
            <a:prstGeom prst="rect">
              <a:avLst/>
            </a:prstGeom>
          </p:spPr>
        </p:pic>
        <p:sp>
          <p:nvSpPr>
            <p:cNvPr id="119" name="object 53">
              <a:extLst>
                <a:ext uri="{FF2B5EF4-FFF2-40B4-BE49-F238E27FC236}">
                  <a16:creationId xmlns:a16="http://schemas.microsoft.com/office/drawing/2014/main" id="{BF208D95-36D4-7769-61AF-AE198454F694}"/>
                </a:ext>
              </a:extLst>
            </p:cNvPr>
            <p:cNvSpPr/>
            <p:nvPr/>
          </p:nvSpPr>
          <p:spPr>
            <a:xfrm>
              <a:off x="3235185" y="2122487"/>
              <a:ext cx="2664460" cy="1817370"/>
            </a:xfrm>
            <a:custGeom>
              <a:avLst/>
              <a:gdLst/>
              <a:ahLst/>
              <a:cxnLst/>
              <a:rect l="l" t="t" r="r" b="b"/>
              <a:pathLst>
                <a:path w="2664460" h="1817370">
                  <a:moveTo>
                    <a:pt x="0" y="0"/>
                  </a:moveTo>
                  <a:lnTo>
                    <a:pt x="2664271" y="0"/>
                  </a:lnTo>
                  <a:lnTo>
                    <a:pt x="2664271" y="1817134"/>
                  </a:lnTo>
                  <a:lnTo>
                    <a:pt x="0" y="1817134"/>
                  </a:lnTo>
                  <a:lnTo>
                    <a:pt x="0" y="0"/>
                  </a:lnTo>
                  <a:close/>
                </a:path>
              </a:pathLst>
            </a:custGeom>
            <a:ln w="57084">
              <a:solidFill>
                <a:srgbClr val="009ECF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120" name="object 54">
              <a:extLst>
                <a:ext uri="{FF2B5EF4-FFF2-40B4-BE49-F238E27FC236}">
                  <a16:creationId xmlns:a16="http://schemas.microsoft.com/office/drawing/2014/main" id="{32A7E0D5-190B-4871-1F62-82924DA40281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887491" y="2030056"/>
              <a:ext cx="2249297" cy="2236317"/>
            </a:xfrm>
            <a:prstGeom prst="rect">
              <a:avLst/>
            </a:prstGeom>
          </p:spPr>
        </p:pic>
        <p:pic>
          <p:nvPicPr>
            <p:cNvPr id="121" name="object 55">
              <a:extLst>
                <a:ext uri="{FF2B5EF4-FFF2-40B4-BE49-F238E27FC236}">
                  <a16:creationId xmlns:a16="http://schemas.microsoft.com/office/drawing/2014/main" id="{700001EB-8368-E061-51B8-546C8D8B76FE}"/>
                </a:ext>
              </a:extLst>
            </p:cNvPr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682034" y="3772283"/>
              <a:ext cx="1657045" cy="931745"/>
            </a:xfrm>
            <a:prstGeom prst="rect">
              <a:avLst/>
            </a:prstGeom>
          </p:spPr>
        </p:pic>
        <p:pic>
          <p:nvPicPr>
            <p:cNvPr id="122" name="object 56">
              <a:extLst>
                <a:ext uri="{FF2B5EF4-FFF2-40B4-BE49-F238E27FC236}">
                  <a16:creationId xmlns:a16="http://schemas.microsoft.com/office/drawing/2014/main" id="{0A2D7167-F336-4887-B4BC-32954A85F5ED}"/>
                </a:ext>
              </a:extLst>
            </p:cNvPr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160519" y="4098170"/>
              <a:ext cx="660862" cy="266006"/>
            </a:xfrm>
            <a:prstGeom prst="rect">
              <a:avLst/>
            </a:prstGeom>
          </p:spPr>
        </p:pic>
        <p:pic>
          <p:nvPicPr>
            <p:cNvPr id="123" name="object 57">
              <a:extLst>
                <a:ext uri="{FF2B5EF4-FFF2-40B4-BE49-F238E27FC236}">
                  <a16:creationId xmlns:a16="http://schemas.microsoft.com/office/drawing/2014/main" id="{B9DDBA58-C33C-AE46-E654-A89E786C63D8}"/>
                </a:ext>
              </a:extLst>
            </p:cNvPr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211485" y="4127055"/>
              <a:ext cx="559422" cy="164096"/>
            </a:xfrm>
            <a:prstGeom prst="rect">
              <a:avLst/>
            </a:prstGeom>
          </p:spPr>
        </p:pic>
        <p:sp>
          <p:nvSpPr>
            <p:cNvPr id="124" name="object 58">
              <a:extLst>
                <a:ext uri="{FF2B5EF4-FFF2-40B4-BE49-F238E27FC236}">
                  <a16:creationId xmlns:a16="http://schemas.microsoft.com/office/drawing/2014/main" id="{E3265CE2-6CA3-9AE8-65B3-A7F261153532}"/>
                </a:ext>
              </a:extLst>
            </p:cNvPr>
            <p:cNvSpPr/>
            <p:nvPr/>
          </p:nvSpPr>
          <p:spPr>
            <a:xfrm>
              <a:off x="4211483" y="4127061"/>
              <a:ext cx="559435" cy="164465"/>
            </a:xfrm>
            <a:custGeom>
              <a:avLst/>
              <a:gdLst/>
              <a:ahLst/>
              <a:cxnLst/>
              <a:rect l="l" t="t" r="r" b="b"/>
              <a:pathLst>
                <a:path w="559435" h="164464">
                  <a:moveTo>
                    <a:pt x="0" y="0"/>
                  </a:moveTo>
                  <a:lnTo>
                    <a:pt x="559421" y="0"/>
                  </a:lnTo>
                  <a:lnTo>
                    <a:pt x="559421" y="164088"/>
                  </a:lnTo>
                  <a:lnTo>
                    <a:pt x="0" y="164088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125" name="object 59">
              <a:extLst>
                <a:ext uri="{FF2B5EF4-FFF2-40B4-BE49-F238E27FC236}">
                  <a16:creationId xmlns:a16="http://schemas.microsoft.com/office/drawing/2014/main" id="{215777CD-A31E-27E0-37E5-AB52F1F8E975}"/>
                </a:ext>
              </a:extLst>
            </p:cNvPr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643545" y="1687489"/>
              <a:ext cx="1687487" cy="1064028"/>
            </a:xfrm>
            <a:prstGeom prst="rect">
              <a:avLst/>
            </a:prstGeom>
          </p:spPr>
        </p:pic>
        <p:sp>
          <p:nvSpPr>
            <p:cNvPr id="126" name="object 60">
              <a:extLst>
                <a:ext uri="{FF2B5EF4-FFF2-40B4-BE49-F238E27FC236}">
                  <a16:creationId xmlns:a16="http://schemas.microsoft.com/office/drawing/2014/main" id="{C47E782D-87C6-F13E-2697-3362C31B86D9}"/>
                </a:ext>
              </a:extLst>
            </p:cNvPr>
            <p:cNvSpPr/>
            <p:nvPr/>
          </p:nvSpPr>
          <p:spPr>
            <a:xfrm>
              <a:off x="7574140" y="1564360"/>
              <a:ext cx="1877695" cy="381000"/>
            </a:xfrm>
            <a:custGeom>
              <a:avLst/>
              <a:gdLst/>
              <a:ahLst/>
              <a:cxnLst/>
              <a:rect l="l" t="t" r="r" b="b"/>
              <a:pathLst>
                <a:path w="1877695" h="381000">
                  <a:moveTo>
                    <a:pt x="1877682" y="0"/>
                  </a:moveTo>
                  <a:lnTo>
                    <a:pt x="0" y="0"/>
                  </a:lnTo>
                  <a:lnTo>
                    <a:pt x="0" y="380542"/>
                  </a:lnTo>
                  <a:lnTo>
                    <a:pt x="1877682" y="380542"/>
                  </a:lnTo>
                  <a:lnTo>
                    <a:pt x="18776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127" name="object 61">
              <a:extLst>
                <a:ext uri="{FF2B5EF4-FFF2-40B4-BE49-F238E27FC236}">
                  <a16:creationId xmlns:a16="http://schemas.microsoft.com/office/drawing/2014/main" id="{83C2776D-9E53-352B-CA2C-6AE66DB3E7F4}"/>
                </a:ext>
              </a:extLst>
            </p:cNvPr>
            <p:cNvSpPr/>
            <p:nvPr/>
          </p:nvSpPr>
          <p:spPr>
            <a:xfrm>
              <a:off x="7574140" y="1564360"/>
              <a:ext cx="1877695" cy="381000"/>
            </a:xfrm>
            <a:custGeom>
              <a:avLst/>
              <a:gdLst/>
              <a:ahLst/>
              <a:cxnLst/>
              <a:rect l="l" t="t" r="r" b="b"/>
              <a:pathLst>
                <a:path w="1877695" h="381000">
                  <a:moveTo>
                    <a:pt x="0" y="0"/>
                  </a:moveTo>
                  <a:lnTo>
                    <a:pt x="1877677" y="0"/>
                  </a:lnTo>
                  <a:lnTo>
                    <a:pt x="1877677" y="380538"/>
                  </a:lnTo>
                  <a:lnTo>
                    <a:pt x="0" y="380538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sp>
        <p:nvSpPr>
          <p:cNvPr id="128" name="object 62">
            <a:extLst>
              <a:ext uri="{FF2B5EF4-FFF2-40B4-BE49-F238E27FC236}">
                <a16:creationId xmlns:a16="http://schemas.microsoft.com/office/drawing/2014/main" id="{A259BD87-5823-AED3-1D4C-9BBAF12F199D}"/>
              </a:ext>
            </a:extLst>
          </p:cNvPr>
          <p:cNvSpPr txBox="1"/>
          <p:nvPr/>
        </p:nvSpPr>
        <p:spPr>
          <a:xfrm>
            <a:off x="7494695" y="4698202"/>
            <a:ext cx="3478107" cy="999590"/>
          </a:xfrm>
          <a:prstGeom prst="rect">
            <a:avLst/>
          </a:prstGeom>
          <a:solidFill>
            <a:srgbClr val="C02690"/>
          </a:solidFill>
          <a:ln w="25369">
            <a:solidFill>
              <a:srgbClr val="941B6E"/>
            </a:solidFill>
          </a:ln>
        </p:spPr>
        <p:txBody>
          <a:bodyPr vert="horz" wrap="square" lIns="0" tIns="100923" rIns="0" bIns="0" rtlCol="0">
            <a:spAutoFit/>
          </a:bodyPr>
          <a:lstStyle/>
          <a:p>
            <a:pPr marL="188982" marR="175435" indent="10160">
              <a:lnSpc>
                <a:spcPts val="3520"/>
              </a:lnSpc>
              <a:spcBef>
                <a:spcPts val="795"/>
              </a:spcBef>
            </a:pPr>
            <a:r>
              <a:rPr sz="2987">
                <a:solidFill>
                  <a:srgbClr val="FFFFFF"/>
                </a:solidFill>
                <a:latin typeface="Arial MT"/>
                <a:cs typeface="Arial MT"/>
              </a:rPr>
              <a:t>Hard</a:t>
            </a:r>
            <a:r>
              <a:rPr sz="2987" spc="32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87" spc="-11">
                <a:solidFill>
                  <a:srgbClr val="FFFFFF"/>
                </a:solidFill>
                <a:latin typeface="Arial MT"/>
                <a:cs typeface="Arial MT"/>
              </a:rPr>
              <a:t>assignments </a:t>
            </a:r>
            <a:r>
              <a:rPr sz="2987" spc="91">
                <a:solidFill>
                  <a:srgbClr val="FFFFFF"/>
                </a:solidFill>
                <a:latin typeface="Arial MT"/>
                <a:cs typeface="Arial MT"/>
              </a:rPr>
              <a:t>don’t</a:t>
            </a:r>
            <a:r>
              <a:rPr sz="2987" spc="-27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87" spc="64">
                <a:solidFill>
                  <a:srgbClr val="FFFFFF"/>
                </a:solidFill>
                <a:latin typeface="Arial MT"/>
                <a:cs typeface="Arial MT"/>
              </a:rPr>
              <a:t>tell</a:t>
            </a:r>
            <a:r>
              <a:rPr sz="2987" spc="-27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87" spc="85">
                <a:solidFill>
                  <a:srgbClr val="FFFFFF"/>
                </a:solidFill>
                <a:latin typeface="Arial MT"/>
                <a:cs typeface="Arial MT"/>
              </a:rPr>
              <a:t>full</a:t>
            </a:r>
            <a:r>
              <a:rPr sz="2987" spc="-27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87" spc="-11">
                <a:solidFill>
                  <a:srgbClr val="FFFFFF"/>
                </a:solidFill>
                <a:latin typeface="Arial MT"/>
                <a:cs typeface="Arial MT"/>
              </a:rPr>
              <a:t>story</a:t>
            </a:r>
            <a:endParaRPr sz="2987">
              <a:latin typeface="Arial MT"/>
              <a:cs typeface="Arial MT"/>
            </a:endParaRPr>
          </a:p>
        </p:txBody>
      </p:sp>
      <p:sp>
        <p:nvSpPr>
          <p:cNvPr id="129" name="object 64">
            <a:extLst>
              <a:ext uri="{FF2B5EF4-FFF2-40B4-BE49-F238E27FC236}">
                <a16:creationId xmlns:a16="http://schemas.microsoft.com/office/drawing/2014/main" id="{4ACEE940-7403-E2D6-8E4C-0D47C39356EC}"/>
              </a:ext>
            </a:extLst>
          </p:cNvPr>
          <p:cNvSpPr txBox="1"/>
          <p:nvPr/>
        </p:nvSpPr>
        <p:spPr>
          <a:xfrm>
            <a:off x="1973340" y="6215852"/>
            <a:ext cx="1574123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547">
              <a:lnSpc>
                <a:spcPts val="3339"/>
              </a:lnSpc>
            </a:pPr>
            <a:r>
              <a:rPr sz="2987">
                <a:solidFill>
                  <a:srgbClr val="B0007E"/>
                </a:solidFill>
                <a:latin typeface="Arial MT"/>
                <a:cs typeface="Arial MT"/>
              </a:rPr>
              <a:t>Cluster</a:t>
            </a:r>
            <a:r>
              <a:rPr sz="2987" spc="155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987" spc="-53">
                <a:solidFill>
                  <a:srgbClr val="B0007E"/>
                </a:solidFill>
                <a:latin typeface="Arial MT"/>
                <a:cs typeface="Arial MT"/>
              </a:rPr>
              <a:t>3</a:t>
            </a:r>
            <a:endParaRPr sz="298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853657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DE392-BF78-398C-64E0-066E867EC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03878B9-6085-B879-2C22-9F9AE329ED5B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6322512A-96AF-4E86-10FF-F46A14AC88B6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0DC0-B2DA-DCBE-8D12-CE5B720F05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E1F2443-1AAC-B2FE-2E5C-F6C1B97FA4F4}"/>
              </a:ext>
            </a:extLst>
          </p:cNvPr>
          <p:cNvSpPr txBox="1">
            <a:spLocks/>
          </p:cNvSpPr>
          <p:nvPr/>
        </p:nvSpPr>
        <p:spPr>
          <a:xfrm>
            <a:off x="1049178" y="297650"/>
            <a:ext cx="11534446" cy="859136"/>
          </a:xfrm>
          <a:prstGeom prst="rect">
            <a:avLst/>
          </a:prstGeom>
        </p:spPr>
        <p:txBody>
          <a:bodyPr vert="horz" wrap="square" lIns="0" tIns="135626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24950" algn="l">
              <a:spcBef>
                <a:spcPts val="101"/>
              </a:spcBef>
            </a:pPr>
            <a:r>
              <a:rPr lang="en-US" sz="4693" spc="187">
                <a:solidFill>
                  <a:schemeClr val="bg1"/>
                </a:solidFill>
              </a:rPr>
              <a:t>Other</a:t>
            </a:r>
            <a:r>
              <a:rPr lang="en-US" sz="4693" spc="-91">
                <a:solidFill>
                  <a:schemeClr val="bg1"/>
                </a:solidFill>
              </a:rPr>
              <a:t> </a:t>
            </a:r>
            <a:r>
              <a:rPr lang="en-US" sz="4693" spc="149">
                <a:solidFill>
                  <a:schemeClr val="bg1"/>
                </a:solidFill>
              </a:rPr>
              <a:t>limitations</a:t>
            </a:r>
            <a:r>
              <a:rPr lang="en-US" sz="4693" spc="-85">
                <a:solidFill>
                  <a:schemeClr val="bg1"/>
                </a:solidFill>
              </a:rPr>
              <a:t> </a:t>
            </a:r>
            <a:r>
              <a:rPr lang="en-US" sz="4693" spc="271">
                <a:solidFill>
                  <a:schemeClr val="bg1"/>
                </a:solidFill>
              </a:rPr>
              <a:t>of</a:t>
            </a:r>
            <a:r>
              <a:rPr lang="en-US" sz="4693" spc="-91">
                <a:solidFill>
                  <a:schemeClr val="bg1"/>
                </a:solidFill>
              </a:rPr>
              <a:t> </a:t>
            </a:r>
            <a:r>
              <a:rPr lang="en-US" sz="4693" spc="96">
                <a:solidFill>
                  <a:schemeClr val="bg1"/>
                </a:solidFill>
              </a:rPr>
              <a:t>k-</a:t>
            </a:r>
            <a:r>
              <a:rPr lang="en-US" sz="4693" spc="128">
                <a:solidFill>
                  <a:schemeClr val="bg1"/>
                </a:solidFill>
              </a:rPr>
              <a:t>means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E455BA2-E564-1F4D-CC8A-D1410DC24CA2}"/>
              </a:ext>
            </a:extLst>
          </p:cNvPr>
          <p:cNvSpPr txBox="1"/>
          <p:nvPr/>
        </p:nvSpPr>
        <p:spPr>
          <a:xfrm>
            <a:off x="1493785" y="1411720"/>
            <a:ext cx="6589776" cy="406949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2560" spc="-32">
                <a:solidFill>
                  <a:srgbClr val="118CC4"/>
                </a:solidFill>
                <a:latin typeface="Arial MT"/>
                <a:cs typeface="Arial MT"/>
              </a:rPr>
              <a:t>Assign</a:t>
            </a:r>
            <a:r>
              <a:rPr sz="2560" spc="69">
                <a:solidFill>
                  <a:srgbClr val="118CC4"/>
                </a:solidFill>
                <a:latin typeface="Arial MT"/>
                <a:cs typeface="Arial MT"/>
              </a:rPr>
              <a:t> </a:t>
            </a:r>
            <a:r>
              <a:rPr sz="2560">
                <a:solidFill>
                  <a:srgbClr val="118CC4"/>
                </a:solidFill>
                <a:latin typeface="Arial MT"/>
                <a:cs typeface="Arial MT"/>
              </a:rPr>
              <a:t>observations</a:t>
            </a:r>
            <a:r>
              <a:rPr sz="2560" spc="69">
                <a:solidFill>
                  <a:srgbClr val="118CC4"/>
                </a:solidFill>
                <a:latin typeface="Arial MT"/>
                <a:cs typeface="Arial MT"/>
              </a:rPr>
              <a:t> </a:t>
            </a:r>
            <a:r>
              <a:rPr sz="2560" spc="149">
                <a:solidFill>
                  <a:srgbClr val="118CC4"/>
                </a:solidFill>
                <a:latin typeface="Arial MT"/>
                <a:cs typeface="Arial MT"/>
              </a:rPr>
              <a:t>to</a:t>
            </a:r>
            <a:r>
              <a:rPr sz="2560" spc="75">
                <a:solidFill>
                  <a:srgbClr val="118CC4"/>
                </a:solidFill>
                <a:latin typeface="Arial MT"/>
                <a:cs typeface="Arial MT"/>
              </a:rPr>
              <a:t> </a:t>
            </a:r>
            <a:r>
              <a:rPr sz="2560">
                <a:solidFill>
                  <a:srgbClr val="118CC4"/>
                </a:solidFill>
                <a:latin typeface="Arial MT"/>
                <a:cs typeface="Arial MT"/>
              </a:rPr>
              <a:t>closest</a:t>
            </a:r>
            <a:r>
              <a:rPr sz="2560" spc="69">
                <a:solidFill>
                  <a:srgbClr val="118CC4"/>
                </a:solidFill>
                <a:latin typeface="Arial MT"/>
                <a:cs typeface="Arial MT"/>
              </a:rPr>
              <a:t> </a:t>
            </a:r>
            <a:r>
              <a:rPr sz="2560">
                <a:solidFill>
                  <a:srgbClr val="118CC4"/>
                </a:solidFill>
                <a:latin typeface="Arial MT"/>
                <a:cs typeface="Arial MT"/>
              </a:rPr>
              <a:t>cluster</a:t>
            </a:r>
            <a:r>
              <a:rPr sz="2560" spc="75">
                <a:solidFill>
                  <a:srgbClr val="118CC4"/>
                </a:solidFill>
                <a:latin typeface="Arial MT"/>
                <a:cs typeface="Arial MT"/>
              </a:rPr>
              <a:t> </a:t>
            </a:r>
            <a:r>
              <a:rPr sz="2560" spc="48">
                <a:solidFill>
                  <a:srgbClr val="118CC4"/>
                </a:solidFill>
                <a:latin typeface="Arial MT"/>
                <a:cs typeface="Arial MT"/>
              </a:rPr>
              <a:t>center</a:t>
            </a:r>
            <a:endParaRPr sz="2560">
              <a:latin typeface="Arial MT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B67A574-577E-BD8F-8EFC-5605C9F3A8EA}"/>
              </a:ext>
            </a:extLst>
          </p:cNvPr>
          <p:cNvSpPr txBox="1"/>
          <p:nvPr/>
        </p:nvSpPr>
        <p:spPr>
          <a:xfrm>
            <a:off x="4151995" y="2182031"/>
            <a:ext cx="139531" cy="301686"/>
          </a:xfrm>
          <a:prstGeom prst="rect">
            <a:avLst/>
          </a:prstGeom>
        </p:spPr>
        <p:txBody>
          <a:bodyPr vert="horz" wrap="square" lIns="0" tIns="14224" rIns="0" bIns="0" rtlCol="0">
            <a:spAutoFit/>
          </a:bodyPr>
          <a:lstStyle/>
          <a:p>
            <a:pPr marL="13547">
              <a:spcBef>
                <a:spcPts val="112"/>
              </a:spcBef>
            </a:pPr>
            <a:r>
              <a:rPr sz="1867" i="1" spc="277">
                <a:latin typeface="Georgia"/>
                <a:cs typeface="Georgia"/>
              </a:rPr>
              <a:t>j</a:t>
            </a:r>
            <a:endParaRPr sz="1867">
              <a:latin typeface="Georgia"/>
              <a:cs typeface="Georg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16256D0-0011-E591-300D-720377F8A5EE}"/>
              </a:ext>
            </a:extLst>
          </p:cNvPr>
          <p:cNvSpPr txBox="1"/>
          <p:nvPr/>
        </p:nvSpPr>
        <p:spPr>
          <a:xfrm>
            <a:off x="2571083" y="1866170"/>
            <a:ext cx="3633216" cy="424796"/>
          </a:xfrm>
          <a:prstGeom prst="rect">
            <a:avLst/>
          </a:prstGeom>
        </p:spPr>
        <p:txBody>
          <a:bodyPr vert="horz" wrap="square" lIns="0" tIns="14224" rIns="0" bIns="0" rtlCol="0">
            <a:spAutoFit/>
          </a:bodyPr>
          <a:lstStyle/>
          <a:p>
            <a:pPr marL="40641">
              <a:spcBef>
                <a:spcPts val="112"/>
              </a:spcBef>
            </a:pPr>
            <a:r>
              <a:rPr sz="2667" i="1" spc="112">
                <a:latin typeface="Cambria"/>
                <a:cs typeface="Cambria"/>
              </a:rPr>
              <a:t>z</a:t>
            </a:r>
            <a:r>
              <a:rPr sz="2800" i="1" spc="167" baseline="-12698">
                <a:latin typeface="Georgia"/>
                <a:cs typeface="Georgia"/>
              </a:rPr>
              <a:t>i</a:t>
            </a:r>
            <a:r>
              <a:rPr sz="2800" i="1" spc="631" baseline="-12698">
                <a:latin typeface="Georgia"/>
                <a:cs typeface="Georgia"/>
              </a:rPr>
              <a:t> </a:t>
            </a:r>
            <a:r>
              <a:rPr sz="2667" i="1">
                <a:latin typeface="Times New Roman"/>
                <a:cs typeface="Times New Roman"/>
              </a:rPr>
              <a:t>←</a:t>
            </a:r>
            <a:r>
              <a:rPr sz="2667" i="1" spc="75">
                <a:latin typeface="Times New Roman"/>
                <a:cs typeface="Times New Roman"/>
              </a:rPr>
              <a:t> </a:t>
            </a:r>
            <a:r>
              <a:rPr sz="2667">
                <a:latin typeface="Cambria"/>
                <a:cs typeface="Cambria"/>
              </a:rPr>
              <a:t>arg</a:t>
            </a:r>
            <a:r>
              <a:rPr sz="2667" spc="-107">
                <a:latin typeface="Cambria"/>
                <a:cs typeface="Cambria"/>
              </a:rPr>
              <a:t> </a:t>
            </a:r>
            <a:r>
              <a:rPr sz="2667" spc="-11">
                <a:latin typeface="Cambria"/>
                <a:cs typeface="Cambria"/>
              </a:rPr>
              <a:t>min</a:t>
            </a:r>
            <a:r>
              <a:rPr sz="2667" spc="-144">
                <a:latin typeface="Cambria"/>
                <a:cs typeface="Cambria"/>
              </a:rPr>
              <a:t> </a:t>
            </a:r>
            <a:r>
              <a:rPr sz="2667" i="1" spc="117">
                <a:latin typeface="Times New Roman"/>
                <a:cs typeface="Times New Roman"/>
              </a:rPr>
              <a:t>||</a:t>
            </a:r>
            <a:r>
              <a:rPr sz="2667" i="1" spc="117">
                <a:latin typeface="Cambria"/>
                <a:cs typeface="Cambria"/>
              </a:rPr>
              <a:t>µ</a:t>
            </a:r>
            <a:r>
              <a:rPr sz="2800" i="1" spc="176" baseline="-12698">
                <a:latin typeface="Georgia"/>
                <a:cs typeface="Georgia"/>
              </a:rPr>
              <a:t>j</a:t>
            </a:r>
            <a:r>
              <a:rPr sz="2800" i="1" spc="576" baseline="-12698">
                <a:latin typeface="Georgia"/>
                <a:cs typeface="Georgia"/>
              </a:rPr>
              <a:t> </a:t>
            </a:r>
            <a:r>
              <a:rPr sz="2667" i="1" spc="-309">
                <a:latin typeface="Times New Roman"/>
                <a:cs typeface="Times New Roman"/>
              </a:rPr>
              <a:t>—</a:t>
            </a:r>
            <a:r>
              <a:rPr sz="2667" i="1" spc="-75">
                <a:latin typeface="Times New Roman"/>
                <a:cs typeface="Times New Roman"/>
              </a:rPr>
              <a:t> </a:t>
            </a:r>
            <a:r>
              <a:rPr sz="2667" b="1" spc="80">
                <a:latin typeface="Tahoma"/>
                <a:cs typeface="Tahoma"/>
              </a:rPr>
              <a:t>x</a:t>
            </a:r>
            <a:r>
              <a:rPr sz="2800" i="1" spc="119" baseline="-12698">
                <a:latin typeface="Georgia"/>
                <a:cs typeface="Georgia"/>
              </a:rPr>
              <a:t>i</a:t>
            </a:r>
            <a:r>
              <a:rPr sz="2667" i="1" spc="80">
                <a:latin typeface="Times New Roman"/>
                <a:cs typeface="Times New Roman"/>
              </a:rPr>
              <a:t>||</a:t>
            </a:r>
            <a:r>
              <a:rPr sz="2800" spc="119" baseline="33333">
                <a:latin typeface="Calibri"/>
                <a:cs typeface="Calibri"/>
              </a:rPr>
              <a:t>2</a:t>
            </a:r>
            <a:endParaRPr sz="2800" baseline="33333">
              <a:latin typeface="Calibri"/>
              <a:cs typeface="Calibri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86098F61-85A0-E2BC-F215-6CDEAB28E210}"/>
              </a:ext>
            </a:extLst>
          </p:cNvPr>
          <p:cNvSpPr txBox="1"/>
          <p:nvPr/>
        </p:nvSpPr>
        <p:spPr>
          <a:xfrm>
            <a:off x="6014784" y="2052056"/>
            <a:ext cx="162560" cy="301686"/>
          </a:xfrm>
          <a:prstGeom prst="rect">
            <a:avLst/>
          </a:prstGeom>
        </p:spPr>
        <p:txBody>
          <a:bodyPr vert="horz" wrap="square" lIns="0" tIns="14224" rIns="0" bIns="0" rtlCol="0">
            <a:spAutoFit/>
          </a:bodyPr>
          <a:lstStyle/>
          <a:p>
            <a:pPr marL="13547">
              <a:spcBef>
                <a:spcPts val="112"/>
              </a:spcBef>
            </a:pPr>
            <a:r>
              <a:rPr sz="1867" spc="59">
                <a:latin typeface="Calibri"/>
                <a:cs typeface="Calibri"/>
              </a:rPr>
              <a:t>2</a:t>
            </a:r>
            <a:endParaRPr sz="1867">
              <a:latin typeface="Calibri"/>
              <a:cs typeface="Calibri"/>
            </a:endParaRPr>
          </a:p>
        </p:txBody>
      </p:sp>
      <p:grpSp>
        <p:nvGrpSpPr>
          <p:cNvPr id="10" name="object 7">
            <a:extLst>
              <a:ext uri="{FF2B5EF4-FFF2-40B4-BE49-F238E27FC236}">
                <a16:creationId xmlns:a16="http://schemas.microsoft.com/office/drawing/2014/main" id="{993119BE-94B8-95F0-ACE1-4D6D20C4B5FF}"/>
              </a:ext>
            </a:extLst>
          </p:cNvPr>
          <p:cNvGrpSpPr/>
          <p:nvPr/>
        </p:nvGrpSpPr>
        <p:grpSpPr>
          <a:xfrm>
            <a:off x="5192846" y="2267843"/>
            <a:ext cx="457200" cy="554736"/>
            <a:chOff x="4206240" y="2298470"/>
            <a:chExt cx="428625" cy="520065"/>
          </a:xfrm>
        </p:grpSpPr>
        <p:pic>
          <p:nvPicPr>
            <p:cNvPr id="11" name="object 8">
              <a:extLst>
                <a:ext uri="{FF2B5EF4-FFF2-40B4-BE49-F238E27FC236}">
                  <a16:creationId xmlns:a16="http://schemas.microsoft.com/office/drawing/2014/main" id="{5EC4AE81-B319-1375-90C6-E28B1391915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06240" y="2298470"/>
              <a:ext cx="428105" cy="519545"/>
            </a:xfrm>
            <a:prstGeom prst="rect">
              <a:avLst/>
            </a:prstGeom>
          </p:spPr>
        </p:pic>
        <p:sp>
          <p:nvSpPr>
            <p:cNvPr id="13" name="object 9">
              <a:extLst>
                <a:ext uri="{FF2B5EF4-FFF2-40B4-BE49-F238E27FC236}">
                  <a16:creationId xmlns:a16="http://schemas.microsoft.com/office/drawing/2014/main" id="{B24B2CA4-3954-DB42-30C7-8FB099EEB74E}"/>
                </a:ext>
              </a:extLst>
            </p:cNvPr>
            <p:cNvSpPr/>
            <p:nvPr/>
          </p:nvSpPr>
          <p:spPr>
            <a:xfrm>
              <a:off x="4366359" y="2447353"/>
              <a:ext cx="213995" cy="297180"/>
            </a:xfrm>
            <a:custGeom>
              <a:avLst/>
              <a:gdLst/>
              <a:ahLst/>
              <a:cxnLst/>
              <a:rect l="l" t="t" r="r" b="b"/>
              <a:pathLst>
                <a:path w="213995" h="297180">
                  <a:moveTo>
                    <a:pt x="213654" y="296684"/>
                  </a:moveTo>
                  <a:lnTo>
                    <a:pt x="0" y="0"/>
                  </a:lnTo>
                </a:path>
              </a:pathLst>
            </a:custGeom>
            <a:ln w="25372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14" name="object 10">
              <a:extLst>
                <a:ext uri="{FF2B5EF4-FFF2-40B4-BE49-F238E27FC236}">
                  <a16:creationId xmlns:a16="http://schemas.microsoft.com/office/drawing/2014/main" id="{D195AE7E-8547-61C7-E91F-61B1C72AB6D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1642" y="2426919"/>
              <a:ext cx="109664" cy="121424"/>
            </a:xfrm>
            <a:prstGeom prst="rect">
              <a:avLst/>
            </a:prstGeom>
          </p:spPr>
        </p:pic>
      </p:grpSp>
      <p:sp>
        <p:nvSpPr>
          <p:cNvPr id="15" name="object 11">
            <a:extLst>
              <a:ext uri="{FF2B5EF4-FFF2-40B4-BE49-F238E27FC236}">
                <a16:creationId xmlns:a16="http://schemas.microsoft.com/office/drawing/2014/main" id="{1C793DCB-98C3-1AE7-FBBF-FD3D4CC8667A}"/>
              </a:ext>
            </a:extLst>
          </p:cNvPr>
          <p:cNvSpPr txBox="1"/>
          <p:nvPr/>
        </p:nvSpPr>
        <p:spPr>
          <a:xfrm>
            <a:off x="5634820" y="2705075"/>
            <a:ext cx="3588511" cy="669456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 marR="5419">
              <a:spcBef>
                <a:spcPts val="101"/>
              </a:spcBef>
            </a:pPr>
            <a:r>
              <a:rPr sz="2133">
                <a:latin typeface="Arial MT"/>
                <a:cs typeface="Arial MT"/>
              </a:rPr>
              <a:t>Can</a:t>
            </a:r>
            <a:r>
              <a:rPr sz="2133" spc="-48">
                <a:latin typeface="Arial MT"/>
                <a:cs typeface="Arial MT"/>
              </a:rPr>
              <a:t> </a:t>
            </a:r>
            <a:r>
              <a:rPr sz="2133">
                <a:latin typeface="Arial MT"/>
                <a:cs typeface="Arial MT"/>
              </a:rPr>
              <a:t>use</a:t>
            </a:r>
            <a:r>
              <a:rPr sz="2133" spc="-43">
                <a:latin typeface="Arial MT"/>
                <a:cs typeface="Arial MT"/>
              </a:rPr>
              <a:t> </a:t>
            </a:r>
            <a:r>
              <a:rPr sz="2133" spc="53">
                <a:latin typeface="Arial MT"/>
                <a:cs typeface="Arial MT"/>
              </a:rPr>
              <a:t>weighted</a:t>
            </a:r>
            <a:r>
              <a:rPr sz="2133" spc="-43">
                <a:latin typeface="Arial MT"/>
                <a:cs typeface="Arial MT"/>
              </a:rPr>
              <a:t> </a:t>
            </a:r>
            <a:r>
              <a:rPr sz="2133" spc="-11">
                <a:latin typeface="Arial MT"/>
                <a:cs typeface="Arial MT"/>
              </a:rPr>
              <a:t>Euclidean, </a:t>
            </a:r>
            <a:r>
              <a:rPr sz="2133" spc="75">
                <a:latin typeface="Arial MT"/>
                <a:cs typeface="Arial MT"/>
              </a:rPr>
              <a:t>but</a:t>
            </a:r>
            <a:r>
              <a:rPr sz="2133" spc="5">
                <a:latin typeface="Arial MT"/>
                <a:cs typeface="Arial MT"/>
              </a:rPr>
              <a:t> </a:t>
            </a:r>
            <a:r>
              <a:rPr sz="2133">
                <a:latin typeface="Arial MT"/>
                <a:cs typeface="Arial MT"/>
              </a:rPr>
              <a:t>requires</a:t>
            </a:r>
            <a:r>
              <a:rPr sz="2133" spc="11">
                <a:latin typeface="Arial MT"/>
                <a:cs typeface="Arial MT"/>
              </a:rPr>
              <a:t> </a:t>
            </a:r>
            <a:r>
              <a:rPr sz="2133" i="1" spc="85">
                <a:solidFill>
                  <a:srgbClr val="B0007E"/>
                </a:solidFill>
                <a:latin typeface="Arial"/>
                <a:cs typeface="Arial"/>
              </a:rPr>
              <a:t>known</a:t>
            </a:r>
            <a:r>
              <a:rPr sz="2133" i="1" spc="11">
                <a:solidFill>
                  <a:srgbClr val="B0007E"/>
                </a:solidFill>
                <a:latin typeface="Arial"/>
                <a:cs typeface="Arial"/>
              </a:rPr>
              <a:t> </a:t>
            </a:r>
            <a:r>
              <a:rPr sz="2133" spc="-11">
                <a:latin typeface="Arial MT"/>
                <a:cs typeface="Arial MT"/>
              </a:rPr>
              <a:t>weights</a:t>
            </a:r>
            <a:endParaRPr sz="2133">
              <a:latin typeface="Arial MT"/>
              <a:cs typeface="Arial MT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C8300469-10DE-552B-ED2B-D8D247AB72F5}"/>
              </a:ext>
            </a:extLst>
          </p:cNvPr>
          <p:cNvSpPr txBox="1"/>
          <p:nvPr/>
        </p:nvSpPr>
        <p:spPr>
          <a:xfrm>
            <a:off x="1913300" y="4328698"/>
            <a:ext cx="3729397" cy="669456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 marR="5419">
              <a:spcBef>
                <a:spcPts val="101"/>
              </a:spcBef>
            </a:pPr>
            <a:r>
              <a:rPr sz="2133">
                <a:latin typeface="Arial MT"/>
                <a:cs typeface="Arial MT"/>
              </a:rPr>
              <a:t>Equivalent</a:t>
            </a:r>
            <a:r>
              <a:rPr sz="2133" spc="-21">
                <a:latin typeface="Arial MT"/>
                <a:cs typeface="Arial MT"/>
              </a:rPr>
              <a:t> </a:t>
            </a:r>
            <a:r>
              <a:rPr sz="2133" spc="128">
                <a:latin typeface="Arial MT"/>
                <a:cs typeface="Arial MT"/>
              </a:rPr>
              <a:t>to</a:t>
            </a:r>
            <a:r>
              <a:rPr sz="2133" spc="-16">
                <a:latin typeface="Arial MT"/>
                <a:cs typeface="Arial MT"/>
              </a:rPr>
              <a:t> </a:t>
            </a:r>
            <a:r>
              <a:rPr sz="2133" spc="-11">
                <a:latin typeface="Arial MT"/>
                <a:cs typeface="Arial MT"/>
              </a:rPr>
              <a:t>assuming </a:t>
            </a:r>
            <a:r>
              <a:rPr sz="2133">
                <a:solidFill>
                  <a:srgbClr val="B0007E"/>
                </a:solidFill>
                <a:latin typeface="Arial MT"/>
                <a:cs typeface="Arial MT"/>
              </a:rPr>
              <a:t>spherically</a:t>
            </a:r>
            <a:r>
              <a:rPr sz="2133" spc="27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133" spc="53">
                <a:solidFill>
                  <a:srgbClr val="B0007E"/>
                </a:solidFill>
                <a:latin typeface="Arial MT"/>
                <a:cs typeface="Arial MT"/>
              </a:rPr>
              <a:t>symmetric</a:t>
            </a:r>
            <a:r>
              <a:rPr sz="2133" spc="32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133" spc="-11">
                <a:latin typeface="Arial MT"/>
                <a:cs typeface="Arial MT"/>
              </a:rPr>
              <a:t>clusters</a:t>
            </a:r>
            <a:endParaRPr sz="2133">
              <a:latin typeface="Arial MT"/>
              <a:cs typeface="Arial MT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FD80F9D9-2D10-90D9-5356-DA8E8818C196}"/>
              </a:ext>
            </a:extLst>
          </p:cNvPr>
          <p:cNvSpPr txBox="1"/>
          <p:nvPr/>
        </p:nvSpPr>
        <p:spPr>
          <a:xfrm>
            <a:off x="6189662" y="3692777"/>
            <a:ext cx="3686724" cy="669456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 marR="5419">
              <a:spcBef>
                <a:spcPts val="101"/>
              </a:spcBef>
            </a:pPr>
            <a:r>
              <a:rPr sz="2133">
                <a:latin typeface="Arial MT"/>
                <a:cs typeface="Arial MT"/>
              </a:rPr>
              <a:t>Still</a:t>
            </a:r>
            <a:r>
              <a:rPr sz="2133" spc="-43">
                <a:latin typeface="Arial MT"/>
                <a:cs typeface="Arial MT"/>
              </a:rPr>
              <a:t> </a:t>
            </a:r>
            <a:r>
              <a:rPr sz="2133" spc="-27">
                <a:latin typeface="Arial MT"/>
                <a:cs typeface="Arial MT"/>
              </a:rPr>
              <a:t>assumes</a:t>
            </a:r>
            <a:r>
              <a:rPr sz="2133" spc="-37">
                <a:latin typeface="Arial MT"/>
                <a:cs typeface="Arial MT"/>
              </a:rPr>
              <a:t> </a:t>
            </a:r>
            <a:r>
              <a:rPr sz="2133">
                <a:latin typeface="Arial MT"/>
                <a:cs typeface="Arial MT"/>
              </a:rPr>
              <a:t>all</a:t>
            </a:r>
            <a:r>
              <a:rPr sz="2133" spc="-37">
                <a:latin typeface="Arial MT"/>
                <a:cs typeface="Arial MT"/>
              </a:rPr>
              <a:t> </a:t>
            </a:r>
            <a:r>
              <a:rPr sz="2133">
                <a:latin typeface="Arial MT"/>
                <a:cs typeface="Arial MT"/>
              </a:rPr>
              <a:t>clusters</a:t>
            </a:r>
            <a:r>
              <a:rPr sz="2133" spc="-37">
                <a:latin typeface="Arial MT"/>
                <a:cs typeface="Arial MT"/>
              </a:rPr>
              <a:t> </a:t>
            </a:r>
            <a:r>
              <a:rPr sz="2133" spc="-21">
                <a:latin typeface="Arial MT"/>
                <a:cs typeface="Arial MT"/>
              </a:rPr>
              <a:t>have </a:t>
            </a:r>
            <a:r>
              <a:rPr sz="2133" spc="59">
                <a:latin typeface="Arial MT"/>
                <a:cs typeface="Arial MT"/>
              </a:rPr>
              <a:t>the</a:t>
            </a:r>
            <a:r>
              <a:rPr sz="2133" spc="37">
                <a:latin typeface="Arial MT"/>
                <a:cs typeface="Arial MT"/>
              </a:rPr>
              <a:t> </a:t>
            </a:r>
            <a:r>
              <a:rPr sz="2133">
                <a:latin typeface="Arial MT"/>
                <a:cs typeface="Arial MT"/>
              </a:rPr>
              <a:t>same</a:t>
            </a:r>
            <a:r>
              <a:rPr sz="2133" spc="37">
                <a:latin typeface="Arial MT"/>
                <a:cs typeface="Arial MT"/>
              </a:rPr>
              <a:t> </a:t>
            </a:r>
            <a:r>
              <a:rPr sz="2133">
                <a:latin typeface="Arial MT"/>
                <a:cs typeface="Arial MT"/>
              </a:rPr>
              <a:t>axis-aligned</a:t>
            </a:r>
            <a:r>
              <a:rPr sz="2133" spc="37">
                <a:latin typeface="Arial MT"/>
                <a:cs typeface="Arial MT"/>
              </a:rPr>
              <a:t> </a:t>
            </a:r>
            <a:r>
              <a:rPr sz="2133" spc="-11">
                <a:latin typeface="Arial MT"/>
                <a:cs typeface="Arial MT"/>
              </a:rPr>
              <a:t>ellipses</a:t>
            </a:r>
            <a:endParaRPr sz="2133">
              <a:latin typeface="Arial MT"/>
              <a:cs typeface="Arial MT"/>
            </a:endParaRPr>
          </a:p>
        </p:txBody>
      </p:sp>
      <p:grpSp>
        <p:nvGrpSpPr>
          <p:cNvPr id="18" name="object 14">
            <a:extLst>
              <a:ext uri="{FF2B5EF4-FFF2-40B4-BE49-F238E27FC236}">
                <a16:creationId xmlns:a16="http://schemas.microsoft.com/office/drawing/2014/main" id="{1CAE6943-3502-7A18-F001-EA42CC02AD5F}"/>
              </a:ext>
            </a:extLst>
          </p:cNvPr>
          <p:cNvGrpSpPr/>
          <p:nvPr/>
        </p:nvGrpSpPr>
        <p:grpSpPr>
          <a:xfrm>
            <a:off x="3583500" y="2285579"/>
            <a:ext cx="1392597" cy="1215136"/>
            <a:chOff x="2697479" y="2315099"/>
            <a:chExt cx="1305560" cy="1139190"/>
          </a:xfrm>
        </p:grpSpPr>
        <p:pic>
          <p:nvPicPr>
            <p:cNvPr id="20" name="object 15">
              <a:extLst>
                <a:ext uri="{FF2B5EF4-FFF2-40B4-BE49-F238E27FC236}">
                  <a16:creationId xmlns:a16="http://schemas.microsoft.com/office/drawing/2014/main" id="{0174E066-548A-B195-D40B-330E5569363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7479" y="2315099"/>
              <a:ext cx="1305102" cy="1138843"/>
            </a:xfrm>
            <a:prstGeom prst="rect">
              <a:avLst/>
            </a:prstGeom>
          </p:spPr>
        </p:pic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0E4BBDFA-4A71-CE5B-0E0F-8CFFDF1BD62D}"/>
                </a:ext>
              </a:extLst>
            </p:cNvPr>
            <p:cNvSpPr/>
            <p:nvPr/>
          </p:nvSpPr>
          <p:spPr>
            <a:xfrm>
              <a:off x="2753080" y="2455745"/>
              <a:ext cx="1085215" cy="922655"/>
            </a:xfrm>
            <a:custGeom>
              <a:avLst/>
              <a:gdLst/>
              <a:ahLst/>
              <a:cxnLst/>
              <a:rect l="l" t="t" r="r" b="b"/>
              <a:pathLst>
                <a:path w="1085214" h="922654">
                  <a:moveTo>
                    <a:pt x="0" y="922518"/>
                  </a:moveTo>
                  <a:lnTo>
                    <a:pt x="1084928" y="0"/>
                  </a:lnTo>
                </a:path>
              </a:pathLst>
            </a:custGeom>
            <a:ln w="25371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22" name="object 17">
              <a:extLst>
                <a:ext uri="{FF2B5EF4-FFF2-40B4-BE49-F238E27FC236}">
                  <a16:creationId xmlns:a16="http://schemas.microsoft.com/office/drawing/2014/main" id="{B3595CCB-97F5-06FB-433E-09344BEA3E2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7533" y="2439428"/>
              <a:ext cx="119646" cy="113728"/>
            </a:xfrm>
            <a:prstGeom prst="rect">
              <a:avLst/>
            </a:prstGeom>
          </p:spPr>
        </p:pic>
      </p:grpSp>
      <p:sp>
        <p:nvSpPr>
          <p:cNvPr id="23" name="object 18">
            <a:extLst>
              <a:ext uri="{FF2B5EF4-FFF2-40B4-BE49-F238E27FC236}">
                <a16:creationId xmlns:a16="http://schemas.microsoft.com/office/drawing/2014/main" id="{FD7A687C-F684-378D-E1D3-41C3121071C6}"/>
              </a:ext>
            </a:extLst>
          </p:cNvPr>
          <p:cNvSpPr txBox="1"/>
          <p:nvPr/>
        </p:nvSpPr>
        <p:spPr>
          <a:xfrm>
            <a:off x="1924142" y="3406089"/>
            <a:ext cx="3478107" cy="517748"/>
          </a:xfrm>
          <a:prstGeom prst="rect">
            <a:avLst/>
          </a:prstGeom>
          <a:solidFill>
            <a:srgbClr val="C02690"/>
          </a:solidFill>
          <a:ln w="25369">
            <a:solidFill>
              <a:srgbClr val="941B6E"/>
            </a:solidFill>
          </a:ln>
        </p:spPr>
        <p:txBody>
          <a:bodyPr vert="horz" wrap="square" lIns="0" tIns="122597" rIns="0" bIns="0" rtlCol="0">
            <a:spAutoFit/>
          </a:bodyPr>
          <a:lstStyle/>
          <a:p>
            <a:pPr marL="264168">
              <a:spcBef>
                <a:spcPts val="965"/>
              </a:spcBef>
            </a:pPr>
            <a:r>
              <a:rPr sz="2560" spc="64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r>
              <a:rPr sz="2560" spc="-21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60" spc="59">
                <a:solidFill>
                  <a:srgbClr val="FFFFFF"/>
                </a:solidFill>
                <a:latin typeface="Arial MT"/>
                <a:cs typeface="Arial MT"/>
              </a:rPr>
              <a:t>center</a:t>
            </a:r>
            <a:r>
              <a:rPr sz="2560" spc="-21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60" spc="-11">
                <a:solidFill>
                  <a:srgbClr val="FFFFFF"/>
                </a:solidFill>
                <a:latin typeface="Arial MT"/>
                <a:cs typeface="Arial MT"/>
              </a:rPr>
              <a:t>matters</a:t>
            </a:r>
            <a:endParaRPr sz="2560">
              <a:latin typeface="Arial MT"/>
              <a:cs typeface="Arial MT"/>
            </a:endParaRPr>
          </a:p>
        </p:txBody>
      </p:sp>
      <p:grpSp>
        <p:nvGrpSpPr>
          <p:cNvPr id="24" name="object 19">
            <a:extLst>
              <a:ext uri="{FF2B5EF4-FFF2-40B4-BE49-F238E27FC236}">
                <a16:creationId xmlns:a16="http://schemas.microsoft.com/office/drawing/2014/main" id="{53D40C6C-3EAC-326C-7C74-F479525E9B10}"/>
              </a:ext>
            </a:extLst>
          </p:cNvPr>
          <p:cNvGrpSpPr/>
          <p:nvPr/>
        </p:nvGrpSpPr>
        <p:grpSpPr>
          <a:xfrm>
            <a:off x="2275993" y="5165017"/>
            <a:ext cx="2233168" cy="1759035"/>
            <a:chOff x="1471690" y="5014571"/>
            <a:chExt cx="2093595" cy="1649095"/>
          </a:xfrm>
        </p:grpSpPr>
        <p:sp>
          <p:nvSpPr>
            <p:cNvPr id="25" name="object 20">
              <a:extLst>
                <a:ext uri="{FF2B5EF4-FFF2-40B4-BE49-F238E27FC236}">
                  <a16:creationId xmlns:a16="http://schemas.microsoft.com/office/drawing/2014/main" id="{6B35D7C3-9391-D3B4-E23A-1D809D85DA27}"/>
                </a:ext>
              </a:extLst>
            </p:cNvPr>
            <p:cNvSpPr/>
            <p:nvPr/>
          </p:nvSpPr>
          <p:spPr>
            <a:xfrm>
              <a:off x="1484376" y="5217528"/>
              <a:ext cx="850265" cy="837565"/>
            </a:xfrm>
            <a:custGeom>
              <a:avLst/>
              <a:gdLst/>
              <a:ahLst/>
              <a:cxnLst/>
              <a:rect l="l" t="t" r="r" b="b"/>
              <a:pathLst>
                <a:path w="850264" h="837564">
                  <a:moveTo>
                    <a:pt x="425018" y="0"/>
                  </a:moveTo>
                  <a:lnTo>
                    <a:pt x="375451" y="2816"/>
                  </a:lnTo>
                  <a:lnTo>
                    <a:pt x="327564" y="11055"/>
                  </a:lnTo>
                  <a:lnTo>
                    <a:pt x="281675" y="24403"/>
                  </a:lnTo>
                  <a:lnTo>
                    <a:pt x="238104" y="42546"/>
                  </a:lnTo>
                  <a:lnTo>
                    <a:pt x="197169" y="65170"/>
                  </a:lnTo>
                  <a:lnTo>
                    <a:pt x="159189" y="91961"/>
                  </a:lnTo>
                  <a:lnTo>
                    <a:pt x="124483" y="122604"/>
                  </a:lnTo>
                  <a:lnTo>
                    <a:pt x="93370" y="156785"/>
                  </a:lnTo>
                  <a:lnTo>
                    <a:pt x="66169" y="194191"/>
                  </a:lnTo>
                  <a:lnTo>
                    <a:pt x="43198" y="234507"/>
                  </a:lnTo>
                  <a:lnTo>
                    <a:pt x="24777" y="277420"/>
                  </a:lnTo>
                  <a:lnTo>
                    <a:pt x="11224" y="322614"/>
                  </a:lnTo>
                  <a:lnTo>
                    <a:pt x="2859" y="369777"/>
                  </a:lnTo>
                  <a:lnTo>
                    <a:pt x="0" y="418593"/>
                  </a:lnTo>
                  <a:lnTo>
                    <a:pt x="2859" y="467409"/>
                  </a:lnTo>
                  <a:lnTo>
                    <a:pt x="11224" y="514572"/>
                  </a:lnTo>
                  <a:lnTo>
                    <a:pt x="24777" y="559767"/>
                  </a:lnTo>
                  <a:lnTo>
                    <a:pt x="43198" y="602679"/>
                  </a:lnTo>
                  <a:lnTo>
                    <a:pt x="66169" y="642995"/>
                  </a:lnTo>
                  <a:lnTo>
                    <a:pt x="93370" y="680401"/>
                  </a:lnTo>
                  <a:lnTo>
                    <a:pt x="124483" y="714582"/>
                  </a:lnTo>
                  <a:lnTo>
                    <a:pt x="159189" y="745225"/>
                  </a:lnTo>
                  <a:lnTo>
                    <a:pt x="197169" y="772015"/>
                  </a:lnTo>
                  <a:lnTo>
                    <a:pt x="238104" y="794639"/>
                  </a:lnTo>
                  <a:lnTo>
                    <a:pt x="281675" y="812781"/>
                  </a:lnTo>
                  <a:lnTo>
                    <a:pt x="327564" y="826129"/>
                  </a:lnTo>
                  <a:lnTo>
                    <a:pt x="375451" y="834369"/>
                  </a:lnTo>
                  <a:lnTo>
                    <a:pt x="425018" y="837185"/>
                  </a:lnTo>
                  <a:lnTo>
                    <a:pt x="474584" y="834369"/>
                  </a:lnTo>
                  <a:lnTo>
                    <a:pt x="522471" y="826129"/>
                  </a:lnTo>
                  <a:lnTo>
                    <a:pt x="568360" y="812781"/>
                  </a:lnTo>
                  <a:lnTo>
                    <a:pt x="611931" y="794639"/>
                  </a:lnTo>
                  <a:lnTo>
                    <a:pt x="652866" y="772015"/>
                  </a:lnTo>
                  <a:lnTo>
                    <a:pt x="690846" y="745225"/>
                  </a:lnTo>
                  <a:lnTo>
                    <a:pt x="725552" y="714582"/>
                  </a:lnTo>
                  <a:lnTo>
                    <a:pt x="756665" y="680401"/>
                  </a:lnTo>
                  <a:lnTo>
                    <a:pt x="783866" y="642995"/>
                  </a:lnTo>
                  <a:lnTo>
                    <a:pt x="806837" y="602679"/>
                  </a:lnTo>
                  <a:lnTo>
                    <a:pt x="825258" y="559767"/>
                  </a:lnTo>
                  <a:lnTo>
                    <a:pt x="838811" y="514572"/>
                  </a:lnTo>
                  <a:lnTo>
                    <a:pt x="847177" y="467409"/>
                  </a:lnTo>
                  <a:lnTo>
                    <a:pt x="850036" y="418593"/>
                  </a:lnTo>
                  <a:lnTo>
                    <a:pt x="847177" y="369777"/>
                  </a:lnTo>
                  <a:lnTo>
                    <a:pt x="838811" y="322614"/>
                  </a:lnTo>
                  <a:lnTo>
                    <a:pt x="825258" y="277420"/>
                  </a:lnTo>
                  <a:lnTo>
                    <a:pt x="806837" y="234507"/>
                  </a:lnTo>
                  <a:lnTo>
                    <a:pt x="783866" y="194191"/>
                  </a:lnTo>
                  <a:lnTo>
                    <a:pt x="756665" y="156785"/>
                  </a:lnTo>
                  <a:lnTo>
                    <a:pt x="725552" y="122604"/>
                  </a:lnTo>
                  <a:lnTo>
                    <a:pt x="690846" y="91961"/>
                  </a:lnTo>
                  <a:lnTo>
                    <a:pt x="652866" y="65170"/>
                  </a:lnTo>
                  <a:lnTo>
                    <a:pt x="611931" y="42546"/>
                  </a:lnTo>
                  <a:lnTo>
                    <a:pt x="568360" y="24403"/>
                  </a:lnTo>
                  <a:lnTo>
                    <a:pt x="522471" y="11055"/>
                  </a:lnTo>
                  <a:lnTo>
                    <a:pt x="474584" y="2816"/>
                  </a:lnTo>
                  <a:lnTo>
                    <a:pt x="425018" y="0"/>
                  </a:lnTo>
                  <a:close/>
                </a:path>
              </a:pathLst>
            </a:custGeom>
            <a:solidFill>
              <a:srgbClr val="FF6C00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26" name="object 21">
              <a:extLst>
                <a:ext uri="{FF2B5EF4-FFF2-40B4-BE49-F238E27FC236}">
                  <a16:creationId xmlns:a16="http://schemas.microsoft.com/office/drawing/2014/main" id="{D2E3BE44-9FA6-3C91-E70B-7EFCB5A7AA78}"/>
                </a:ext>
              </a:extLst>
            </p:cNvPr>
            <p:cNvSpPr/>
            <p:nvPr/>
          </p:nvSpPr>
          <p:spPr>
            <a:xfrm>
              <a:off x="1484375" y="5217528"/>
              <a:ext cx="850265" cy="837565"/>
            </a:xfrm>
            <a:custGeom>
              <a:avLst/>
              <a:gdLst/>
              <a:ahLst/>
              <a:cxnLst/>
              <a:rect l="l" t="t" r="r" b="b"/>
              <a:pathLst>
                <a:path w="850264" h="837564">
                  <a:moveTo>
                    <a:pt x="0" y="418591"/>
                  </a:moveTo>
                  <a:lnTo>
                    <a:pt x="2859" y="369775"/>
                  </a:lnTo>
                  <a:lnTo>
                    <a:pt x="11224" y="322612"/>
                  </a:lnTo>
                  <a:lnTo>
                    <a:pt x="24777" y="277417"/>
                  </a:lnTo>
                  <a:lnTo>
                    <a:pt x="43199" y="234505"/>
                  </a:lnTo>
                  <a:lnTo>
                    <a:pt x="66169" y="194189"/>
                  </a:lnTo>
                  <a:lnTo>
                    <a:pt x="93371" y="156783"/>
                  </a:lnTo>
                  <a:lnTo>
                    <a:pt x="124484" y="122602"/>
                  </a:lnTo>
                  <a:lnTo>
                    <a:pt x="159189" y="91959"/>
                  </a:lnTo>
                  <a:lnTo>
                    <a:pt x="197169" y="65169"/>
                  </a:lnTo>
                  <a:lnTo>
                    <a:pt x="238104" y="42546"/>
                  </a:lnTo>
                  <a:lnTo>
                    <a:pt x="281675" y="24403"/>
                  </a:lnTo>
                  <a:lnTo>
                    <a:pt x="327562" y="11055"/>
                  </a:lnTo>
                  <a:lnTo>
                    <a:pt x="375449" y="2816"/>
                  </a:lnTo>
                  <a:lnTo>
                    <a:pt x="425014" y="0"/>
                  </a:lnTo>
                  <a:lnTo>
                    <a:pt x="474580" y="2816"/>
                  </a:lnTo>
                  <a:lnTo>
                    <a:pt x="522466" y="11055"/>
                  </a:lnTo>
                  <a:lnTo>
                    <a:pt x="568354" y="24403"/>
                  </a:lnTo>
                  <a:lnTo>
                    <a:pt x="611925" y="42546"/>
                  </a:lnTo>
                  <a:lnTo>
                    <a:pt x="652860" y="65169"/>
                  </a:lnTo>
                  <a:lnTo>
                    <a:pt x="690839" y="91959"/>
                  </a:lnTo>
                  <a:lnTo>
                    <a:pt x="725545" y="122602"/>
                  </a:lnTo>
                  <a:lnTo>
                    <a:pt x="756658" y="156783"/>
                  </a:lnTo>
                  <a:lnTo>
                    <a:pt x="783859" y="194189"/>
                  </a:lnTo>
                  <a:lnTo>
                    <a:pt x="806830" y="234505"/>
                  </a:lnTo>
                  <a:lnTo>
                    <a:pt x="825251" y="277417"/>
                  </a:lnTo>
                  <a:lnTo>
                    <a:pt x="838804" y="322612"/>
                  </a:lnTo>
                  <a:lnTo>
                    <a:pt x="847170" y="369775"/>
                  </a:lnTo>
                  <a:lnTo>
                    <a:pt x="850029" y="418591"/>
                  </a:lnTo>
                  <a:lnTo>
                    <a:pt x="847170" y="467408"/>
                  </a:lnTo>
                  <a:lnTo>
                    <a:pt x="838804" y="514571"/>
                  </a:lnTo>
                  <a:lnTo>
                    <a:pt x="825251" y="559765"/>
                  </a:lnTo>
                  <a:lnTo>
                    <a:pt x="806830" y="602678"/>
                  </a:lnTo>
                  <a:lnTo>
                    <a:pt x="783859" y="642994"/>
                  </a:lnTo>
                  <a:lnTo>
                    <a:pt x="756658" y="680400"/>
                  </a:lnTo>
                  <a:lnTo>
                    <a:pt x="725545" y="714581"/>
                  </a:lnTo>
                  <a:lnTo>
                    <a:pt x="690839" y="745224"/>
                  </a:lnTo>
                  <a:lnTo>
                    <a:pt x="652860" y="772014"/>
                  </a:lnTo>
                  <a:lnTo>
                    <a:pt x="611925" y="794637"/>
                  </a:lnTo>
                  <a:lnTo>
                    <a:pt x="568354" y="812780"/>
                  </a:lnTo>
                  <a:lnTo>
                    <a:pt x="522466" y="826128"/>
                  </a:lnTo>
                  <a:lnTo>
                    <a:pt x="474580" y="834367"/>
                  </a:lnTo>
                  <a:lnTo>
                    <a:pt x="425014" y="837183"/>
                  </a:lnTo>
                  <a:lnTo>
                    <a:pt x="375449" y="834367"/>
                  </a:lnTo>
                  <a:lnTo>
                    <a:pt x="327562" y="826128"/>
                  </a:lnTo>
                  <a:lnTo>
                    <a:pt x="281675" y="812780"/>
                  </a:lnTo>
                  <a:lnTo>
                    <a:pt x="238104" y="794637"/>
                  </a:lnTo>
                  <a:lnTo>
                    <a:pt x="197169" y="772014"/>
                  </a:lnTo>
                  <a:lnTo>
                    <a:pt x="159189" y="745224"/>
                  </a:lnTo>
                  <a:lnTo>
                    <a:pt x="124484" y="714581"/>
                  </a:lnTo>
                  <a:lnTo>
                    <a:pt x="93371" y="680400"/>
                  </a:lnTo>
                  <a:lnTo>
                    <a:pt x="66169" y="642994"/>
                  </a:lnTo>
                  <a:lnTo>
                    <a:pt x="43199" y="602678"/>
                  </a:lnTo>
                  <a:lnTo>
                    <a:pt x="24777" y="559765"/>
                  </a:lnTo>
                  <a:lnTo>
                    <a:pt x="11224" y="514571"/>
                  </a:lnTo>
                  <a:lnTo>
                    <a:pt x="2859" y="467408"/>
                  </a:lnTo>
                  <a:lnTo>
                    <a:pt x="0" y="418591"/>
                  </a:lnTo>
                  <a:close/>
                </a:path>
              </a:pathLst>
            </a:custGeom>
            <a:ln w="25371">
              <a:solidFill>
                <a:srgbClr val="C750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27" name="object 22">
              <a:extLst>
                <a:ext uri="{FF2B5EF4-FFF2-40B4-BE49-F238E27FC236}">
                  <a16:creationId xmlns:a16="http://schemas.microsoft.com/office/drawing/2014/main" id="{920C3E2D-A0D7-A59E-4501-A012ACA8AB06}"/>
                </a:ext>
              </a:extLst>
            </p:cNvPr>
            <p:cNvSpPr/>
            <p:nvPr/>
          </p:nvSpPr>
          <p:spPr>
            <a:xfrm>
              <a:off x="2702331" y="5027256"/>
              <a:ext cx="850265" cy="837565"/>
            </a:xfrm>
            <a:custGeom>
              <a:avLst/>
              <a:gdLst/>
              <a:ahLst/>
              <a:cxnLst/>
              <a:rect l="l" t="t" r="r" b="b"/>
              <a:pathLst>
                <a:path w="850264" h="837564">
                  <a:moveTo>
                    <a:pt x="425018" y="0"/>
                  </a:moveTo>
                  <a:lnTo>
                    <a:pt x="375451" y="2816"/>
                  </a:lnTo>
                  <a:lnTo>
                    <a:pt x="327564" y="11055"/>
                  </a:lnTo>
                  <a:lnTo>
                    <a:pt x="281675" y="24403"/>
                  </a:lnTo>
                  <a:lnTo>
                    <a:pt x="238104" y="42546"/>
                  </a:lnTo>
                  <a:lnTo>
                    <a:pt x="197169" y="65170"/>
                  </a:lnTo>
                  <a:lnTo>
                    <a:pt x="159189" y="91961"/>
                  </a:lnTo>
                  <a:lnTo>
                    <a:pt x="124483" y="122604"/>
                  </a:lnTo>
                  <a:lnTo>
                    <a:pt x="93370" y="156785"/>
                  </a:lnTo>
                  <a:lnTo>
                    <a:pt x="66169" y="194191"/>
                  </a:lnTo>
                  <a:lnTo>
                    <a:pt x="43198" y="234507"/>
                  </a:lnTo>
                  <a:lnTo>
                    <a:pt x="24777" y="277419"/>
                  </a:lnTo>
                  <a:lnTo>
                    <a:pt x="11224" y="322613"/>
                  </a:lnTo>
                  <a:lnTo>
                    <a:pt x="2859" y="369776"/>
                  </a:lnTo>
                  <a:lnTo>
                    <a:pt x="0" y="418592"/>
                  </a:lnTo>
                  <a:lnTo>
                    <a:pt x="2859" y="467409"/>
                  </a:lnTo>
                  <a:lnTo>
                    <a:pt x="11224" y="514572"/>
                  </a:lnTo>
                  <a:lnTo>
                    <a:pt x="24777" y="559767"/>
                  </a:lnTo>
                  <a:lnTo>
                    <a:pt x="43198" y="602680"/>
                  </a:lnTo>
                  <a:lnTo>
                    <a:pt x="66169" y="642996"/>
                  </a:lnTo>
                  <a:lnTo>
                    <a:pt x="93370" y="680403"/>
                  </a:lnTo>
                  <a:lnTo>
                    <a:pt x="124483" y="714584"/>
                  </a:lnTo>
                  <a:lnTo>
                    <a:pt x="159189" y="745227"/>
                  </a:lnTo>
                  <a:lnTo>
                    <a:pt x="197169" y="772017"/>
                  </a:lnTo>
                  <a:lnTo>
                    <a:pt x="238104" y="794641"/>
                  </a:lnTo>
                  <a:lnTo>
                    <a:pt x="281675" y="812784"/>
                  </a:lnTo>
                  <a:lnTo>
                    <a:pt x="327564" y="826132"/>
                  </a:lnTo>
                  <a:lnTo>
                    <a:pt x="375451" y="834371"/>
                  </a:lnTo>
                  <a:lnTo>
                    <a:pt x="425018" y="837187"/>
                  </a:lnTo>
                  <a:lnTo>
                    <a:pt x="474582" y="834371"/>
                  </a:lnTo>
                  <a:lnTo>
                    <a:pt x="522467" y="826132"/>
                  </a:lnTo>
                  <a:lnTo>
                    <a:pt x="568355" y="812784"/>
                  </a:lnTo>
                  <a:lnTo>
                    <a:pt x="611926" y="794641"/>
                  </a:lnTo>
                  <a:lnTo>
                    <a:pt x="652861" y="772017"/>
                  </a:lnTo>
                  <a:lnTo>
                    <a:pt x="690841" y="745227"/>
                  </a:lnTo>
                  <a:lnTo>
                    <a:pt x="725547" y="714584"/>
                  </a:lnTo>
                  <a:lnTo>
                    <a:pt x="756661" y="680403"/>
                  </a:lnTo>
                  <a:lnTo>
                    <a:pt x="783863" y="642996"/>
                  </a:lnTo>
                  <a:lnTo>
                    <a:pt x="806835" y="602680"/>
                  </a:lnTo>
                  <a:lnTo>
                    <a:pt x="825257" y="559767"/>
                  </a:lnTo>
                  <a:lnTo>
                    <a:pt x="838810" y="514572"/>
                  </a:lnTo>
                  <a:lnTo>
                    <a:pt x="847176" y="467409"/>
                  </a:lnTo>
                  <a:lnTo>
                    <a:pt x="850036" y="418592"/>
                  </a:lnTo>
                  <a:lnTo>
                    <a:pt x="847176" y="369776"/>
                  </a:lnTo>
                  <a:lnTo>
                    <a:pt x="838810" y="322613"/>
                  </a:lnTo>
                  <a:lnTo>
                    <a:pt x="825257" y="277419"/>
                  </a:lnTo>
                  <a:lnTo>
                    <a:pt x="806835" y="234507"/>
                  </a:lnTo>
                  <a:lnTo>
                    <a:pt x="783863" y="194191"/>
                  </a:lnTo>
                  <a:lnTo>
                    <a:pt x="756661" y="156785"/>
                  </a:lnTo>
                  <a:lnTo>
                    <a:pt x="725547" y="122604"/>
                  </a:lnTo>
                  <a:lnTo>
                    <a:pt x="690841" y="91961"/>
                  </a:lnTo>
                  <a:lnTo>
                    <a:pt x="652861" y="65170"/>
                  </a:lnTo>
                  <a:lnTo>
                    <a:pt x="611926" y="42546"/>
                  </a:lnTo>
                  <a:lnTo>
                    <a:pt x="568355" y="24403"/>
                  </a:lnTo>
                  <a:lnTo>
                    <a:pt x="522467" y="11055"/>
                  </a:lnTo>
                  <a:lnTo>
                    <a:pt x="474582" y="2816"/>
                  </a:lnTo>
                  <a:lnTo>
                    <a:pt x="425018" y="0"/>
                  </a:lnTo>
                  <a:close/>
                </a:path>
              </a:pathLst>
            </a:custGeom>
            <a:solidFill>
              <a:srgbClr val="009ECF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28" name="object 23">
              <a:extLst>
                <a:ext uri="{FF2B5EF4-FFF2-40B4-BE49-F238E27FC236}">
                  <a16:creationId xmlns:a16="http://schemas.microsoft.com/office/drawing/2014/main" id="{AB2D2DE3-0B6D-6C93-7C04-26B97DB5721A}"/>
                </a:ext>
              </a:extLst>
            </p:cNvPr>
            <p:cNvSpPr/>
            <p:nvPr/>
          </p:nvSpPr>
          <p:spPr>
            <a:xfrm>
              <a:off x="2702331" y="5027256"/>
              <a:ext cx="850265" cy="837565"/>
            </a:xfrm>
            <a:custGeom>
              <a:avLst/>
              <a:gdLst/>
              <a:ahLst/>
              <a:cxnLst/>
              <a:rect l="l" t="t" r="r" b="b"/>
              <a:pathLst>
                <a:path w="850264" h="837564">
                  <a:moveTo>
                    <a:pt x="0" y="418591"/>
                  </a:moveTo>
                  <a:lnTo>
                    <a:pt x="2859" y="369775"/>
                  </a:lnTo>
                  <a:lnTo>
                    <a:pt x="11224" y="322612"/>
                  </a:lnTo>
                  <a:lnTo>
                    <a:pt x="24777" y="277418"/>
                  </a:lnTo>
                  <a:lnTo>
                    <a:pt x="43199" y="234505"/>
                  </a:lnTo>
                  <a:lnTo>
                    <a:pt x="66169" y="194189"/>
                  </a:lnTo>
                  <a:lnTo>
                    <a:pt x="93371" y="156784"/>
                  </a:lnTo>
                  <a:lnTo>
                    <a:pt x="124484" y="122602"/>
                  </a:lnTo>
                  <a:lnTo>
                    <a:pt x="159189" y="91960"/>
                  </a:lnTo>
                  <a:lnTo>
                    <a:pt x="197169" y="65169"/>
                  </a:lnTo>
                  <a:lnTo>
                    <a:pt x="238104" y="42546"/>
                  </a:lnTo>
                  <a:lnTo>
                    <a:pt x="281675" y="24403"/>
                  </a:lnTo>
                  <a:lnTo>
                    <a:pt x="327562" y="11055"/>
                  </a:lnTo>
                  <a:lnTo>
                    <a:pt x="375449" y="2816"/>
                  </a:lnTo>
                  <a:lnTo>
                    <a:pt x="425014" y="0"/>
                  </a:lnTo>
                  <a:lnTo>
                    <a:pt x="474580" y="2816"/>
                  </a:lnTo>
                  <a:lnTo>
                    <a:pt x="522466" y="11055"/>
                  </a:lnTo>
                  <a:lnTo>
                    <a:pt x="568354" y="24403"/>
                  </a:lnTo>
                  <a:lnTo>
                    <a:pt x="611925" y="42546"/>
                  </a:lnTo>
                  <a:lnTo>
                    <a:pt x="652860" y="65169"/>
                  </a:lnTo>
                  <a:lnTo>
                    <a:pt x="690839" y="91960"/>
                  </a:lnTo>
                  <a:lnTo>
                    <a:pt x="725545" y="122602"/>
                  </a:lnTo>
                  <a:lnTo>
                    <a:pt x="756658" y="156784"/>
                  </a:lnTo>
                  <a:lnTo>
                    <a:pt x="783859" y="194189"/>
                  </a:lnTo>
                  <a:lnTo>
                    <a:pt x="806830" y="234505"/>
                  </a:lnTo>
                  <a:lnTo>
                    <a:pt x="825251" y="277418"/>
                  </a:lnTo>
                  <a:lnTo>
                    <a:pt x="838804" y="322612"/>
                  </a:lnTo>
                  <a:lnTo>
                    <a:pt x="847170" y="369775"/>
                  </a:lnTo>
                  <a:lnTo>
                    <a:pt x="850029" y="418591"/>
                  </a:lnTo>
                  <a:lnTo>
                    <a:pt x="847170" y="467408"/>
                  </a:lnTo>
                  <a:lnTo>
                    <a:pt x="838804" y="514571"/>
                  </a:lnTo>
                  <a:lnTo>
                    <a:pt x="825251" y="559765"/>
                  </a:lnTo>
                  <a:lnTo>
                    <a:pt x="806830" y="602678"/>
                  </a:lnTo>
                  <a:lnTo>
                    <a:pt x="783859" y="642994"/>
                  </a:lnTo>
                  <a:lnTo>
                    <a:pt x="756658" y="680399"/>
                  </a:lnTo>
                  <a:lnTo>
                    <a:pt x="725545" y="714581"/>
                  </a:lnTo>
                  <a:lnTo>
                    <a:pt x="690839" y="745223"/>
                  </a:lnTo>
                  <a:lnTo>
                    <a:pt x="652860" y="772014"/>
                  </a:lnTo>
                  <a:lnTo>
                    <a:pt x="611925" y="794637"/>
                  </a:lnTo>
                  <a:lnTo>
                    <a:pt x="568354" y="812780"/>
                  </a:lnTo>
                  <a:lnTo>
                    <a:pt x="522466" y="826128"/>
                  </a:lnTo>
                  <a:lnTo>
                    <a:pt x="474580" y="834367"/>
                  </a:lnTo>
                  <a:lnTo>
                    <a:pt x="425014" y="837183"/>
                  </a:lnTo>
                  <a:lnTo>
                    <a:pt x="375449" y="834367"/>
                  </a:lnTo>
                  <a:lnTo>
                    <a:pt x="327562" y="826128"/>
                  </a:lnTo>
                  <a:lnTo>
                    <a:pt x="281675" y="812780"/>
                  </a:lnTo>
                  <a:lnTo>
                    <a:pt x="238104" y="794637"/>
                  </a:lnTo>
                  <a:lnTo>
                    <a:pt x="197169" y="772014"/>
                  </a:lnTo>
                  <a:lnTo>
                    <a:pt x="159189" y="745223"/>
                  </a:lnTo>
                  <a:lnTo>
                    <a:pt x="124484" y="714581"/>
                  </a:lnTo>
                  <a:lnTo>
                    <a:pt x="93371" y="680399"/>
                  </a:lnTo>
                  <a:lnTo>
                    <a:pt x="66169" y="642994"/>
                  </a:lnTo>
                  <a:lnTo>
                    <a:pt x="43199" y="602678"/>
                  </a:lnTo>
                  <a:lnTo>
                    <a:pt x="24777" y="559765"/>
                  </a:lnTo>
                  <a:lnTo>
                    <a:pt x="11224" y="514571"/>
                  </a:lnTo>
                  <a:lnTo>
                    <a:pt x="2859" y="467408"/>
                  </a:lnTo>
                  <a:lnTo>
                    <a:pt x="0" y="418591"/>
                  </a:lnTo>
                  <a:close/>
                </a:path>
              </a:pathLst>
            </a:custGeom>
            <a:ln w="25371">
              <a:solidFill>
                <a:srgbClr val="0079A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29" name="object 24">
              <a:extLst>
                <a:ext uri="{FF2B5EF4-FFF2-40B4-BE49-F238E27FC236}">
                  <a16:creationId xmlns:a16="http://schemas.microsoft.com/office/drawing/2014/main" id="{0DD7B59C-AB67-149D-9496-AD9D6AB8A89F}"/>
                </a:ext>
              </a:extLst>
            </p:cNvPr>
            <p:cNvSpPr/>
            <p:nvPr/>
          </p:nvSpPr>
          <p:spPr>
            <a:xfrm>
              <a:off x="2194852" y="5813705"/>
              <a:ext cx="850265" cy="837565"/>
            </a:xfrm>
            <a:custGeom>
              <a:avLst/>
              <a:gdLst/>
              <a:ahLst/>
              <a:cxnLst/>
              <a:rect l="l" t="t" r="r" b="b"/>
              <a:pathLst>
                <a:path w="850264" h="837565">
                  <a:moveTo>
                    <a:pt x="425018" y="0"/>
                  </a:moveTo>
                  <a:lnTo>
                    <a:pt x="375451" y="2816"/>
                  </a:lnTo>
                  <a:lnTo>
                    <a:pt x="327564" y="11055"/>
                  </a:lnTo>
                  <a:lnTo>
                    <a:pt x="281675" y="24403"/>
                  </a:lnTo>
                  <a:lnTo>
                    <a:pt x="238104" y="42546"/>
                  </a:lnTo>
                  <a:lnTo>
                    <a:pt x="197169" y="65169"/>
                  </a:lnTo>
                  <a:lnTo>
                    <a:pt x="159189" y="91959"/>
                  </a:lnTo>
                  <a:lnTo>
                    <a:pt x="124483" y="122602"/>
                  </a:lnTo>
                  <a:lnTo>
                    <a:pt x="93370" y="156784"/>
                  </a:lnTo>
                  <a:lnTo>
                    <a:pt x="66169" y="194189"/>
                  </a:lnTo>
                  <a:lnTo>
                    <a:pt x="43198" y="234505"/>
                  </a:lnTo>
                  <a:lnTo>
                    <a:pt x="24777" y="277418"/>
                  </a:lnTo>
                  <a:lnTo>
                    <a:pt x="11224" y="322612"/>
                  </a:lnTo>
                  <a:lnTo>
                    <a:pt x="2859" y="369775"/>
                  </a:lnTo>
                  <a:lnTo>
                    <a:pt x="0" y="418591"/>
                  </a:lnTo>
                  <a:lnTo>
                    <a:pt x="2859" y="467408"/>
                  </a:lnTo>
                  <a:lnTo>
                    <a:pt x="11224" y="514571"/>
                  </a:lnTo>
                  <a:lnTo>
                    <a:pt x="24777" y="559765"/>
                  </a:lnTo>
                  <a:lnTo>
                    <a:pt x="43198" y="602678"/>
                  </a:lnTo>
                  <a:lnTo>
                    <a:pt x="66169" y="642994"/>
                  </a:lnTo>
                  <a:lnTo>
                    <a:pt x="93370" y="680399"/>
                  </a:lnTo>
                  <a:lnTo>
                    <a:pt x="124483" y="714581"/>
                  </a:lnTo>
                  <a:lnTo>
                    <a:pt x="159189" y="745224"/>
                  </a:lnTo>
                  <a:lnTo>
                    <a:pt x="197169" y="772014"/>
                  </a:lnTo>
                  <a:lnTo>
                    <a:pt x="238104" y="794637"/>
                  </a:lnTo>
                  <a:lnTo>
                    <a:pt x="281675" y="812780"/>
                  </a:lnTo>
                  <a:lnTo>
                    <a:pt x="327564" y="826128"/>
                  </a:lnTo>
                  <a:lnTo>
                    <a:pt x="375451" y="834367"/>
                  </a:lnTo>
                  <a:lnTo>
                    <a:pt x="425018" y="837183"/>
                  </a:lnTo>
                  <a:lnTo>
                    <a:pt x="474582" y="834367"/>
                  </a:lnTo>
                  <a:lnTo>
                    <a:pt x="522467" y="826128"/>
                  </a:lnTo>
                  <a:lnTo>
                    <a:pt x="568353" y="812780"/>
                  </a:lnTo>
                  <a:lnTo>
                    <a:pt x="611923" y="794637"/>
                  </a:lnTo>
                  <a:lnTo>
                    <a:pt x="652857" y="772014"/>
                  </a:lnTo>
                  <a:lnTo>
                    <a:pt x="690836" y="745224"/>
                  </a:lnTo>
                  <a:lnTo>
                    <a:pt x="725541" y="714581"/>
                  </a:lnTo>
                  <a:lnTo>
                    <a:pt x="756653" y="680399"/>
                  </a:lnTo>
                  <a:lnTo>
                    <a:pt x="783854" y="642994"/>
                  </a:lnTo>
                  <a:lnTo>
                    <a:pt x="806825" y="602678"/>
                  </a:lnTo>
                  <a:lnTo>
                    <a:pt x="825246" y="559765"/>
                  </a:lnTo>
                  <a:lnTo>
                    <a:pt x="838798" y="514571"/>
                  </a:lnTo>
                  <a:lnTo>
                    <a:pt x="847164" y="467408"/>
                  </a:lnTo>
                  <a:lnTo>
                    <a:pt x="850023" y="418591"/>
                  </a:lnTo>
                  <a:lnTo>
                    <a:pt x="847164" y="369775"/>
                  </a:lnTo>
                  <a:lnTo>
                    <a:pt x="838798" y="322612"/>
                  </a:lnTo>
                  <a:lnTo>
                    <a:pt x="825246" y="277418"/>
                  </a:lnTo>
                  <a:lnTo>
                    <a:pt x="806825" y="234505"/>
                  </a:lnTo>
                  <a:lnTo>
                    <a:pt x="783854" y="194189"/>
                  </a:lnTo>
                  <a:lnTo>
                    <a:pt x="756653" y="156784"/>
                  </a:lnTo>
                  <a:lnTo>
                    <a:pt x="725541" y="122602"/>
                  </a:lnTo>
                  <a:lnTo>
                    <a:pt x="690836" y="91959"/>
                  </a:lnTo>
                  <a:lnTo>
                    <a:pt x="652857" y="65169"/>
                  </a:lnTo>
                  <a:lnTo>
                    <a:pt x="611923" y="42546"/>
                  </a:lnTo>
                  <a:lnTo>
                    <a:pt x="568353" y="24403"/>
                  </a:lnTo>
                  <a:lnTo>
                    <a:pt x="522467" y="11055"/>
                  </a:lnTo>
                  <a:lnTo>
                    <a:pt x="474582" y="2816"/>
                  </a:lnTo>
                  <a:lnTo>
                    <a:pt x="425018" y="0"/>
                  </a:lnTo>
                  <a:close/>
                </a:path>
              </a:pathLst>
            </a:custGeom>
            <a:solidFill>
              <a:srgbClr val="95C5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30" name="object 25">
              <a:extLst>
                <a:ext uri="{FF2B5EF4-FFF2-40B4-BE49-F238E27FC236}">
                  <a16:creationId xmlns:a16="http://schemas.microsoft.com/office/drawing/2014/main" id="{9AE1F576-C2CC-0ADA-B5D4-5D40D0549014}"/>
                </a:ext>
              </a:extLst>
            </p:cNvPr>
            <p:cNvSpPr/>
            <p:nvPr/>
          </p:nvSpPr>
          <p:spPr>
            <a:xfrm>
              <a:off x="2194852" y="5813705"/>
              <a:ext cx="850265" cy="837565"/>
            </a:xfrm>
            <a:custGeom>
              <a:avLst/>
              <a:gdLst/>
              <a:ahLst/>
              <a:cxnLst/>
              <a:rect l="l" t="t" r="r" b="b"/>
              <a:pathLst>
                <a:path w="850264" h="837565">
                  <a:moveTo>
                    <a:pt x="0" y="418591"/>
                  </a:moveTo>
                  <a:lnTo>
                    <a:pt x="2859" y="369775"/>
                  </a:lnTo>
                  <a:lnTo>
                    <a:pt x="11224" y="322612"/>
                  </a:lnTo>
                  <a:lnTo>
                    <a:pt x="24777" y="277417"/>
                  </a:lnTo>
                  <a:lnTo>
                    <a:pt x="43199" y="234505"/>
                  </a:lnTo>
                  <a:lnTo>
                    <a:pt x="66169" y="194189"/>
                  </a:lnTo>
                  <a:lnTo>
                    <a:pt x="93371" y="156783"/>
                  </a:lnTo>
                  <a:lnTo>
                    <a:pt x="124484" y="122602"/>
                  </a:lnTo>
                  <a:lnTo>
                    <a:pt x="159189" y="91959"/>
                  </a:lnTo>
                  <a:lnTo>
                    <a:pt x="197169" y="65169"/>
                  </a:lnTo>
                  <a:lnTo>
                    <a:pt x="238104" y="42546"/>
                  </a:lnTo>
                  <a:lnTo>
                    <a:pt x="281674" y="24403"/>
                  </a:lnTo>
                  <a:lnTo>
                    <a:pt x="327562" y="11055"/>
                  </a:lnTo>
                  <a:lnTo>
                    <a:pt x="375449" y="2816"/>
                  </a:lnTo>
                  <a:lnTo>
                    <a:pt x="425014" y="0"/>
                  </a:lnTo>
                  <a:lnTo>
                    <a:pt x="474580" y="2816"/>
                  </a:lnTo>
                  <a:lnTo>
                    <a:pt x="522466" y="11055"/>
                  </a:lnTo>
                  <a:lnTo>
                    <a:pt x="568354" y="24403"/>
                  </a:lnTo>
                  <a:lnTo>
                    <a:pt x="611925" y="42546"/>
                  </a:lnTo>
                  <a:lnTo>
                    <a:pt x="652860" y="65169"/>
                  </a:lnTo>
                  <a:lnTo>
                    <a:pt x="690839" y="91959"/>
                  </a:lnTo>
                  <a:lnTo>
                    <a:pt x="725545" y="122602"/>
                  </a:lnTo>
                  <a:lnTo>
                    <a:pt x="756658" y="156783"/>
                  </a:lnTo>
                  <a:lnTo>
                    <a:pt x="783859" y="194189"/>
                  </a:lnTo>
                  <a:lnTo>
                    <a:pt x="806830" y="234505"/>
                  </a:lnTo>
                  <a:lnTo>
                    <a:pt x="825251" y="277417"/>
                  </a:lnTo>
                  <a:lnTo>
                    <a:pt x="838804" y="322612"/>
                  </a:lnTo>
                  <a:lnTo>
                    <a:pt x="847170" y="369775"/>
                  </a:lnTo>
                  <a:lnTo>
                    <a:pt x="850029" y="418591"/>
                  </a:lnTo>
                  <a:lnTo>
                    <a:pt x="847170" y="467408"/>
                  </a:lnTo>
                  <a:lnTo>
                    <a:pt x="838804" y="514571"/>
                  </a:lnTo>
                  <a:lnTo>
                    <a:pt x="825251" y="559765"/>
                  </a:lnTo>
                  <a:lnTo>
                    <a:pt x="806830" y="602678"/>
                  </a:lnTo>
                  <a:lnTo>
                    <a:pt x="783859" y="642994"/>
                  </a:lnTo>
                  <a:lnTo>
                    <a:pt x="756658" y="680399"/>
                  </a:lnTo>
                  <a:lnTo>
                    <a:pt x="725545" y="714581"/>
                  </a:lnTo>
                  <a:lnTo>
                    <a:pt x="690839" y="745224"/>
                  </a:lnTo>
                  <a:lnTo>
                    <a:pt x="652860" y="772014"/>
                  </a:lnTo>
                  <a:lnTo>
                    <a:pt x="611925" y="794637"/>
                  </a:lnTo>
                  <a:lnTo>
                    <a:pt x="568354" y="812780"/>
                  </a:lnTo>
                  <a:lnTo>
                    <a:pt x="522466" y="826128"/>
                  </a:lnTo>
                  <a:lnTo>
                    <a:pt x="474580" y="834367"/>
                  </a:lnTo>
                  <a:lnTo>
                    <a:pt x="425014" y="837183"/>
                  </a:lnTo>
                  <a:lnTo>
                    <a:pt x="375449" y="834367"/>
                  </a:lnTo>
                  <a:lnTo>
                    <a:pt x="327562" y="826128"/>
                  </a:lnTo>
                  <a:lnTo>
                    <a:pt x="281674" y="812780"/>
                  </a:lnTo>
                  <a:lnTo>
                    <a:pt x="238104" y="794637"/>
                  </a:lnTo>
                  <a:lnTo>
                    <a:pt x="197169" y="772014"/>
                  </a:lnTo>
                  <a:lnTo>
                    <a:pt x="159189" y="745224"/>
                  </a:lnTo>
                  <a:lnTo>
                    <a:pt x="124484" y="714581"/>
                  </a:lnTo>
                  <a:lnTo>
                    <a:pt x="93371" y="680399"/>
                  </a:lnTo>
                  <a:lnTo>
                    <a:pt x="66169" y="642994"/>
                  </a:lnTo>
                  <a:lnTo>
                    <a:pt x="43199" y="602678"/>
                  </a:lnTo>
                  <a:lnTo>
                    <a:pt x="24777" y="559765"/>
                  </a:lnTo>
                  <a:lnTo>
                    <a:pt x="11224" y="514571"/>
                  </a:lnTo>
                  <a:lnTo>
                    <a:pt x="2859" y="467408"/>
                  </a:lnTo>
                  <a:lnTo>
                    <a:pt x="0" y="418591"/>
                  </a:lnTo>
                  <a:close/>
                </a:path>
              </a:pathLst>
            </a:custGeom>
            <a:ln w="25371">
              <a:solidFill>
                <a:srgbClr val="7299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31" name="object 26">
              <a:extLst>
                <a:ext uri="{FF2B5EF4-FFF2-40B4-BE49-F238E27FC236}">
                  <a16:creationId xmlns:a16="http://schemas.microsoft.com/office/drawing/2014/main" id="{38B1A551-D759-4DA8-3199-31282F27CC77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6934" y="5555781"/>
              <a:ext cx="164928" cy="164902"/>
            </a:xfrm>
            <a:prstGeom prst="rect">
              <a:avLst/>
            </a:prstGeom>
          </p:spPr>
        </p:pic>
        <p:pic>
          <p:nvPicPr>
            <p:cNvPr id="33" name="object 27">
              <a:extLst>
                <a:ext uri="{FF2B5EF4-FFF2-40B4-BE49-F238E27FC236}">
                  <a16:creationId xmlns:a16="http://schemas.microsoft.com/office/drawing/2014/main" id="{BE444FAF-3BEB-200A-8A35-496F7063E881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37397" y="6151960"/>
              <a:ext cx="164928" cy="164902"/>
            </a:xfrm>
            <a:prstGeom prst="rect">
              <a:avLst/>
            </a:prstGeom>
          </p:spPr>
        </p:pic>
        <p:pic>
          <p:nvPicPr>
            <p:cNvPr id="34" name="object 28">
              <a:extLst>
                <a:ext uri="{FF2B5EF4-FFF2-40B4-BE49-F238E27FC236}">
                  <a16:creationId xmlns:a16="http://schemas.microsoft.com/office/drawing/2014/main" id="{4032C725-D865-04D6-82A4-2A821F4D98A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44877" y="5365510"/>
              <a:ext cx="164928" cy="164902"/>
            </a:xfrm>
            <a:prstGeom prst="rect">
              <a:avLst/>
            </a:prstGeom>
          </p:spPr>
        </p:pic>
      </p:grpSp>
      <p:grpSp>
        <p:nvGrpSpPr>
          <p:cNvPr id="35" name="object 29">
            <a:extLst>
              <a:ext uri="{FF2B5EF4-FFF2-40B4-BE49-F238E27FC236}">
                <a16:creationId xmlns:a16="http://schemas.microsoft.com/office/drawing/2014/main" id="{E8A6F1AD-3599-F909-66FD-4F06889D49C4}"/>
              </a:ext>
            </a:extLst>
          </p:cNvPr>
          <p:cNvGrpSpPr/>
          <p:nvPr/>
        </p:nvGrpSpPr>
        <p:grpSpPr>
          <a:xfrm>
            <a:off x="6759870" y="4396354"/>
            <a:ext cx="2463461" cy="2611797"/>
            <a:chOff x="5683784" y="4316921"/>
            <a:chExt cx="2309495" cy="2448560"/>
          </a:xfrm>
        </p:grpSpPr>
        <p:sp>
          <p:nvSpPr>
            <p:cNvPr id="36" name="object 30">
              <a:extLst>
                <a:ext uri="{FF2B5EF4-FFF2-40B4-BE49-F238E27FC236}">
                  <a16:creationId xmlns:a16="http://schemas.microsoft.com/office/drawing/2014/main" id="{9D6A83E3-8B51-8856-5E90-1379C6DCABC3}"/>
                </a:ext>
              </a:extLst>
            </p:cNvPr>
            <p:cNvSpPr/>
            <p:nvPr/>
          </p:nvSpPr>
          <p:spPr>
            <a:xfrm>
              <a:off x="6470370" y="5204841"/>
              <a:ext cx="774065" cy="1548130"/>
            </a:xfrm>
            <a:custGeom>
              <a:avLst/>
              <a:gdLst/>
              <a:ahLst/>
              <a:cxnLst/>
              <a:rect l="l" t="t" r="r" b="b"/>
              <a:pathLst>
                <a:path w="774065" h="1548129">
                  <a:moveTo>
                    <a:pt x="386956" y="0"/>
                  </a:moveTo>
                  <a:lnTo>
                    <a:pt x="324191" y="10127"/>
                  </a:lnTo>
                  <a:lnTo>
                    <a:pt x="264650" y="39447"/>
                  </a:lnTo>
                  <a:lnTo>
                    <a:pt x="209130" y="86367"/>
                  </a:lnTo>
                  <a:lnTo>
                    <a:pt x="183127" y="115928"/>
                  </a:lnTo>
                  <a:lnTo>
                    <a:pt x="158428" y="149292"/>
                  </a:lnTo>
                  <a:lnTo>
                    <a:pt x="135132" y="186260"/>
                  </a:lnTo>
                  <a:lnTo>
                    <a:pt x="113339" y="226632"/>
                  </a:lnTo>
                  <a:lnTo>
                    <a:pt x="93149" y="270208"/>
                  </a:lnTo>
                  <a:lnTo>
                    <a:pt x="74662" y="316791"/>
                  </a:lnTo>
                  <a:lnTo>
                    <a:pt x="57976" y="366180"/>
                  </a:lnTo>
                  <a:lnTo>
                    <a:pt x="43192" y="418177"/>
                  </a:lnTo>
                  <a:lnTo>
                    <a:pt x="30409" y="472582"/>
                  </a:lnTo>
                  <a:lnTo>
                    <a:pt x="19727" y="529197"/>
                  </a:lnTo>
                  <a:lnTo>
                    <a:pt x="11246" y="587821"/>
                  </a:lnTo>
                  <a:lnTo>
                    <a:pt x="5064" y="648257"/>
                  </a:lnTo>
                  <a:lnTo>
                    <a:pt x="1282" y="710305"/>
                  </a:lnTo>
                  <a:lnTo>
                    <a:pt x="0" y="773765"/>
                  </a:lnTo>
                  <a:lnTo>
                    <a:pt x="1282" y="837225"/>
                  </a:lnTo>
                  <a:lnTo>
                    <a:pt x="5064" y="899273"/>
                  </a:lnTo>
                  <a:lnTo>
                    <a:pt x="11246" y="959708"/>
                  </a:lnTo>
                  <a:lnTo>
                    <a:pt x="19727" y="1018333"/>
                  </a:lnTo>
                  <a:lnTo>
                    <a:pt x="30409" y="1074947"/>
                  </a:lnTo>
                  <a:lnTo>
                    <a:pt x="43192" y="1129352"/>
                  </a:lnTo>
                  <a:lnTo>
                    <a:pt x="57976" y="1181349"/>
                  </a:lnTo>
                  <a:lnTo>
                    <a:pt x="74662" y="1230738"/>
                  </a:lnTo>
                  <a:lnTo>
                    <a:pt x="93149" y="1277320"/>
                  </a:lnTo>
                  <a:lnTo>
                    <a:pt x="113339" y="1320896"/>
                  </a:lnTo>
                  <a:lnTo>
                    <a:pt x="135132" y="1361267"/>
                  </a:lnTo>
                  <a:lnTo>
                    <a:pt x="158428" y="1398234"/>
                  </a:lnTo>
                  <a:lnTo>
                    <a:pt x="183127" y="1431598"/>
                  </a:lnTo>
                  <a:lnTo>
                    <a:pt x="209130" y="1461159"/>
                  </a:lnTo>
                  <a:lnTo>
                    <a:pt x="264650" y="1508078"/>
                  </a:lnTo>
                  <a:lnTo>
                    <a:pt x="324191" y="1537398"/>
                  </a:lnTo>
                  <a:lnTo>
                    <a:pt x="386956" y="1547525"/>
                  </a:lnTo>
                  <a:lnTo>
                    <a:pt x="418693" y="1544960"/>
                  </a:lnTo>
                  <a:lnTo>
                    <a:pt x="479948" y="1525038"/>
                  </a:lnTo>
                  <a:lnTo>
                    <a:pt x="537579" y="1486719"/>
                  </a:lnTo>
                  <a:lnTo>
                    <a:pt x="590790" y="1431598"/>
                  </a:lnTo>
                  <a:lnTo>
                    <a:pt x="615490" y="1398234"/>
                  </a:lnTo>
                  <a:lnTo>
                    <a:pt x="638785" y="1361267"/>
                  </a:lnTo>
                  <a:lnTo>
                    <a:pt x="660577" y="1320896"/>
                  </a:lnTo>
                  <a:lnTo>
                    <a:pt x="680767" y="1277320"/>
                  </a:lnTo>
                  <a:lnTo>
                    <a:pt x="699254" y="1230738"/>
                  </a:lnTo>
                  <a:lnTo>
                    <a:pt x="715938" y="1181349"/>
                  </a:lnTo>
                  <a:lnTo>
                    <a:pt x="730722" y="1129352"/>
                  </a:lnTo>
                  <a:lnTo>
                    <a:pt x="743504" y="1074947"/>
                  </a:lnTo>
                  <a:lnTo>
                    <a:pt x="754185" y="1018333"/>
                  </a:lnTo>
                  <a:lnTo>
                    <a:pt x="762666" y="959708"/>
                  </a:lnTo>
                  <a:lnTo>
                    <a:pt x="768848" y="899273"/>
                  </a:lnTo>
                  <a:lnTo>
                    <a:pt x="772629" y="837225"/>
                  </a:lnTo>
                  <a:lnTo>
                    <a:pt x="773912" y="773765"/>
                  </a:lnTo>
                  <a:lnTo>
                    <a:pt x="772629" y="710305"/>
                  </a:lnTo>
                  <a:lnTo>
                    <a:pt x="768848" y="648257"/>
                  </a:lnTo>
                  <a:lnTo>
                    <a:pt x="762666" y="587821"/>
                  </a:lnTo>
                  <a:lnTo>
                    <a:pt x="754185" y="529197"/>
                  </a:lnTo>
                  <a:lnTo>
                    <a:pt x="743504" y="472582"/>
                  </a:lnTo>
                  <a:lnTo>
                    <a:pt x="730722" y="418177"/>
                  </a:lnTo>
                  <a:lnTo>
                    <a:pt x="715938" y="366180"/>
                  </a:lnTo>
                  <a:lnTo>
                    <a:pt x="699254" y="316791"/>
                  </a:lnTo>
                  <a:lnTo>
                    <a:pt x="680767" y="270208"/>
                  </a:lnTo>
                  <a:lnTo>
                    <a:pt x="660577" y="226632"/>
                  </a:lnTo>
                  <a:lnTo>
                    <a:pt x="638785" y="186260"/>
                  </a:lnTo>
                  <a:lnTo>
                    <a:pt x="615490" y="149292"/>
                  </a:lnTo>
                  <a:lnTo>
                    <a:pt x="590790" y="115928"/>
                  </a:lnTo>
                  <a:lnTo>
                    <a:pt x="564787" y="86367"/>
                  </a:lnTo>
                  <a:lnTo>
                    <a:pt x="509266" y="39447"/>
                  </a:lnTo>
                  <a:lnTo>
                    <a:pt x="449723" y="10127"/>
                  </a:lnTo>
                  <a:lnTo>
                    <a:pt x="386956" y="0"/>
                  </a:lnTo>
                  <a:close/>
                </a:path>
              </a:pathLst>
            </a:custGeom>
            <a:solidFill>
              <a:srgbClr val="95C5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37" name="object 31">
              <a:extLst>
                <a:ext uri="{FF2B5EF4-FFF2-40B4-BE49-F238E27FC236}">
                  <a16:creationId xmlns:a16="http://schemas.microsoft.com/office/drawing/2014/main" id="{057D0931-4FF2-BDFB-0DAC-20BE12D9FDCC}"/>
                </a:ext>
              </a:extLst>
            </p:cNvPr>
            <p:cNvSpPr/>
            <p:nvPr/>
          </p:nvSpPr>
          <p:spPr>
            <a:xfrm>
              <a:off x="6470370" y="5204841"/>
              <a:ext cx="774065" cy="1548130"/>
            </a:xfrm>
            <a:custGeom>
              <a:avLst/>
              <a:gdLst/>
              <a:ahLst/>
              <a:cxnLst/>
              <a:rect l="l" t="t" r="r" b="b"/>
              <a:pathLst>
                <a:path w="774065" h="1548129">
                  <a:moveTo>
                    <a:pt x="0" y="773760"/>
                  </a:moveTo>
                  <a:lnTo>
                    <a:pt x="1282" y="710300"/>
                  </a:lnTo>
                  <a:lnTo>
                    <a:pt x="5064" y="648252"/>
                  </a:lnTo>
                  <a:lnTo>
                    <a:pt x="11245" y="587817"/>
                  </a:lnTo>
                  <a:lnTo>
                    <a:pt x="19727" y="529192"/>
                  </a:lnTo>
                  <a:lnTo>
                    <a:pt x="30408" y="472578"/>
                  </a:lnTo>
                  <a:lnTo>
                    <a:pt x="43191" y="418173"/>
                  </a:lnTo>
                  <a:lnTo>
                    <a:pt x="57974" y="366176"/>
                  </a:lnTo>
                  <a:lnTo>
                    <a:pt x="74659" y="316787"/>
                  </a:lnTo>
                  <a:lnTo>
                    <a:pt x="93146" y="270205"/>
                  </a:lnTo>
                  <a:lnTo>
                    <a:pt x="113336" y="226629"/>
                  </a:lnTo>
                  <a:lnTo>
                    <a:pt x="135128" y="186258"/>
                  </a:lnTo>
                  <a:lnTo>
                    <a:pt x="158423" y="149290"/>
                  </a:lnTo>
                  <a:lnTo>
                    <a:pt x="183122" y="115927"/>
                  </a:lnTo>
                  <a:lnTo>
                    <a:pt x="209126" y="86365"/>
                  </a:lnTo>
                  <a:lnTo>
                    <a:pt x="264646" y="39446"/>
                  </a:lnTo>
                  <a:lnTo>
                    <a:pt x="324187" y="10127"/>
                  </a:lnTo>
                  <a:lnTo>
                    <a:pt x="386953" y="0"/>
                  </a:lnTo>
                  <a:lnTo>
                    <a:pt x="418690" y="2564"/>
                  </a:lnTo>
                  <a:lnTo>
                    <a:pt x="479943" y="22487"/>
                  </a:lnTo>
                  <a:lnTo>
                    <a:pt x="537573" y="60805"/>
                  </a:lnTo>
                  <a:lnTo>
                    <a:pt x="590784" y="115927"/>
                  </a:lnTo>
                  <a:lnTo>
                    <a:pt x="615483" y="149290"/>
                  </a:lnTo>
                  <a:lnTo>
                    <a:pt x="638779" y="186258"/>
                  </a:lnTo>
                  <a:lnTo>
                    <a:pt x="660571" y="226629"/>
                  </a:lnTo>
                  <a:lnTo>
                    <a:pt x="680760" y="270205"/>
                  </a:lnTo>
                  <a:lnTo>
                    <a:pt x="699247" y="316787"/>
                  </a:lnTo>
                  <a:lnTo>
                    <a:pt x="715932" y="366176"/>
                  </a:lnTo>
                  <a:lnTo>
                    <a:pt x="730716" y="418173"/>
                  </a:lnTo>
                  <a:lnTo>
                    <a:pt x="743498" y="472578"/>
                  </a:lnTo>
                  <a:lnTo>
                    <a:pt x="754180" y="529192"/>
                  </a:lnTo>
                  <a:lnTo>
                    <a:pt x="762661" y="587817"/>
                  </a:lnTo>
                  <a:lnTo>
                    <a:pt x="768843" y="648252"/>
                  </a:lnTo>
                  <a:lnTo>
                    <a:pt x="772624" y="710300"/>
                  </a:lnTo>
                  <a:lnTo>
                    <a:pt x="773907" y="773760"/>
                  </a:lnTo>
                  <a:lnTo>
                    <a:pt x="772624" y="837221"/>
                  </a:lnTo>
                  <a:lnTo>
                    <a:pt x="768843" y="899270"/>
                  </a:lnTo>
                  <a:lnTo>
                    <a:pt x="762661" y="959706"/>
                  </a:lnTo>
                  <a:lnTo>
                    <a:pt x="754180" y="1018331"/>
                  </a:lnTo>
                  <a:lnTo>
                    <a:pt x="743498" y="1074945"/>
                  </a:lnTo>
                  <a:lnTo>
                    <a:pt x="730716" y="1129350"/>
                  </a:lnTo>
                  <a:lnTo>
                    <a:pt x="715932" y="1181347"/>
                  </a:lnTo>
                  <a:lnTo>
                    <a:pt x="699247" y="1230736"/>
                  </a:lnTo>
                  <a:lnTo>
                    <a:pt x="680760" y="1277318"/>
                  </a:lnTo>
                  <a:lnTo>
                    <a:pt x="660571" y="1320894"/>
                  </a:lnTo>
                  <a:lnTo>
                    <a:pt x="638779" y="1361265"/>
                  </a:lnTo>
                  <a:lnTo>
                    <a:pt x="615483" y="1398232"/>
                  </a:lnTo>
                  <a:lnTo>
                    <a:pt x="590784" y="1431595"/>
                  </a:lnTo>
                  <a:lnTo>
                    <a:pt x="564781" y="1461156"/>
                  </a:lnTo>
                  <a:lnTo>
                    <a:pt x="509261" y="1508075"/>
                  </a:lnTo>
                  <a:lnTo>
                    <a:pt x="449719" y="1537394"/>
                  </a:lnTo>
                  <a:lnTo>
                    <a:pt x="386953" y="1547521"/>
                  </a:lnTo>
                  <a:lnTo>
                    <a:pt x="355217" y="1544956"/>
                  </a:lnTo>
                  <a:lnTo>
                    <a:pt x="293964" y="1525034"/>
                  </a:lnTo>
                  <a:lnTo>
                    <a:pt x="236333" y="1486716"/>
                  </a:lnTo>
                  <a:lnTo>
                    <a:pt x="183122" y="1431595"/>
                  </a:lnTo>
                  <a:lnTo>
                    <a:pt x="158423" y="1398232"/>
                  </a:lnTo>
                  <a:lnTo>
                    <a:pt x="135128" y="1361265"/>
                  </a:lnTo>
                  <a:lnTo>
                    <a:pt x="113336" y="1320894"/>
                  </a:lnTo>
                  <a:lnTo>
                    <a:pt x="93146" y="1277318"/>
                  </a:lnTo>
                  <a:lnTo>
                    <a:pt x="74659" y="1230736"/>
                  </a:lnTo>
                  <a:lnTo>
                    <a:pt x="57974" y="1181347"/>
                  </a:lnTo>
                  <a:lnTo>
                    <a:pt x="43191" y="1129350"/>
                  </a:lnTo>
                  <a:lnTo>
                    <a:pt x="30408" y="1074945"/>
                  </a:lnTo>
                  <a:lnTo>
                    <a:pt x="19727" y="1018331"/>
                  </a:lnTo>
                  <a:lnTo>
                    <a:pt x="11245" y="959706"/>
                  </a:lnTo>
                  <a:lnTo>
                    <a:pt x="5064" y="899270"/>
                  </a:lnTo>
                  <a:lnTo>
                    <a:pt x="1282" y="837221"/>
                  </a:lnTo>
                  <a:lnTo>
                    <a:pt x="0" y="773760"/>
                  </a:lnTo>
                  <a:close/>
                </a:path>
              </a:pathLst>
            </a:custGeom>
            <a:ln w="25373">
              <a:solidFill>
                <a:srgbClr val="7299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38" name="object 32">
              <a:extLst>
                <a:ext uri="{FF2B5EF4-FFF2-40B4-BE49-F238E27FC236}">
                  <a16:creationId xmlns:a16="http://schemas.microsoft.com/office/drawing/2014/main" id="{8AD55B56-1BE0-39FE-F18B-F7293BDE9889}"/>
                </a:ext>
              </a:extLst>
            </p:cNvPr>
            <p:cNvSpPr/>
            <p:nvPr/>
          </p:nvSpPr>
          <p:spPr>
            <a:xfrm>
              <a:off x="7206221" y="4329607"/>
              <a:ext cx="774065" cy="1548130"/>
            </a:xfrm>
            <a:custGeom>
              <a:avLst/>
              <a:gdLst/>
              <a:ahLst/>
              <a:cxnLst/>
              <a:rect l="l" t="t" r="r" b="b"/>
              <a:pathLst>
                <a:path w="774065" h="1548129">
                  <a:moveTo>
                    <a:pt x="386956" y="0"/>
                  </a:moveTo>
                  <a:lnTo>
                    <a:pt x="324188" y="10127"/>
                  </a:lnTo>
                  <a:lnTo>
                    <a:pt x="264646" y="39446"/>
                  </a:lnTo>
                  <a:lnTo>
                    <a:pt x="209125" y="86364"/>
                  </a:lnTo>
                  <a:lnTo>
                    <a:pt x="183121" y="115925"/>
                  </a:lnTo>
                  <a:lnTo>
                    <a:pt x="158422" y="149289"/>
                  </a:lnTo>
                  <a:lnTo>
                    <a:pt x="135127" y="186255"/>
                  </a:lnTo>
                  <a:lnTo>
                    <a:pt x="113334" y="226626"/>
                  </a:lnTo>
                  <a:lnTo>
                    <a:pt x="93145" y="270202"/>
                  </a:lnTo>
                  <a:lnTo>
                    <a:pt x="74658" y="316784"/>
                  </a:lnTo>
                  <a:lnTo>
                    <a:pt x="57973" y="366173"/>
                  </a:lnTo>
                  <a:lnTo>
                    <a:pt x="43190" y="418170"/>
                  </a:lnTo>
                  <a:lnTo>
                    <a:pt x="30408" y="472575"/>
                  </a:lnTo>
                  <a:lnTo>
                    <a:pt x="19726" y="529189"/>
                  </a:lnTo>
                  <a:lnTo>
                    <a:pt x="11245" y="587814"/>
                  </a:lnTo>
                  <a:lnTo>
                    <a:pt x="5064" y="648250"/>
                  </a:lnTo>
                  <a:lnTo>
                    <a:pt x="1282" y="710298"/>
                  </a:lnTo>
                  <a:lnTo>
                    <a:pt x="0" y="773760"/>
                  </a:lnTo>
                  <a:lnTo>
                    <a:pt x="1282" y="837221"/>
                  </a:lnTo>
                  <a:lnTo>
                    <a:pt x="5064" y="899269"/>
                  </a:lnTo>
                  <a:lnTo>
                    <a:pt x="11245" y="959705"/>
                  </a:lnTo>
                  <a:lnTo>
                    <a:pt x="19726" y="1018330"/>
                  </a:lnTo>
                  <a:lnTo>
                    <a:pt x="30408" y="1074945"/>
                  </a:lnTo>
                  <a:lnTo>
                    <a:pt x="43190" y="1129350"/>
                  </a:lnTo>
                  <a:lnTo>
                    <a:pt x="57973" y="1181347"/>
                  </a:lnTo>
                  <a:lnTo>
                    <a:pt x="74658" y="1230736"/>
                  </a:lnTo>
                  <a:lnTo>
                    <a:pt x="93145" y="1277318"/>
                  </a:lnTo>
                  <a:lnTo>
                    <a:pt x="113334" y="1320894"/>
                  </a:lnTo>
                  <a:lnTo>
                    <a:pt x="135127" y="1361265"/>
                  </a:lnTo>
                  <a:lnTo>
                    <a:pt x="158422" y="1398232"/>
                  </a:lnTo>
                  <a:lnTo>
                    <a:pt x="183121" y="1431595"/>
                  </a:lnTo>
                  <a:lnTo>
                    <a:pt x="209125" y="1461156"/>
                  </a:lnTo>
                  <a:lnTo>
                    <a:pt x="264646" y="1508075"/>
                  </a:lnTo>
                  <a:lnTo>
                    <a:pt x="324188" y="1537394"/>
                  </a:lnTo>
                  <a:lnTo>
                    <a:pt x="386956" y="1547521"/>
                  </a:lnTo>
                  <a:lnTo>
                    <a:pt x="418691" y="1544956"/>
                  </a:lnTo>
                  <a:lnTo>
                    <a:pt x="479944" y="1525034"/>
                  </a:lnTo>
                  <a:lnTo>
                    <a:pt x="537574" y="1486716"/>
                  </a:lnTo>
                  <a:lnTo>
                    <a:pt x="590785" y="1431595"/>
                  </a:lnTo>
                  <a:lnTo>
                    <a:pt x="615484" y="1398232"/>
                  </a:lnTo>
                  <a:lnTo>
                    <a:pt x="638780" y="1361265"/>
                  </a:lnTo>
                  <a:lnTo>
                    <a:pt x="660573" y="1320894"/>
                  </a:lnTo>
                  <a:lnTo>
                    <a:pt x="680762" y="1277318"/>
                  </a:lnTo>
                  <a:lnTo>
                    <a:pt x="699250" y="1230736"/>
                  </a:lnTo>
                  <a:lnTo>
                    <a:pt x="715935" y="1181347"/>
                  </a:lnTo>
                  <a:lnTo>
                    <a:pt x="730719" y="1129350"/>
                  </a:lnTo>
                  <a:lnTo>
                    <a:pt x="743502" y="1074945"/>
                  </a:lnTo>
                  <a:lnTo>
                    <a:pt x="754184" y="1018330"/>
                  </a:lnTo>
                  <a:lnTo>
                    <a:pt x="762666" y="959705"/>
                  </a:lnTo>
                  <a:lnTo>
                    <a:pt x="768847" y="899269"/>
                  </a:lnTo>
                  <a:lnTo>
                    <a:pt x="772629" y="837221"/>
                  </a:lnTo>
                  <a:lnTo>
                    <a:pt x="773912" y="773760"/>
                  </a:lnTo>
                  <a:lnTo>
                    <a:pt x="772629" y="710298"/>
                  </a:lnTo>
                  <a:lnTo>
                    <a:pt x="768847" y="648250"/>
                  </a:lnTo>
                  <a:lnTo>
                    <a:pt x="762666" y="587814"/>
                  </a:lnTo>
                  <a:lnTo>
                    <a:pt x="754184" y="529189"/>
                  </a:lnTo>
                  <a:lnTo>
                    <a:pt x="743502" y="472575"/>
                  </a:lnTo>
                  <a:lnTo>
                    <a:pt x="730719" y="418170"/>
                  </a:lnTo>
                  <a:lnTo>
                    <a:pt x="715935" y="366173"/>
                  </a:lnTo>
                  <a:lnTo>
                    <a:pt x="699250" y="316784"/>
                  </a:lnTo>
                  <a:lnTo>
                    <a:pt x="680762" y="270202"/>
                  </a:lnTo>
                  <a:lnTo>
                    <a:pt x="660573" y="226626"/>
                  </a:lnTo>
                  <a:lnTo>
                    <a:pt x="638780" y="186255"/>
                  </a:lnTo>
                  <a:lnTo>
                    <a:pt x="615484" y="149289"/>
                  </a:lnTo>
                  <a:lnTo>
                    <a:pt x="590785" y="115925"/>
                  </a:lnTo>
                  <a:lnTo>
                    <a:pt x="564781" y="86364"/>
                  </a:lnTo>
                  <a:lnTo>
                    <a:pt x="509261" y="39446"/>
                  </a:lnTo>
                  <a:lnTo>
                    <a:pt x="449720" y="10127"/>
                  </a:lnTo>
                  <a:lnTo>
                    <a:pt x="386956" y="0"/>
                  </a:lnTo>
                  <a:close/>
                </a:path>
              </a:pathLst>
            </a:custGeom>
            <a:solidFill>
              <a:srgbClr val="009EC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39" name="object 33">
              <a:extLst>
                <a:ext uri="{FF2B5EF4-FFF2-40B4-BE49-F238E27FC236}">
                  <a16:creationId xmlns:a16="http://schemas.microsoft.com/office/drawing/2014/main" id="{5E4E33A6-E1E1-1261-9338-AD79507A20D9}"/>
                </a:ext>
              </a:extLst>
            </p:cNvPr>
            <p:cNvSpPr/>
            <p:nvPr/>
          </p:nvSpPr>
          <p:spPr>
            <a:xfrm>
              <a:off x="7206221" y="4329607"/>
              <a:ext cx="774065" cy="1548130"/>
            </a:xfrm>
            <a:custGeom>
              <a:avLst/>
              <a:gdLst/>
              <a:ahLst/>
              <a:cxnLst/>
              <a:rect l="l" t="t" r="r" b="b"/>
              <a:pathLst>
                <a:path w="774065" h="1548129">
                  <a:moveTo>
                    <a:pt x="0" y="773760"/>
                  </a:moveTo>
                  <a:lnTo>
                    <a:pt x="1282" y="710300"/>
                  </a:lnTo>
                  <a:lnTo>
                    <a:pt x="5064" y="648252"/>
                  </a:lnTo>
                  <a:lnTo>
                    <a:pt x="11245" y="587817"/>
                  </a:lnTo>
                  <a:lnTo>
                    <a:pt x="19727" y="529192"/>
                  </a:lnTo>
                  <a:lnTo>
                    <a:pt x="30408" y="472578"/>
                  </a:lnTo>
                  <a:lnTo>
                    <a:pt x="43191" y="418173"/>
                  </a:lnTo>
                  <a:lnTo>
                    <a:pt x="57974" y="366176"/>
                  </a:lnTo>
                  <a:lnTo>
                    <a:pt x="74659" y="316787"/>
                  </a:lnTo>
                  <a:lnTo>
                    <a:pt x="93146" y="270205"/>
                  </a:lnTo>
                  <a:lnTo>
                    <a:pt x="113336" y="226629"/>
                  </a:lnTo>
                  <a:lnTo>
                    <a:pt x="135128" y="186258"/>
                  </a:lnTo>
                  <a:lnTo>
                    <a:pt x="158423" y="149290"/>
                  </a:lnTo>
                  <a:lnTo>
                    <a:pt x="183122" y="115927"/>
                  </a:lnTo>
                  <a:lnTo>
                    <a:pt x="209126" y="86365"/>
                  </a:lnTo>
                  <a:lnTo>
                    <a:pt x="264646" y="39446"/>
                  </a:lnTo>
                  <a:lnTo>
                    <a:pt x="324187" y="10127"/>
                  </a:lnTo>
                  <a:lnTo>
                    <a:pt x="386953" y="0"/>
                  </a:lnTo>
                  <a:lnTo>
                    <a:pt x="418690" y="2564"/>
                  </a:lnTo>
                  <a:lnTo>
                    <a:pt x="479943" y="22487"/>
                  </a:lnTo>
                  <a:lnTo>
                    <a:pt x="537573" y="60805"/>
                  </a:lnTo>
                  <a:lnTo>
                    <a:pt x="590784" y="115927"/>
                  </a:lnTo>
                  <a:lnTo>
                    <a:pt x="615483" y="149290"/>
                  </a:lnTo>
                  <a:lnTo>
                    <a:pt x="638779" y="186258"/>
                  </a:lnTo>
                  <a:lnTo>
                    <a:pt x="660571" y="226629"/>
                  </a:lnTo>
                  <a:lnTo>
                    <a:pt x="680760" y="270205"/>
                  </a:lnTo>
                  <a:lnTo>
                    <a:pt x="699247" y="316787"/>
                  </a:lnTo>
                  <a:lnTo>
                    <a:pt x="715932" y="366176"/>
                  </a:lnTo>
                  <a:lnTo>
                    <a:pt x="730716" y="418173"/>
                  </a:lnTo>
                  <a:lnTo>
                    <a:pt x="743498" y="472578"/>
                  </a:lnTo>
                  <a:lnTo>
                    <a:pt x="754180" y="529192"/>
                  </a:lnTo>
                  <a:lnTo>
                    <a:pt x="762661" y="587817"/>
                  </a:lnTo>
                  <a:lnTo>
                    <a:pt x="768843" y="648252"/>
                  </a:lnTo>
                  <a:lnTo>
                    <a:pt x="772624" y="710300"/>
                  </a:lnTo>
                  <a:lnTo>
                    <a:pt x="773907" y="773760"/>
                  </a:lnTo>
                  <a:lnTo>
                    <a:pt x="772624" y="837221"/>
                  </a:lnTo>
                  <a:lnTo>
                    <a:pt x="768843" y="899270"/>
                  </a:lnTo>
                  <a:lnTo>
                    <a:pt x="762661" y="959706"/>
                  </a:lnTo>
                  <a:lnTo>
                    <a:pt x="754180" y="1018331"/>
                  </a:lnTo>
                  <a:lnTo>
                    <a:pt x="743498" y="1074945"/>
                  </a:lnTo>
                  <a:lnTo>
                    <a:pt x="730716" y="1129350"/>
                  </a:lnTo>
                  <a:lnTo>
                    <a:pt x="715932" y="1181347"/>
                  </a:lnTo>
                  <a:lnTo>
                    <a:pt x="699247" y="1230736"/>
                  </a:lnTo>
                  <a:lnTo>
                    <a:pt x="680760" y="1277318"/>
                  </a:lnTo>
                  <a:lnTo>
                    <a:pt x="660571" y="1320894"/>
                  </a:lnTo>
                  <a:lnTo>
                    <a:pt x="638779" y="1361265"/>
                  </a:lnTo>
                  <a:lnTo>
                    <a:pt x="615483" y="1398232"/>
                  </a:lnTo>
                  <a:lnTo>
                    <a:pt x="590784" y="1431595"/>
                  </a:lnTo>
                  <a:lnTo>
                    <a:pt x="564781" y="1461156"/>
                  </a:lnTo>
                  <a:lnTo>
                    <a:pt x="509260" y="1508075"/>
                  </a:lnTo>
                  <a:lnTo>
                    <a:pt x="449719" y="1537394"/>
                  </a:lnTo>
                  <a:lnTo>
                    <a:pt x="386953" y="1547521"/>
                  </a:lnTo>
                  <a:lnTo>
                    <a:pt x="355217" y="1544956"/>
                  </a:lnTo>
                  <a:lnTo>
                    <a:pt x="293964" y="1525034"/>
                  </a:lnTo>
                  <a:lnTo>
                    <a:pt x="236333" y="1486716"/>
                  </a:lnTo>
                  <a:lnTo>
                    <a:pt x="183122" y="1431595"/>
                  </a:lnTo>
                  <a:lnTo>
                    <a:pt x="158423" y="1398232"/>
                  </a:lnTo>
                  <a:lnTo>
                    <a:pt x="135128" y="1361265"/>
                  </a:lnTo>
                  <a:lnTo>
                    <a:pt x="113336" y="1320894"/>
                  </a:lnTo>
                  <a:lnTo>
                    <a:pt x="93146" y="1277318"/>
                  </a:lnTo>
                  <a:lnTo>
                    <a:pt x="74659" y="1230736"/>
                  </a:lnTo>
                  <a:lnTo>
                    <a:pt x="57974" y="1181347"/>
                  </a:lnTo>
                  <a:lnTo>
                    <a:pt x="43191" y="1129350"/>
                  </a:lnTo>
                  <a:lnTo>
                    <a:pt x="30408" y="1074945"/>
                  </a:lnTo>
                  <a:lnTo>
                    <a:pt x="19727" y="1018331"/>
                  </a:lnTo>
                  <a:lnTo>
                    <a:pt x="11245" y="959706"/>
                  </a:lnTo>
                  <a:lnTo>
                    <a:pt x="5064" y="899270"/>
                  </a:lnTo>
                  <a:lnTo>
                    <a:pt x="1282" y="837221"/>
                  </a:lnTo>
                  <a:lnTo>
                    <a:pt x="0" y="773760"/>
                  </a:lnTo>
                  <a:close/>
                </a:path>
              </a:pathLst>
            </a:custGeom>
            <a:ln w="25373">
              <a:solidFill>
                <a:srgbClr val="0079A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40" name="object 34">
              <a:extLst>
                <a:ext uri="{FF2B5EF4-FFF2-40B4-BE49-F238E27FC236}">
                  <a16:creationId xmlns:a16="http://schemas.microsoft.com/office/drawing/2014/main" id="{B3CCE0BD-485B-F131-88F4-2726FACEA35C}"/>
                </a:ext>
              </a:extLst>
            </p:cNvPr>
            <p:cNvSpPr/>
            <p:nvPr/>
          </p:nvSpPr>
          <p:spPr>
            <a:xfrm>
              <a:off x="5696470" y="4583303"/>
              <a:ext cx="774065" cy="1548130"/>
            </a:xfrm>
            <a:custGeom>
              <a:avLst/>
              <a:gdLst/>
              <a:ahLst/>
              <a:cxnLst/>
              <a:rect l="l" t="t" r="r" b="b"/>
              <a:pathLst>
                <a:path w="774064" h="1548129">
                  <a:moveTo>
                    <a:pt x="386943" y="0"/>
                  </a:moveTo>
                  <a:lnTo>
                    <a:pt x="324179" y="10127"/>
                  </a:lnTo>
                  <a:lnTo>
                    <a:pt x="264639" y="39446"/>
                  </a:lnTo>
                  <a:lnTo>
                    <a:pt x="209120" y="86364"/>
                  </a:lnTo>
                  <a:lnTo>
                    <a:pt x="183118" y="115925"/>
                  </a:lnTo>
                  <a:lnTo>
                    <a:pt x="158419" y="149289"/>
                  </a:lnTo>
                  <a:lnTo>
                    <a:pt x="135124" y="186255"/>
                  </a:lnTo>
                  <a:lnTo>
                    <a:pt x="113333" y="226626"/>
                  </a:lnTo>
                  <a:lnTo>
                    <a:pt x="93144" y="270202"/>
                  </a:lnTo>
                  <a:lnTo>
                    <a:pt x="74657" y="316784"/>
                  </a:lnTo>
                  <a:lnTo>
                    <a:pt x="57973" y="366173"/>
                  </a:lnTo>
                  <a:lnTo>
                    <a:pt x="43189" y="418170"/>
                  </a:lnTo>
                  <a:lnTo>
                    <a:pt x="30407" y="472575"/>
                  </a:lnTo>
                  <a:lnTo>
                    <a:pt x="19726" y="529189"/>
                  </a:lnTo>
                  <a:lnTo>
                    <a:pt x="11245" y="587814"/>
                  </a:lnTo>
                  <a:lnTo>
                    <a:pt x="5064" y="648250"/>
                  </a:lnTo>
                  <a:lnTo>
                    <a:pt x="1282" y="710298"/>
                  </a:lnTo>
                  <a:lnTo>
                    <a:pt x="0" y="773760"/>
                  </a:lnTo>
                  <a:lnTo>
                    <a:pt x="1282" y="837220"/>
                  </a:lnTo>
                  <a:lnTo>
                    <a:pt x="5064" y="899267"/>
                  </a:lnTo>
                  <a:lnTo>
                    <a:pt x="11245" y="959702"/>
                  </a:lnTo>
                  <a:lnTo>
                    <a:pt x="19726" y="1018327"/>
                  </a:lnTo>
                  <a:lnTo>
                    <a:pt x="30407" y="1074941"/>
                  </a:lnTo>
                  <a:lnTo>
                    <a:pt x="43189" y="1129345"/>
                  </a:lnTo>
                  <a:lnTo>
                    <a:pt x="57973" y="1181342"/>
                  </a:lnTo>
                  <a:lnTo>
                    <a:pt x="74657" y="1230730"/>
                  </a:lnTo>
                  <a:lnTo>
                    <a:pt x="93144" y="1277312"/>
                  </a:lnTo>
                  <a:lnTo>
                    <a:pt x="113333" y="1320889"/>
                  </a:lnTo>
                  <a:lnTo>
                    <a:pt x="135124" y="1361260"/>
                  </a:lnTo>
                  <a:lnTo>
                    <a:pt x="158419" y="1398227"/>
                  </a:lnTo>
                  <a:lnTo>
                    <a:pt x="183118" y="1431590"/>
                  </a:lnTo>
                  <a:lnTo>
                    <a:pt x="209120" y="1461152"/>
                  </a:lnTo>
                  <a:lnTo>
                    <a:pt x="264639" y="1508071"/>
                  </a:lnTo>
                  <a:lnTo>
                    <a:pt x="324179" y="1537390"/>
                  </a:lnTo>
                  <a:lnTo>
                    <a:pt x="386943" y="1547517"/>
                  </a:lnTo>
                  <a:lnTo>
                    <a:pt x="418680" y="1544952"/>
                  </a:lnTo>
                  <a:lnTo>
                    <a:pt x="479935" y="1525030"/>
                  </a:lnTo>
                  <a:lnTo>
                    <a:pt x="537566" y="1486711"/>
                  </a:lnTo>
                  <a:lnTo>
                    <a:pt x="590778" y="1431590"/>
                  </a:lnTo>
                  <a:lnTo>
                    <a:pt x="615477" y="1398227"/>
                  </a:lnTo>
                  <a:lnTo>
                    <a:pt x="638772" y="1361260"/>
                  </a:lnTo>
                  <a:lnTo>
                    <a:pt x="660565" y="1320889"/>
                  </a:lnTo>
                  <a:lnTo>
                    <a:pt x="680754" y="1277312"/>
                  </a:lnTo>
                  <a:lnTo>
                    <a:pt x="699241" y="1230730"/>
                  </a:lnTo>
                  <a:lnTo>
                    <a:pt x="715926" y="1181342"/>
                  </a:lnTo>
                  <a:lnTo>
                    <a:pt x="730709" y="1129345"/>
                  </a:lnTo>
                  <a:lnTo>
                    <a:pt x="743491" y="1074941"/>
                  </a:lnTo>
                  <a:lnTo>
                    <a:pt x="754173" y="1018327"/>
                  </a:lnTo>
                  <a:lnTo>
                    <a:pt x="762654" y="959702"/>
                  </a:lnTo>
                  <a:lnTo>
                    <a:pt x="768835" y="899267"/>
                  </a:lnTo>
                  <a:lnTo>
                    <a:pt x="772617" y="837220"/>
                  </a:lnTo>
                  <a:lnTo>
                    <a:pt x="773899" y="773760"/>
                  </a:lnTo>
                  <a:lnTo>
                    <a:pt x="772617" y="710298"/>
                  </a:lnTo>
                  <a:lnTo>
                    <a:pt x="768835" y="648250"/>
                  </a:lnTo>
                  <a:lnTo>
                    <a:pt x="762654" y="587814"/>
                  </a:lnTo>
                  <a:lnTo>
                    <a:pt x="754173" y="529189"/>
                  </a:lnTo>
                  <a:lnTo>
                    <a:pt x="743491" y="472575"/>
                  </a:lnTo>
                  <a:lnTo>
                    <a:pt x="730709" y="418170"/>
                  </a:lnTo>
                  <a:lnTo>
                    <a:pt x="715926" y="366173"/>
                  </a:lnTo>
                  <a:lnTo>
                    <a:pt x="699241" y="316784"/>
                  </a:lnTo>
                  <a:lnTo>
                    <a:pt x="680754" y="270202"/>
                  </a:lnTo>
                  <a:lnTo>
                    <a:pt x="660565" y="226626"/>
                  </a:lnTo>
                  <a:lnTo>
                    <a:pt x="638772" y="186255"/>
                  </a:lnTo>
                  <a:lnTo>
                    <a:pt x="615477" y="149289"/>
                  </a:lnTo>
                  <a:lnTo>
                    <a:pt x="590778" y="115925"/>
                  </a:lnTo>
                  <a:lnTo>
                    <a:pt x="564774" y="86364"/>
                  </a:lnTo>
                  <a:lnTo>
                    <a:pt x="509253" y="39446"/>
                  </a:lnTo>
                  <a:lnTo>
                    <a:pt x="449711" y="10127"/>
                  </a:lnTo>
                  <a:lnTo>
                    <a:pt x="386943" y="0"/>
                  </a:lnTo>
                  <a:close/>
                </a:path>
              </a:pathLst>
            </a:custGeom>
            <a:solidFill>
              <a:srgbClr val="FF6C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41" name="object 35">
              <a:extLst>
                <a:ext uri="{FF2B5EF4-FFF2-40B4-BE49-F238E27FC236}">
                  <a16:creationId xmlns:a16="http://schemas.microsoft.com/office/drawing/2014/main" id="{844E2772-BE42-7CFB-12F0-E8F7C5B09C9C}"/>
                </a:ext>
              </a:extLst>
            </p:cNvPr>
            <p:cNvSpPr/>
            <p:nvPr/>
          </p:nvSpPr>
          <p:spPr>
            <a:xfrm>
              <a:off x="5696470" y="4583303"/>
              <a:ext cx="774065" cy="1548130"/>
            </a:xfrm>
            <a:custGeom>
              <a:avLst/>
              <a:gdLst/>
              <a:ahLst/>
              <a:cxnLst/>
              <a:rect l="l" t="t" r="r" b="b"/>
              <a:pathLst>
                <a:path w="774064" h="1548129">
                  <a:moveTo>
                    <a:pt x="0" y="773760"/>
                  </a:moveTo>
                  <a:lnTo>
                    <a:pt x="1282" y="710300"/>
                  </a:lnTo>
                  <a:lnTo>
                    <a:pt x="5064" y="648252"/>
                  </a:lnTo>
                  <a:lnTo>
                    <a:pt x="11245" y="587817"/>
                  </a:lnTo>
                  <a:lnTo>
                    <a:pt x="19727" y="529192"/>
                  </a:lnTo>
                  <a:lnTo>
                    <a:pt x="30408" y="472578"/>
                  </a:lnTo>
                  <a:lnTo>
                    <a:pt x="43191" y="418173"/>
                  </a:lnTo>
                  <a:lnTo>
                    <a:pt x="57974" y="366176"/>
                  </a:lnTo>
                  <a:lnTo>
                    <a:pt x="74659" y="316787"/>
                  </a:lnTo>
                  <a:lnTo>
                    <a:pt x="93146" y="270205"/>
                  </a:lnTo>
                  <a:lnTo>
                    <a:pt x="113336" y="226629"/>
                  </a:lnTo>
                  <a:lnTo>
                    <a:pt x="135128" y="186258"/>
                  </a:lnTo>
                  <a:lnTo>
                    <a:pt x="158423" y="149290"/>
                  </a:lnTo>
                  <a:lnTo>
                    <a:pt x="183122" y="115927"/>
                  </a:lnTo>
                  <a:lnTo>
                    <a:pt x="209126" y="86365"/>
                  </a:lnTo>
                  <a:lnTo>
                    <a:pt x="264646" y="39446"/>
                  </a:lnTo>
                  <a:lnTo>
                    <a:pt x="324187" y="10127"/>
                  </a:lnTo>
                  <a:lnTo>
                    <a:pt x="386953" y="0"/>
                  </a:lnTo>
                  <a:lnTo>
                    <a:pt x="418690" y="2564"/>
                  </a:lnTo>
                  <a:lnTo>
                    <a:pt x="479943" y="22487"/>
                  </a:lnTo>
                  <a:lnTo>
                    <a:pt x="537573" y="60805"/>
                  </a:lnTo>
                  <a:lnTo>
                    <a:pt x="590784" y="115927"/>
                  </a:lnTo>
                  <a:lnTo>
                    <a:pt x="615483" y="149290"/>
                  </a:lnTo>
                  <a:lnTo>
                    <a:pt x="638779" y="186258"/>
                  </a:lnTo>
                  <a:lnTo>
                    <a:pt x="660571" y="226629"/>
                  </a:lnTo>
                  <a:lnTo>
                    <a:pt x="680761" y="270205"/>
                  </a:lnTo>
                  <a:lnTo>
                    <a:pt x="699248" y="316787"/>
                  </a:lnTo>
                  <a:lnTo>
                    <a:pt x="715933" y="366176"/>
                  </a:lnTo>
                  <a:lnTo>
                    <a:pt x="730716" y="418173"/>
                  </a:lnTo>
                  <a:lnTo>
                    <a:pt x="743498" y="472578"/>
                  </a:lnTo>
                  <a:lnTo>
                    <a:pt x="754180" y="529192"/>
                  </a:lnTo>
                  <a:lnTo>
                    <a:pt x="762661" y="587817"/>
                  </a:lnTo>
                  <a:lnTo>
                    <a:pt x="768843" y="648252"/>
                  </a:lnTo>
                  <a:lnTo>
                    <a:pt x="772624" y="710300"/>
                  </a:lnTo>
                  <a:lnTo>
                    <a:pt x="773907" y="773760"/>
                  </a:lnTo>
                  <a:lnTo>
                    <a:pt x="772624" y="837221"/>
                  </a:lnTo>
                  <a:lnTo>
                    <a:pt x="768843" y="899270"/>
                  </a:lnTo>
                  <a:lnTo>
                    <a:pt x="762661" y="959706"/>
                  </a:lnTo>
                  <a:lnTo>
                    <a:pt x="754180" y="1018330"/>
                  </a:lnTo>
                  <a:lnTo>
                    <a:pt x="743498" y="1074945"/>
                  </a:lnTo>
                  <a:lnTo>
                    <a:pt x="730716" y="1129350"/>
                  </a:lnTo>
                  <a:lnTo>
                    <a:pt x="715933" y="1181347"/>
                  </a:lnTo>
                  <a:lnTo>
                    <a:pt x="699248" y="1230736"/>
                  </a:lnTo>
                  <a:lnTo>
                    <a:pt x="680761" y="1277318"/>
                  </a:lnTo>
                  <a:lnTo>
                    <a:pt x="660571" y="1320894"/>
                  </a:lnTo>
                  <a:lnTo>
                    <a:pt x="638779" y="1361265"/>
                  </a:lnTo>
                  <a:lnTo>
                    <a:pt x="615483" y="1398232"/>
                  </a:lnTo>
                  <a:lnTo>
                    <a:pt x="590784" y="1431595"/>
                  </a:lnTo>
                  <a:lnTo>
                    <a:pt x="564781" y="1461156"/>
                  </a:lnTo>
                  <a:lnTo>
                    <a:pt x="509261" y="1508075"/>
                  </a:lnTo>
                  <a:lnTo>
                    <a:pt x="449719" y="1537394"/>
                  </a:lnTo>
                  <a:lnTo>
                    <a:pt x="386953" y="1547521"/>
                  </a:lnTo>
                  <a:lnTo>
                    <a:pt x="355217" y="1544956"/>
                  </a:lnTo>
                  <a:lnTo>
                    <a:pt x="293964" y="1525034"/>
                  </a:lnTo>
                  <a:lnTo>
                    <a:pt x="236333" y="1486716"/>
                  </a:lnTo>
                  <a:lnTo>
                    <a:pt x="183122" y="1431595"/>
                  </a:lnTo>
                  <a:lnTo>
                    <a:pt x="158423" y="1398232"/>
                  </a:lnTo>
                  <a:lnTo>
                    <a:pt x="135128" y="1361265"/>
                  </a:lnTo>
                  <a:lnTo>
                    <a:pt x="113336" y="1320894"/>
                  </a:lnTo>
                  <a:lnTo>
                    <a:pt x="93146" y="1277318"/>
                  </a:lnTo>
                  <a:lnTo>
                    <a:pt x="74659" y="1230736"/>
                  </a:lnTo>
                  <a:lnTo>
                    <a:pt x="57974" y="1181347"/>
                  </a:lnTo>
                  <a:lnTo>
                    <a:pt x="43191" y="1129350"/>
                  </a:lnTo>
                  <a:lnTo>
                    <a:pt x="30408" y="1074945"/>
                  </a:lnTo>
                  <a:lnTo>
                    <a:pt x="19727" y="1018330"/>
                  </a:lnTo>
                  <a:lnTo>
                    <a:pt x="11245" y="959706"/>
                  </a:lnTo>
                  <a:lnTo>
                    <a:pt x="5064" y="899270"/>
                  </a:lnTo>
                  <a:lnTo>
                    <a:pt x="1282" y="837221"/>
                  </a:lnTo>
                  <a:lnTo>
                    <a:pt x="0" y="773760"/>
                  </a:lnTo>
                  <a:close/>
                </a:path>
              </a:pathLst>
            </a:custGeom>
            <a:ln w="25373">
              <a:solidFill>
                <a:srgbClr val="C750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pic>
        <p:nvPicPr>
          <p:cNvPr id="42" name="object 36">
            <a:extLst>
              <a:ext uri="{FF2B5EF4-FFF2-40B4-BE49-F238E27FC236}">
                <a16:creationId xmlns:a16="http://schemas.microsoft.com/office/drawing/2014/main" id="{7FBB4A72-C76C-B529-C70D-0537C348B937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07207" y="5442383"/>
            <a:ext cx="175923" cy="175895"/>
          </a:xfrm>
          <a:prstGeom prst="rect">
            <a:avLst/>
          </a:prstGeom>
        </p:spPr>
      </p:pic>
      <p:pic>
        <p:nvPicPr>
          <p:cNvPr id="43" name="object 37">
            <a:extLst>
              <a:ext uri="{FF2B5EF4-FFF2-40B4-BE49-F238E27FC236}">
                <a16:creationId xmlns:a16="http://schemas.microsoft.com/office/drawing/2014/main" id="{F50E309F-E4AB-57F2-05F7-1999D35C3F1A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932714" y="6105371"/>
            <a:ext cx="175923" cy="175895"/>
          </a:xfrm>
          <a:prstGeom prst="rect">
            <a:avLst/>
          </a:prstGeom>
        </p:spPr>
      </p:pic>
      <p:pic>
        <p:nvPicPr>
          <p:cNvPr id="44" name="object 38">
            <a:extLst>
              <a:ext uri="{FF2B5EF4-FFF2-40B4-BE49-F238E27FC236}">
                <a16:creationId xmlns:a16="http://schemas.microsoft.com/office/drawing/2014/main" id="{CD8CB753-4AFE-F8DE-98BF-E205E468B075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717608" y="5171789"/>
            <a:ext cx="175923" cy="17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50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A275C-C598-6E01-72F5-C9AFB2C3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BB4421D-7BE7-B985-864D-44FD4FE15EE0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A5B81EC8-9114-FF56-230E-6336D887249E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1A608-78B0-CF04-0D75-D1A3E01F0F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EAD7254-6754-8A27-94D8-F448A9978F35}"/>
              </a:ext>
            </a:extLst>
          </p:cNvPr>
          <p:cNvSpPr txBox="1">
            <a:spLocks/>
          </p:cNvSpPr>
          <p:nvPr/>
        </p:nvSpPr>
        <p:spPr>
          <a:xfrm>
            <a:off x="1019622" y="196846"/>
            <a:ext cx="12444609" cy="859136"/>
          </a:xfrm>
          <a:prstGeom prst="rect">
            <a:avLst/>
          </a:prstGeom>
        </p:spPr>
        <p:txBody>
          <a:bodyPr vert="horz" wrap="square" lIns="0" tIns="135626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24950" algn="l">
              <a:spcBef>
                <a:spcPts val="101"/>
              </a:spcBef>
            </a:pPr>
            <a:r>
              <a:rPr lang="en-US" sz="4693">
                <a:solidFill>
                  <a:schemeClr val="bg1"/>
                </a:solidFill>
              </a:rPr>
              <a:t>Failure</a:t>
            </a:r>
            <a:r>
              <a:rPr lang="en-US" sz="4693" spc="-53">
                <a:solidFill>
                  <a:schemeClr val="bg1"/>
                </a:solidFill>
              </a:rPr>
              <a:t> </a:t>
            </a:r>
            <a:r>
              <a:rPr lang="en-US" sz="4693" spc="112">
                <a:solidFill>
                  <a:schemeClr val="bg1"/>
                </a:solidFill>
              </a:rPr>
              <a:t>modes</a:t>
            </a:r>
            <a:r>
              <a:rPr lang="en-US" sz="4693" spc="-48">
                <a:solidFill>
                  <a:schemeClr val="bg1"/>
                </a:solidFill>
              </a:rPr>
              <a:t> </a:t>
            </a:r>
            <a:r>
              <a:rPr lang="en-US" sz="4693" spc="271">
                <a:solidFill>
                  <a:schemeClr val="bg1"/>
                </a:solidFill>
              </a:rPr>
              <a:t>of</a:t>
            </a:r>
            <a:r>
              <a:rPr lang="en-US" sz="4693" spc="-48">
                <a:solidFill>
                  <a:schemeClr val="bg1"/>
                </a:solidFill>
              </a:rPr>
              <a:t> </a:t>
            </a:r>
            <a:r>
              <a:rPr lang="en-US" sz="4693" spc="96">
                <a:solidFill>
                  <a:schemeClr val="bg1"/>
                </a:solidFill>
              </a:rPr>
              <a:t>k-</a:t>
            </a:r>
            <a:r>
              <a:rPr lang="en-US" sz="4693" spc="128">
                <a:solidFill>
                  <a:schemeClr val="bg1"/>
                </a:solidFill>
              </a:rPr>
              <a:t>means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2EDE39E-A53F-06A7-1A91-3EA0D1B93BE7}"/>
              </a:ext>
            </a:extLst>
          </p:cNvPr>
          <p:cNvGrpSpPr/>
          <p:nvPr/>
        </p:nvGrpSpPr>
        <p:grpSpPr>
          <a:xfrm>
            <a:off x="1977023" y="1726116"/>
            <a:ext cx="2964011" cy="3144181"/>
            <a:chOff x="710459" y="1618234"/>
            <a:chExt cx="2778760" cy="294767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9B168C0-1C20-6EE6-B661-06406DEE7B7F}"/>
                </a:ext>
              </a:extLst>
            </p:cNvPr>
            <p:cNvSpPr/>
            <p:nvPr/>
          </p:nvSpPr>
          <p:spPr>
            <a:xfrm>
              <a:off x="723159" y="1925878"/>
              <a:ext cx="850265" cy="837565"/>
            </a:xfrm>
            <a:custGeom>
              <a:avLst/>
              <a:gdLst/>
              <a:ahLst/>
              <a:cxnLst/>
              <a:rect l="l" t="t" r="r" b="b"/>
              <a:pathLst>
                <a:path w="850265" h="837564">
                  <a:moveTo>
                    <a:pt x="425014" y="0"/>
                  </a:moveTo>
                  <a:lnTo>
                    <a:pt x="375448" y="2816"/>
                  </a:lnTo>
                  <a:lnTo>
                    <a:pt x="327562" y="11054"/>
                  </a:lnTo>
                  <a:lnTo>
                    <a:pt x="281674" y="24402"/>
                  </a:lnTo>
                  <a:lnTo>
                    <a:pt x="238103" y="42544"/>
                  </a:lnTo>
                  <a:lnTo>
                    <a:pt x="197169" y="65167"/>
                  </a:lnTo>
                  <a:lnTo>
                    <a:pt x="159189" y="91957"/>
                  </a:lnTo>
                  <a:lnTo>
                    <a:pt x="124483" y="122599"/>
                  </a:lnTo>
                  <a:lnTo>
                    <a:pt x="93370" y="156780"/>
                  </a:lnTo>
                  <a:lnTo>
                    <a:pt x="66169" y="194185"/>
                  </a:lnTo>
                  <a:lnTo>
                    <a:pt x="43198" y="234501"/>
                  </a:lnTo>
                  <a:lnTo>
                    <a:pt x="24777" y="277414"/>
                  </a:lnTo>
                  <a:lnTo>
                    <a:pt x="11224" y="322609"/>
                  </a:lnTo>
                  <a:lnTo>
                    <a:pt x="2859" y="369773"/>
                  </a:lnTo>
                  <a:lnTo>
                    <a:pt x="0" y="418591"/>
                  </a:lnTo>
                  <a:lnTo>
                    <a:pt x="2859" y="467407"/>
                  </a:lnTo>
                  <a:lnTo>
                    <a:pt x="11224" y="514570"/>
                  </a:lnTo>
                  <a:lnTo>
                    <a:pt x="24777" y="559764"/>
                  </a:lnTo>
                  <a:lnTo>
                    <a:pt x="43198" y="602676"/>
                  </a:lnTo>
                  <a:lnTo>
                    <a:pt x="66169" y="642992"/>
                  </a:lnTo>
                  <a:lnTo>
                    <a:pt x="93370" y="680398"/>
                  </a:lnTo>
                  <a:lnTo>
                    <a:pt x="124483" y="714579"/>
                  </a:lnTo>
                  <a:lnTo>
                    <a:pt x="159189" y="745222"/>
                  </a:lnTo>
                  <a:lnTo>
                    <a:pt x="197169" y="772013"/>
                  </a:lnTo>
                  <a:lnTo>
                    <a:pt x="238103" y="794637"/>
                  </a:lnTo>
                  <a:lnTo>
                    <a:pt x="281674" y="812780"/>
                  </a:lnTo>
                  <a:lnTo>
                    <a:pt x="327562" y="826128"/>
                  </a:lnTo>
                  <a:lnTo>
                    <a:pt x="375448" y="834367"/>
                  </a:lnTo>
                  <a:lnTo>
                    <a:pt x="425014" y="837184"/>
                  </a:lnTo>
                  <a:lnTo>
                    <a:pt x="474580" y="834367"/>
                  </a:lnTo>
                  <a:lnTo>
                    <a:pt x="522466" y="826128"/>
                  </a:lnTo>
                  <a:lnTo>
                    <a:pt x="568354" y="812780"/>
                  </a:lnTo>
                  <a:lnTo>
                    <a:pt x="611924" y="794637"/>
                  </a:lnTo>
                  <a:lnTo>
                    <a:pt x="652859" y="772013"/>
                  </a:lnTo>
                  <a:lnTo>
                    <a:pt x="690838" y="745222"/>
                  </a:lnTo>
                  <a:lnTo>
                    <a:pt x="725544" y="714579"/>
                  </a:lnTo>
                  <a:lnTo>
                    <a:pt x="756657" y="680398"/>
                  </a:lnTo>
                  <a:lnTo>
                    <a:pt x="783858" y="642992"/>
                  </a:lnTo>
                  <a:lnTo>
                    <a:pt x="806828" y="602676"/>
                  </a:lnTo>
                  <a:lnTo>
                    <a:pt x="825249" y="559764"/>
                  </a:lnTo>
                  <a:lnTo>
                    <a:pt x="838802" y="514570"/>
                  </a:lnTo>
                  <a:lnTo>
                    <a:pt x="847168" y="467407"/>
                  </a:lnTo>
                  <a:lnTo>
                    <a:pt x="850027" y="418591"/>
                  </a:lnTo>
                  <a:lnTo>
                    <a:pt x="847168" y="369773"/>
                  </a:lnTo>
                  <a:lnTo>
                    <a:pt x="838802" y="322609"/>
                  </a:lnTo>
                  <a:lnTo>
                    <a:pt x="825249" y="277414"/>
                  </a:lnTo>
                  <a:lnTo>
                    <a:pt x="806828" y="234501"/>
                  </a:lnTo>
                  <a:lnTo>
                    <a:pt x="783858" y="194185"/>
                  </a:lnTo>
                  <a:lnTo>
                    <a:pt x="756657" y="156780"/>
                  </a:lnTo>
                  <a:lnTo>
                    <a:pt x="725544" y="122599"/>
                  </a:lnTo>
                  <a:lnTo>
                    <a:pt x="690838" y="91957"/>
                  </a:lnTo>
                  <a:lnTo>
                    <a:pt x="652859" y="65167"/>
                  </a:lnTo>
                  <a:lnTo>
                    <a:pt x="611924" y="42544"/>
                  </a:lnTo>
                  <a:lnTo>
                    <a:pt x="568354" y="24402"/>
                  </a:lnTo>
                  <a:lnTo>
                    <a:pt x="522466" y="11054"/>
                  </a:lnTo>
                  <a:lnTo>
                    <a:pt x="474580" y="2816"/>
                  </a:lnTo>
                  <a:lnTo>
                    <a:pt x="425014" y="0"/>
                  </a:lnTo>
                  <a:close/>
                </a:path>
              </a:pathLst>
            </a:custGeom>
            <a:solidFill>
              <a:srgbClr val="FF6C00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07E5E6E-C1EF-3961-88C8-5ACF68482B85}"/>
                </a:ext>
              </a:extLst>
            </p:cNvPr>
            <p:cNvSpPr/>
            <p:nvPr/>
          </p:nvSpPr>
          <p:spPr>
            <a:xfrm>
              <a:off x="723159" y="1925878"/>
              <a:ext cx="850265" cy="837565"/>
            </a:xfrm>
            <a:custGeom>
              <a:avLst/>
              <a:gdLst/>
              <a:ahLst/>
              <a:cxnLst/>
              <a:rect l="l" t="t" r="r" b="b"/>
              <a:pathLst>
                <a:path w="850265" h="837564">
                  <a:moveTo>
                    <a:pt x="0" y="418591"/>
                  </a:moveTo>
                  <a:lnTo>
                    <a:pt x="2859" y="369775"/>
                  </a:lnTo>
                  <a:lnTo>
                    <a:pt x="11224" y="322612"/>
                  </a:lnTo>
                  <a:lnTo>
                    <a:pt x="24777" y="277417"/>
                  </a:lnTo>
                  <a:lnTo>
                    <a:pt x="43198" y="234505"/>
                  </a:lnTo>
                  <a:lnTo>
                    <a:pt x="66169" y="194189"/>
                  </a:lnTo>
                  <a:lnTo>
                    <a:pt x="93370" y="156783"/>
                  </a:lnTo>
                  <a:lnTo>
                    <a:pt x="124483" y="122602"/>
                  </a:lnTo>
                  <a:lnTo>
                    <a:pt x="159189" y="91959"/>
                  </a:lnTo>
                  <a:lnTo>
                    <a:pt x="197169" y="65169"/>
                  </a:lnTo>
                  <a:lnTo>
                    <a:pt x="238103" y="42546"/>
                  </a:lnTo>
                  <a:lnTo>
                    <a:pt x="281674" y="24403"/>
                  </a:lnTo>
                  <a:lnTo>
                    <a:pt x="327562" y="11055"/>
                  </a:lnTo>
                  <a:lnTo>
                    <a:pt x="375448" y="2816"/>
                  </a:lnTo>
                  <a:lnTo>
                    <a:pt x="425014" y="0"/>
                  </a:lnTo>
                  <a:lnTo>
                    <a:pt x="474580" y="2816"/>
                  </a:lnTo>
                  <a:lnTo>
                    <a:pt x="522466" y="11055"/>
                  </a:lnTo>
                  <a:lnTo>
                    <a:pt x="568354" y="24403"/>
                  </a:lnTo>
                  <a:lnTo>
                    <a:pt x="611925" y="42546"/>
                  </a:lnTo>
                  <a:lnTo>
                    <a:pt x="652859" y="65169"/>
                  </a:lnTo>
                  <a:lnTo>
                    <a:pt x="690839" y="91959"/>
                  </a:lnTo>
                  <a:lnTo>
                    <a:pt x="725545" y="122602"/>
                  </a:lnTo>
                  <a:lnTo>
                    <a:pt x="756658" y="156783"/>
                  </a:lnTo>
                  <a:lnTo>
                    <a:pt x="783859" y="194189"/>
                  </a:lnTo>
                  <a:lnTo>
                    <a:pt x="806830" y="234505"/>
                  </a:lnTo>
                  <a:lnTo>
                    <a:pt x="825251" y="277417"/>
                  </a:lnTo>
                  <a:lnTo>
                    <a:pt x="838804" y="322612"/>
                  </a:lnTo>
                  <a:lnTo>
                    <a:pt x="847170" y="369775"/>
                  </a:lnTo>
                  <a:lnTo>
                    <a:pt x="850029" y="418591"/>
                  </a:lnTo>
                  <a:lnTo>
                    <a:pt x="847170" y="467408"/>
                  </a:lnTo>
                  <a:lnTo>
                    <a:pt x="838804" y="514571"/>
                  </a:lnTo>
                  <a:lnTo>
                    <a:pt x="825251" y="559765"/>
                  </a:lnTo>
                  <a:lnTo>
                    <a:pt x="806830" y="602678"/>
                  </a:lnTo>
                  <a:lnTo>
                    <a:pt x="783859" y="642994"/>
                  </a:lnTo>
                  <a:lnTo>
                    <a:pt x="756658" y="680399"/>
                  </a:lnTo>
                  <a:lnTo>
                    <a:pt x="725545" y="714581"/>
                  </a:lnTo>
                  <a:lnTo>
                    <a:pt x="690839" y="745223"/>
                  </a:lnTo>
                  <a:lnTo>
                    <a:pt x="652859" y="772014"/>
                  </a:lnTo>
                  <a:lnTo>
                    <a:pt x="611925" y="794637"/>
                  </a:lnTo>
                  <a:lnTo>
                    <a:pt x="568354" y="812780"/>
                  </a:lnTo>
                  <a:lnTo>
                    <a:pt x="522466" y="826128"/>
                  </a:lnTo>
                  <a:lnTo>
                    <a:pt x="474580" y="834367"/>
                  </a:lnTo>
                  <a:lnTo>
                    <a:pt x="425014" y="837183"/>
                  </a:lnTo>
                  <a:lnTo>
                    <a:pt x="375448" y="834367"/>
                  </a:lnTo>
                  <a:lnTo>
                    <a:pt x="327562" y="826128"/>
                  </a:lnTo>
                  <a:lnTo>
                    <a:pt x="281674" y="812780"/>
                  </a:lnTo>
                  <a:lnTo>
                    <a:pt x="238103" y="794637"/>
                  </a:lnTo>
                  <a:lnTo>
                    <a:pt x="197169" y="772014"/>
                  </a:lnTo>
                  <a:lnTo>
                    <a:pt x="159189" y="745223"/>
                  </a:lnTo>
                  <a:lnTo>
                    <a:pt x="124483" y="714581"/>
                  </a:lnTo>
                  <a:lnTo>
                    <a:pt x="93370" y="680399"/>
                  </a:lnTo>
                  <a:lnTo>
                    <a:pt x="66169" y="642994"/>
                  </a:lnTo>
                  <a:lnTo>
                    <a:pt x="43198" y="602678"/>
                  </a:lnTo>
                  <a:lnTo>
                    <a:pt x="24777" y="559765"/>
                  </a:lnTo>
                  <a:lnTo>
                    <a:pt x="11224" y="514571"/>
                  </a:lnTo>
                  <a:lnTo>
                    <a:pt x="2859" y="467408"/>
                  </a:lnTo>
                  <a:lnTo>
                    <a:pt x="0" y="418591"/>
                  </a:lnTo>
                  <a:close/>
                </a:path>
              </a:pathLst>
            </a:custGeom>
            <a:ln w="25371">
              <a:solidFill>
                <a:srgbClr val="C750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809DD4B5-12C3-FAA6-A4E5-AD109148C2F8}"/>
                </a:ext>
              </a:extLst>
            </p:cNvPr>
            <p:cNvSpPr/>
            <p:nvPr/>
          </p:nvSpPr>
          <p:spPr>
            <a:xfrm>
              <a:off x="2626207" y="1925878"/>
              <a:ext cx="850265" cy="837565"/>
            </a:xfrm>
            <a:custGeom>
              <a:avLst/>
              <a:gdLst/>
              <a:ahLst/>
              <a:cxnLst/>
              <a:rect l="l" t="t" r="r" b="b"/>
              <a:pathLst>
                <a:path w="850264" h="837564">
                  <a:moveTo>
                    <a:pt x="425018" y="0"/>
                  </a:moveTo>
                  <a:lnTo>
                    <a:pt x="375451" y="2816"/>
                  </a:lnTo>
                  <a:lnTo>
                    <a:pt x="327564" y="11054"/>
                  </a:lnTo>
                  <a:lnTo>
                    <a:pt x="281675" y="24402"/>
                  </a:lnTo>
                  <a:lnTo>
                    <a:pt x="238104" y="42544"/>
                  </a:lnTo>
                  <a:lnTo>
                    <a:pt x="197169" y="65167"/>
                  </a:lnTo>
                  <a:lnTo>
                    <a:pt x="159189" y="91957"/>
                  </a:lnTo>
                  <a:lnTo>
                    <a:pt x="124483" y="122599"/>
                  </a:lnTo>
                  <a:lnTo>
                    <a:pt x="93370" y="156780"/>
                  </a:lnTo>
                  <a:lnTo>
                    <a:pt x="66169" y="194185"/>
                  </a:lnTo>
                  <a:lnTo>
                    <a:pt x="43198" y="234501"/>
                  </a:lnTo>
                  <a:lnTo>
                    <a:pt x="24777" y="277414"/>
                  </a:lnTo>
                  <a:lnTo>
                    <a:pt x="11224" y="322609"/>
                  </a:lnTo>
                  <a:lnTo>
                    <a:pt x="2859" y="369773"/>
                  </a:lnTo>
                  <a:lnTo>
                    <a:pt x="0" y="418591"/>
                  </a:lnTo>
                  <a:lnTo>
                    <a:pt x="2859" y="467407"/>
                  </a:lnTo>
                  <a:lnTo>
                    <a:pt x="11224" y="514570"/>
                  </a:lnTo>
                  <a:lnTo>
                    <a:pt x="24777" y="559764"/>
                  </a:lnTo>
                  <a:lnTo>
                    <a:pt x="43198" y="602676"/>
                  </a:lnTo>
                  <a:lnTo>
                    <a:pt x="66169" y="642992"/>
                  </a:lnTo>
                  <a:lnTo>
                    <a:pt x="93370" y="680398"/>
                  </a:lnTo>
                  <a:lnTo>
                    <a:pt x="124483" y="714579"/>
                  </a:lnTo>
                  <a:lnTo>
                    <a:pt x="159189" y="745222"/>
                  </a:lnTo>
                  <a:lnTo>
                    <a:pt x="197169" y="772013"/>
                  </a:lnTo>
                  <a:lnTo>
                    <a:pt x="238104" y="794637"/>
                  </a:lnTo>
                  <a:lnTo>
                    <a:pt x="281675" y="812780"/>
                  </a:lnTo>
                  <a:lnTo>
                    <a:pt x="327564" y="826128"/>
                  </a:lnTo>
                  <a:lnTo>
                    <a:pt x="375451" y="834367"/>
                  </a:lnTo>
                  <a:lnTo>
                    <a:pt x="425018" y="837184"/>
                  </a:lnTo>
                  <a:lnTo>
                    <a:pt x="474584" y="834367"/>
                  </a:lnTo>
                  <a:lnTo>
                    <a:pt x="522471" y="826128"/>
                  </a:lnTo>
                  <a:lnTo>
                    <a:pt x="568360" y="812780"/>
                  </a:lnTo>
                  <a:lnTo>
                    <a:pt x="611931" y="794637"/>
                  </a:lnTo>
                  <a:lnTo>
                    <a:pt x="652866" y="772013"/>
                  </a:lnTo>
                  <a:lnTo>
                    <a:pt x="690846" y="745222"/>
                  </a:lnTo>
                  <a:lnTo>
                    <a:pt x="725552" y="714579"/>
                  </a:lnTo>
                  <a:lnTo>
                    <a:pt x="756665" y="680398"/>
                  </a:lnTo>
                  <a:lnTo>
                    <a:pt x="783866" y="642992"/>
                  </a:lnTo>
                  <a:lnTo>
                    <a:pt x="806837" y="602676"/>
                  </a:lnTo>
                  <a:lnTo>
                    <a:pt x="825258" y="559764"/>
                  </a:lnTo>
                  <a:lnTo>
                    <a:pt x="838811" y="514570"/>
                  </a:lnTo>
                  <a:lnTo>
                    <a:pt x="847177" y="467407"/>
                  </a:lnTo>
                  <a:lnTo>
                    <a:pt x="850036" y="418591"/>
                  </a:lnTo>
                  <a:lnTo>
                    <a:pt x="847177" y="369773"/>
                  </a:lnTo>
                  <a:lnTo>
                    <a:pt x="838811" y="322609"/>
                  </a:lnTo>
                  <a:lnTo>
                    <a:pt x="825258" y="277414"/>
                  </a:lnTo>
                  <a:lnTo>
                    <a:pt x="806837" y="234501"/>
                  </a:lnTo>
                  <a:lnTo>
                    <a:pt x="783866" y="194185"/>
                  </a:lnTo>
                  <a:lnTo>
                    <a:pt x="756665" y="156780"/>
                  </a:lnTo>
                  <a:lnTo>
                    <a:pt x="725552" y="122599"/>
                  </a:lnTo>
                  <a:lnTo>
                    <a:pt x="690846" y="91957"/>
                  </a:lnTo>
                  <a:lnTo>
                    <a:pt x="652866" y="65167"/>
                  </a:lnTo>
                  <a:lnTo>
                    <a:pt x="611931" y="42544"/>
                  </a:lnTo>
                  <a:lnTo>
                    <a:pt x="568360" y="24402"/>
                  </a:lnTo>
                  <a:lnTo>
                    <a:pt x="522471" y="11054"/>
                  </a:lnTo>
                  <a:lnTo>
                    <a:pt x="474584" y="2816"/>
                  </a:lnTo>
                  <a:lnTo>
                    <a:pt x="425018" y="0"/>
                  </a:lnTo>
                  <a:close/>
                </a:path>
              </a:pathLst>
            </a:custGeom>
            <a:solidFill>
              <a:srgbClr val="009ECF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5ACCA97A-BFA3-950B-019C-97DDF9A28BC0}"/>
                </a:ext>
              </a:extLst>
            </p:cNvPr>
            <p:cNvSpPr/>
            <p:nvPr/>
          </p:nvSpPr>
          <p:spPr>
            <a:xfrm>
              <a:off x="2626207" y="1925878"/>
              <a:ext cx="850265" cy="837565"/>
            </a:xfrm>
            <a:custGeom>
              <a:avLst/>
              <a:gdLst/>
              <a:ahLst/>
              <a:cxnLst/>
              <a:rect l="l" t="t" r="r" b="b"/>
              <a:pathLst>
                <a:path w="850264" h="837564">
                  <a:moveTo>
                    <a:pt x="0" y="418591"/>
                  </a:moveTo>
                  <a:lnTo>
                    <a:pt x="2859" y="369775"/>
                  </a:lnTo>
                  <a:lnTo>
                    <a:pt x="11224" y="322612"/>
                  </a:lnTo>
                  <a:lnTo>
                    <a:pt x="24777" y="277417"/>
                  </a:lnTo>
                  <a:lnTo>
                    <a:pt x="43198" y="234505"/>
                  </a:lnTo>
                  <a:lnTo>
                    <a:pt x="66169" y="194189"/>
                  </a:lnTo>
                  <a:lnTo>
                    <a:pt x="93370" y="156783"/>
                  </a:lnTo>
                  <a:lnTo>
                    <a:pt x="124483" y="122602"/>
                  </a:lnTo>
                  <a:lnTo>
                    <a:pt x="159189" y="91959"/>
                  </a:lnTo>
                  <a:lnTo>
                    <a:pt x="197169" y="65169"/>
                  </a:lnTo>
                  <a:lnTo>
                    <a:pt x="238103" y="42546"/>
                  </a:lnTo>
                  <a:lnTo>
                    <a:pt x="281674" y="24403"/>
                  </a:lnTo>
                  <a:lnTo>
                    <a:pt x="327562" y="11055"/>
                  </a:lnTo>
                  <a:lnTo>
                    <a:pt x="375449" y="2816"/>
                  </a:lnTo>
                  <a:lnTo>
                    <a:pt x="425014" y="0"/>
                  </a:lnTo>
                  <a:lnTo>
                    <a:pt x="474580" y="2816"/>
                  </a:lnTo>
                  <a:lnTo>
                    <a:pt x="522466" y="11055"/>
                  </a:lnTo>
                  <a:lnTo>
                    <a:pt x="568354" y="24403"/>
                  </a:lnTo>
                  <a:lnTo>
                    <a:pt x="611925" y="42546"/>
                  </a:lnTo>
                  <a:lnTo>
                    <a:pt x="652859" y="65169"/>
                  </a:lnTo>
                  <a:lnTo>
                    <a:pt x="690839" y="91959"/>
                  </a:lnTo>
                  <a:lnTo>
                    <a:pt x="725545" y="122602"/>
                  </a:lnTo>
                  <a:lnTo>
                    <a:pt x="756658" y="156783"/>
                  </a:lnTo>
                  <a:lnTo>
                    <a:pt x="783859" y="194189"/>
                  </a:lnTo>
                  <a:lnTo>
                    <a:pt x="806830" y="234505"/>
                  </a:lnTo>
                  <a:lnTo>
                    <a:pt x="825251" y="277417"/>
                  </a:lnTo>
                  <a:lnTo>
                    <a:pt x="838804" y="322612"/>
                  </a:lnTo>
                  <a:lnTo>
                    <a:pt x="847170" y="369775"/>
                  </a:lnTo>
                  <a:lnTo>
                    <a:pt x="850029" y="418591"/>
                  </a:lnTo>
                  <a:lnTo>
                    <a:pt x="847170" y="467408"/>
                  </a:lnTo>
                  <a:lnTo>
                    <a:pt x="838804" y="514571"/>
                  </a:lnTo>
                  <a:lnTo>
                    <a:pt x="825251" y="559765"/>
                  </a:lnTo>
                  <a:lnTo>
                    <a:pt x="806830" y="602678"/>
                  </a:lnTo>
                  <a:lnTo>
                    <a:pt x="783859" y="642994"/>
                  </a:lnTo>
                  <a:lnTo>
                    <a:pt x="756658" y="680399"/>
                  </a:lnTo>
                  <a:lnTo>
                    <a:pt x="725545" y="714581"/>
                  </a:lnTo>
                  <a:lnTo>
                    <a:pt x="690839" y="745223"/>
                  </a:lnTo>
                  <a:lnTo>
                    <a:pt x="652859" y="772014"/>
                  </a:lnTo>
                  <a:lnTo>
                    <a:pt x="611925" y="794637"/>
                  </a:lnTo>
                  <a:lnTo>
                    <a:pt x="568354" y="812780"/>
                  </a:lnTo>
                  <a:lnTo>
                    <a:pt x="522466" y="826128"/>
                  </a:lnTo>
                  <a:lnTo>
                    <a:pt x="474580" y="834367"/>
                  </a:lnTo>
                  <a:lnTo>
                    <a:pt x="425014" y="837183"/>
                  </a:lnTo>
                  <a:lnTo>
                    <a:pt x="375449" y="834367"/>
                  </a:lnTo>
                  <a:lnTo>
                    <a:pt x="327562" y="826128"/>
                  </a:lnTo>
                  <a:lnTo>
                    <a:pt x="281674" y="812780"/>
                  </a:lnTo>
                  <a:lnTo>
                    <a:pt x="238103" y="794637"/>
                  </a:lnTo>
                  <a:lnTo>
                    <a:pt x="197169" y="772014"/>
                  </a:lnTo>
                  <a:lnTo>
                    <a:pt x="159189" y="745223"/>
                  </a:lnTo>
                  <a:lnTo>
                    <a:pt x="124483" y="714581"/>
                  </a:lnTo>
                  <a:lnTo>
                    <a:pt x="93370" y="680399"/>
                  </a:lnTo>
                  <a:lnTo>
                    <a:pt x="66169" y="642994"/>
                  </a:lnTo>
                  <a:lnTo>
                    <a:pt x="43198" y="602678"/>
                  </a:lnTo>
                  <a:lnTo>
                    <a:pt x="24777" y="559765"/>
                  </a:lnTo>
                  <a:lnTo>
                    <a:pt x="11224" y="514571"/>
                  </a:lnTo>
                  <a:lnTo>
                    <a:pt x="2859" y="467408"/>
                  </a:lnTo>
                  <a:lnTo>
                    <a:pt x="0" y="418591"/>
                  </a:lnTo>
                  <a:close/>
                </a:path>
              </a:pathLst>
            </a:custGeom>
            <a:ln w="25371">
              <a:solidFill>
                <a:srgbClr val="0079A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284B2D1C-60DD-C4F7-C83F-2689F7091F73}"/>
                </a:ext>
              </a:extLst>
            </p:cNvPr>
            <p:cNvSpPr/>
            <p:nvPr/>
          </p:nvSpPr>
          <p:spPr>
            <a:xfrm>
              <a:off x="1103769" y="2553766"/>
              <a:ext cx="2030095" cy="1999614"/>
            </a:xfrm>
            <a:custGeom>
              <a:avLst/>
              <a:gdLst/>
              <a:ahLst/>
              <a:cxnLst/>
              <a:rect l="l" t="t" r="r" b="b"/>
              <a:pathLst>
                <a:path w="2030095" h="1999614">
                  <a:moveTo>
                    <a:pt x="1014958" y="0"/>
                  </a:moveTo>
                  <a:lnTo>
                    <a:pt x="965783" y="1152"/>
                  </a:lnTo>
                  <a:lnTo>
                    <a:pt x="917212" y="4576"/>
                  </a:lnTo>
                  <a:lnTo>
                    <a:pt x="869298" y="10217"/>
                  </a:lnTo>
                  <a:lnTo>
                    <a:pt x="822094" y="18024"/>
                  </a:lnTo>
                  <a:lnTo>
                    <a:pt x="775654" y="27945"/>
                  </a:lnTo>
                  <a:lnTo>
                    <a:pt x="730030" y="39927"/>
                  </a:lnTo>
                  <a:lnTo>
                    <a:pt x="685276" y="53917"/>
                  </a:lnTo>
                  <a:lnTo>
                    <a:pt x="641446" y="69864"/>
                  </a:lnTo>
                  <a:lnTo>
                    <a:pt x="598591" y="87715"/>
                  </a:lnTo>
                  <a:lnTo>
                    <a:pt x="556766" y="107418"/>
                  </a:lnTo>
                  <a:lnTo>
                    <a:pt x="516023" y="128919"/>
                  </a:lnTo>
                  <a:lnTo>
                    <a:pt x="476416" y="152168"/>
                  </a:lnTo>
                  <a:lnTo>
                    <a:pt x="437998" y="177111"/>
                  </a:lnTo>
                  <a:lnTo>
                    <a:pt x="400821" y="203697"/>
                  </a:lnTo>
                  <a:lnTo>
                    <a:pt x="364940" y="231872"/>
                  </a:lnTo>
                  <a:lnTo>
                    <a:pt x="330408" y="261584"/>
                  </a:lnTo>
                  <a:lnTo>
                    <a:pt x="297276" y="292782"/>
                  </a:lnTo>
                  <a:lnTo>
                    <a:pt x="265600" y="325413"/>
                  </a:lnTo>
                  <a:lnTo>
                    <a:pt x="235431" y="359423"/>
                  </a:lnTo>
                  <a:lnTo>
                    <a:pt x="206823" y="394762"/>
                  </a:lnTo>
                  <a:lnTo>
                    <a:pt x="179830" y="431376"/>
                  </a:lnTo>
                  <a:lnTo>
                    <a:pt x="154504" y="469214"/>
                  </a:lnTo>
                  <a:lnTo>
                    <a:pt x="130898" y="508222"/>
                  </a:lnTo>
                  <a:lnTo>
                    <a:pt x="109067" y="548349"/>
                  </a:lnTo>
                  <a:lnTo>
                    <a:pt x="89062" y="589542"/>
                  </a:lnTo>
                  <a:lnTo>
                    <a:pt x="70937" y="631749"/>
                  </a:lnTo>
                  <a:lnTo>
                    <a:pt x="54745" y="674917"/>
                  </a:lnTo>
                  <a:lnTo>
                    <a:pt x="40540" y="718995"/>
                  </a:lnTo>
                  <a:lnTo>
                    <a:pt x="28374" y="763929"/>
                  </a:lnTo>
                  <a:lnTo>
                    <a:pt x="18301" y="809667"/>
                  </a:lnTo>
                  <a:lnTo>
                    <a:pt x="10374" y="856157"/>
                  </a:lnTo>
                  <a:lnTo>
                    <a:pt x="4646" y="903347"/>
                  </a:lnTo>
                  <a:lnTo>
                    <a:pt x="1170" y="951185"/>
                  </a:lnTo>
                  <a:lnTo>
                    <a:pt x="0" y="999616"/>
                  </a:lnTo>
                  <a:lnTo>
                    <a:pt x="1170" y="1048050"/>
                  </a:lnTo>
                  <a:lnTo>
                    <a:pt x="4646" y="1095888"/>
                  </a:lnTo>
                  <a:lnTo>
                    <a:pt x="10374" y="1143079"/>
                  </a:lnTo>
                  <a:lnTo>
                    <a:pt x="18301" y="1189570"/>
                  </a:lnTo>
                  <a:lnTo>
                    <a:pt x="28374" y="1235309"/>
                  </a:lnTo>
                  <a:lnTo>
                    <a:pt x="40540" y="1280244"/>
                  </a:lnTo>
                  <a:lnTo>
                    <a:pt x="54745" y="1324322"/>
                  </a:lnTo>
                  <a:lnTo>
                    <a:pt x="70937" y="1367491"/>
                  </a:lnTo>
                  <a:lnTo>
                    <a:pt x="89062" y="1409698"/>
                  </a:lnTo>
                  <a:lnTo>
                    <a:pt x="109067" y="1450892"/>
                  </a:lnTo>
                  <a:lnTo>
                    <a:pt x="130898" y="1491020"/>
                  </a:lnTo>
                  <a:lnTo>
                    <a:pt x="154504" y="1530028"/>
                  </a:lnTo>
                  <a:lnTo>
                    <a:pt x="179830" y="1567866"/>
                  </a:lnTo>
                  <a:lnTo>
                    <a:pt x="206823" y="1604481"/>
                  </a:lnTo>
                  <a:lnTo>
                    <a:pt x="235431" y="1639820"/>
                  </a:lnTo>
                  <a:lnTo>
                    <a:pt x="265600" y="1673831"/>
                  </a:lnTo>
                  <a:lnTo>
                    <a:pt x="297276" y="1706462"/>
                  </a:lnTo>
                  <a:lnTo>
                    <a:pt x="330408" y="1737660"/>
                  </a:lnTo>
                  <a:lnTo>
                    <a:pt x="364940" y="1767373"/>
                  </a:lnTo>
                  <a:lnTo>
                    <a:pt x="400821" y="1795548"/>
                  </a:lnTo>
                  <a:lnTo>
                    <a:pt x="437998" y="1822134"/>
                  </a:lnTo>
                  <a:lnTo>
                    <a:pt x="476416" y="1847077"/>
                  </a:lnTo>
                  <a:lnTo>
                    <a:pt x="516023" y="1870326"/>
                  </a:lnTo>
                  <a:lnTo>
                    <a:pt x="556766" y="1891828"/>
                  </a:lnTo>
                  <a:lnTo>
                    <a:pt x="598591" y="1911530"/>
                  </a:lnTo>
                  <a:lnTo>
                    <a:pt x="641446" y="1929381"/>
                  </a:lnTo>
                  <a:lnTo>
                    <a:pt x="685276" y="1945328"/>
                  </a:lnTo>
                  <a:lnTo>
                    <a:pt x="730030" y="1959319"/>
                  </a:lnTo>
                  <a:lnTo>
                    <a:pt x="775654" y="1971301"/>
                  </a:lnTo>
                  <a:lnTo>
                    <a:pt x="822094" y="1981221"/>
                  </a:lnTo>
                  <a:lnTo>
                    <a:pt x="869298" y="1989029"/>
                  </a:lnTo>
                  <a:lnTo>
                    <a:pt x="917212" y="1994670"/>
                  </a:lnTo>
                  <a:lnTo>
                    <a:pt x="965783" y="1998093"/>
                  </a:lnTo>
                  <a:lnTo>
                    <a:pt x="1014958" y="1999246"/>
                  </a:lnTo>
                  <a:lnTo>
                    <a:pt x="1064134" y="1998093"/>
                  </a:lnTo>
                  <a:lnTo>
                    <a:pt x="1112706" y="1994670"/>
                  </a:lnTo>
                  <a:lnTo>
                    <a:pt x="1160621" y="1989029"/>
                  </a:lnTo>
                  <a:lnTo>
                    <a:pt x="1207826" y="1981221"/>
                  </a:lnTo>
                  <a:lnTo>
                    <a:pt x="1254266" y="1971301"/>
                  </a:lnTo>
                  <a:lnTo>
                    <a:pt x="1299891" y="1959319"/>
                  </a:lnTo>
                  <a:lnTo>
                    <a:pt x="1344645" y="1945328"/>
                  </a:lnTo>
                  <a:lnTo>
                    <a:pt x="1388476" y="1929381"/>
                  </a:lnTo>
                  <a:lnTo>
                    <a:pt x="1431331" y="1911530"/>
                  </a:lnTo>
                  <a:lnTo>
                    <a:pt x="1473156" y="1891828"/>
                  </a:lnTo>
                  <a:lnTo>
                    <a:pt x="1513899" y="1870326"/>
                  </a:lnTo>
                  <a:lnTo>
                    <a:pt x="1553506" y="1847077"/>
                  </a:lnTo>
                  <a:lnTo>
                    <a:pt x="1591924" y="1822134"/>
                  </a:lnTo>
                  <a:lnTo>
                    <a:pt x="1629100" y="1795548"/>
                  </a:lnTo>
                  <a:lnTo>
                    <a:pt x="1664981" y="1767373"/>
                  </a:lnTo>
                  <a:lnTo>
                    <a:pt x="1699514" y="1737660"/>
                  </a:lnTo>
                  <a:lnTo>
                    <a:pt x="1732645" y="1706462"/>
                  </a:lnTo>
                  <a:lnTo>
                    <a:pt x="1764321" y="1673831"/>
                  </a:lnTo>
                  <a:lnTo>
                    <a:pt x="1794489" y="1639820"/>
                  </a:lnTo>
                  <a:lnTo>
                    <a:pt x="1823097" y="1604481"/>
                  </a:lnTo>
                  <a:lnTo>
                    <a:pt x="1850090" y="1567866"/>
                  </a:lnTo>
                  <a:lnTo>
                    <a:pt x="1875415" y="1530028"/>
                  </a:lnTo>
                  <a:lnTo>
                    <a:pt x="1899020" y="1491020"/>
                  </a:lnTo>
                  <a:lnTo>
                    <a:pt x="1920852" y="1450892"/>
                  </a:lnTo>
                  <a:lnTo>
                    <a:pt x="1940857" y="1409698"/>
                  </a:lnTo>
                  <a:lnTo>
                    <a:pt x="1958981" y="1367491"/>
                  </a:lnTo>
                  <a:lnTo>
                    <a:pt x="1975172" y="1324322"/>
                  </a:lnTo>
                  <a:lnTo>
                    <a:pt x="1989377" y="1280244"/>
                  </a:lnTo>
                  <a:lnTo>
                    <a:pt x="2001543" y="1235309"/>
                  </a:lnTo>
                  <a:lnTo>
                    <a:pt x="2011616" y="1189570"/>
                  </a:lnTo>
                  <a:lnTo>
                    <a:pt x="2019543" y="1143079"/>
                  </a:lnTo>
                  <a:lnTo>
                    <a:pt x="2025271" y="1095888"/>
                  </a:lnTo>
                  <a:lnTo>
                    <a:pt x="2028746" y="1048050"/>
                  </a:lnTo>
                  <a:lnTo>
                    <a:pt x="2029917" y="999616"/>
                  </a:lnTo>
                  <a:lnTo>
                    <a:pt x="2028746" y="951185"/>
                  </a:lnTo>
                  <a:lnTo>
                    <a:pt x="2025271" y="903347"/>
                  </a:lnTo>
                  <a:lnTo>
                    <a:pt x="2019543" y="856157"/>
                  </a:lnTo>
                  <a:lnTo>
                    <a:pt x="2011616" y="809667"/>
                  </a:lnTo>
                  <a:lnTo>
                    <a:pt x="2001543" y="763929"/>
                  </a:lnTo>
                  <a:lnTo>
                    <a:pt x="1989377" y="718995"/>
                  </a:lnTo>
                  <a:lnTo>
                    <a:pt x="1975172" y="674917"/>
                  </a:lnTo>
                  <a:lnTo>
                    <a:pt x="1958981" y="631749"/>
                  </a:lnTo>
                  <a:lnTo>
                    <a:pt x="1940857" y="589542"/>
                  </a:lnTo>
                  <a:lnTo>
                    <a:pt x="1920852" y="548349"/>
                  </a:lnTo>
                  <a:lnTo>
                    <a:pt x="1899020" y="508222"/>
                  </a:lnTo>
                  <a:lnTo>
                    <a:pt x="1875415" y="469214"/>
                  </a:lnTo>
                  <a:lnTo>
                    <a:pt x="1850090" y="431376"/>
                  </a:lnTo>
                  <a:lnTo>
                    <a:pt x="1823097" y="394762"/>
                  </a:lnTo>
                  <a:lnTo>
                    <a:pt x="1794489" y="359423"/>
                  </a:lnTo>
                  <a:lnTo>
                    <a:pt x="1764321" y="325413"/>
                  </a:lnTo>
                  <a:lnTo>
                    <a:pt x="1732645" y="292782"/>
                  </a:lnTo>
                  <a:lnTo>
                    <a:pt x="1699514" y="261584"/>
                  </a:lnTo>
                  <a:lnTo>
                    <a:pt x="1664981" y="231872"/>
                  </a:lnTo>
                  <a:lnTo>
                    <a:pt x="1629100" y="203697"/>
                  </a:lnTo>
                  <a:lnTo>
                    <a:pt x="1591924" y="177111"/>
                  </a:lnTo>
                  <a:lnTo>
                    <a:pt x="1553506" y="152168"/>
                  </a:lnTo>
                  <a:lnTo>
                    <a:pt x="1513899" y="128919"/>
                  </a:lnTo>
                  <a:lnTo>
                    <a:pt x="1473156" y="107418"/>
                  </a:lnTo>
                  <a:lnTo>
                    <a:pt x="1431331" y="87715"/>
                  </a:lnTo>
                  <a:lnTo>
                    <a:pt x="1388476" y="69864"/>
                  </a:lnTo>
                  <a:lnTo>
                    <a:pt x="1344645" y="53917"/>
                  </a:lnTo>
                  <a:lnTo>
                    <a:pt x="1299891" y="39927"/>
                  </a:lnTo>
                  <a:lnTo>
                    <a:pt x="1254266" y="27945"/>
                  </a:lnTo>
                  <a:lnTo>
                    <a:pt x="1207826" y="18024"/>
                  </a:lnTo>
                  <a:lnTo>
                    <a:pt x="1160621" y="10217"/>
                  </a:lnTo>
                  <a:lnTo>
                    <a:pt x="1112706" y="4576"/>
                  </a:lnTo>
                  <a:lnTo>
                    <a:pt x="1064134" y="1152"/>
                  </a:lnTo>
                  <a:lnTo>
                    <a:pt x="1014958" y="0"/>
                  </a:lnTo>
                  <a:close/>
                </a:path>
              </a:pathLst>
            </a:custGeom>
            <a:solidFill>
              <a:srgbClr val="95C5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B860FE6C-5FF6-793C-B1EC-70BB6DF59BAD}"/>
                </a:ext>
              </a:extLst>
            </p:cNvPr>
            <p:cNvSpPr/>
            <p:nvPr/>
          </p:nvSpPr>
          <p:spPr>
            <a:xfrm>
              <a:off x="1103769" y="2553766"/>
              <a:ext cx="2030095" cy="1999614"/>
            </a:xfrm>
            <a:custGeom>
              <a:avLst/>
              <a:gdLst/>
              <a:ahLst/>
              <a:cxnLst/>
              <a:rect l="l" t="t" r="r" b="b"/>
              <a:pathLst>
                <a:path w="2030095" h="1999614">
                  <a:moveTo>
                    <a:pt x="0" y="999626"/>
                  </a:moveTo>
                  <a:lnTo>
                    <a:pt x="1170" y="951193"/>
                  </a:lnTo>
                  <a:lnTo>
                    <a:pt x="4646" y="903355"/>
                  </a:lnTo>
                  <a:lnTo>
                    <a:pt x="10374" y="856164"/>
                  </a:lnTo>
                  <a:lnTo>
                    <a:pt x="18301" y="809673"/>
                  </a:lnTo>
                  <a:lnTo>
                    <a:pt x="28374" y="763934"/>
                  </a:lnTo>
                  <a:lnTo>
                    <a:pt x="40539" y="719000"/>
                  </a:lnTo>
                  <a:lnTo>
                    <a:pt x="54745" y="674922"/>
                  </a:lnTo>
                  <a:lnTo>
                    <a:pt x="70936" y="631753"/>
                  </a:lnTo>
                  <a:lnTo>
                    <a:pt x="89061" y="589545"/>
                  </a:lnTo>
                  <a:lnTo>
                    <a:pt x="109066" y="548352"/>
                  </a:lnTo>
                  <a:lnTo>
                    <a:pt x="130897" y="508225"/>
                  </a:lnTo>
                  <a:lnTo>
                    <a:pt x="154503" y="469216"/>
                  </a:lnTo>
                  <a:lnTo>
                    <a:pt x="179829" y="431378"/>
                  </a:lnTo>
                  <a:lnTo>
                    <a:pt x="206822" y="394763"/>
                  </a:lnTo>
                  <a:lnTo>
                    <a:pt x="235430" y="359424"/>
                  </a:lnTo>
                  <a:lnTo>
                    <a:pt x="265598" y="325413"/>
                  </a:lnTo>
                  <a:lnTo>
                    <a:pt x="297275" y="292783"/>
                  </a:lnTo>
                  <a:lnTo>
                    <a:pt x="330406" y="261585"/>
                  </a:lnTo>
                  <a:lnTo>
                    <a:pt x="364939" y="231872"/>
                  </a:lnTo>
                  <a:lnTo>
                    <a:pt x="400820" y="203697"/>
                  </a:lnTo>
                  <a:lnTo>
                    <a:pt x="437996" y="177111"/>
                  </a:lnTo>
                  <a:lnTo>
                    <a:pt x="476414" y="152168"/>
                  </a:lnTo>
                  <a:lnTo>
                    <a:pt x="516021" y="128919"/>
                  </a:lnTo>
                  <a:lnTo>
                    <a:pt x="556764" y="107418"/>
                  </a:lnTo>
                  <a:lnTo>
                    <a:pt x="598590" y="87715"/>
                  </a:lnTo>
                  <a:lnTo>
                    <a:pt x="641444" y="69864"/>
                  </a:lnTo>
                  <a:lnTo>
                    <a:pt x="685275" y="53917"/>
                  </a:lnTo>
                  <a:lnTo>
                    <a:pt x="730029" y="39927"/>
                  </a:lnTo>
                  <a:lnTo>
                    <a:pt x="775653" y="27945"/>
                  </a:lnTo>
                  <a:lnTo>
                    <a:pt x="822094" y="18024"/>
                  </a:lnTo>
                  <a:lnTo>
                    <a:pt x="869298" y="10217"/>
                  </a:lnTo>
                  <a:lnTo>
                    <a:pt x="917213" y="4575"/>
                  </a:lnTo>
                  <a:lnTo>
                    <a:pt x="965784" y="1152"/>
                  </a:lnTo>
                  <a:lnTo>
                    <a:pt x="1014960" y="0"/>
                  </a:lnTo>
                  <a:lnTo>
                    <a:pt x="1064136" y="1152"/>
                  </a:lnTo>
                  <a:lnTo>
                    <a:pt x="1112707" y="4575"/>
                  </a:lnTo>
                  <a:lnTo>
                    <a:pt x="1160622" y="10217"/>
                  </a:lnTo>
                  <a:lnTo>
                    <a:pt x="1207826" y="18024"/>
                  </a:lnTo>
                  <a:lnTo>
                    <a:pt x="1254266" y="27945"/>
                  </a:lnTo>
                  <a:lnTo>
                    <a:pt x="1299890" y="39927"/>
                  </a:lnTo>
                  <a:lnTo>
                    <a:pt x="1344644" y="53917"/>
                  </a:lnTo>
                  <a:lnTo>
                    <a:pt x="1388475" y="69864"/>
                  </a:lnTo>
                  <a:lnTo>
                    <a:pt x="1431330" y="87715"/>
                  </a:lnTo>
                  <a:lnTo>
                    <a:pt x="1473155" y="107418"/>
                  </a:lnTo>
                  <a:lnTo>
                    <a:pt x="1513898" y="128919"/>
                  </a:lnTo>
                  <a:lnTo>
                    <a:pt x="1553505" y="152168"/>
                  </a:lnTo>
                  <a:lnTo>
                    <a:pt x="1591924" y="177111"/>
                  </a:lnTo>
                  <a:lnTo>
                    <a:pt x="1629100" y="203697"/>
                  </a:lnTo>
                  <a:lnTo>
                    <a:pt x="1664981" y="231872"/>
                  </a:lnTo>
                  <a:lnTo>
                    <a:pt x="1699514" y="261585"/>
                  </a:lnTo>
                  <a:lnTo>
                    <a:pt x="1732645" y="292783"/>
                  </a:lnTo>
                  <a:lnTo>
                    <a:pt x="1764321" y="325413"/>
                  </a:lnTo>
                  <a:lnTo>
                    <a:pt x="1794490" y="359424"/>
                  </a:lnTo>
                  <a:lnTo>
                    <a:pt x="1823098" y="394763"/>
                  </a:lnTo>
                  <a:lnTo>
                    <a:pt x="1850091" y="431378"/>
                  </a:lnTo>
                  <a:lnTo>
                    <a:pt x="1875417" y="469216"/>
                  </a:lnTo>
                  <a:lnTo>
                    <a:pt x="1899022" y="508225"/>
                  </a:lnTo>
                  <a:lnTo>
                    <a:pt x="1920854" y="548352"/>
                  </a:lnTo>
                  <a:lnTo>
                    <a:pt x="1940859" y="589545"/>
                  </a:lnTo>
                  <a:lnTo>
                    <a:pt x="1958984" y="631753"/>
                  </a:lnTo>
                  <a:lnTo>
                    <a:pt x="1975175" y="674922"/>
                  </a:lnTo>
                  <a:lnTo>
                    <a:pt x="1989381" y="719000"/>
                  </a:lnTo>
                  <a:lnTo>
                    <a:pt x="2001546" y="763934"/>
                  </a:lnTo>
                  <a:lnTo>
                    <a:pt x="2011619" y="809673"/>
                  </a:lnTo>
                  <a:lnTo>
                    <a:pt x="2019546" y="856164"/>
                  </a:lnTo>
                  <a:lnTo>
                    <a:pt x="2025274" y="903355"/>
                  </a:lnTo>
                  <a:lnTo>
                    <a:pt x="2028750" y="951193"/>
                  </a:lnTo>
                  <a:lnTo>
                    <a:pt x="2029921" y="999626"/>
                  </a:lnTo>
                  <a:lnTo>
                    <a:pt x="2028750" y="1048058"/>
                  </a:lnTo>
                  <a:lnTo>
                    <a:pt x="2025274" y="1095895"/>
                  </a:lnTo>
                  <a:lnTo>
                    <a:pt x="2019546" y="1143085"/>
                  </a:lnTo>
                  <a:lnTo>
                    <a:pt x="2011619" y="1189576"/>
                  </a:lnTo>
                  <a:lnTo>
                    <a:pt x="2001546" y="1235314"/>
                  </a:lnTo>
                  <a:lnTo>
                    <a:pt x="1989381" y="1280248"/>
                  </a:lnTo>
                  <a:lnTo>
                    <a:pt x="1975175" y="1324325"/>
                  </a:lnTo>
                  <a:lnTo>
                    <a:pt x="1958984" y="1367494"/>
                  </a:lnTo>
                  <a:lnTo>
                    <a:pt x="1940859" y="1409701"/>
                  </a:lnTo>
                  <a:lnTo>
                    <a:pt x="1920854" y="1450894"/>
                  </a:lnTo>
                  <a:lnTo>
                    <a:pt x="1899022" y="1491021"/>
                  </a:lnTo>
                  <a:lnTo>
                    <a:pt x="1875417" y="1530029"/>
                  </a:lnTo>
                  <a:lnTo>
                    <a:pt x="1850091" y="1567867"/>
                  </a:lnTo>
                  <a:lnTo>
                    <a:pt x="1823098" y="1604481"/>
                  </a:lnTo>
                  <a:lnTo>
                    <a:pt x="1794490" y="1639819"/>
                  </a:lnTo>
                  <a:lnTo>
                    <a:pt x="1764321" y="1673830"/>
                  </a:lnTo>
                  <a:lnTo>
                    <a:pt x="1732645" y="1706461"/>
                  </a:lnTo>
                  <a:lnTo>
                    <a:pt x="1699514" y="1737658"/>
                  </a:lnTo>
                  <a:lnTo>
                    <a:pt x="1664981" y="1767371"/>
                  </a:lnTo>
                  <a:lnTo>
                    <a:pt x="1629100" y="1795546"/>
                  </a:lnTo>
                  <a:lnTo>
                    <a:pt x="1591924" y="1822131"/>
                  </a:lnTo>
                  <a:lnTo>
                    <a:pt x="1553505" y="1847074"/>
                  </a:lnTo>
                  <a:lnTo>
                    <a:pt x="1513898" y="1870323"/>
                  </a:lnTo>
                  <a:lnTo>
                    <a:pt x="1473155" y="1891825"/>
                  </a:lnTo>
                  <a:lnTo>
                    <a:pt x="1431330" y="1911527"/>
                  </a:lnTo>
                  <a:lnTo>
                    <a:pt x="1388475" y="1929378"/>
                  </a:lnTo>
                  <a:lnTo>
                    <a:pt x="1344644" y="1945325"/>
                  </a:lnTo>
                  <a:lnTo>
                    <a:pt x="1299890" y="1959315"/>
                  </a:lnTo>
                  <a:lnTo>
                    <a:pt x="1254266" y="1971297"/>
                  </a:lnTo>
                  <a:lnTo>
                    <a:pt x="1207826" y="1981218"/>
                  </a:lnTo>
                  <a:lnTo>
                    <a:pt x="1160622" y="1989025"/>
                  </a:lnTo>
                  <a:lnTo>
                    <a:pt x="1112707" y="1994667"/>
                  </a:lnTo>
                  <a:lnTo>
                    <a:pt x="1064136" y="1998090"/>
                  </a:lnTo>
                  <a:lnTo>
                    <a:pt x="1014960" y="1999243"/>
                  </a:lnTo>
                  <a:lnTo>
                    <a:pt x="965784" y="1998090"/>
                  </a:lnTo>
                  <a:lnTo>
                    <a:pt x="917213" y="1994667"/>
                  </a:lnTo>
                  <a:lnTo>
                    <a:pt x="869298" y="1989025"/>
                  </a:lnTo>
                  <a:lnTo>
                    <a:pt x="822094" y="1981218"/>
                  </a:lnTo>
                  <a:lnTo>
                    <a:pt x="775653" y="1971297"/>
                  </a:lnTo>
                  <a:lnTo>
                    <a:pt x="730029" y="1959315"/>
                  </a:lnTo>
                  <a:lnTo>
                    <a:pt x="685275" y="1945325"/>
                  </a:lnTo>
                  <a:lnTo>
                    <a:pt x="641444" y="1929378"/>
                  </a:lnTo>
                  <a:lnTo>
                    <a:pt x="598590" y="1911527"/>
                  </a:lnTo>
                  <a:lnTo>
                    <a:pt x="556764" y="1891825"/>
                  </a:lnTo>
                  <a:lnTo>
                    <a:pt x="516021" y="1870323"/>
                  </a:lnTo>
                  <a:lnTo>
                    <a:pt x="476414" y="1847074"/>
                  </a:lnTo>
                  <a:lnTo>
                    <a:pt x="437996" y="1822131"/>
                  </a:lnTo>
                  <a:lnTo>
                    <a:pt x="400820" y="1795546"/>
                  </a:lnTo>
                  <a:lnTo>
                    <a:pt x="364939" y="1767371"/>
                  </a:lnTo>
                  <a:lnTo>
                    <a:pt x="330406" y="1737658"/>
                  </a:lnTo>
                  <a:lnTo>
                    <a:pt x="297275" y="1706461"/>
                  </a:lnTo>
                  <a:lnTo>
                    <a:pt x="265598" y="1673830"/>
                  </a:lnTo>
                  <a:lnTo>
                    <a:pt x="235430" y="1639819"/>
                  </a:lnTo>
                  <a:lnTo>
                    <a:pt x="206822" y="1604481"/>
                  </a:lnTo>
                  <a:lnTo>
                    <a:pt x="179829" y="1567867"/>
                  </a:lnTo>
                  <a:lnTo>
                    <a:pt x="154503" y="1530029"/>
                  </a:lnTo>
                  <a:lnTo>
                    <a:pt x="130897" y="1491021"/>
                  </a:lnTo>
                  <a:lnTo>
                    <a:pt x="109066" y="1450894"/>
                  </a:lnTo>
                  <a:lnTo>
                    <a:pt x="89061" y="1409701"/>
                  </a:lnTo>
                  <a:lnTo>
                    <a:pt x="70936" y="1367494"/>
                  </a:lnTo>
                  <a:lnTo>
                    <a:pt x="54745" y="1324325"/>
                  </a:lnTo>
                  <a:lnTo>
                    <a:pt x="40539" y="1280248"/>
                  </a:lnTo>
                  <a:lnTo>
                    <a:pt x="28374" y="1235314"/>
                  </a:lnTo>
                  <a:lnTo>
                    <a:pt x="18301" y="1189576"/>
                  </a:lnTo>
                  <a:lnTo>
                    <a:pt x="10374" y="1143085"/>
                  </a:lnTo>
                  <a:lnTo>
                    <a:pt x="4646" y="1095895"/>
                  </a:lnTo>
                  <a:lnTo>
                    <a:pt x="1170" y="1048058"/>
                  </a:lnTo>
                  <a:lnTo>
                    <a:pt x="0" y="999626"/>
                  </a:lnTo>
                  <a:close/>
                </a:path>
              </a:pathLst>
            </a:custGeom>
            <a:ln w="25371">
              <a:solidFill>
                <a:srgbClr val="72990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44B024C3-F3FC-42BC-A71F-E26782CF582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5710" y="2262011"/>
              <a:ext cx="164928" cy="164902"/>
            </a:xfrm>
            <a:prstGeom prst="rect">
              <a:avLst/>
            </a:prstGeom>
          </p:spPr>
        </p:pic>
        <p:pic>
          <p:nvPicPr>
            <p:cNvPr id="14" name="object 11">
              <a:extLst>
                <a:ext uri="{FF2B5EF4-FFF2-40B4-BE49-F238E27FC236}">
                  <a16:creationId xmlns:a16="http://schemas.microsoft.com/office/drawing/2014/main" id="{22F376F0-A121-5280-D29D-F9E21B74C11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36268" y="3469171"/>
              <a:ext cx="164928" cy="164902"/>
            </a:xfrm>
            <a:prstGeom prst="rect">
              <a:avLst/>
            </a:prstGeom>
          </p:spPr>
        </p:pic>
        <p:pic>
          <p:nvPicPr>
            <p:cNvPr id="15" name="object 12">
              <a:extLst>
                <a:ext uri="{FF2B5EF4-FFF2-40B4-BE49-F238E27FC236}">
                  <a16:creationId xmlns:a16="http://schemas.microsoft.com/office/drawing/2014/main" id="{FB3115B4-B3FC-F353-B69F-A4B1D52614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8766" y="2262011"/>
              <a:ext cx="164928" cy="164902"/>
            </a:xfrm>
            <a:prstGeom prst="rect">
              <a:avLst/>
            </a:prstGeom>
          </p:spPr>
        </p:pic>
        <p:pic>
          <p:nvPicPr>
            <p:cNvPr id="16" name="object 13">
              <a:extLst>
                <a:ext uri="{FF2B5EF4-FFF2-40B4-BE49-F238E27FC236}">
                  <a16:creationId xmlns:a16="http://schemas.microsoft.com/office/drawing/2014/main" id="{2CB8026A-4442-7E1E-7F5A-44E8CDD2C76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32457" y="1620977"/>
              <a:ext cx="162097" cy="1321727"/>
            </a:xfrm>
            <a:prstGeom prst="rect">
              <a:avLst/>
            </a:prstGeom>
          </p:spPr>
        </p:pic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5C6B1B23-360E-F8F0-F577-EBA7A7759E7C}"/>
                </a:ext>
              </a:extLst>
            </p:cNvPr>
            <p:cNvSpPr/>
            <p:nvPr/>
          </p:nvSpPr>
          <p:spPr>
            <a:xfrm>
              <a:off x="2106040" y="1646809"/>
              <a:ext cx="12700" cy="1230630"/>
            </a:xfrm>
            <a:custGeom>
              <a:avLst/>
              <a:gdLst/>
              <a:ahLst/>
              <a:cxnLst/>
              <a:rect l="l" t="t" r="r" b="b"/>
              <a:pathLst>
                <a:path w="12700" h="1230630">
                  <a:moveTo>
                    <a:pt x="0" y="0"/>
                  </a:moveTo>
                  <a:lnTo>
                    <a:pt x="12687" y="1230406"/>
                  </a:lnTo>
                </a:path>
              </a:pathLst>
            </a:custGeom>
            <a:ln w="57091">
              <a:solidFill>
                <a:srgbClr val="706868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18" name="object 15">
              <a:extLst>
                <a:ext uri="{FF2B5EF4-FFF2-40B4-BE49-F238E27FC236}">
                  <a16:creationId xmlns:a16="http://schemas.microsoft.com/office/drawing/2014/main" id="{6D062182-1CE5-A7A0-9ABF-5BEBD768D3E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8803" y="2813858"/>
              <a:ext cx="1354975" cy="918556"/>
            </a:xfrm>
            <a:prstGeom prst="rect">
              <a:avLst/>
            </a:prstGeom>
          </p:spPr>
        </p:pic>
        <p:sp>
          <p:nvSpPr>
            <p:cNvPr id="20" name="object 16">
              <a:extLst>
                <a:ext uri="{FF2B5EF4-FFF2-40B4-BE49-F238E27FC236}">
                  <a16:creationId xmlns:a16="http://schemas.microsoft.com/office/drawing/2014/main" id="{96D9278A-267B-F7C0-A720-EDF043A9269F}"/>
                </a:ext>
              </a:extLst>
            </p:cNvPr>
            <p:cNvSpPr/>
            <p:nvPr/>
          </p:nvSpPr>
          <p:spPr>
            <a:xfrm>
              <a:off x="881747" y="2864530"/>
              <a:ext cx="1231265" cy="780415"/>
            </a:xfrm>
            <a:custGeom>
              <a:avLst/>
              <a:gdLst/>
              <a:ahLst/>
              <a:cxnLst/>
              <a:rect l="l" t="t" r="r" b="b"/>
              <a:pathLst>
                <a:path w="1231264" h="780414">
                  <a:moveTo>
                    <a:pt x="0" y="780103"/>
                  </a:moveTo>
                  <a:lnTo>
                    <a:pt x="1230639" y="0"/>
                  </a:lnTo>
                </a:path>
              </a:pathLst>
            </a:custGeom>
            <a:ln w="57083">
              <a:solidFill>
                <a:srgbClr val="706868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21" name="object 17">
              <a:extLst>
                <a:ext uri="{FF2B5EF4-FFF2-40B4-BE49-F238E27FC236}">
                  <a16:creationId xmlns:a16="http://schemas.microsoft.com/office/drawing/2014/main" id="{BA1F5D49-9DB2-20FE-241B-8F45CDF70F6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65705" y="2809704"/>
              <a:ext cx="1305102" cy="906086"/>
            </a:xfrm>
            <a:prstGeom prst="rect">
              <a:avLst/>
            </a:prstGeom>
          </p:spPr>
        </p:pic>
      </p:grpSp>
      <p:sp>
        <p:nvSpPr>
          <p:cNvPr id="22" name="object 18">
            <a:extLst>
              <a:ext uri="{FF2B5EF4-FFF2-40B4-BE49-F238E27FC236}">
                <a16:creationId xmlns:a16="http://schemas.microsoft.com/office/drawing/2014/main" id="{64EA9C1F-953C-C770-7F61-F75239A74A5A}"/>
              </a:ext>
            </a:extLst>
          </p:cNvPr>
          <p:cNvSpPr txBox="1"/>
          <p:nvPr/>
        </p:nvSpPr>
        <p:spPr>
          <a:xfrm>
            <a:off x="2128591" y="4937543"/>
            <a:ext cx="2714075" cy="341226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2133">
                <a:latin typeface="Arial MT"/>
                <a:cs typeface="Arial MT"/>
              </a:rPr>
              <a:t>disparate</a:t>
            </a:r>
            <a:r>
              <a:rPr sz="2133" spc="101">
                <a:latin typeface="Arial MT"/>
                <a:cs typeface="Arial MT"/>
              </a:rPr>
              <a:t> </a:t>
            </a:r>
            <a:r>
              <a:rPr sz="2133">
                <a:latin typeface="Arial MT"/>
                <a:cs typeface="Arial MT"/>
              </a:rPr>
              <a:t>cluster</a:t>
            </a:r>
            <a:r>
              <a:rPr sz="2133" spc="107">
                <a:latin typeface="Arial MT"/>
                <a:cs typeface="Arial MT"/>
              </a:rPr>
              <a:t> </a:t>
            </a:r>
            <a:r>
              <a:rPr sz="2133" spc="-27">
                <a:latin typeface="Arial MT"/>
                <a:cs typeface="Arial MT"/>
              </a:rPr>
              <a:t>sizes</a:t>
            </a:r>
            <a:endParaRPr sz="2133">
              <a:latin typeface="Arial MT"/>
              <a:cs typeface="Arial MT"/>
            </a:endParaRPr>
          </a:p>
        </p:txBody>
      </p:sp>
      <p:sp>
        <p:nvSpPr>
          <p:cNvPr id="23" name="object 19">
            <a:extLst>
              <a:ext uri="{FF2B5EF4-FFF2-40B4-BE49-F238E27FC236}">
                <a16:creationId xmlns:a16="http://schemas.microsoft.com/office/drawing/2014/main" id="{7E2696EA-E24E-5D98-7C99-C180DA9DCC8A}"/>
              </a:ext>
            </a:extLst>
          </p:cNvPr>
          <p:cNvSpPr txBox="1"/>
          <p:nvPr/>
        </p:nvSpPr>
        <p:spPr>
          <a:xfrm>
            <a:off x="8103004" y="4055218"/>
            <a:ext cx="2504101" cy="341226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2133">
                <a:latin typeface="Arial MT"/>
                <a:cs typeface="Arial MT"/>
              </a:rPr>
              <a:t>overlapping</a:t>
            </a:r>
            <a:r>
              <a:rPr sz="2133" spc="309">
                <a:latin typeface="Arial MT"/>
                <a:cs typeface="Arial MT"/>
              </a:rPr>
              <a:t> </a:t>
            </a:r>
            <a:r>
              <a:rPr sz="2133" spc="-11">
                <a:latin typeface="Arial MT"/>
                <a:cs typeface="Arial MT"/>
              </a:rPr>
              <a:t>clusters</a:t>
            </a:r>
            <a:endParaRPr sz="2133">
              <a:latin typeface="Arial MT"/>
              <a:cs typeface="Arial MT"/>
            </a:endParaRPr>
          </a:p>
        </p:txBody>
      </p:sp>
      <p:pic>
        <p:nvPicPr>
          <p:cNvPr id="24" name="object 20">
            <a:extLst>
              <a:ext uri="{FF2B5EF4-FFF2-40B4-BE49-F238E27FC236}">
                <a16:creationId xmlns:a16="http://schemas.microsoft.com/office/drawing/2014/main" id="{A5F4001D-4C48-A80B-A206-95F644F17725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79490" y="4169034"/>
            <a:ext cx="2219010" cy="2499515"/>
          </a:xfrm>
          <a:prstGeom prst="rect">
            <a:avLst/>
          </a:prstGeom>
        </p:spPr>
      </p:pic>
      <p:pic>
        <p:nvPicPr>
          <p:cNvPr id="25" name="object 21">
            <a:extLst>
              <a:ext uri="{FF2B5EF4-FFF2-40B4-BE49-F238E27FC236}">
                <a16:creationId xmlns:a16="http://schemas.microsoft.com/office/drawing/2014/main" id="{DCBC049F-E43F-1A82-937E-AE3DBF2566C0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49079" y="958846"/>
            <a:ext cx="3785962" cy="2896407"/>
          </a:xfrm>
          <a:prstGeom prst="rect">
            <a:avLst/>
          </a:prstGeom>
        </p:spPr>
      </p:pic>
      <p:sp>
        <p:nvSpPr>
          <p:cNvPr id="26" name="object 22">
            <a:extLst>
              <a:ext uri="{FF2B5EF4-FFF2-40B4-BE49-F238E27FC236}">
                <a16:creationId xmlns:a16="http://schemas.microsoft.com/office/drawing/2014/main" id="{9E5EBFD2-8015-5E23-4700-FE4E6FF51F80}"/>
              </a:ext>
            </a:extLst>
          </p:cNvPr>
          <p:cNvSpPr txBox="1"/>
          <p:nvPr/>
        </p:nvSpPr>
        <p:spPr>
          <a:xfrm>
            <a:off x="7108668" y="5668184"/>
            <a:ext cx="2138341" cy="669456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 marR="5419">
              <a:spcBef>
                <a:spcPts val="101"/>
              </a:spcBef>
            </a:pPr>
            <a:r>
              <a:rPr sz="2133">
                <a:latin typeface="Arial MT"/>
                <a:cs typeface="Arial MT"/>
              </a:rPr>
              <a:t>different</a:t>
            </a:r>
            <a:r>
              <a:rPr sz="2133" spc="427">
                <a:latin typeface="Arial MT"/>
                <a:cs typeface="Arial MT"/>
              </a:rPr>
              <a:t> </a:t>
            </a:r>
            <a:r>
              <a:rPr sz="2133" spc="-11">
                <a:latin typeface="Arial MT"/>
                <a:cs typeface="Arial MT"/>
              </a:rPr>
              <a:t>shaped/ </a:t>
            </a:r>
            <a:r>
              <a:rPr sz="2133">
                <a:latin typeface="Arial MT"/>
                <a:cs typeface="Arial MT"/>
              </a:rPr>
              <a:t>oriented</a:t>
            </a:r>
            <a:r>
              <a:rPr sz="2133" spc="363">
                <a:latin typeface="Arial MT"/>
                <a:cs typeface="Arial MT"/>
              </a:rPr>
              <a:t> </a:t>
            </a:r>
            <a:r>
              <a:rPr sz="2133" spc="-11">
                <a:latin typeface="Arial MT"/>
                <a:cs typeface="Arial MT"/>
              </a:rPr>
              <a:t>clusters</a:t>
            </a:r>
            <a:endParaRPr sz="2133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8BBC913-F8B8-2DB5-1CA3-EAAFFB6F8296}"/>
                  </a:ext>
                </a:extLst>
              </p14:cNvPr>
              <p14:cNvContentPartPr/>
              <p14:nvPr/>
            </p14:nvContentPartPr>
            <p14:xfrm>
              <a:off x="1907293" y="1678300"/>
              <a:ext cx="2658960" cy="24796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8BBC913-F8B8-2DB5-1CA3-EAAFFB6F829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96493" y="1667860"/>
                <a:ext cx="2680200" cy="250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A1E90E0-024D-F945-2B3D-21B5D47F3174}"/>
                  </a:ext>
                </a:extLst>
              </p14:cNvPr>
              <p14:cNvContentPartPr/>
              <p14:nvPr/>
            </p14:nvContentPartPr>
            <p14:xfrm>
              <a:off x="3084853" y="2493340"/>
              <a:ext cx="73800" cy="957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A1E90E0-024D-F945-2B3D-21B5D47F317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74413" y="2482540"/>
                <a:ext cx="9504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6376AC2-D316-C6D0-F3C4-846CB3E9DA7A}"/>
                  </a:ext>
                </a:extLst>
              </p14:cNvPr>
              <p14:cNvContentPartPr/>
              <p14:nvPr/>
            </p14:nvContentPartPr>
            <p14:xfrm>
              <a:off x="3106093" y="2498380"/>
              <a:ext cx="105480" cy="90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6376AC2-D316-C6D0-F3C4-846CB3E9DA7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95293" y="2487940"/>
                <a:ext cx="12672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679B6AC-CD34-FA31-EFDA-5675E8D2E03F}"/>
                  </a:ext>
                </a:extLst>
              </p14:cNvPr>
              <p14:cNvContentPartPr/>
              <p14:nvPr/>
            </p14:nvContentPartPr>
            <p14:xfrm>
              <a:off x="2128333" y="2017060"/>
              <a:ext cx="2708280" cy="28472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679B6AC-CD34-FA31-EFDA-5675E8D2E03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17534" y="2006260"/>
                <a:ext cx="2729517" cy="28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FBF0E04-B6E4-3804-1D9D-66EE0DB08545}"/>
                  </a:ext>
                </a:extLst>
              </p14:cNvPr>
              <p14:cNvContentPartPr/>
              <p14:nvPr/>
            </p14:nvContentPartPr>
            <p14:xfrm>
              <a:off x="3029053" y="2144500"/>
              <a:ext cx="291240" cy="3625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FBF0E04-B6E4-3804-1D9D-66EE0DB0854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018253" y="2134060"/>
                <a:ext cx="31248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0198255-24AC-5F3B-F245-0B2C5B0FFBCB}"/>
                  </a:ext>
                </a:extLst>
              </p14:cNvPr>
              <p14:cNvContentPartPr/>
              <p14:nvPr/>
            </p14:nvContentPartPr>
            <p14:xfrm>
              <a:off x="2715493" y="2496220"/>
              <a:ext cx="604080" cy="5742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0198255-24AC-5F3B-F245-0B2C5B0FFBC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705053" y="2485420"/>
                <a:ext cx="62532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410D5A6-9319-7D6C-9E23-6807842B92A9}"/>
                  </a:ext>
                </a:extLst>
              </p14:cNvPr>
              <p14:cNvContentPartPr/>
              <p14:nvPr/>
            </p14:nvContentPartPr>
            <p14:xfrm>
              <a:off x="2863093" y="2467420"/>
              <a:ext cx="285480" cy="1584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410D5A6-9319-7D6C-9E23-6807842B92A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852653" y="2456620"/>
                <a:ext cx="3067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290C716-3429-4824-656B-D13885838BB3}"/>
                  </a:ext>
                </a:extLst>
              </p14:cNvPr>
              <p14:cNvContentPartPr/>
              <p14:nvPr/>
            </p14:nvContentPartPr>
            <p14:xfrm>
              <a:off x="2100613" y="2038300"/>
              <a:ext cx="767520" cy="8524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290C716-3429-4824-656B-D13885838BB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089813" y="2027500"/>
                <a:ext cx="788760" cy="87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54F465A-6F12-8A4C-5FE4-A535B13CBE4A}"/>
                  </a:ext>
                </a:extLst>
              </p14:cNvPr>
              <p14:cNvContentPartPr/>
              <p14:nvPr/>
            </p14:nvContentPartPr>
            <p14:xfrm>
              <a:off x="2396893" y="2699620"/>
              <a:ext cx="2032200" cy="22546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54F465A-6F12-8A4C-5FE4-A535B13CBE4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386453" y="2689180"/>
                <a:ext cx="2053440" cy="22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F1CF833-9FED-5077-2E33-EFEC96201C2C}"/>
                  </a:ext>
                </a:extLst>
              </p14:cNvPr>
              <p14:cNvContentPartPr/>
              <p14:nvPr/>
            </p14:nvContentPartPr>
            <p14:xfrm>
              <a:off x="3138493" y="2525020"/>
              <a:ext cx="557640" cy="15184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F1CF833-9FED-5077-2E33-EFEC96201C2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127693" y="2514220"/>
                <a:ext cx="578880" cy="153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3E416DCE-3226-C0F6-375B-EAB39D50B1A5}"/>
                  </a:ext>
                </a:extLst>
              </p14:cNvPr>
              <p14:cNvContentPartPr/>
              <p14:nvPr/>
            </p14:nvContentPartPr>
            <p14:xfrm>
              <a:off x="5409733" y="4893460"/>
              <a:ext cx="1059480" cy="12121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3E416DCE-3226-C0F6-375B-EAB39D50B1A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398933" y="4882660"/>
                <a:ext cx="1080720" cy="12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8692DE1-59B7-181F-9968-3957DE2400A2}"/>
                  </a:ext>
                </a:extLst>
              </p14:cNvPr>
              <p14:cNvContentPartPr/>
              <p14:nvPr/>
            </p14:nvContentPartPr>
            <p14:xfrm>
              <a:off x="7467493" y="1571380"/>
              <a:ext cx="1687320" cy="19670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8692DE1-59B7-181F-9968-3957DE2400A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457053" y="1560580"/>
                <a:ext cx="1708560" cy="19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EC36746-8EE0-3C22-3757-B0F61CC804AA}"/>
                  </a:ext>
                </a:extLst>
              </p14:cNvPr>
              <p14:cNvContentPartPr/>
              <p14:nvPr/>
            </p14:nvContentPartPr>
            <p14:xfrm>
              <a:off x="2403373" y="2690260"/>
              <a:ext cx="2179440" cy="23169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EC36746-8EE0-3C22-3757-B0F61CC804A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392933" y="2679460"/>
                <a:ext cx="2200680" cy="233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979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69A3B-79F5-31F5-56C6-6A78ED4B0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D109C03-CA36-6EBB-06BA-2AD1575505E9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7F0CA7AB-A8D6-8172-102B-602D0D504130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57618-D3F0-1798-AC9D-6934837FA06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21A971D-23B0-6AD6-B43C-A49FEEA06855}"/>
              </a:ext>
            </a:extLst>
          </p:cNvPr>
          <p:cNvSpPr txBox="1">
            <a:spLocks/>
          </p:cNvSpPr>
          <p:nvPr/>
        </p:nvSpPr>
        <p:spPr>
          <a:xfrm>
            <a:off x="1502075" y="66695"/>
            <a:ext cx="7575973" cy="1321045"/>
          </a:xfrm>
          <a:prstGeom prst="rect">
            <a:avLst/>
          </a:prstGeom>
        </p:spPr>
        <p:txBody>
          <a:bodyPr vert="horz" wrap="square" lIns="0" tIns="12869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547" algn="l">
              <a:lnSpc>
                <a:spcPts val="5115"/>
              </a:lnSpc>
              <a:spcBef>
                <a:spcPts val="101"/>
              </a:spcBef>
            </a:pPr>
            <a:r>
              <a:rPr lang="en-US" sz="4267" spc="80">
                <a:solidFill>
                  <a:schemeClr val="bg1"/>
                </a:solidFill>
              </a:rPr>
              <a:t>Motivates</a:t>
            </a:r>
            <a:r>
              <a:rPr lang="en-US" sz="4267" spc="-64">
                <a:solidFill>
                  <a:schemeClr val="bg1"/>
                </a:solidFill>
              </a:rPr>
              <a:t> </a:t>
            </a:r>
            <a:r>
              <a:rPr lang="en-US" sz="4267" spc="117">
                <a:solidFill>
                  <a:schemeClr val="bg1"/>
                </a:solidFill>
              </a:rPr>
              <a:t>probabilistic</a:t>
            </a:r>
            <a:r>
              <a:rPr lang="en-US" sz="4267" spc="-59">
                <a:solidFill>
                  <a:schemeClr val="bg1"/>
                </a:solidFill>
              </a:rPr>
              <a:t> </a:t>
            </a:r>
            <a:r>
              <a:rPr lang="en-US" sz="4267" spc="160">
                <a:solidFill>
                  <a:schemeClr val="bg1"/>
                </a:solidFill>
              </a:rPr>
              <a:t>model:</a:t>
            </a:r>
            <a:endParaRPr lang="en-US" sz="4267">
              <a:solidFill>
                <a:schemeClr val="bg1"/>
              </a:solidFill>
            </a:endParaRPr>
          </a:p>
          <a:p>
            <a:pPr marL="13547" algn="l">
              <a:lnSpc>
                <a:spcPts val="5115"/>
              </a:lnSpc>
            </a:pPr>
            <a:r>
              <a:rPr lang="en-US" sz="4267" spc="197">
                <a:solidFill>
                  <a:schemeClr val="bg1"/>
                </a:solidFill>
              </a:rPr>
              <a:t>mixture</a:t>
            </a:r>
            <a:r>
              <a:rPr lang="en-US" sz="4267" spc="-139">
                <a:solidFill>
                  <a:schemeClr val="bg1"/>
                </a:solidFill>
              </a:rPr>
              <a:t> </a:t>
            </a:r>
            <a:r>
              <a:rPr lang="en-US" sz="4267" spc="197">
                <a:solidFill>
                  <a:schemeClr val="bg1"/>
                </a:solidFill>
              </a:rPr>
              <a:t>model</a:t>
            </a:r>
            <a:endParaRPr lang="en-US" sz="4267">
              <a:solidFill>
                <a:schemeClr val="bg1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3A34F17-7840-D1A4-F6C3-478FD723C191}"/>
              </a:ext>
            </a:extLst>
          </p:cNvPr>
          <p:cNvSpPr txBox="1"/>
          <p:nvPr/>
        </p:nvSpPr>
        <p:spPr>
          <a:xfrm>
            <a:off x="1766658" y="1617983"/>
            <a:ext cx="7951893" cy="4731744"/>
          </a:xfrm>
          <a:prstGeom prst="rect">
            <a:avLst/>
          </a:prstGeom>
        </p:spPr>
        <p:txBody>
          <a:bodyPr vert="horz" wrap="square" lIns="0" tIns="34543" rIns="0" bIns="0" rtlCol="0">
            <a:spAutoFit/>
          </a:bodyPr>
          <a:lstStyle/>
          <a:p>
            <a:pPr marL="378641" marR="262812" indent="-365771">
              <a:lnSpc>
                <a:spcPts val="3520"/>
              </a:lnSpc>
              <a:spcBef>
                <a:spcPts val="271"/>
              </a:spcBef>
              <a:buClr>
                <a:srgbClr val="5D5555"/>
              </a:buClr>
              <a:buChar char="•"/>
              <a:tabLst>
                <a:tab pos="378641" algn="l"/>
              </a:tabLst>
            </a:pPr>
            <a:r>
              <a:rPr sz="2987">
                <a:solidFill>
                  <a:srgbClr val="2B2728"/>
                </a:solidFill>
                <a:latin typeface="Arial MT"/>
                <a:cs typeface="Arial MT"/>
              </a:rPr>
              <a:t>Provides</a:t>
            </a:r>
            <a:r>
              <a:rPr sz="2987" spc="69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987" spc="128">
                <a:solidFill>
                  <a:srgbClr val="2B2728"/>
                </a:solidFill>
                <a:latin typeface="Arial MT"/>
                <a:cs typeface="Arial MT"/>
              </a:rPr>
              <a:t>soft</a:t>
            </a:r>
            <a:r>
              <a:rPr sz="2987" spc="-5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987">
                <a:solidFill>
                  <a:srgbClr val="2B2728"/>
                </a:solidFill>
                <a:latin typeface="Arial MT"/>
                <a:cs typeface="Arial MT"/>
              </a:rPr>
              <a:t>assignments</a:t>
            </a:r>
            <a:r>
              <a:rPr sz="2987" spc="-1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987" spc="149">
                <a:solidFill>
                  <a:srgbClr val="2B2728"/>
                </a:solidFill>
                <a:latin typeface="Arial MT"/>
                <a:cs typeface="Arial MT"/>
              </a:rPr>
              <a:t>of</a:t>
            </a:r>
            <a:r>
              <a:rPr sz="2987" spc="75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987" spc="-11">
                <a:solidFill>
                  <a:srgbClr val="2B2728"/>
                </a:solidFill>
                <a:latin typeface="Arial MT"/>
                <a:cs typeface="Arial MT"/>
              </a:rPr>
              <a:t>observations </a:t>
            </a:r>
            <a:r>
              <a:rPr sz="2987" spc="171">
                <a:solidFill>
                  <a:srgbClr val="2B2728"/>
                </a:solidFill>
                <a:latin typeface="Arial MT"/>
                <a:cs typeface="Arial MT"/>
              </a:rPr>
              <a:t>to</a:t>
            </a:r>
            <a:r>
              <a:rPr sz="2987" spc="112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987">
                <a:solidFill>
                  <a:srgbClr val="2B2728"/>
                </a:solidFill>
                <a:latin typeface="Arial MT"/>
                <a:cs typeface="Arial MT"/>
              </a:rPr>
              <a:t>clusters</a:t>
            </a:r>
            <a:r>
              <a:rPr sz="2987" spc="117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987">
                <a:solidFill>
                  <a:srgbClr val="2B2728"/>
                </a:solidFill>
                <a:latin typeface="Arial MT"/>
                <a:cs typeface="Arial MT"/>
              </a:rPr>
              <a:t>(uncertainty</a:t>
            </a:r>
            <a:r>
              <a:rPr sz="2987" spc="112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987" spc="53">
                <a:solidFill>
                  <a:srgbClr val="2B2728"/>
                </a:solidFill>
                <a:latin typeface="Arial MT"/>
                <a:cs typeface="Arial MT"/>
              </a:rPr>
              <a:t>in</a:t>
            </a:r>
            <a:r>
              <a:rPr sz="2987" spc="117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987" spc="-11">
                <a:solidFill>
                  <a:srgbClr val="2B2728"/>
                </a:solidFill>
                <a:latin typeface="Arial MT"/>
                <a:cs typeface="Arial MT"/>
              </a:rPr>
              <a:t>assignment)</a:t>
            </a:r>
            <a:endParaRPr sz="2987">
              <a:latin typeface="Arial MT"/>
              <a:cs typeface="Arial MT"/>
            </a:endParaRPr>
          </a:p>
          <a:p>
            <a:pPr marL="797924" marR="334613" lvl="1" indent="-298036">
              <a:lnSpc>
                <a:spcPts val="3008"/>
              </a:lnSpc>
              <a:spcBef>
                <a:spcPts val="693"/>
              </a:spcBef>
              <a:buFont typeface="Lucida Sans Unicode"/>
              <a:buChar char="-"/>
              <a:tabLst>
                <a:tab pos="797924" algn="l"/>
                <a:tab pos="804020" algn="l"/>
              </a:tabLst>
            </a:pPr>
            <a:r>
              <a:rPr sz="2560">
                <a:solidFill>
                  <a:srgbClr val="5D5555"/>
                </a:solidFill>
                <a:latin typeface="Arial MT"/>
                <a:cs typeface="Arial MT"/>
              </a:rPr>
              <a:t>	</a:t>
            </a:r>
            <a:r>
              <a:rPr sz="2560" spc="-21">
                <a:solidFill>
                  <a:srgbClr val="2B2728"/>
                </a:solidFill>
                <a:latin typeface="Arial MT"/>
                <a:cs typeface="Arial MT"/>
              </a:rPr>
              <a:t>e.g., </a:t>
            </a:r>
            <a:r>
              <a:rPr sz="2560" spc="-112">
                <a:solidFill>
                  <a:srgbClr val="2B2728"/>
                </a:solidFill>
                <a:latin typeface="Arial MT"/>
                <a:cs typeface="Arial MT"/>
              </a:rPr>
              <a:t>54%</a:t>
            </a:r>
            <a:r>
              <a:rPr sz="2560" spc="-2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560">
                <a:solidFill>
                  <a:srgbClr val="2B2728"/>
                </a:solidFill>
                <a:latin typeface="Arial MT"/>
                <a:cs typeface="Arial MT"/>
              </a:rPr>
              <a:t>chance</a:t>
            </a:r>
            <a:r>
              <a:rPr sz="2560" spc="-2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560" spc="96">
                <a:solidFill>
                  <a:srgbClr val="2B2728"/>
                </a:solidFill>
                <a:latin typeface="Arial MT"/>
                <a:cs typeface="Arial MT"/>
              </a:rPr>
              <a:t>document</a:t>
            </a:r>
            <a:r>
              <a:rPr sz="2560" spc="-16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560">
                <a:solidFill>
                  <a:srgbClr val="2B2728"/>
                </a:solidFill>
                <a:latin typeface="Arial MT"/>
                <a:cs typeface="Arial MT"/>
              </a:rPr>
              <a:t>is</a:t>
            </a:r>
            <a:r>
              <a:rPr sz="2560" spc="-2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560" spc="107">
                <a:solidFill>
                  <a:srgbClr val="118CC4"/>
                </a:solidFill>
                <a:latin typeface="Arial MT"/>
                <a:cs typeface="Arial MT"/>
              </a:rPr>
              <a:t>world</a:t>
            </a:r>
            <a:r>
              <a:rPr sz="2560" spc="-21">
                <a:solidFill>
                  <a:srgbClr val="118CC4"/>
                </a:solidFill>
                <a:latin typeface="Arial MT"/>
                <a:cs typeface="Arial MT"/>
              </a:rPr>
              <a:t> </a:t>
            </a:r>
            <a:r>
              <a:rPr sz="2560" spc="-11">
                <a:solidFill>
                  <a:srgbClr val="118CC4"/>
                </a:solidFill>
                <a:latin typeface="Arial MT"/>
                <a:cs typeface="Arial MT"/>
              </a:rPr>
              <a:t>news</a:t>
            </a:r>
            <a:r>
              <a:rPr sz="2560" spc="-11">
                <a:latin typeface="Arial MT"/>
                <a:cs typeface="Arial MT"/>
              </a:rPr>
              <a:t>, </a:t>
            </a:r>
            <a:r>
              <a:rPr sz="2560" spc="-112">
                <a:latin typeface="Arial MT"/>
                <a:cs typeface="Arial MT"/>
              </a:rPr>
              <a:t>45%</a:t>
            </a:r>
            <a:r>
              <a:rPr sz="2560" spc="-5">
                <a:latin typeface="Arial MT"/>
                <a:cs typeface="Arial MT"/>
              </a:rPr>
              <a:t> </a:t>
            </a:r>
            <a:r>
              <a:rPr sz="2560">
                <a:solidFill>
                  <a:srgbClr val="FC5507"/>
                </a:solidFill>
                <a:latin typeface="Arial MT"/>
                <a:cs typeface="Arial MT"/>
              </a:rPr>
              <a:t>science</a:t>
            </a:r>
            <a:r>
              <a:rPr sz="2560">
                <a:latin typeface="Arial MT"/>
                <a:cs typeface="Arial MT"/>
              </a:rPr>
              <a:t>,</a:t>
            </a:r>
            <a:r>
              <a:rPr sz="2560" spc="-5">
                <a:latin typeface="Arial MT"/>
                <a:cs typeface="Arial MT"/>
              </a:rPr>
              <a:t> </a:t>
            </a:r>
            <a:r>
              <a:rPr sz="2560" spc="-336">
                <a:latin typeface="Arial MT"/>
                <a:cs typeface="Arial MT"/>
              </a:rPr>
              <a:t>1%</a:t>
            </a:r>
            <a:r>
              <a:rPr sz="2560" spc="-5">
                <a:latin typeface="Arial MT"/>
                <a:cs typeface="Arial MT"/>
              </a:rPr>
              <a:t> </a:t>
            </a:r>
            <a:r>
              <a:rPr sz="2560">
                <a:solidFill>
                  <a:srgbClr val="85BD05"/>
                </a:solidFill>
                <a:latin typeface="Arial MT"/>
                <a:cs typeface="Arial MT"/>
              </a:rPr>
              <a:t>sports</a:t>
            </a:r>
            <a:r>
              <a:rPr sz="2560">
                <a:latin typeface="Arial MT"/>
                <a:cs typeface="Arial MT"/>
              </a:rPr>
              <a:t>,</a:t>
            </a:r>
            <a:r>
              <a:rPr sz="2560" spc="-5">
                <a:latin typeface="Arial MT"/>
                <a:cs typeface="Arial MT"/>
              </a:rPr>
              <a:t> </a:t>
            </a:r>
            <a:r>
              <a:rPr sz="2560">
                <a:latin typeface="Arial MT"/>
                <a:cs typeface="Arial MT"/>
              </a:rPr>
              <a:t>and</a:t>
            </a:r>
            <a:r>
              <a:rPr sz="2560" spc="-5">
                <a:latin typeface="Arial MT"/>
                <a:cs typeface="Arial MT"/>
              </a:rPr>
              <a:t> </a:t>
            </a:r>
            <a:r>
              <a:rPr sz="2560" spc="-112">
                <a:latin typeface="Arial MT"/>
                <a:cs typeface="Arial MT"/>
              </a:rPr>
              <a:t>0%</a:t>
            </a:r>
            <a:r>
              <a:rPr sz="2560" spc="-5">
                <a:latin typeface="Arial MT"/>
                <a:cs typeface="Arial MT"/>
              </a:rPr>
              <a:t> </a:t>
            </a:r>
            <a:r>
              <a:rPr sz="2560" spc="48">
                <a:solidFill>
                  <a:srgbClr val="B0007E"/>
                </a:solidFill>
                <a:latin typeface="Arial MT"/>
                <a:cs typeface="Arial MT"/>
              </a:rPr>
              <a:t>entertainment</a:t>
            </a:r>
            <a:endParaRPr sz="2560">
              <a:latin typeface="Arial MT"/>
              <a:cs typeface="Arial MT"/>
            </a:endParaRPr>
          </a:p>
          <a:p>
            <a:pPr lvl="1">
              <a:spcBef>
                <a:spcPts val="1429"/>
              </a:spcBef>
              <a:buClr>
                <a:srgbClr val="5D5555"/>
              </a:buClr>
              <a:buFont typeface="Lucida Sans Unicode"/>
              <a:buChar char="-"/>
            </a:pPr>
            <a:endParaRPr sz="2560">
              <a:latin typeface="Arial MT"/>
              <a:cs typeface="Arial MT"/>
            </a:endParaRPr>
          </a:p>
          <a:p>
            <a:pPr marL="378641" indent="-365094">
              <a:buClr>
                <a:srgbClr val="5D5555"/>
              </a:buClr>
              <a:buChar char="•"/>
              <a:tabLst>
                <a:tab pos="378641" algn="l"/>
              </a:tabLst>
            </a:pPr>
            <a:r>
              <a:rPr sz="2987" spc="59">
                <a:solidFill>
                  <a:srgbClr val="2B2728"/>
                </a:solidFill>
                <a:latin typeface="Arial MT"/>
                <a:cs typeface="Arial MT"/>
              </a:rPr>
              <a:t>Accounts</a:t>
            </a:r>
            <a:r>
              <a:rPr sz="2987" spc="1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987" spc="112">
                <a:solidFill>
                  <a:srgbClr val="2B2728"/>
                </a:solidFill>
                <a:latin typeface="Arial MT"/>
                <a:cs typeface="Arial MT"/>
              </a:rPr>
              <a:t>for</a:t>
            </a:r>
            <a:r>
              <a:rPr sz="2987" spc="16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987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2987" spc="1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987" spc="-27">
                <a:solidFill>
                  <a:srgbClr val="B0007E"/>
                </a:solidFill>
                <a:latin typeface="Arial MT"/>
                <a:cs typeface="Arial MT"/>
              </a:rPr>
              <a:t>shapes</a:t>
            </a:r>
            <a:r>
              <a:rPr sz="2987" spc="16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987" spc="149">
                <a:latin typeface="Arial MT"/>
                <a:cs typeface="Arial MT"/>
              </a:rPr>
              <a:t>not</a:t>
            </a:r>
            <a:r>
              <a:rPr sz="2987" spc="11">
                <a:latin typeface="Arial MT"/>
                <a:cs typeface="Arial MT"/>
              </a:rPr>
              <a:t> </a:t>
            </a:r>
            <a:r>
              <a:rPr sz="2987">
                <a:latin typeface="Arial MT"/>
                <a:cs typeface="Arial MT"/>
              </a:rPr>
              <a:t>just</a:t>
            </a:r>
            <a:r>
              <a:rPr sz="2987" spc="16">
                <a:latin typeface="Arial MT"/>
                <a:cs typeface="Arial MT"/>
              </a:rPr>
              <a:t> </a:t>
            </a:r>
            <a:r>
              <a:rPr sz="2987" spc="-11">
                <a:solidFill>
                  <a:srgbClr val="B0007E"/>
                </a:solidFill>
                <a:latin typeface="Arial MT"/>
                <a:cs typeface="Arial MT"/>
              </a:rPr>
              <a:t>centers</a:t>
            </a:r>
            <a:endParaRPr sz="2987">
              <a:latin typeface="Arial MT"/>
              <a:cs typeface="Arial MT"/>
            </a:endParaRPr>
          </a:p>
          <a:p>
            <a:pPr>
              <a:spcBef>
                <a:spcPts val="971"/>
              </a:spcBef>
              <a:buClr>
                <a:srgbClr val="5D5555"/>
              </a:buClr>
              <a:buFont typeface="Arial MT"/>
              <a:buChar char="•"/>
            </a:pPr>
            <a:endParaRPr sz="2987">
              <a:latin typeface="Arial MT"/>
              <a:cs typeface="Arial MT"/>
            </a:endParaRPr>
          </a:p>
          <a:p>
            <a:pPr marL="378641" indent="-365094">
              <a:spcBef>
                <a:spcPts val="5"/>
              </a:spcBef>
              <a:buClr>
                <a:srgbClr val="5D5555"/>
              </a:buClr>
              <a:buChar char="•"/>
              <a:tabLst>
                <a:tab pos="378641" algn="l"/>
              </a:tabLst>
            </a:pPr>
            <a:r>
              <a:rPr sz="2987" spc="-32">
                <a:solidFill>
                  <a:srgbClr val="2B2728"/>
                </a:solidFill>
                <a:latin typeface="Arial MT"/>
                <a:cs typeface="Arial MT"/>
              </a:rPr>
              <a:t>Enables</a:t>
            </a:r>
            <a:r>
              <a:rPr sz="2987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987">
                <a:solidFill>
                  <a:srgbClr val="B0007E"/>
                </a:solidFill>
                <a:latin typeface="Arial MT"/>
                <a:cs typeface="Arial MT"/>
              </a:rPr>
              <a:t>learning</a:t>
            </a:r>
            <a:r>
              <a:rPr sz="2987" spc="5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987" spc="53">
                <a:solidFill>
                  <a:srgbClr val="B0007E"/>
                </a:solidFill>
                <a:latin typeface="Arial MT"/>
                <a:cs typeface="Arial MT"/>
              </a:rPr>
              <a:t>weightings</a:t>
            </a:r>
            <a:r>
              <a:rPr sz="2987" spc="5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987" spc="149">
                <a:solidFill>
                  <a:srgbClr val="2B2728"/>
                </a:solidFill>
                <a:latin typeface="Arial MT"/>
                <a:cs typeface="Arial MT"/>
              </a:rPr>
              <a:t>of</a:t>
            </a:r>
            <a:r>
              <a:rPr sz="2987" spc="5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987" spc="-11">
                <a:solidFill>
                  <a:srgbClr val="2B2728"/>
                </a:solidFill>
                <a:latin typeface="Arial MT"/>
                <a:cs typeface="Arial MT"/>
              </a:rPr>
              <a:t>dimensions</a:t>
            </a:r>
            <a:endParaRPr sz="2987">
              <a:latin typeface="Arial MT"/>
              <a:cs typeface="Arial MT"/>
            </a:endParaRPr>
          </a:p>
          <a:p>
            <a:pPr marL="797924" marR="38609" lvl="1" indent="-298036">
              <a:lnSpc>
                <a:spcPts val="3008"/>
              </a:lnSpc>
              <a:spcBef>
                <a:spcPts val="725"/>
              </a:spcBef>
              <a:buFont typeface="Lucida Sans Unicode"/>
              <a:buChar char="-"/>
              <a:tabLst>
                <a:tab pos="797924" algn="l"/>
                <a:tab pos="804020" algn="l"/>
              </a:tabLst>
            </a:pPr>
            <a:r>
              <a:rPr sz="2560">
                <a:solidFill>
                  <a:srgbClr val="5D5555"/>
                </a:solidFill>
                <a:latin typeface="Arial MT"/>
                <a:cs typeface="Arial MT"/>
              </a:rPr>
              <a:t>	</a:t>
            </a:r>
            <a:r>
              <a:rPr sz="2560" spc="-21">
                <a:solidFill>
                  <a:srgbClr val="2B2728"/>
                </a:solidFill>
                <a:latin typeface="Arial MT"/>
                <a:cs typeface="Arial MT"/>
              </a:rPr>
              <a:t>e.g.,</a:t>
            </a:r>
            <a:r>
              <a:rPr sz="2560" spc="-1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560" spc="139">
                <a:solidFill>
                  <a:srgbClr val="2B2728"/>
                </a:solidFill>
                <a:latin typeface="Arial MT"/>
                <a:cs typeface="Arial MT"/>
              </a:rPr>
              <a:t>how</a:t>
            </a:r>
            <a:r>
              <a:rPr sz="2560" spc="-1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560" spc="107">
                <a:solidFill>
                  <a:srgbClr val="2B2728"/>
                </a:solidFill>
                <a:latin typeface="Arial MT"/>
                <a:cs typeface="Arial MT"/>
              </a:rPr>
              <a:t>much</a:t>
            </a:r>
            <a:r>
              <a:rPr sz="2560" spc="-1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560" spc="149">
                <a:solidFill>
                  <a:srgbClr val="2B2728"/>
                </a:solidFill>
                <a:latin typeface="Arial MT"/>
                <a:cs typeface="Arial MT"/>
              </a:rPr>
              <a:t>to</a:t>
            </a:r>
            <a:r>
              <a:rPr sz="2560" spc="-1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560" spc="69">
                <a:solidFill>
                  <a:srgbClr val="2B2728"/>
                </a:solidFill>
                <a:latin typeface="Arial MT"/>
                <a:cs typeface="Arial MT"/>
              </a:rPr>
              <a:t>weight</a:t>
            </a:r>
            <a:r>
              <a:rPr sz="2560" spc="-1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560">
                <a:solidFill>
                  <a:srgbClr val="2B2728"/>
                </a:solidFill>
                <a:latin typeface="Arial MT"/>
                <a:cs typeface="Arial MT"/>
              </a:rPr>
              <a:t>each</a:t>
            </a:r>
            <a:r>
              <a:rPr sz="2560" spc="-1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560" spc="107">
                <a:solidFill>
                  <a:srgbClr val="2B2728"/>
                </a:solidFill>
                <a:latin typeface="Arial MT"/>
                <a:cs typeface="Arial MT"/>
              </a:rPr>
              <a:t>word</a:t>
            </a:r>
            <a:r>
              <a:rPr sz="2560" spc="-1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560">
                <a:solidFill>
                  <a:srgbClr val="2B2728"/>
                </a:solidFill>
                <a:latin typeface="Arial MT"/>
                <a:cs typeface="Arial MT"/>
              </a:rPr>
              <a:t>in</a:t>
            </a:r>
            <a:r>
              <a:rPr sz="2560" spc="-1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560" spc="43">
                <a:solidFill>
                  <a:srgbClr val="2B2728"/>
                </a:solidFill>
                <a:latin typeface="Arial MT"/>
                <a:cs typeface="Arial MT"/>
              </a:rPr>
              <a:t>the </a:t>
            </a:r>
            <a:r>
              <a:rPr sz="2560">
                <a:solidFill>
                  <a:srgbClr val="2B2728"/>
                </a:solidFill>
                <a:latin typeface="Arial MT"/>
                <a:cs typeface="Arial MT"/>
              </a:rPr>
              <a:t>vocabulary</a:t>
            </a:r>
            <a:r>
              <a:rPr sz="2560" spc="117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560" spc="75">
                <a:solidFill>
                  <a:srgbClr val="2B2728"/>
                </a:solidFill>
                <a:latin typeface="Arial MT"/>
                <a:cs typeface="Arial MT"/>
              </a:rPr>
              <a:t>when</a:t>
            </a:r>
            <a:r>
              <a:rPr sz="2560" spc="122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560" spc="101">
                <a:solidFill>
                  <a:srgbClr val="2B2728"/>
                </a:solidFill>
                <a:latin typeface="Arial MT"/>
                <a:cs typeface="Arial MT"/>
              </a:rPr>
              <a:t>computing</a:t>
            </a:r>
            <a:r>
              <a:rPr sz="2560" spc="122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560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2560" spc="122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560" spc="-11">
                <a:solidFill>
                  <a:srgbClr val="2B2728"/>
                </a:solidFill>
                <a:latin typeface="Arial MT"/>
                <a:cs typeface="Arial MT"/>
              </a:rPr>
              <a:t>assignment</a:t>
            </a:r>
            <a:endParaRPr sz="256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937374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FA985-5CBF-D1AC-0484-11C7A384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8AAFB07-DC0E-81DD-71A1-00AA27747AFD}"/>
              </a:ext>
            </a:extLst>
          </p:cNvPr>
          <p:cNvSpPr/>
          <p:nvPr/>
        </p:nvSpPr>
        <p:spPr>
          <a:xfrm>
            <a:off x="1572596" y="2275840"/>
            <a:ext cx="9104640" cy="2302615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C854343B-C1F2-0F00-1247-A4A2C6AE94B1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4D45D-BF12-D56A-680F-66765F1811D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1F86B572-9C08-A277-7E3A-5CB72290DD9A}"/>
              </a:ext>
            </a:extLst>
          </p:cNvPr>
          <p:cNvSpPr txBox="1">
            <a:spLocks/>
          </p:cNvSpPr>
          <p:nvPr/>
        </p:nvSpPr>
        <p:spPr>
          <a:xfrm>
            <a:off x="1986926" y="2859379"/>
            <a:ext cx="6783925" cy="1096368"/>
          </a:xfrm>
          <a:prstGeom prst="rect">
            <a:avLst/>
          </a:prstGeom>
        </p:spPr>
        <p:txBody>
          <a:bodyPr vert="horz" wrap="square" lIns="0" tIns="12869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547">
              <a:spcBef>
                <a:spcPts val="101"/>
              </a:spcBef>
            </a:pPr>
            <a:r>
              <a:rPr lang="en-US" sz="7040" spc="117">
                <a:solidFill>
                  <a:schemeClr val="bg1"/>
                </a:solidFill>
              </a:rPr>
              <a:t>Mixture</a:t>
            </a:r>
            <a:r>
              <a:rPr lang="en-US" sz="7040" spc="-75">
                <a:solidFill>
                  <a:schemeClr val="bg1"/>
                </a:solidFill>
              </a:rPr>
              <a:t> </a:t>
            </a:r>
            <a:r>
              <a:rPr lang="en-US" sz="7040" spc="101">
                <a:solidFill>
                  <a:schemeClr val="bg1"/>
                </a:solidFill>
              </a:rPr>
              <a:t>models</a:t>
            </a:r>
            <a:endParaRPr lang="en-US" sz="704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810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FABF9-DF0F-C66B-0E3E-3F318C3EF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0682484-F446-5AFE-A7E8-80A8E52F76FB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921FCC6B-4434-6D2B-520D-BC8D347905C1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FE017-F5CA-31A3-B7A5-C288CA9196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6AAE29D-3EE3-3C46-3047-04F5E713EED7}"/>
              </a:ext>
            </a:extLst>
          </p:cNvPr>
          <p:cNvSpPr txBox="1">
            <a:spLocks/>
          </p:cNvSpPr>
          <p:nvPr/>
        </p:nvSpPr>
        <p:spPr>
          <a:xfrm>
            <a:off x="1359519" y="363278"/>
            <a:ext cx="9376831" cy="727881"/>
          </a:xfrm>
          <a:prstGeom prst="rect">
            <a:avLst/>
          </a:prstGeom>
        </p:spPr>
        <p:txBody>
          <a:bodyPr vert="horz" wrap="square" lIns="0" tIns="135626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605" algn="l">
              <a:spcBef>
                <a:spcPts val="101"/>
              </a:spcBef>
            </a:pPr>
            <a:r>
              <a:rPr lang="en-US" sz="3840" spc="171">
                <a:solidFill>
                  <a:schemeClr val="bg1"/>
                </a:solidFill>
              </a:rPr>
              <a:t>Motivating</a:t>
            </a:r>
            <a:r>
              <a:rPr lang="en-US" sz="3840" spc="-64">
                <a:solidFill>
                  <a:schemeClr val="bg1"/>
                </a:solidFill>
              </a:rPr>
              <a:t> </a:t>
            </a:r>
            <a:r>
              <a:rPr lang="en-US" sz="3840" spc="133">
                <a:solidFill>
                  <a:schemeClr val="bg1"/>
                </a:solidFill>
              </a:rPr>
              <a:t>application:</a:t>
            </a:r>
            <a:r>
              <a:rPr lang="en-US" sz="3840" spc="-69">
                <a:solidFill>
                  <a:schemeClr val="bg1"/>
                </a:solidFill>
              </a:rPr>
              <a:t> </a:t>
            </a:r>
            <a:r>
              <a:rPr lang="en-US" sz="3840" spc="101">
                <a:solidFill>
                  <a:schemeClr val="bg1"/>
                </a:solidFill>
              </a:rPr>
              <a:t>Clustering</a:t>
            </a:r>
            <a:r>
              <a:rPr lang="en-US" sz="3840" spc="-64">
                <a:solidFill>
                  <a:schemeClr val="bg1"/>
                </a:solidFill>
              </a:rPr>
              <a:t> </a:t>
            </a:r>
            <a:r>
              <a:rPr lang="en-US" sz="3840" spc="-11">
                <a:solidFill>
                  <a:schemeClr val="bg1"/>
                </a:solidFill>
              </a:rPr>
              <a:t>images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1A67E61-9C8C-19BD-D725-F1BF3F9038C3}"/>
              </a:ext>
            </a:extLst>
          </p:cNvPr>
          <p:cNvSpPr txBox="1"/>
          <p:nvPr/>
        </p:nvSpPr>
        <p:spPr>
          <a:xfrm>
            <a:off x="2012641" y="1536381"/>
            <a:ext cx="3790357" cy="1610248"/>
          </a:xfrm>
          <a:prstGeom prst="rect">
            <a:avLst/>
          </a:prstGeom>
        </p:spPr>
        <p:txBody>
          <a:bodyPr vert="horz" wrap="square" lIns="0" tIns="34543" rIns="0" bIns="0" rtlCol="0">
            <a:spAutoFit/>
          </a:bodyPr>
          <a:lstStyle/>
          <a:p>
            <a:pPr marL="13547" marR="5419" indent="20998">
              <a:lnSpc>
                <a:spcPts val="4053"/>
              </a:lnSpc>
              <a:spcBef>
                <a:spcPts val="271"/>
              </a:spcBef>
            </a:pPr>
            <a:r>
              <a:rPr sz="3413">
                <a:solidFill>
                  <a:srgbClr val="2B2728"/>
                </a:solidFill>
                <a:latin typeface="Arial MT"/>
                <a:cs typeface="Arial MT"/>
              </a:rPr>
              <a:t>Discover</a:t>
            </a:r>
            <a:r>
              <a:rPr sz="3413" spc="96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69">
                <a:solidFill>
                  <a:srgbClr val="2B2728"/>
                </a:solidFill>
                <a:latin typeface="Arial MT"/>
                <a:cs typeface="Arial MT"/>
              </a:rPr>
              <a:t>groups</a:t>
            </a:r>
            <a:r>
              <a:rPr sz="3413" spc="101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144">
                <a:solidFill>
                  <a:srgbClr val="2B2728"/>
                </a:solidFill>
                <a:latin typeface="Arial MT"/>
                <a:cs typeface="Arial MT"/>
              </a:rPr>
              <a:t>of </a:t>
            </a:r>
            <a:r>
              <a:rPr sz="3413">
                <a:solidFill>
                  <a:srgbClr val="2B2728"/>
                </a:solidFill>
                <a:latin typeface="Arial MT"/>
                <a:cs typeface="Arial MT"/>
              </a:rPr>
              <a:t>similar</a:t>
            </a:r>
            <a:r>
              <a:rPr sz="3413" spc="64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-11">
                <a:solidFill>
                  <a:srgbClr val="2B2728"/>
                </a:solidFill>
                <a:latin typeface="Arial MT"/>
                <a:cs typeface="Arial MT"/>
              </a:rPr>
              <a:t>images</a:t>
            </a:r>
            <a:endParaRPr sz="3413">
              <a:latin typeface="Arial MT"/>
              <a:cs typeface="Arial MT"/>
            </a:endParaRPr>
          </a:p>
          <a:p>
            <a:pPr marL="34544">
              <a:spcBef>
                <a:spcPts val="533"/>
              </a:spcBef>
            </a:pPr>
            <a:r>
              <a:rPr sz="2987" spc="-27">
                <a:solidFill>
                  <a:srgbClr val="5D5555"/>
                </a:solidFill>
                <a:latin typeface="Lucida Sans Unicode"/>
                <a:cs typeface="Lucida Sans Unicode"/>
              </a:rPr>
              <a:t>-</a:t>
            </a:r>
            <a:r>
              <a:rPr sz="2987" spc="-271">
                <a:solidFill>
                  <a:srgbClr val="5D5555"/>
                </a:solidFill>
                <a:latin typeface="Lucida Sans Unicode"/>
                <a:cs typeface="Lucida Sans Unicode"/>
              </a:rPr>
              <a:t> </a:t>
            </a:r>
            <a:r>
              <a:rPr sz="2987" spc="-21">
                <a:solidFill>
                  <a:srgbClr val="2B2728"/>
                </a:solidFill>
                <a:latin typeface="Arial MT"/>
                <a:cs typeface="Arial MT"/>
              </a:rPr>
              <a:t>Ocean</a:t>
            </a:r>
            <a:endParaRPr sz="2987">
              <a:latin typeface="Arial MT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FA1E03F4-FFBE-9929-A5D4-9CE910056DCC}"/>
              </a:ext>
            </a:extLst>
          </p:cNvPr>
          <p:cNvSpPr txBox="1"/>
          <p:nvPr/>
        </p:nvSpPr>
        <p:spPr>
          <a:xfrm>
            <a:off x="2033863" y="3123741"/>
            <a:ext cx="2261616" cy="2770823"/>
          </a:xfrm>
          <a:prstGeom prst="rect">
            <a:avLst/>
          </a:prstGeom>
        </p:spPr>
        <p:txBody>
          <a:bodyPr vert="horz" wrap="square" lIns="0" tIns="99568" rIns="0" bIns="0" rtlCol="0">
            <a:spAutoFit/>
          </a:bodyPr>
          <a:lstStyle/>
          <a:p>
            <a:pPr marL="317679" indent="-304132">
              <a:spcBef>
                <a:spcPts val="784"/>
              </a:spcBef>
              <a:buClr>
                <a:srgbClr val="5D5555"/>
              </a:buClr>
              <a:buFont typeface="Lucida Sans Unicode"/>
              <a:buChar char="-"/>
              <a:tabLst>
                <a:tab pos="317679" algn="l"/>
              </a:tabLst>
            </a:pPr>
            <a:r>
              <a:rPr sz="2987">
                <a:solidFill>
                  <a:srgbClr val="2B2728"/>
                </a:solidFill>
                <a:latin typeface="Arial MT"/>
                <a:cs typeface="Arial MT"/>
              </a:rPr>
              <a:t>Pink</a:t>
            </a:r>
            <a:r>
              <a:rPr sz="2987" spc="-149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987" spc="91">
                <a:solidFill>
                  <a:srgbClr val="2B2728"/>
                </a:solidFill>
                <a:latin typeface="Arial MT"/>
                <a:cs typeface="Arial MT"/>
              </a:rPr>
              <a:t>flower</a:t>
            </a:r>
            <a:endParaRPr sz="2987">
              <a:latin typeface="Arial MT"/>
              <a:cs typeface="Arial MT"/>
            </a:endParaRPr>
          </a:p>
          <a:p>
            <a:pPr marL="317679" indent="-304132">
              <a:spcBef>
                <a:spcPts val="677"/>
              </a:spcBef>
              <a:buClr>
                <a:srgbClr val="5D5555"/>
              </a:buClr>
              <a:buFont typeface="Lucida Sans Unicode"/>
              <a:buChar char="-"/>
              <a:tabLst>
                <a:tab pos="317679" algn="l"/>
              </a:tabLst>
            </a:pPr>
            <a:r>
              <a:rPr sz="2987" spc="64">
                <a:solidFill>
                  <a:srgbClr val="2B2728"/>
                </a:solidFill>
                <a:latin typeface="Arial MT"/>
                <a:cs typeface="Arial MT"/>
              </a:rPr>
              <a:t>Dog</a:t>
            </a:r>
            <a:endParaRPr sz="2987">
              <a:latin typeface="Arial MT"/>
              <a:cs typeface="Arial MT"/>
            </a:endParaRPr>
          </a:p>
          <a:p>
            <a:pPr marL="317679" indent="-304132">
              <a:spcBef>
                <a:spcPts val="677"/>
              </a:spcBef>
              <a:buClr>
                <a:srgbClr val="5D5555"/>
              </a:buClr>
              <a:buFont typeface="Lucida Sans Unicode"/>
              <a:buChar char="-"/>
              <a:tabLst>
                <a:tab pos="317679" algn="l"/>
              </a:tabLst>
            </a:pPr>
            <a:r>
              <a:rPr sz="2987" spc="-11">
                <a:solidFill>
                  <a:srgbClr val="2B2728"/>
                </a:solidFill>
                <a:latin typeface="Arial MT"/>
                <a:cs typeface="Arial MT"/>
              </a:rPr>
              <a:t>Sunset</a:t>
            </a:r>
            <a:endParaRPr sz="2987">
              <a:latin typeface="Arial MT"/>
              <a:cs typeface="Arial MT"/>
            </a:endParaRPr>
          </a:p>
          <a:p>
            <a:pPr marL="317679" indent="-304132">
              <a:spcBef>
                <a:spcPts val="784"/>
              </a:spcBef>
              <a:buClr>
                <a:srgbClr val="5D5555"/>
              </a:buClr>
              <a:buFont typeface="Lucida Sans Unicode"/>
              <a:buChar char="-"/>
              <a:tabLst>
                <a:tab pos="317679" algn="l"/>
              </a:tabLst>
            </a:pPr>
            <a:r>
              <a:rPr sz="2987" spc="-11">
                <a:solidFill>
                  <a:srgbClr val="2B2728"/>
                </a:solidFill>
                <a:latin typeface="Arial MT"/>
                <a:cs typeface="Arial MT"/>
              </a:rPr>
              <a:t>Clouds</a:t>
            </a:r>
            <a:endParaRPr sz="2987">
              <a:latin typeface="Arial MT"/>
              <a:cs typeface="Arial MT"/>
            </a:endParaRPr>
          </a:p>
          <a:p>
            <a:pPr marL="13547">
              <a:spcBef>
                <a:spcPts val="677"/>
              </a:spcBef>
            </a:pPr>
            <a:r>
              <a:rPr sz="2987" spc="-27">
                <a:solidFill>
                  <a:srgbClr val="5D5555"/>
                </a:solidFill>
                <a:latin typeface="Lucida Sans Unicode"/>
                <a:cs typeface="Lucida Sans Unicode"/>
              </a:rPr>
              <a:t>-</a:t>
            </a:r>
            <a:r>
              <a:rPr sz="2987" spc="-271">
                <a:solidFill>
                  <a:srgbClr val="5D5555"/>
                </a:solidFill>
                <a:latin typeface="Lucida Sans Unicode"/>
                <a:cs typeface="Lucida Sans Unicode"/>
              </a:rPr>
              <a:t> </a:t>
            </a:r>
            <a:r>
              <a:rPr sz="2987" spc="-923">
                <a:solidFill>
                  <a:srgbClr val="2B2728"/>
                </a:solidFill>
                <a:latin typeface="Arial MT"/>
                <a:cs typeface="Arial MT"/>
              </a:rPr>
              <a:t>…</a:t>
            </a:r>
            <a:endParaRPr sz="2987">
              <a:latin typeface="Arial MT"/>
              <a:cs typeface="Arial MT"/>
            </a:endParaRPr>
          </a:p>
        </p:txBody>
      </p:sp>
      <p:pic>
        <p:nvPicPr>
          <p:cNvPr id="8" name="object 5">
            <a:extLst>
              <a:ext uri="{FF2B5EF4-FFF2-40B4-BE49-F238E27FC236}">
                <a16:creationId xmlns:a16="http://schemas.microsoft.com/office/drawing/2014/main" id="{5DC81EB4-6F14-9EFF-1E24-34D25218B16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5427" y="3455661"/>
            <a:ext cx="3172670" cy="1723705"/>
          </a:xfrm>
          <a:prstGeom prst="rect">
            <a:avLst/>
          </a:prstGeom>
        </p:spPr>
      </p:pic>
      <p:pic>
        <p:nvPicPr>
          <p:cNvPr id="9" name="object 6">
            <a:extLst>
              <a:ext uri="{FF2B5EF4-FFF2-40B4-BE49-F238E27FC236}">
                <a16:creationId xmlns:a16="http://schemas.microsoft.com/office/drawing/2014/main" id="{09191DD7-1C34-B7F3-4581-1086DD1341F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8249" y="2756870"/>
            <a:ext cx="3168186" cy="1712515"/>
          </a:xfrm>
          <a:prstGeom prst="rect">
            <a:avLst/>
          </a:prstGeom>
        </p:spPr>
      </p:pic>
      <p:pic>
        <p:nvPicPr>
          <p:cNvPr id="10" name="object 7">
            <a:extLst>
              <a:ext uri="{FF2B5EF4-FFF2-40B4-BE49-F238E27FC236}">
                <a16:creationId xmlns:a16="http://schemas.microsoft.com/office/drawing/2014/main" id="{EE9FC9B3-E866-25C6-B782-C6B84576277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95429" y="1666022"/>
            <a:ext cx="3170420" cy="1703561"/>
          </a:xfrm>
          <a:prstGeom prst="rect">
            <a:avLst/>
          </a:prstGeom>
        </p:spPr>
      </p:pic>
      <p:pic>
        <p:nvPicPr>
          <p:cNvPr id="11" name="object 8">
            <a:extLst>
              <a:ext uri="{FF2B5EF4-FFF2-40B4-BE49-F238E27FC236}">
                <a16:creationId xmlns:a16="http://schemas.microsoft.com/office/drawing/2014/main" id="{D4939F90-8026-2B25-1A4A-00EB3F531116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98251" y="4578966"/>
            <a:ext cx="3174905" cy="1687887"/>
          </a:xfrm>
          <a:prstGeom prst="rect">
            <a:avLst/>
          </a:prstGeom>
        </p:spPr>
      </p:pic>
      <p:pic>
        <p:nvPicPr>
          <p:cNvPr id="13" name="object 9">
            <a:extLst>
              <a:ext uri="{FF2B5EF4-FFF2-40B4-BE49-F238E27FC236}">
                <a16:creationId xmlns:a16="http://schemas.microsoft.com/office/drawing/2014/main" id="{753BEC9F-7FB7-3A10-5CAF-FBF7B8957ADB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99898" y="5298968"/>
            <a:ext cx="3165950" cy="1755042"/>
          </a:xfrm>
          <a:prstGeom prst="rect">
            <a:avLst/>
          </a:prstGeom>
        </p:spPr>
      </p:pic>
      <p:sp>
        <p:nvSpPr>
          <p:cNvPr id="14" name="object 10">
            <a:extLst>
              <a:ext uri="{FF2B5EF4-FFF2-40B4-BE49-F238E27FC236}">
                <a16:creationId xmlns:a16="http://schemas.microsoft.com/office/drawing/2014/main" id="{F904E414-CCF7-8D29-85CA-005278EEEE19}"/>
              </a:ext>
            </a:extLst>
          </p:cNvPr>
          <p:cNvSpPr txBox="1"/>
          <p:nvPr/>
        </p:nvSpPr>
        <p:spPr>
          <a:xfrm>
            <a:off x="5549702" y="3481711"/>
            <a:ext cx="4141216" cy="1831378"/>
          </a:xfrm>
          <a:prstGeom prst="rect">
            <a:avLst/>
          </a:prstGeom>
          <a:solidFill>
            <a:srgbClr val="C02690"/>
          </a:solidFill>
          <a:ln w="25370">
            <a:solidFill>
              <a:srgbClr val="941B6E"/>
            </a:solidFill>
          </a:ln>
        </p:spPr>
        <p:txBody>
          <a:bodyPr vert="horz" wrap="square" lIns="0" tIns="283125" rIns="0" bIns="0" rtlCol="0">
            <a:spAutoFit/>
          </a:bodyPr>
          <a:lstStyle/>
          <a:p>
            <a:pPr marL="277715" marR="264168" algn="ctr">
              <a:lnSpc>
                <a:spcPts val="4053"/>
              </a:lnSpc>
              <a:spcBef>
                <a:spcPts val="2229"/>
              </a:spcBef>
            </a:pPr>
            <a:r>
              <a:rPr sz="3413" dirty="0">
                <a:solidFill>
                  <a:srgbClr val="FFFFFF"/>
                </a:solidFill>
                <a:latin typeface="Arial MT"/>
                <a:cs typeface="Arial MT"/>
              </a:rPr>
              <a:t>Provide</a:t>
            </a:r>
            <a:r>
              <a:rPr sz="3413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13" spc="53" dirty="0">
                <a:solidFill>
                  <a:srgbClr val="FFFFFF"/>
                </a:solidFill>
                <a:latin typeface="Arial MT"/>
                <a:cs typeface="Arial MT"/>
              </a:rPr>
              <a:t>groupings </a:t>
            </a:r>
            <a:r>
              <a:rPr sz="3413" spc="122" dirty="0">
                <a:solidFill>
                  <a:srgbClr val="FFFFFF"/>
                </a:solidFill>
                <a:latin typeface="Arial MT"/>
                <a:cs typeface="Arial MT"/>
              </a:rPr>
              <a:t>but</a:t>
            </a:r>
            <a:r>
              <a:rPr sz="3413" spc="-27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13" spc="171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3413" spc="-2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13" spc="53" dirty="0">
                <a:solidFill>
                  <a:srgbClr val="FFFFFF"/>
                </a:solidFill>
                <a:latin typeface="Arial MT"/>
                <a:cs typeface="Arial MT"/>
              </a:rPr>
              <a:t>category </a:t>
            </a:r>
            <a:r>
              <a:rPr sz="3413" spc="-11" dirty="0">
                <a:solidFill>
                  <a:srgbClr val="FFFFFF"/>
                </a:solidFill>
                <a:latin typeface="Arial MT"/>
                <a:cs typeface="Arial MT"/>
              </a:rPr>
              <a:t>names</a:t>
            </a:r>
            <a:endParaRPr sz="3413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78108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23555-FF4F-8009-17F8-C95C93012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69E7D3C-B2CC-674A-ACC0-594C4B3EE6EB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743352E9-6783-155F-BA2A-72BF13A0F30F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2CBAD-1348-BDA5-96FC-3DE5B2F13A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C931FF71-7770-6B61-A5FD-6FF0CF9C40FB}"/>
              </a:ext>
            </a:extLst>
          </p:cNvPr>
          <p:cNvSpPr txBox="1">
            <a:spLocks/>
          </p:cNvSpPr>
          <p:nvPr/>
        </p:nvSpPr>
        <p:spPr>
          <a:xfrm>
            <a:off x="1219202" y="297650"/>
            <a:ext cx="8711813" cy="859136"/>
          </a:xfrm>
          <a:prstGeom prst="rect">
            <a:avLst/>
          </a:prstGeom>
        </p:spPr>
        <p:txBody>
          <a:bodyPr vert="horz" wrap="square" lIns="0" tIns="135626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24950" algn="l">
              <a:spcBef>
                <a:spcPts val="101"/>
              </a:spcBef>
            </a:pPr>
            <a:r>
              <a:rPr lang="en-US" sz="4693">
                <a:solidFill>
                  <a:schemeClr val="bg1"/>
                </a:solidFill>
              </a:rPr>
              <a:t>Simple</a:t>
            </a:r>
            <a:r>
              <a:rPr lang="en-US" sz="4693" spc="43">
                <a:solidFill>
                  <a:schemeClr val="bg1"/>
                </a:solidFill>
              </a:rPr>
              <a:t> </a:t>
            </a:r>
            <a:r>
              <a:rPr lang="en-US" sz="4693" spc="101">
                <a:solidFill>
                  <a:schemeClr val="bg1"/>
                </a:solidFill>
              </a:rPr>
              <a:t>image</a:t>
            </a:r>
            <a:r>
              <a:rPr lang="en-US" sz="4693" spc="43">
                <a:solidFill>
                  <a:schemeClr val="bg1"/>
                </a:solidFill>
              </a:rPr>
              <a:t> </a:t>
            </a:r>
            <a:r>
              <a:rPr lang="en-US" sz="4693" spc="96">
                <a:solidFill>
                  <a:schemeClr val="bg1"/>
                </a:solidFill>
              </a:rPr>
              <a:t>representation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38A40A7-0DF7-F34F-C516-FDFC04B33AEF}"/>
              </a:ext>
            </a:extLst>
          </p:cNvPr>
          <p:cNvSpPr txBox="1"/>
          <p:nvPr/>
        </p:nvSpPr>
        <p:spPr>
          <a:xfrm>
            <a:off x="1219202" y="1599768"/>
            <a:ext cx="9794917" cy="538203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3413">
                <a:solidFill>
                  <a:srgbClr val="2B2728"/>
                </a:solidFill>
                <a:latin typeface="Arial MT"/>
                <a:cs typeface="Arial MT"/>
              </a:rPr>
              <a:t>Consider</a:t>
            </a:r>
            <a:r>
              <a:rPr sz="3413" spc="32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-11">
                <a:solidFill>
                  <a:srgbClr val="2B2728"/>
                </a:solidFill>
                <a:latin typeface="Arial MT"/>
                <a:cs typeface="Arial MT"/>
              </a:rPr>
              <a:t>average</a:t>
            </a:r>
            <a:r>
              <a:rPr sz="3413" spc="37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>
                <a:solidFill>
                  <a:srgbClr val="FF0000"/>
                </a:solidFill>
                <a:latin typeface="Arial MT"/>
                <a:cs typeface="Arial MT"/>
              </a:rPr>
              <a:t>red</a:t>
            </a:r>
            <a:r>
              <a:rPr sz="3413">
                <a:solidFill>
                  <a:srgbClr val="2B2728"/>
                </a:solidFill>
                <a:latin typeface="Arial MT"/>
                <a:cs typeface="Arial MT"/>
              </a:rPr>
              <a:t>,</a:t>
            </a:r>
            <a:r>
              <a:rPr sz="3413" spc="37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>
                <a:solidFill>
                  <a:srgbClr val="008000"/>
                </a:solidFill>
                <a:latin typeface="Arial MT"/>
                <a:cs typeface="Arial MT"/>
              </a:rPr>
              <a:t>green</a:t>
            </a:r>
            <a:r>
              <a:rPr sz="3413">
                <a:solidFill>
                  <a:srgbClr val="2B2728"/>
                </a:solidFill>
                <a:latin typeface="Arial MT"/>
                <a:cs typeface="Arial MT"/>
              </a:rPr>
              <a:t>,</a:t>
            </a:r>
            <a:r>
              <a:rPr sz="3413" spc="32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64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r>
              <a:rPr sz="3413" spc="37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3413">
                <a:solidFill>
                  <a:srgbClr val="2B2728"/>
                </a:solidFill>
                <a:latin typeface="Arial MT"/>
                <a:cs typeface="Arial MT"/>
              </a:rPr>
              <a:t>pixel</a:t>
            </a:r>
            <a:r>
              <a:rPr sz="3413" spc="37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-11">
                <a:solidFill>
                  <a:srgbClr val="2B2728"/>
                </a:solidFill>
                <a:latin typeface="Arial MT"/>
                <a:cs typeface="Arial MT"/>
              </a:rPr>
              <a:t>intensities</a:t>
            </a:r>
            <a:endParaRPr sz="3413">
              <a:latin typeface="Arial MT"/>
              <a:cs typeface="Arial MT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0DE7E7A3-A254-A2C3-DFD4-9BD4E1A7CED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8660" y="2855611"/>
            <a:ext cx="2677508" cy="2041347"/>
          </a:xfrm>
          <a:prstGeom prst="rect">
            <a:avLst/>
          </a:prstGeom>
        </p:spPr>
      </p:pic>
      <p:sp>
        <p:nvSpPr>
          <p:cNvPr id="8" name="object 5">
            <a:extLst>
              <a:ext uri="{FF2B5EF4-FFF2-40B4-BE49-F238E27FC236}">
                <a16:creationId xmlns:a16="http://schemas.microsoft.com/office/drawing/2014/main" id="{5A450A45-1B14-A4F7-914A-C5585DC71791}"/>
              </a:ext>
            </a:extLst>
          </p:cNvPr>
          <p:cNvSpPr txBox="1"/>
          <p:nvPr/>
        </p:nvSpPr>
        <p:spPr>
          <a:xfrm>
            <a:off x="1219202" y="4928283"/>
            <a:ext cx="3159760" cy="324940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2027" spc="-91">
                <a:latin typeface="Arial MT"/>
                <a:cs typeface="Arial MT"/>
              </a:rPr>
              <a:t>[</a:t>
            </a:r>
            <a:r>
              <a:rPr sz="2027" spc="-91">
                <a:solidFill>
                  <a:srgbClr val="FF0000"/>
                </a:solidFill>
                <a:latin typeface="Arial MT"/>
                <a:cs typeface="Arial MT"/>
              </a:rPr>
              <a:t>R</a:t>
            </a:r>
            <a:r>
              <a:rPr sz="2027" spc="-43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27" spc="187">
                <a:latin typeface="Arial MT"/>
                <a:cs typeface="Arial MT"/>
              </a:rPr>
              <a:t>=</a:t>
            </a:r>
            <a:r>
              <a:rPr sz="2027" spc="-37">
                <a:latin typeface="Arial MT"/>
                <a:cs typeface="Arial MT"/>
              </a:rPr>
              <a:t> </a:t>
            </a:r>
            <a:r>
              <a:rPr sz="2027">
                <a:latin typeface="Arial MT"/>
                <a:cs typeface="Arial MT"/>
              </a:rPr>
              <a:t>0.05,</a:t>
            </a:r>
            <a:r>
              <a:rPr sz="2027" spc="-43">
                <a:latin typeface="Arial MT"/>
                <a:cs typeface="Arial MT"/>
              </a:rPr>
              <a:t> </a:t>
            </a:r>
            <a:r>
              <a:rPr sz="2027">
                <a:solidFill>
                  <a:srgbClr val="008000"/>
                </a:solidFill>
                <a:latin typeface="Arial MT"/>
                <a:cs typeface="Arial MT"/>
              </a:rPr>
              <a:t>G</a:t>
            </a:r>
            <a:r>
              <a:rPr sz="2027" spc="-37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027" spc="187">
                <a:latin typeface="Arial MT"/>
                <a:cs typeface="Arial MT"/>
              </a:rPr>
              <a:t>=</a:t>
            </a:r>
            <a:r>
              <a:rPr sz="2027" spc="-43">
                <a:latin typeface="Arial MT"/>
                <a:cs typeface="Arial MT"/>
              </a:rPr>
              <a:t> </a:t>
            </a:r>
            <a:r>
              <a:rPr sz="2027">
                <a:latin typeface="Arial MT"/>
                <a:cs typeface="Arial MT"/>
              </a:rPr>
              <a:t>0.7,</a:t>
            </a:r>
            <a:r>
              <a:rPr sz="2027" spc="-37">
                <a:latin typeface="Arial MT"/>
                <a:cs typeface="Arial MT"/>
              </a:rPr>
              <a:t> </a:t>
            </a:r>
            <a:r>
              <a:rPr sz="2027">
                <a:solidFill>
                  <a:srgbClr val="0000FF"/>
                </a:solidFill>
                <a:latin typeface="Arial MT"/>
                <a:cs typeface="Arial MT"/>
              </a:rPr>
              <a:t>B</a:t>
            </a:r>
            <a:r>
              <a:rPr sz="2027" spc="-43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27" spc="187">
                <a:latin typeface="Arial MT"/>
                <a:cs typeface="Arial MT"/>
              </a:rPr>
              <a:t>=</a:t>
            </a:r>
            <a:r>
              <a:rPr sz="2027" spc="-37">
                <a:latin typeface="Arial MT"/>
                <a:cs typeface="Arial MT"/>
              </a:rPr>
              <a:t> </a:t>
            </a:r>
            <a:r>
              <a:rPr sz="2027" spc="-21">
                <a:latin typeface="Arial MT"/>
                <a:cs typeface="Arial MT"/>
              </a:rPr>
              <a:t>0.9]</a:t>
            </a:r>
            <a:endParaRPr sz="2027">
              <a:latin typeface="Arial MT"/>
              <a:cs typeface="Arial MT"/>
            </a:endParaRPr>
          </a:p>
        </p:txBody>
      </p:sp>
      <p:pic>
        <p:nvPicPr>
          <p:cNvPr id="9" name="object 6">
            <a:extLst>
              <a:ext uri="{FF2B5EF4-FFF2-40B4-BE49-F238E27FC236}">
                <a16:creationId xmlns:a16="http://schemas.microsoft.com/office/drawing/2014/main" id="{9586C007-2FB1-4A81-8BA1-24E1E9809EF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78960" y="3801598"/>
            <a:ext cx="3154490" cy="2362375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D4F46DFE-92A3-F3DB-1674-1C32E052DF56}"/>
              </a:ext>
            </a:extLst>
          </p:cNvPr>
          <p:cNvSpPr txBox="1"/>
          <p:nvPr/>
        </p:nvSpPr>
        <p:spPr>
          <a:xfrm>
            <a:off x="4226635" y="6195297"/>
            <a:ext cx="3459141" cy="324940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2027" spc="-91">
                <a:latin typeface="Arial MT"/>
                <a:cs typeface="Arial MT"/>
              </a:rPr>
              <a:t>[</a:t>
            </a:r>
            <a:r>
              <a:rPr sz="2027" spc="-91">
                <a:solidFill>
                  <a:srgbClr val="FF0000"/>
                </a:solidFill>
                <a:latin typeface="Arial MT"/>
                <a:cs typeface="Arial MT"/>
              </a:rPr>
              <a:t>R</a:t>
            </a:r>
            <a:r>
              <a:rPr sz="2027" spc="-27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27" spc="187">
                <a:latin typeface="Arial MT"/>
                <a:cs typeface="Arial MT"/>
              </a:rPr>
              <a:t>=</a:t>
            </a:r>
            <a:r>
              <a:rPr sz="2027" spc="-21">
                <a:latin typeface="Arial MT"/>
                <a:cs typeface="Arial MT"/>
              </a:rPr>
              <a:t> </a:t>
            </a:r>
            <a:r>
              <a:rPr sz="2027">
                <a:latin typeface="Arial MT"/>
                <a:cs typeface="Arial MT"/>
              </a:rPr>
              <a:t>0.85,</a:t>
            </a:r>
            <a:r>
              <a:rPr sz="2027" spc="-21">
                <a:latin typeface="Arial MT"/>
                <a:cs typeface="Arial MT"/>
              </a:rPr>
              <a:t> </a:t>
            </a:r>
            <a:r>
              <a:rPr sz="2027">
                <a:solidFill>
                  <a:srgbClr val="008000"/>
                </a:solidFill>
                <a:latin typeface="Arial MT"/>
                <a:cs typeface="Arial MT"/>
              </a:rPr>
              <a:t>G</a:t>
            </a:r>
            <a:r>
              <a:rPr sz="2027" spc="-21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027" spc="187">
                <a:latin typeface="Arial MT"/>
                <a:cs typeface="Arial MT"/>
              </a:rPr>
              <a:t>=</a:t>
            </a:r>
            <a:r>
              <a:rPr sz="2027" spc="-21">
                <a:latin typeface="Arial MT"/>
                <a:cs typeface="Arial MT"/>
              </a:rPr>
              <a:t> </a:t>
            </a:r>
            <a:r>
              <a:rPr sz="2027">
                <a:latin typeface="Arial MT"/>
                <a:cs typeface="Arial MT"/>
              </a:rPr>
              <a:t>0.05,</a:t>
            </a:r>
            <a:r>
              <a:rPr sz="2027" spc="-21">
                <a:latin typeface="Arial MT"/>
                <a:cs typeface="Arial MT"/>
              </a:rPr>
              <a:t> </a:t>
            </a:r>
            <a:r>
              <a:rPr sz="2027">
                <a:solidFill>
                  <a:srgbClr val="0000FF"/>
                </a:solidFill>
                <a:latin typeface="Arial MT"/>
                <a:cs typeface="Arial MT"/>
              </a:rPr>
              <a:t>B</a:t>
            </a:r>
            <a:r>
              <a:rPr sz="2027" spc="-21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27" spc="187">
                <a:latin typeface="Arial MT"/>
                <a:cs typeface="Arial MT"/>
              </a:rPr>
              <a:t>=</a:t>
            </a:r>
            <a:r>
              <a:rPr sz="2027" spc="-21">
                <a:latin typeface="Arial MT"/>
                <a:cs typeface="Arial MT"/>
              </a:rPr>
              <a:t> </a:t>
            </a:r>
            <a:r>
              <a:rPr sz="2027" spc="-11">
                <a:latin typeface="Arial MT"/>
                <a:cs typeface="Arial MT"/>
              </a:rPr>
              <a:t>0.35]</a:t>
            </a:r>
            <a:endParaRPr sz="2027">
              <a:latin typeface="Arial MT"/>
              <a:cs typeface="Arial MT"/>
            </a:endParaRPr>
          </a:p>
        </p:txBody>
      </p:sp>
      <p:pic>
        <p:nvPicPr>
          <p:cNvPr id="11" name="object 8">
            <a:extLst>
              <a:ext uri="{FF2B5EF4-FFF2-40B4-BE49-F238E27FC236}">
                <a16:creationId xmlns:a16="http://schemas.microsoft.com/office/drawing/2014/main" id="{9022C2B3-BF8C-75BF-631A-1921BECAF1A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5592" y="2253119"/>
            <a:ext cx="3247867" cy="2435446"/>
          </a:xfrm>
          <a:prstGeom prst="rect">
            <a:avLst/>
          </a:prstGeom>
        </p:spPr>
      </p:pic>
      <p:sp>
        <p:nvSpPr>
          <p:cNvPr id="13" name="object 9">
            <a:extLst>
              <a:ext uri="{FF2B5EF4-FFF2-40B4-BE49-F238E27FC236}">
                <a16:creationId xmlns:a16="http://schemas.microsoft.com/office/drawing/2014/main" id="{BD395237-E51E-23A7-99B4-42354F7DCA5E}"/>
              </a:ext>
            </a:extLst>
          </p:cNvPr>
          <p:cNvSpPr txBox="1"/>
          <p:nvPr/>
        </p:nvSpPr>
        <p:spPr>
          <a:xfrm>
            <a:off x="7625590" y="4794627"/>
            <a:ext cx="3324352" cy="324940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2027" spc="-91">
                <a:latin typeface="Arial MT"/>
                <a:cs typeface="Arial MT"/>
              </a:rPr>
              <a:t>[</a:t>
            </a:r>
            <a:r>
              <a:rPr sz="2027" spc="-91">
                <a:solidFill>
                  <a:srgbClr val="FF0000"/>
                </a:solidFill>
                <a:latin typeface="Arial MT"/>
                <a:cs typeface="Arial MT"/>
              </a:rPr>
              <a:t>R</a:t>
            </a:r>
            <a:r>
              <a:rPr sz="2027" spc="-16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27" spc="187">
                <a:latin typeface="Arial MT"/>
                <a:cs typeface="Arial MT"/>
              </a:rPr>
              <a:t>=</a:t>
            </a:r>
            <a:r>
              <a:rPr sz="2027" spc="-16">
                <a:latin typeface="Arial MT"/>
                <a:cs typeface="Arial MT"/>
              </a:rPr>
              <a:t> </a:t>
            </a:r>
            <a:r>
              <a:rPr sz="2027">
                <a:latin typeface="Arial MT"/>
                <a:cs typeface="Arial MT"/>
              </a:rPr>
              <a:t>0.02,</a:t>
            </a:r>
            <a:r>
              <a:rPr sz="2027" spc="-16">
                <a:latin typeface="Arial MT"/>
                <a:cs typeface="Arial MT"/>
              </a:rPr>
              <a:t> </a:t>
            </a:r>
            <a:r>
              <a:rPr sz="2027">
                <a:solidFill>
                  <a:srgbClr val="008000"/>
                </a:solidFill>
                <a:latin typeface="Arial MT"/>
                <a:cs typeface="Arial MT"/>
              </a:rPr>
              <a:t>G</a:t>
            </a:r>
            <a:r>
              <a:rPr sz="2027" spc="-16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2027" spc="187">
                <a:latin typeface="Arial MT"/>
                <a:cs typeface="Arial MT"/>
              </a:rPr>
              <a:t>=</a:t>
            </a:r>
            <a:r>
              <a:rPr sz="2027" spc="-16">
                <a:latin typeface="Arial MT"/>
                <a:cs typeface="Arial MT"/>
              </a:rPr>
              <a:t> </a:t>
            </a:r>
            <a:r>
              <a:rPr sz="2027">
                <a:latin typeface="Arial MT"/>
                <a:cs typeface="Arial MT"/>
              </a:rPr>
              <a:t>0.95,</a:t>
            </a:r>
            <a:r>
              <a:rPr sz="2027" spc="-16">
                <a:latin typeface="Arial MT"/>
                <a:cs typeface="Arial MT"/>
              </a:rPr>
              <a:t> </a:t>
            </a:r>
            <a:r>
              <a:rPr sz="2027">
                <a:solidFill>
                  <a:srgbClr val="0000FF"/>
                </a:solidFill>
                <a:latin typeface="Arial MT"/>
                <a:cs typeface="Arial MT"/>
              </a:rPr>
              <a:t>B</a:t>
            </a:r>
            <a:r>
              <a:rPr sz="2027" spc="-16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27" spc="187">
                <a:latin typeface="Arial MT"/>
                <a:cs typeface="Arial MT"/>
              </a:rPr>
              <a:t>=</a:t>
            </a:r>
            <a:r>
              <a:rPr sz="2027" spc="-16">
                <a:latin typeface="Arial MT"/>
                <a:cs typeface="Arial MT"/>
              </a:rPr>
              <a:t> </a:t>
            </a:r>
            <a:r>
              <a:rPr sz="2027" spc="-21">
                <a:latin typeface="Arial MT"/>
                <a:cs typeface="Arial MT"/>
              </a:rPr>
              <a:t>0.4]</a:t>
            </a:r>
            <a:endParaRPr sz="202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527122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A85D6-0101-1B3D-E96F-F92E9A6F2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05D21B3-CFF7-2DDC-A277-29B5AB7BBE18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897BCF78-56DA-9646-E102-651034767FC6}"/>
              </a:ext>
            </a:extLst>
          </p:cNvPr>
          <p:cNvSpPr txBox="1"/>
          <p:nvPr/>
        </p:nvSpPr>
        <p:spPr>
          <a:xfrm>
            <a:off x="6425274" y="1690023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DE729-DD35-B262-F379-D0AEA8F82C0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C37D61C8-01BE-0BEE-8D2C-396F3D57148D}"/>
              </a:ext>
            </a:extLst>
          </p:cNvPr>
          <p:cNvSpPr txBox="1">
            <a:spLocks/>
          </p:cNvSpPr>
          <p:nvPr/>
        </p:nvSpPr>
        <p:spPr>
          <a:xfrm>
            <a:off x="1049177" y="196846"/>
            <a:ext cx="12444609" cy="859136"/>
          </a:xfrm>
          <a:prstGeom prst="rect">
            <a:avLst/>
          </a:prstGeom>
        </p:spPr>
        <p:txBody>
          <a:bodyPr vert="horz" wrap="square" lIns="0" tIns="135626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24950" algn="l">
              <a:spcBef>
                <a:spcPts val="101"/>
              </a:spcBef>
            </a:pPr>
            <a:r>
              <a:rPr lang="en-US" sz="4693" spc="155">
                <a:solidFill>
                  <a:schemeClr val="bg1"/>
                </a:solidFill>
              </a:rPr>
              <a:t>Distribution</a:t>
            </a:r>
            <a:r>
              <a:rPr lang="en-US" sz="4693" spc="-91">
                <a:solidFill>
                  <a:schemeClr val="bg1"/>
                </a:solidFill>
              </a:rPr>
              <a:t> </a:t>
            </a:r>
            <a:r>
              <a:rPr lang="en-US" sz="4693" spc="112">
                <a:solidFill>
                  <a:schemeClr val="bg1"/>
                </a:solidFill>
              </a:rPr>
              <a:t>over</a:t>
            </a:r>
            <a:r>
              <a:rPr lang="en-US" sz="4693" spc="-91">
                <a:solidFill>
                  <a:schemeClr val="bg1"/>
                </a:solidFill>
              </a:rPr>
              <a:t> </a:t>
            </a:r>
            <a:r>
              <a:rPr lang="en-US" sz="4693" spc="75">
                <a:solidFill>
                  <a:schemeClr val="bg1"/>
                </a:solidFill>
              </a:rPr>
              <a:t>all</a:t>
            </a:r>
            <a:r>
              <a:rPr lang="en-US" sz="4693" spc="-91">
                <a:solidFill>
                  <a:schemeClr val="bg1"/>
                </a:solidFill>
              </a:rPr>
              <a:t> </a:t>
            </a:r>
            <a:r>
              <a:rPr lang="en-US" sz="4693" spc="224">
                <a:solidFill>
                  <a:schemeClr val="bg1"/>
                </a:solidFill>
              </a:rPr>
              <a:t>cloud</a:t>
            </a:r>
            <a:r>
              <a:rPr lang="en-US" sz="4693" spc="-91">
                <a:solidFill>
                  <a:schemeClr val="bg1"/>
                </a:solidFill>
              </a:rPr>
              <a:t> </a:t>
            </a:r>
            <a:r>
              <a:rPr lang="en-US" sz="4693" spc="-11">
                <a:solidFill>
                  <a:schemeClr val="bg1"/>
                </a:solidFill>
              </a:rPr>
              <a:t>images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0B7DB6F-0333-3216-CFE3-B6807C2EB1E2}"/>
              </a:ext>
            </a:extLst>
          </p:cNvPr>
          <p:cNvSpPr txBox="1"/>
          <p:nvPr/>
        </p:nvSpPr>
        <p:spPr>
          <a:xfrm>
            <a:off x="1976288" y="1561029"/>
            <a:ext cx="7107259" cy="538203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3413" spc="-11">
                <a:solidFill>
                  <a:srgbClr val="2B2728"/>
                </a:solidFill>
                <a:latin typeface="Arial MT"/>
                <a:cs typeface="Arial MT"/>
              </a:rPr>
              <a:t>Let’s</a:t>
            </a:r>
            <a:r>
              <a:rPr sz="3413" spc="-32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122">
                <a:solidFill>
                  <a:srgbClr val="2B2728"/>
                </a:solidFill>
                <a:latin typeface="Arial MT"/>
                <a:cs typeface="Arial MT"/>
              </a:rPr>
              <a:t>look</a:t>
            </a:r>
            <a:r>
              <a:rPr sz="3413" spc="-27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>
                <a:solidFill>
                  <a:srgbClr val="2B2728"/>
                </a:solidFill>
                <a:latin typeface="Arial MT"/>
                <a:cs typeface="Arial MT"/>
              </a:rPr>
              <a:t>at</a:t>
            </a:r>
            <a:r>
              <a:rPr sz="3413" spc="-27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>
                <a:solidFill>
                  <a:srgbClr val="2B2728"/>
                </a:solidFill>
                <a:latin typeface="Arial MT"/>
                <a:cs typeface="Arial MT"/>
              </a:rPr>
              <a:t>just</a:t>
            </a:r>
            <a:r>
              <a:rPr sz="3413" spc="-32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91">
                <a:solidFill>
                  <a:srgbClr val="2B2728"/>
                </a:solidFill>
                <a:latin typeface="Arial MT"/>
                <a:cs typeface="Arial MT"/>
              </a:rPr>
              <a:t>the</a:t>
            </a:r>
            <a:r>
              <a:rPr sz="3413" spc="-27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64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r>
              <a:rPr sz="3413" spc="-27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3413" spc="53">
                <a:solidFill>
                  <a:srgbClr val="2B2728"/>
                </a:solidFill>
                <a:latin typeface="Arial MT"/>
                <a:cs typeface="Arial MT"/>
              </a:rPr>
              <a:t>dimension</a:t>
            </a:r>
            <a:endParaRPr sz="3413">
              <a:latin typeface="Arial MT"/>
              <a:cs typeface="Arial MT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081AA876-7891-4318-E356-6DB4B713F2E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4538" y="2672221"/>
            <a:ext cx="3166672" cy="2371492"/>
          </a:xfrm>
          <a:prstGeom prst="rect">
            <a:avLst/>
          </a:prstGeom>
        </p:spPr>
      </p:pic>
      <p:grpSp>
        <p:nvGrpSpPr>
          <p:cNvPr id="8" name="object 5">
            <a:extLst>
              <a:ext uri="{FF2B5EF4-FFF2-40B4-BE49-F238E27FC236}">
                <a16:creationId xmlns:a16="http://schemas.microsoft.com/office/drawing/2014/main" id="{6E3AE824-AAB5-3E50-7A44-5E3A813FE725}"/>
              </a:ext>
            </a:extLst>
          </p:cNvPr>
          <p:cNvGrpSpPr/>
          <p:nvPr/>
        </p:nvGrpSpPr>
        <p:grpSpPr>
          <a:xfrm>
            <a:off x="1323649" y="5854975"/>
            <a:ext cx="8703056" cy="421301"/>
            <a:chOff x="120534" y="5660966"/>
            <a:chExt cx="8159115" cy="394970"/>
          </a:xfrm>
        </p:grpSpPr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2564B80E-3338-C1F3-6954-2259AC552E4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534" y="5660966"/>
              <a:ext cx="8158937" cy="394854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753DF118-05B8-C00F-41CA-949C34A145D8}"/>
                </a:ext>
              </a:extLst>
            </p:cNvPr>
            <p:cNvSpPr/>
            <p:nvPr/>
          </p:nvSpPr>
          <p:spPr>
            <a:xfrm>
              <a:off x="164931" y="5839075"/>
              <a:ext cx="7879715" cy="0"/>
            </a:xfrm>
            <a:custGeom>
              <a:avLst/>
              <a:gdLst/>
              <a:ahLst/>
              <a:cxnLst/>
              <a:rect l="l" t="t" r="r" b="b"/>
              <a:pathLst>
                <a:path w="7879715">
                  <a:moveTo>
                    <a:pt x="0" y="0"/>
                  </a:moveTo>
                  <a:lnTo>
                    <a:pt x="7879090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11" name="object 8">
              <a:extLst>
                <a:ext uri="{FF2B5EF4-FFF2-40B4-BE49-F238E27FC236}">
                  <a16:creationId xmlns:a16="http://schemas.microsoft.com/office/drawing/2014/main" id="{981DD61B-A493-C48D-F2D9-DE073B4DC66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10966" y="5753604"/>
              <a:ext cx="170830" cy="170939"/>
            </a:xfrm>
            <a:prstGeom prst="rect">
              <a:avLst/>
            </a:prstGeom>
          </p:spPr>
        </p:pic>
      </p:grpSp>
      <p:sp>
        <p:nvSpPr>
          <p:cNvPr id="13" name="object 9">
            <a:extLst>
              <a:ext uri="{FF2B5EF4-FFF2-40B4-BE49-F238E27FC236}">
                <a16:creationId xmlns:a16="http://schemas.microsoft.com/office/drawing/2014/main" id="{1BD2929C-E88B-30CE-C6D8-BA13234CAEF2}"/>
              </a:ext>
            </a:extLst>
          </p:cNvPr>
          <p:cNvSpPr txBox="1"/>
          <p:nvPr/>
        </p:nvSpPr>
        <p:spPr>
          <a:xfrm>
            <a:off x="8836451" y="6047223"/>
            <a:ext cx="883243" cy="538203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3413" spc="43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endParaRPr sz="3413">
              <a:latin typeface="Arial MT"/>
              <a:cs typeface="Arial MT"/>
            </a:endParaRPr>
          </a:p>
        </p:txBody>
      </p:sp>
      <p:grpSp>
        <p:nvGrpSpPr>
          <p:cNvPr id="14" name="object 10">
            <a:extLst>
              <a:ext uri="{FF2B5EF4-FFF2-40B4-BE49-F238E27FC236}">
                <a16:creationId xmlns:a16="http://schemas.microsoft.com/office/drawing/2014/main" id="{2D09D0CA-7704-E7DE-D83C-3342515E3D16}"/>
              </a:ext>
            </a:extLst>
          </p:cNvPr>
          <p:cNvGrpSpPr/>
          <p:nvPr/>
        </p:nvGrpSpPr>
        <p:grpSpPr>
          <a:xfrm>
            <a:off x="4702438" y="3005050"/>
            <a:ext cx="4885605" cy="2917275"/>
            <a:chOff x="3247872" y="3125590"/>
            <a:chExt cx="4580255" cy="2734945"/>
          </a:xfrm>
        </p:grpSpPr>
        <p:pic>
          <p:nvPicPr>
            <p:cNvPr id="15" name="object 11">
              <a:extLst>
                <a:ext uri="{FF2B5EF4-FFF2-40B4-BE49-F238E27FC236}">
                  <a16:creationId xmlns:a16="http://schemas.microsoft.com/office/drawing/2014/main" id="{9F07ABC8-D710-B4E3-3964-E431F185179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47872" y="3370389"/>
              <a:ext cx="4580013" cy="2410739"/>
            </a:xfrm>
            <a:prstGeom prst="rect">
              <a:avLst/>
            </a:prstGeom>
          </p:spPr>
        </p:pic>
        <p:pic>
          <p:nvPicPr>
            <p:cNvPr id="16" name="object 12">
              <a:extLst>
                <a:ext uri="{FF2B5EF4-FFF2-40B4-BE49-F238E27FC236}">
                  <a16:creationId xmlns:a16="http://schemas.microsoft.com/office/drawing/2014/main" id="{0AC2A1F5-242B-FCA3-D2A3-9F28D361CB8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78081" y="3125590"/>
              <a:ext cx="137160" cy="2734881"/>
            </a:xfrm>
            <a:prstGeom prst="rect">
              <a:avLst/>
            </a:prstGeom>
          </p:spPr>
        </p:pic>
        <p:sp>
          <p:nvSpPr>
            <p:cNvPr id="17" name="object 13">
              <a:extLst>
                <a:ext uri="{FF2B5EF4-FFF2-40B4-BE49-F238E27FC236}">
                  <a16:creationId xmlns:a16="http://schemas.microsoft.com/office/drawing/2014/main" id="{D134AA9A-7B12-2B59-2B5B-58A0A5C23689}"/>
                </a:ext>
              </a:extLst>
            </p:cNvPr>
            <p:cNvSpPr/>
            <p:nvPr/>
          </p:nvSpPr>
          <p:spPr>
            <a:xfrm>
              <a:off x="5544223" y="3149942"/>
              <a:ext cx="6350" cy="2644140"/>
            </a:xfrm>
            <a:custGeom>
              <a:avLst/>
              <a:gdLst/>
              <a:ahLst/>
              <a:cxnLst/>
              <a:rect l="l" t="t" r="r" b="b"/>
              <a:pathLst>
                <a:path w="6350" h="2644140">
                  <a:moveTo>
                    <a:pt x="0" y="0"/>
                  </a:moveTo>
                  <a:lnTo>
                    <a:pt x="6343" y="2643870"/>
                  </a:lnTo>
                </a:path>
              </a:pathLst>
            </a:custGeom>
            <a:ln w="38061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sp>
        <p:nvSpPr>
          <p:cNvPr id="18" name="object 14">
            <a:extLst>
              <a:ext uri="{FF2B5EF4-FFF2-40B4-BE49-F238E27FC236}">
                <a16:creationId xmlns:a16="http://schemas.microsoft.com/office/drawing/2014/main" id="{605CF203-D843-158D-D166-FC880304E70F}"/>
              </a:ext>
            </a:extLst>
          </p:cNvPr>
          <p:cNvSpPr txBox="1"/>
          <p:nvPr/>
        </p:nvSpPr>
        <p:spPr>
          <a:xfrm>
            <a:off x="6847080" y="6020163"/>
            <a:ext cx="585893" cy="472672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2987" spc="43">
                <a:latin typeface="Arial MT"/>
                <a:cs typeface="Arial MT"/>
              </a:rPr>
              <a:t>0.8</a:t>
            </a:r>
            <a:endParaRPr sz="2987">
              <a:latin typeface="Arial MT"/>
              <a:cs typeface="Arial MT"/>
            </a:endParaRPr>
          </a:p>
        </p:txBody>
      </p:sp>
      <p:grpSp>
        <p:nvGrpSpPr>
          <p:cNvPr id="20" name="object 15">
            <a:extLst>
              <a:ext uri="{FF2B5EF4-FFF2-40B4-BE49-F238E27FC236}">
                <a16:creationId xmlns:a16="http://schemas.microsoft.com/office/drawing/2014/main" id="{ADF3C647-FF2C-5B22-8201-DED48B8551A0}"/>
              </a:ext>
            </a:extLst>
          </p:cNvPr>
          <p:cNvGrpSpPr/>
          <p:nvPr/>
        </p:nvGrpSpPr>
        <p:grpSpPr>
          <a:xfrm>
            <a:off x="5965469" y="4436272"/>
            <a:ext cx="2327995" cy="581152"/>
            <a:chOff x="4472241" y="4330932"/>
            <a:chExt cx="2182495" cy="544830"/>
          </a:xfrm>
        </p:grpSpPr>
        <p:pic>
          <p:nvPicPr>
            <p:cNvPr id="21" name="object 16">
              <a:extLst>
                <a:ext uri="{FF2B5EF4-FFF2-40B4-BE49-F238E27FC236}">
                  <a16:creationId xmlns:a16="http://schemas.microsoft.com/office/drawing/2014/main" id="{A67C3735-40C4-34D9-A8FB-31F92C403A10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72241" y="4330932"/>
              <a:ext cx="2182088" cy="544483"/>
            </a:xfrm>
            <a:prstGeom prst="rect">
              <a:avLst/>
            </a:prstGeom>
          </p:spPr>
        </p:pic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5902F6D3-72E3-C0F8-2ACE-01AA4F9A1862}"/>
                </a:ext>
              </a:extLst>
            </p:cNvPr>
            <p:cNvSpPr/>
            <p:nvPr/>
          </p:nvSpPr>
          <p:spPr>
            <a:xfrm>
              <a:off x="4801587" y="4583303"/>
              <a:ext cx="1523365" cy="0"/>
            </a:xfrm>
            <a:custGeom>
              <a:avLst/>
              <a:gdLst/>
              <a:ahLst/>
              <a:cxnLst/>
              <a:rect l="l" t="t" r="r" b="b"/>
              <a:pathLst>
                <a:path w="1523364">
                  <a:moveTo>
                    <a:pt x="1523319" y="0"/>
                  </a:moveTo>
                  <a:lnTo>
                    <a:pt x="0" y="0"/>
                  </a:lnTo>
                </a:path>
              </a:pathLst>
            </a:custGeom>
            <a:ln w="57080">
              <a:solidFill>
                <a:srgbClr val="706868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23" name="object 18">
              <a:extLst>
                <a:ext uri="{FF2B5EF4-FFF2-40B4-BE49-F238E27FC236}">
                  <a16:creationId xmlns:a16="http://schemas.microsoft.com/office/drawing/2014/main" id="{95832F6D-0901-06DA-ADA3-FF6548FD8A4C}"/>
                </a:ext>
              </a:extLst>
            </p:cNvPr>
            <p:cNvSpPr/>
            <p:nvPr/>
          </p:nvSpPr>
          <p:spPr>
            <a:xfrm>
              <a:off x="4744935" y="4455096"/>
              <a:ext cx="1637030" cy="256540"/>
            </a:xfrm>
            <a:custGeom>
              <a:avLst/>
              <a:gdLst/>
              <a:ahLst/>
              <a:cxnLst/>
              <a:rect l="l" t="t" r="r" b="b"/>
              <a:pathLst>
                <a:path w="1637029" h="256539">
                  <a:moveTo>
                    <a:pt x="256247" y="24663"/>
                  </a:moveTo>
                  <a:lnTo>
                    <a:pt x="252590" y="13931"/>
                  </a:lnTo>
                  <a:lnTo>
                    <a:pt x="245046" y="5473"/>
                  </a:lnTo>
                  <a:lnTo>
                    <a:pt x="235191" y="723"/>
                  </a:lnTo>
                  <a:lnTo>
                    <a:pt x="224269" y="0"/>
                  </a:lnTo>
                  <a:lnTo>
                    <a:pt x="213550" y="3657"/>
                  </a:lnTo>
                  <a:lnTo>
                    <a:pt x="0" y="128206"/>
                  </a:lnTo>
                  <a:lnTo>
                    <a:pt x="213550" y="252742"/>
                  </a:lnTo>
                  <a:lnTo>
                    <a:pt x="224269" y="256413"/>
                  </a:lnTo>
                  <a:lnTo>
                    <a:pt x="235191" y="255701"/>
                  </a:lnTo>
                  <a:lnTo>
                    <a:pt x="245046" y="250952"/>
                  </a:lnTo>
                  <a:lnTo>
                    <a:pt x="252590" y="242481"/>
                  </a:lnTo>
                  <a:lnTo>
                    <a:pt x="256247" y="231762"/>
                  </a:lnTo>
                  <a:lnTo>
                    <a:pt x="255524" y="220840"/>
                  </a:lnTo>
                  <a:lnTo>
                    <a:pt x="250774" y="210985"/>
                  </a:lnTo>
                  <a:lnTo>
                    <a:pt x="242316" y="203441"/>
                  </a:lnTo>
                  <a:lnTo>
                    <a:pt x="113309" y="128206"/>
                  </a:lnTo>
                  <a:lnTo>
                    <a:pt x="242316" y="52971"/>
                  </a:lnTo>
                  <a:lnTo>
                    <a:pt x="250774" y="45440"/>
                  </a:lnTo>
                  <a:lnTo>
                    <a:pt x="255524" y="35585"/>
                  </a:lnTo>
                  <a:lnTo>
                    <a:pt x="256247" y="24663"/>
                  </a:lnTo>
                  <a:close/>
                </a:path>
                <a:path w="1637029" h="256539">
                  <a:moveTo>
                    <a:pt x="1636623" y="128206"/>
                  </a:moveTo>
                  <a:lnTo>
                    <a:pt x="1423085" y="3657"/>
                  </a:lnTo>
                  <a:lnTo>
                    <a:pt x="1412354" y="0"/>
                  </a:lnTo>
                  <a:lnTo>
                    <a:pt x="1401432" y="723"/>
                  </a:lnTo>
                  <a:lnTo>
                    <a:pt x="1391577" y="5473"/>
                  </a:lnTo>
                  <a:lnTo>
                    <a:pt x="1384046" y="13931"/>
                  </a:lnTo>
                  <a:lnTo>
                    <a:pt x="1380375" y="24663"/>
                  </a:lnTo>
                  <a:lnTo>
                    <a:pt x="1381086" y="35585"/>
                  </a:lnTo>
                  <a:lnTo>
                    <a:pt x="1385849" y="45427"/>
                  </a:lnTo>
                  <a:lnTo>
                    <a:pt x="1394320" y="52959"/>
                  </a:lnTo>
                  <a:lnTo>
                    <a:pt x="1523326" y="128206"/>
                  </a:lnTo>
                  <a:lnTo>
                    <a:pt x="1394320" y="203441"/>
                  </a:lnTo>
                  <a:lnTo>
                    <a:pt x="1385849" y="210985"/>
                  </a:lnTo>
                  <a:lnTo>
                    <a:pt x="1381086" y="220827"/>
                  </a:lnTo>
                  <a:lnTo>
                    <a:pt x="1380375" y="231749"/>
                  </a:lnTo>
                  <a:lnTo>
                    <a:pt x="1384046" y="242481"/>
                  </a:lnTo>
                  <a:lnTo>
                    <a:pt x="1391577" y="250952"/>
                  </a:lnTo>
                  <a:lnTo>
                    <a:pt x="1401432" y="255701"/>
                  </a:lnTo>
                  <a:lnTo>
                    <a:pt x="1412354" y="256413"/>
                  </a:lnTo>
                  <a:lnTo>
                    <a:pt x="1423085" y="252742"/>
                  </a:lnTo>
                  <a:lnTo>
                    <a:pt x="1636623" y="128206"/>
                  </a:lnTo>
                  <a:close/>
                </a:path>
              </a:pathLst>
            </a:custGeom>
            <a:solidFill>
              <a:srgbClr val="706868"/>
            </a:solidFill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</p:spTree>
    <p:extLst>
      <p:ext uri="{BB962C8B-B14F-4D97-AF65-F5344CB8AC3E}">
        <p14:creationId xmlns:p14="http://schemas.microsoft.com/office/powerpoint/2010/main" val="3036841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FC59-4D41-AC9E-CC2E-5DE8D34BC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0497E6C-B565-807D-DF1C-DB53254DA705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55039B84-D8E1-94C9-9613-24F7AB170AD1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3A772-46A6-6AA0-00ED-87F86CB457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9" name="object 2">
            <a:extLst>
              <a:ext uri="{FF2B5EF4-FFF2-40B4-BE49-F238E27FC236}">
                <a16:creationId xmlns:a16="http://schemas.microsoft.com/office/drawing/2014/main" id="{58132EC3-9D35-752A-1398-8649DA344DE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6394" y="2724019"/>
            <a:ext cx="3154490" cy="2362375"/>
          </a:xfrm>
          <a:prstGeom prst="rect">
            <a:avLst/>
          </a:prstGeom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657741AB-0918-FE05-2ADB-952C698091CD}"/>
              </a:ext>
            </a:extLst>
          </p:cNvPr>
          <p:cNvSpPr txBox="1"/>
          <p:nvPr/>
        </p:nvSpPr>
        <p:spPr>
          <a:xfrm>
            <a:off x="2000411" y="1744418"/>
            <a:ext cx="7107259" cy="538203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3413" spc="-11">
                <a:solidFill>
                  <a:srgbClr val="2B2728"/>
                </a:solidFill>
                <a:latin typeface="Arial MT"/>
                <a:cs typeface="Arial MT"/>
              </a:rPr>
              <a:t>Let’s</a:t>
            </a:r>
            <a:r>
              <a:rPr sz="3413" spc="-32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122">
                <a:solidFill>
                  <a:srgbClr val="2B2728"/>
                </a:solidFill>
                <a:latin typeface="Arial MT"/>
                <a:cs typeface="Arial MT"/>
              </a:rPr>
              <a:t>look</a:t>
            </a:r>
            <a:r>
              <a:rPr sz="3413" spc="-27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>
                <a:solidFill>
                  <a:srgbClr val="2B2728"/>
                </a:solidFill>
                <a:latin typeface="Arial MT"/>
                <a:cs typeface="Arial MT"/>
              </a:rPr>
              <a:t>at</a:t>
            </a:r>
            <a:r>
              <a:rPr sz="3413" spc="-27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>
                <a:solidFill>
                  <a:srgbClr val="2B2728"/>
                </a:solidFill>
                <a:latin typeface="Arial MT"/>
                <a:cs typeface="Arial MT"/>
              </a:rPr>
              <a:t>just</a:t>
            </a:r>
            <a:r>
              <a:rPr sz="3413" spc="-32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91">
                <a:solidFill>
                  <a:srgbClr val="2B2728"/>
                </a:solidFill>
                <a:latin typeface="Arial MT"/>
                <a:cs typeface="Arial MT"/>
              </a:rPr>
              <a:t>the</a:t>
            </a:r>
            <a:r>
              <a:rPr sz="3413" spc="-27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64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r>
              <a:rPr sz="3413" spc="-27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3413" spc="53">
                <a:solidFill>
                  <a:srgbClr val="2B2728"/>
                </a:solidFill>
                <a:latin typeface="Arial MT"/>
                <a:cs typeface="Arial MT"/>
              </a:rPr>
              <a:t>dimension</a:t>
            </a:r>
            <a:endParaRPr sz="3413">
              <a:latin typeface="Arial MT"/>
              <a:cs typeface="Arial MT"/>
            </a:endParaRPr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DF1679AC-3591-8B1F-5455-96F9F1B68DB3}"/>
              </a:ext>
            </a:extLst>
          </p:cNvPr>
          <p:cNvGrpSpPr/>
          <p:nvPr/>
        </p:nvGrpSpPr>
        <p:grpSpPr>
          <a:xfrm>
            <a:off x="1347771" y="2491603"/>
            <a:ext cx="8703056" cy="3968496"/>
            <a:chOff x="120534" y="2335876"/>
            <a:chExt cx="8159115" cy="3720465"/>
          </a:xfrm>
        </p:grpSpPr>
        <p:pic>
          <p:nvPicPr>
            <p:cNvPr id="13" name="object 6">
              <a:extLst>
                <a:ext uri="{FF2B5EF4-FFF2-40B4-BE49-F238E27FC236}">
                  <a16:creationId xmlns:a16="http://schemas.microsoft.com/office/drawing/2014/main" id="{59D7E28A-F73E-33BD-BD28-457B1E83CF9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534" y="5660966"/>
              <a:ext cx="8158937" cy="394854"/>
            </a:xfrm>
            <a:prstGeom prst="rect">
              <a:avLst/>
            </a:prstGeom>
          </p:spPr>
        </p:pic>
        <p:sp>
          <p:nvSpPr>
            <p:cNvPr id="14" name="object 7">
              <a:extLst>
                <a:ext uri="{FF2B5EF4-FFF2-40B4-BE49-F238E27FC236}">
                  <a16:creationId xmlns:a16="http://schemas.microsoft.com/office/drawing/2014/main" id="{CA139584-3A47-3448-8F7D-EC565FCDC65C}"/>
                </a:ext>
              </a:extLst>
            </p:cNvPr>
            <p:cNvSpPr/>
            <p:nvPr/>
          </p:nvSpPr>
          <p:spPr>
            <a:xfrm>
              <a:off x="164931" y="5839075"/>
              <a:ext cx="7879715" cy="0"/>
            </a:xfrm>
            <a:custGeom>
              <a:avLst/>
              <a:gdLst/>
              <a:ahLst/>
              <a:cxnLst/>
              <a:rect l="l" t="t" r="r" b="b"/>
              <a:pathLst>
                <a:path w="7879715">
                  <a:moveTo>
                    <a:pt x="0" y="0"/>
                  </a:moveTo>
                  <a:lnTo>
                    <a:pt x="7879090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15" name="object 8">
              <a:extLst>
                <a:ext uri="{FF2B5EF4-FFF2-40B4-BE49-F238E27FC236}">
                  <a16:creationId xmlns:a16="http://schemas.microsoft.com/office/drawing/2014/main" id="{BB9B0604-5DE6-3C0B-F9F5-468669C2644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10966" y="5753605"/>
              <a:ext cx="170830" cy="170939"/>
            </a:xfrm>
            <a:prstGeom prst="rect">
              <a:avLst/>
            </a:prstGeom>
          </p:spPr>
        </p:pic>
        <p:pic>
          <p:nvPicPr>
            <p:cNvPr id="16" name="object 9">
              <a:extLst>
                <a:ext uri="{FF2B5EF4-FFF2-40B4-BE49-F238E27FC236}">
                  <a16:creationId xmlns:a16="http://schemas.microsoft.com/office/drawing/2014/main" id="{3A3EDB0E-2C20-4A9B-7942-C288696902B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931" y="2414231"/>
              <a:ext cx="1814236" cy="3328842"/>
            </a:xfrm>
            <a:prstGeom prst="rect">
              <a:avLst/>
            </a:prstGeom>
          </p:spPr>
        </p:pic>
        <p:pic>
          <p:nvPicPr>
            <p:cNvPr id="17" name="object 10">
              <a:extLst>
                <a:ext uri="{FF2B5EF4-FFF2-40B4-BE49-F238E27FC236}">
                  <a16:creationId xmlns:a16="http://schemas.microsoft.com/office/drawing/2014/main" id="{1857B92D-3F82-CB63-9818-125BB3AFF45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1683" y="2335876"/>
              <a:ext cx="149628" cy="3537064"/>
            </a:xfrm>
            <a:prstGeom prst="rect">
              <a:avLst/>
            </a:prstGeom>
          </p:spPr>
        </p:pic>
        <p:sp>
          <p:nvSpPr>
            <p:cNvPr id="18" name="object 11">
              <a:extLst>
                <a:ext uri="{FF2B5EF4-FFF2-40B4-BE49-F238E27FC236}">
                  <a16:creationId xmlns:a16="http://schemas.microsoft.com/office/drawing/2014/main" id="{9F7B70E8-D587-DC3F-5B8C-F0CE76E3D5FD}"/>
                </a:ext>
              </a:extLst>
            </p:cNvPr>
            <p:cNvSpPr/>
            <p:nvPr/>
          </p:nvSpPr>
          <p:spPr>
            <a:xfrm>
              <a:off x="1065709" y="2363495"/>
              <a:ext cx="19050" cy="3443604"/>
            </a:xfrm>
            <a:custGeom>
              <a:avLst/>
              <a:gdLst/>
              <a:ahLst/>
              <a:cxnLst/>
              <a:rect l="l" t="t" r="r" b="b"/>
              <a:pathLst>
                <a:path w="19050" h="3443604">
                  <a:moveTo>
                    <a:pt x="0" y="0"/>
                  </a:moveTo>
                  <a:lnTo>
                    <a:pt x="19030" y="3443000"/>
                  </a:lnTo>
                </a:path>
              </a:pathLst>
            </a:custGeom>
            <a:ln w="38061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20" name="object 12">
              <a:extLst>
                <a:ext uri="{FF2B5EF4-FFF2-40B4-BE49-F238E27FC236}">
                  <a16:creationId xmlns:a16="http://schemas.microsoft.com/office/drawing/2014/main" id="{EBEC24C8-9EC3-E04A-C9C0-C7F9EC68597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6417" y="3898668"/>
              <a:ext cx="1309255" cy="581891"/>
            </a:xfrm>
            <a:prstGeom prst="rect">
              <a:avLst/>
            </a:prstGeom>
          </p:spPr>
        </p:pic>
        <p:sp>
          <p:nvSpPr>
            <p:cNvPr id="21" name="object 13">
              <a:extLst>
                <a:ext uri="{FF2B5EF4-FFF2-40B4-BE49-F238E27FC236}">
                  <a16:creationId xmlns:a16="http://schemas.microsoft.com/office/drawing/2014/main" id="{1CC90057-CEA3-C943-13A7-A6994F9E2C4C}"/>
                </a:ext>
              </a:extLst>
            </p:cNvPr>
            <p:cNvSpPr/>
            <p:nvPr/>
          </p:nvSpPr>
          <p:spPr>
            <a:xfrm>
              <a:off x="767050" y="4154852"/>
              <a:ext cx="648335" cy="33020"/>
            </a:xfrm>
            <a:custGeom>
              <a:avLst/>
              <a:gdLst/>
              <a:ahLst/>
              <a:cxnLst/>
              <a:rect l="l" t="t" r="r" b="b"/>
              <a:pathLst>
                <a:path w="648335" h="33020">
                  <a:moveTo>
                    <a:pt x="648056" y="0"/>
                  </a:moveTo>
                  <a:lnTo>
                    <a:pt x="0" y="32396"/>
                  </a:lnTo>
                </a:path>
              </a:pathLst>
            </a:custGeom>
            <a:ln w="57080">
              <a:solidFill>
                <a:srgbClr val="706868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E8CDC877-6D0C-3E73-CB0F-1C159061127E}"/>
                </a:ext>
              </a:extLst>
            </p:cNvPr>
            <p:cNvSpPr/>
            <p:nvPr/>
          </p:nvSpPr>
          <p:spPr>
            <a:xfrm>
              <a:off x="710463" y="4035183"/>
              <a:ext cx="761365" cy="271780"/>
            </a:xfrm>
            <a:custGeom>
              <a:avLst/>
              <a:gdLst/>
              <a:ahLst/>
              <a:cxnLst/>
              <a:rect l="l" t="t" r="r" b="b"/>
              <a:pathLst>
                <a:path w="761365" h="271779">
                  <a:moveTo>
                    <a:pt x="261099" y="245529"/>
                  </a:moveTo>
                  <a:lnTo>
                    <a:pt x="259842" y="234657"/>
                  </a:lnTo>
                  <a:lnTo>
                    <a:pt x="254596" y="225056"/>
                  </a:lnTo>
                  <a:lnTo>
                    <a:pt x="245770" y="217944"/>
                  </a:lnTo>
                  <a:lnTo>
                    <a:pt x="113169" y="149237"/>
                  </a:lnTo>
                  <a:lnTo>
                    <a:pt x="238252" y="67652"/>
                  </a:lnTo>
                  <a:lnTo>
                    <a:pt x="246570" y="28155"/>
                  </a:lnTo>
                  <a:lnTo>
                    <a:pt x="217589" y="15659"/>
                  </a:lnTo>
                  <a:lnTo>
                    <a:pt x="207060" y="19837"/>
                  </a:lnTo>
                  <a:lnTo>
                    <a:pt x="0" y="154889"/>
                  </a:lnTo>
                  <a:lnTo>
                    <a:pt x="219506" y="268617"/>
                  </a:lnTo>
                  <a:lnTo>
                    <a:pt x="230403" y="271741"/>
                  </a:lnTo>
                  <a:lnTo>
                    <a:pt x="241274" y="270484"/>
                  </a:lnTo>
                  <a:lnTo>
                    <a:pt x="250875" y="265252"/>
                  </a:lnTo>
                  <a:lnTo>
                    <a:pt x="257975" y="256413"/>
                  </a:lnTo>
                  <a:lnTo>
                    <a:pt x="261099" y="245529"/>
                  </a:lnTo>
                  <a:close/>
                </a:path>
                <a:path w="761365" h="271779">
                  <a:moveTo>
                    <a:pt x="761225" y="116840"/>
                  </a:moveTo>
                  <a:lnTo>
                    <a:pt x="541731" y="3111"/>
                  </a:lnTo>
                  <a:lnTo>
                    <a:pt x="530821" y="0"/>
                  </a:lnTo>
                  <a:lnTo>
                    <a:pt x="519950" y="1257"/>
                  </a:lnTo>
                  <a:lnTo>
                    <a:pt x="510349" y="6489"/>
                  </a:lnTo>
                  <a:lnTo>
                    <a:pt x="503250" y="15316"/>
                  </a:lnTo>
                  <a:lnTo>
                    <a:pt x="500126" y="26225"/>
                  </a:lnTo>
                  <a:lnTo>
                    <a:pt x="501383" y="37096"/>
                  </a:lnTo>
                  <a:lnTo>
                    <a:pt x="506628" y="46697"/>
                  </a:lnTo>
                  <a:lnTo>
                    <a:pt x="515454" y="53797"/>
                  </a:lnTo>
                  <a:lnTo>
                    <a:pt x="648068" y="122491"/>
                  </a:lnTo>
                  <a:lnTo>
                    <a:pt x="522973" y="204076"/>
                  </a:lnTo>
                  <a:lnTo>
                    <a:pt x="514896" y="212039"/>
                  </a:lnTo>
                  <a:lnTo>
                    <a:pt x="510628" y="222123"/>
                  </a:lnTo>
                  <a:lnTo>
                    <a:pt x="510463" y="233057"/>
                  </a:lnTo>
                  <a:lnTo>
                    <a:pt x="514667" y="243586"/>
                  </a:lnTo>
                  <a:lnTo>
                    <a:pt x="522605" y="251663"/>
                  </a:lnTo>
                  <a:lnTo>
                    <a:pt x="532688" y="255917"/>
                  </a:lnTo>
                  <a:lnTo>
                    <a:pt x="543636" y="256082"/>
                  </a:lnTo>
                  <a:lnTo>
                    <a:pt x="554164" y="251891"/>
                  </a:lnTo>
                  <a:lnTo>
                    <a:pt x="761225" y="116840"/>
                  </a:lnTo>
                  <a:close/>
                </a:path>
              </a:pathLst>
            </a:custGeom>
            <a:solidFill>
              <a:srgbClr val="706868"/>
            </a:solidFill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sp>
        <p:nvSpPr>
          <p:cNvPr id="23" name="object 15">
            <a:extLst>
              <a:ext uri="{FF2B5EF4-FFF2-40B4-BE49-F238E27FC236}">
                <a16:creationId xmlns:a16="http://schemas.microsoft.com/office/drawing/2014/main" id="{5A69999E-553D-5B01-EA93-79F138E5FA77}"/>
              </a:ext>
            </a:extLst>
          </p:cNvPr>
          <p:cNvSpPr txBox="1"/>
          <p:nvPr/>
        </p:nvSpPr>
        <p:spPr>
          <a:xfrm>
            <a:off x="2109307" y="6247877"/>
            <a:ext cx="570992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547">
              <a:lnSpc>
                <a:spcPts val="3339"/>
              </a:lnSpc>
            </a:pPr>
            <a:r>
              <a:rPr sz="2987" spc="-27">
                <a:latin typeface="Arial MT"/>
                <a:cs typeface="Arial MT"/>
              </a:rPr>
              <a:t>0.3</a:t>
            </a:r>
            <a:endParaRPr sz="2987">
              <a:latin typeface="Arial MT"/>
              <a:cs typeface="Arial MT"/>
            </a:endParaRPr>
          </a:p>
        </p:txBody>
      </p:sp>
      <p:sp>
        <p:nvSpPr>
          <p:cNvPr id="24" name="object 16">
            <a:extLst>
              <a:ext uri="{FF2B5EF4-FFF2-40B4-BE49-F238E27FC236}">
                <a16:creationId xmlns:a16="http://schemas.microsoft.com/office/drawing/2014/main" id="{E5A39246-C9DE-9389-D4D6-F8E6712F0CDF}"/>
              </a:ext>
            </a:extLst>
          </p:cNvPr>
          <p:cNvSpPr txBox="1"/>
          <p:nvPr/>
        </p:nvSpPr>
        <p:spPr>
          <a:xfrm>
            <a:off x="6543046" y="6281270"/>
            <a:ext cx="3201077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419" algn="r">
              <a:lnSpc>
                <a:spcPts val="3797"/>
              </a:lnSpc>
            </a:pPr>
            <a:r>
              <a:rPr sz="3413" spc="43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endParaRPr sz="3413">
              <a:latin typeface="Arial MT"/>
              <a:cs typeface="Arial MT"/>
            </a:endParaRPr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AC250BC2-6AD2-7702-BD40-602D86031F8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84696" y="284906"/>
            <a:ext cx="9488763" cy="741680"/>
          </a:xfrm>
          <a:prstGeom prst="rect">
            <a:avLst/>
          </a:prstGeom>
        </p:spPr>
        <p:txBody>
          <a:bodyPr vert="horz" wrap="square" lIns="0" tIns="12869" rIns="0" bIns="0" rtlCol="0" anchor="ctr">
            <a:spAutoFit/>
          </a:bodyPr>
          <a:lstStyle/>
          <a:p>
            <a:pPr marL="13547">
              <a:spcBef>
                <a:spcPts val="101"/>
              </a:spcBef>
            </a:pPr>
            <a:r>
              <a:rPr spc="155">
                <a:solidFill>
                  <a:schemeClr val="bg1"/>
                </a:solidFill>
              </a:rPr>
              <a:t>Distribution</a:t>
            </a:r>
            <a:r>
              <a:rPr spc="-59">
                <a:solidFill>
                  <a:schemeClr val="bg1"/>
                </a:solidFill>
              </a:rPr>
              <a:t> </a:t>
            </a:r>
            <a:r>
              <a:rPr spc="112">
                <a:solidFill>
                  <a:schemeClr val="bg1"/>
                </a:solidFill>
              </a:rPr>
              <a:t>over</a:t>
            </a:r>
            <a:r>
              <a:rPr spc="-59">
                <a:solidFill>
                  <a:schemeClr val="bg1"/>
                </a:solidFill>
              </a:rPr>
              <a:t> </a:t>
            </a:r>
            <a:r>
              <a:rPr spc="75">
                <a:solidFill>
                  <a:schemeClr val="bg1"/>
                </a:solidFill>
              </a:rPr>
              <a:t>all</a:t>
            </a:r>
            <a:r>
              <a:rPr spc="-53"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sunset</a:t>
            </a:r>
            <a:r>
              <a:rPr spc="-59">
                <a:solidFill>
                  <a:schemeClr val="bg1"/>
                </a:solidFill>
              </a:rPr>
              <a:t> </a:t>
            </a:r>
            <a:r>
              <a:rPr spc="-11">
                <a:solidFill>
                  <a:schemeClr val="bg1"/>
                </a:solidFill>
              </a:rPr>
              <a:t>images</a:t>
            </a:r>
          </a:p>
        </p:txBody>
      </p:sp>
    </p:spTree>
    <p:extLst>
      <p:ext uri="{BB962C8B-B14F-4D97-AF65-F5344CB8AC3E}">
        <p14:creationId xmlns:p14="http://schemas.microsoft.com/office/powerpoint/2010/main" val="2496579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22B06-BC0D-E7B5-3DE1-68F5EAFB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1AD38CD-8C70-C96A-2525-B28210BCF9D5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B6223AB5-ACCB-6A82-8124-AAB454EC7483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9A947-B908-B723-6D27-B46D8FD360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C22DC647-31D1-474A-A5E2-4BC2C9F447F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84696" y="356378"/>
            <a:ext cx="9488763" cy="741680"/>
          </a:xfrm>
          <a:prstGeom prst="rect">
            <a:avLst/>
          </a:prstGeom>
        </p:spPr>
        <p:txBody>
          <a:bodyPr vert="horz" wrap="square" lIns="0" tIns="12869" rIns="0" bIns="0" rtlCol="0" anchor="ctr">
            <a:spAutoFit/>
          </a:bodyPr>
          <a:lstStyle/>
          <a:p>
            <a:pPr marL="13547" algn="l">
              <a:spcBef>
                <a:spcPts val="101"/>
              </a:spcBef>
            </a:pPr>
            <a:r>
              <a:rPr spc="155">
                <a:solidFill>
                  <a:schemeClr val="bg1"/>
                </a:solidFill>
              </a:rPr>
              <a:t>Distribution</a:t>
            </a:r>
            <a:r>
              <a:rPr spc="-85">
                <a:solidFill>
                  <a:schemeClr val="bg1"/>
                </a:solidFill>
              </a:rPr>
              <a:t> </a:t>
            </a:r>
            <a:r>
              <a:rPr spc="112">
                <a:solidFill>
                  <a:schemeClr val="bg1"/>
                </a:solidFill>
              </a:rPr>
              <a:t>over</a:t>
            </a:r>
            <a:r>
              <a:rPr spc="-85">
                <a:solidFill>
                  <a:schemeClr val="bg1"/>
                </a:solidFill>
              </a:rPr>
              <a:t> </a:t>
            </a:r>
            <a:r>
              <a:rPr spc="75">
                <a:solidFill>
                  <a:schemeClr val="bg1"/>
                </a:solidFill>
              </a:rPr>
              <a:t>all</a:t>
            </a:r>
            <a:r>
              <a:rPr spc="-85">
                <a:solidFill>
                  <a:schemeClr val="bg1"/>
                </a:solidFill>
              </a:rPr>
              <a:t> </a:t>
            </a:r>
            <a:r>
              <a:rPr spc="133">
                <a:solidFill>
                  <a:schemeClr val="bg1"/>
                </a:solidFill>
              </a:rPr>
              <a:t>forest</a:t>
            </a:r>
            <a:r>
              <a:rPr spc="-85">
                <a:solidFill>
                  <a:schemeClr val="bg1"/>
                </a:solidFill>
              </a:rPr>
              <a:t> </a:t>
            </a:r>
            <a:r>
              <a:rPr spc="-11">
                <a:solidFill>
                  <a:schemeClr val="bg1"/>
                </a:solidFill>
              </a:rPr>
              <a:t>images</a:t>
            </a:r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B5B75975-FE15-2703-6C82-3B5749827C8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1286" y="2696953"/>
            <a:ext cx="3247867" cy="2435446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98BD557-06F8-9D41-19C5-360FC5B3D2E6}"/>
              </a:ext>
            </a:extLst>
          </p:cNvPr>
          <p:cNvSpPr txBox="1"/>
          <p:nvPr/>
        </p:nvSpPr>
        <p:spPr>
          <a:xfrm>
            <a:off x="2000411" y="1744418"/>
            <a:ext cx="7107259" cy="538203"/>
          </a:xfrm>
          <a:prstGeom prst="rect">
            <a:avLst/>
          </a:prstGeo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sz="3413" spc="-11">
                <a:solidFill>
                  <a:srgbClr val="2B2728"/>
                </a:solidFill>
                <a:latin typeface="Arial MT"/>
                <a:cs typeface="Arial MT"/>
              </a:rPr>
              <a:t>Let’s</a:t>
            </a:r>
            <a:r>
              <a:rPr sz="3413" spc="-32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122">
                <a:solidFill>
                  <a:srgbClr val="2B2728"/>
                </a:solidFill>
                <a:latin typeface="Arial MT"/>
                <a:cs typeface="Arial MT"/>
              </a:rPr>
              <a:t>look</a:t>
            </a:r>
            <a:r>
              <a:rPr sz="3413" spc="-27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>
                <a:solidFill>
                  <a:srgbClr val="2B2728"/>
                </a:solidFill>
                <a:latin typeface="Arial MT"/>
                <a:cs typeface="Arial MT"/>
              </a:rPr>
              <a:t>at</a:t>
            </a:r>
            <a:r>
              <a:rPr sz="3413" spc="-27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>
                <a:solidFill>
                  <a:srgbClr val="2B2728"/>
                </a:solidFill>
                <a:latin typeface="Arial MT"/>
                <a:cs typeface="Arial MT"/>
              </a:rPr>
              <a:t>just</a:t>
            </a:r>
            <a:r>
              <a:rPr sz="3413" spc="-32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91">
                <a:solidFill>
                  <a:srgbClr val="2B2728"/>
                </a:solidFill>
                <a:latin typeface="Arial MT"/>
                <a:cs typeface="Arial MT"/>
              </a:rPr>
              <a:t>the</a:t>
            </a:r>
            <a:r>
              <a:rPr sz="3413" spc="-27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413" spc="64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r>
              <a:rPr sz="3413" spc="-27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3413" spc="53">
                <a:solidFill>
                  <a:srgbClr val="2B2728"/>
                </a:solidFill>
                <a:latin typeface="Arial MT"/>
                <a:cs typeface="Arial MT"/>
              </a:rPr>
              <a:t>dimension</a:t>
            </a:r>
            <a:endParaRPr sz="3413">
              <a:latin typeface="Arial MT"/>
              <a:cs typeface="Arial MT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1197388D-7811-1E29-851B-A7495FF9525C}"/>
              </a:ext>
            </a:extLst>
          </p:cNvPr>
          <p:cNvGrpSpPr/>
          <p:nvPr/>
        </p:nvGrpSpPr>
        <p:grpSpPr>
          <a:xfrm>
            <a:off x="1347771" y="2926085"/>
            <a:ext cx="8703056" cy="3533648"/>
            <a:chOff x="120534" y="2743203"/>
            <a:chExt cx="8159115" cy="3312795"/>
          </a:xfrm>
        </p:grpSpPr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5BCE3A77-01B9-78DA-8D3C-CEDBD032248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534" y="5660966"/>
              <a:ext cx="8158937" cy="394854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B0955677-915B-CEB5-192D-655568A3CF18}"/>
                </a:ext>
              </a:extLst>
            </p:cNvPr>
            <p:cNvSpPr/>
            <p:nvPr/>
          </p:nvSpPr>
          <p:spPr>
            <a:xfrm>
              <a:off x="164931" y="5839075"/>
              <a:ext cx="7879715" cy="0"/>
            </a:xfrm>
            <a:custGeom>
              <a:avLst/>
              <a:gdLst/>
              <a:ahLst/>
              <a:cxnLst/>
              <a:rect l="l" t="t" r="r" b="b"/>
              <a:pathLst>
                <a:path w="7879715">
                  <a:moveTo>
                    <a:pt x="0" y="0"/>
                  </a:moveTo>
                  <a:lnTo>
                    <a:pt x="7879090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10" name="object 8">
              <a:extLst>
                <a:ext uri="{FF2B5EF4-FFF2-40B4-BE49-F238E27FC236}">
                  <a16:creationId xmlns:a16="http://schemas.microsoft.com/office/drawing/2014/main" id="{B1D5997E-D74D-CD03-EA1C-C3B430988D6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10966" y="5753605"/>
              <a:ext cx="170830" cy="170939"/>
            </a:xfrm>
            <a:prstGeom prst="rect">
              <a:avLst/>
            </a:prstGeom>
          </p:spPr>
        </p:pic>
        <p:pic>
          <p:nvPicPr>
            <p:cNvPr id="11" name="object 9">
              <a:extLst>
                <a:ext uri="{FF2B5EF4-FFF2-40B4-BE49-F238E27FC236}">
                  <a16:creationId xmlns:a16="http://schemas.microsoft.com/office/drawing/2014/main" id="{21F6C65A-ADB3-4A52-6CF7-6B6A2387C58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7480" y="2858198"/>
              <a:ext cx="2461284" cy="2884876"/>
            </a:xfrm>
            <a:prstGeom prst="rect">
              <a:avLst/>
            </a:prstGeom>
          </p:spPr>
        </p:pic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13EBC84B-2302-EF15-70F6-CCE5D46C887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7487" y="2743203"/>
              <a:ext cx="133003" cy="3129737"/>
            </a:xfrm>
            <a:prstGeom prst="rect">
              <a:avLst/>
            </a:prstGeom>
          </p:spPr>
        </p:pic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8FAC8E16-ACA1-E2AD-08DC-C5F3BE69A202}"/>
                </a:ext>
              </a:extLst>
            </p:cNvPr>
            <p:cNvSpPr/>
            <p:nvPr/>
          </p:nvSpPr>
          <p:spPr>
            <a:xfrm>
              <a:off x="1750809" y="2769400"/>
              <a:ext cx="6350" cy="3037205"/>
            </a:xfrm>
            <a:custGeom>
              <a:avLst/>
              <a:gdLst/>
              <a:ahLst/>
              <a:cxnLst/>
              <a:rect l="l" t="t" r="r" b="b"/>
              <a:pathLst>
                <a:path w="6350" h="3037204">
                  <a:moveTo>
                    <a:pt x="0" y="0"/>
                  </a:moveTo>
                  <a:lnTo>
                    <a:pt x="6343" y="3037093"/>
                  </a:lnTo>
                </a:path>
              </a:pathLst>
            </a:custGeom>
            <a:ln w="38061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pic>
          <p:nvPicPr>
            <p:cNvPr id="15" name="object 12">
              <a:extLst>
                <a:ext uri="{FF2B5EF4-FFF2-40B4-BE49-F238E27FC236}">
                  <a16:creationId xmlns:a16="http://schemas.microsoft.com/office/drawing/2014/main" id="{1D810B66-2FE6-7DB6-94DD-11FFF00730E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9996" y="4330932"/>
              <a:ext cx="1483817" cy="544483"/>
            </a:xfrm>
            <a:prstGeom prst="rect">
              <a:avLst/>
            </a:prstGeom>
          </p:spPr>
        </p:pic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88877381-DE1F-5E59-F262-E921EBC439C4}"/>
                </a:ext>
              </a:extLst>
            </p:cNvPr>
            <p:cNvSpPr/>
            <p:nvPr/>
          </p:nvSpPr>
          <p:spPr>
            <a:xfrm>
              <a:off x="1338041" y="4583302"/>
              <a:ext cx="826135" cy="0"/>
            </a:xfrm>
            <a:custGeom>
              <a:avLst/>
              <a:gdLst/>
              <a:ahLst/>
              <a:cxnLst/>
              <a:rect l="l" t="t" r="r" b="b"/>
              <a:pathLst>
                <a:path w="826135">
                  <a:moveTo>
                    <a:pt x="825532" y="0"/>
                  </a:moveTo>
                  <a:lnTo>
                    <a:pt x="0" y="0"/>
                  </a:lnTo>
                </a:path>
              </a:pathLst>
            </a:custGeom>
            <a:ln w="57080">
              <a:solidFill>
                <a:srgbClr val="706868"/>
              </a:solidFill>
            </a:ln>
          </p:spPr>
          <p:txBody>
            <a:bodyPr wrap="square" lIns="0" tIns="0" rIns="0" bIns="0" rtlCol="0"/>
            <a:lstStyle/>
            <a:p>
              <a:endParaRPr sz="1920"/>
            </a:p>
          </p:txBody>
        </p:sp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8BA6B9EB-CB4A-BAE5-3679-BEB6AA3EE78F}"/>
                </a:ext>
              </a:extLst>
            </p:cNvPr>
            <p:cNvSpPr/>
            <p:nvPr/>
          </p:nvSpPr>
          <p:spPr>
            <a:xfrm>
              <a:off x="1281391" y="4455096"/>
              <a:ext cx="939165" cy="256540"/>
            </a:xfrm>
            <a:custGeom>
              <a:avLst/>
              <a:gdLst/>
              <a:ahLst/>
              <a:cxnLst/>
              <a:rect l="l" t="t" r="r" b="b"/>
              <a:pathLst>
                <a:path w="939164" h="256539">
                  <a:moveTo>
                    <a:pt x="256235" y="24663"/>
                  </a:moveTo>
                  <a:lnTo>
                    <a:pt x="252577" y="13931"/>
                  </a:lnTo>
                  <a:lnTo>
                    <a:pt x="245033" y="5473"/>
                  </a:lnTo>
                  <a:lnTo>
                    <a:pt x="235178" y="723"/>
                  </a:lnTo>
                  <a:lnTo>
                    <a:pt x="224256" y="0"/>
                  </a:lnTo>
                  <a:lnTo>
                    <a:pt x="213537" y="3657"/>
                  </a:lnTo>
                  <a:lnTo>
                    <a:pt x="0" y="128206"/>
                  </a:lnTo>
                  <a:lnTo>
                    <a:pt x="213537" y="252742"/>
                  </a:lnTo>
                  <a:lnTo>
                    <a:pt x="224269" y="256413"/>
                  </a:lnTo>
                  <a:lnTo>
                    <a:pt x="235191" y="255701"/>
                  </a:lnTo>
                  <a:lnTo>
                    <a:pt x="245033" y="250952"/>
                  </a:lnTo>
                  <a:lnTo>
                    <a:pt x="252577" y="242481"/>
                  </a:lnTo>
                  <a:lnTo>
                    <a:pt x="256235" y="231762"/>
                  </a:lnTo>
                  <a:lnTo>
                    <a:pt x="255524" y="220840"/>
                  </a:lnTo>
                  <a:lnTo>
                    <a:pt x="250774" y="210985"/>
                  </a:lnTo>
                  <a:lnTo>
                    <a:pt x="242303" y="203441"/>
                  </a:lnTo>
                  <a:lnTo>
                    <a:pt x="113296" y="128206"/>
                  </a:lnTo>
                  <a:lnTo>
                    <a:pt x="242303" y="52971"/>
                  </a:lnTo>
                  <a:lnTo>
                    <a:pt x="250774" y="45440"/>
                  </a:lnTo>
                  <a:lnTo>
                    <a:pt x="255524" y="35585"/>
                  </a:lnTo>
                  <a:lnTo>
                    <a:pt x="256235" y="24663"/>
                  </a:lnTo>
                  <a:close/>
                </a:path>
                <a:path w="939164" h="256539">
                  <a:moveTo>
                    <a:pt x="938834" y="128206"/>
                  </a:moveTo>
                  <a:lnTo>
                    <a:pt x="725284" y="3657"/>
                  </a:lnTo>
                  <a:lnTo>
                    <a:pt x="714552" y="0"/>
                  </a:lnTo>
                  <a:lnTo>
                    <a:pt x="703630" y="723"/>
                  </a:lnTo>
                  <a:lnTo>
                    <a:pt x="693775" y="5473"/>
                  </a:lnTo>
                  <a:lnTo>
                    <a:pt x="686244" y="13931"/>
                  </a:lnTo>
                  <a:lnTo>
                    <a:pt x="682574" y="24663"/>
                  </a:lnTo>
                  <a:lnTo>
                    <a:pt x="683298" y="35585"/>
                  </a:lnTo>
                  <a:lnTo>
                    <a:pt x="688047" y="45427"/>
                  </a:lnTo>
                  <a:lnTo>
                    <a:pt x="696518" y="52959"/>
                  </a:lnTo>
                  <a:lnTo>
                    <a:pt x="825525" y="128206"/>
                  </a:lnTo>
                  <a:lnTo>
                    <a:pt x="696518" y="203441"/>
                  </a:lnTo>
                  <a:lnTo>
                    <a:pt x="688047" y="210985"/>
                  </a:lnTo>
                  <a:lnTo>
                    <a:pt x="683298" y="220827"/>
                  </a:lnTo>
                  <a:lnTo>
                    <a:pt x="682574" y="231749"/>
                  </a:lnTo>
                  <a:lnTo>
                    <a:pt x="686244" y="242481"/>
                  </a:lnTo>
                  <a:lnTo>
                    <a:pt x="693775" y="250952"/>
                  </a:lnTo>
                  <a:lnTo>
                    <a:pt x="703630" y="255701"/>
                  </a:lnTo>
                  <a:lnTo>
                    <a:pt x="714552" y="256413"/>
                  </a:lnTo>
                  <a:lnTo>
                    <a:pt x="725284" y="252742"/>
                  </a:lnTo>
                  <a:lnTo>
                    <a:pt x="938834" y="128206"/>
                  </a:lnTo>
                  <a:close/>
                </a:path>
              </a:pathLst>
            </a:custGeom>
            <a:solidFill>
              <a:srgbClr val="706868"/>
            </a:solidFill>
          </p:spPr>
          <p:txBody>
            <a:bodyPr wrap="square" lIns="0" tIns="0" rIns="0" bIns="0" rtlCol="0"/>
            <a:lstStyle/>
            <a:p>
              <a:endParaRPr sz="1920"/>
            </a:p>
          </p:txBody>
        </p:sp>
      </p:grpSp>
      <p:sp>
        <p:nvSpPr>
          <p:cNvPr id="18" name="object 15">
            <a:extLst>
              <a:ext uri="{FF2B5EF4-FFF2-40B4-BE49-F238E27FC236}">
                <a16:creationId xmlns:a16="http://schemas.microsoft.com/office/drawing/2014/main" id="{D467FDFD-DC7A-E258-BE38-1E5C66E3EEF8}"/>
              </a:ext>
            </a:extLst>
          </p:cNvPr>
          <p:cNvSpPr txBox="1"/>
          <p:nvPr/>
        </p:nvSpPr>
        <p:spPr>
          <a:xfrm>
            <a:off x="2109307" y="6247877"/>
            <a:ext cx="570992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547">
              <a:lnSpc>
                <a:spcPts val="3339"/>
              </a:lnSpc>
            </a:pPr>
            <a:r>
              <a:rPr sz="2987" spc="-27">
                <a:latin typeface="Arial MT"/>
                <a:cs typeface="Arial MT"/>
              </a:rPr>
              <a:t>0.3</a:t>
            </a:r>
            <a:endParaRPr sz="2987">
              <a:latin typeface="Arial MT"/>
              <a:cs typeface="Arial M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BA3B9-DE70-9EC9-F363-3565621E029F}"/>
              </a:ext>
            </a:extLst>
          </p:cNvPr>
          <p:cNvSpPr txBox="1"/>
          <p:nvPr/>
        </p:nvSpPr>
        <p:spPr>
          <a:xfrm>
            <a:off x="8863534" y="6235614"/>
            <a:ext cx="669992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20" spc="43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endParaRPr lang="en-US" sz="1920">
              <a:latin typeface="Arial MT"/>
              <a:cs typeface="Arial MT"/>
            </a:endParaRPr>
          </a:p>
          <a:p>
            <a:endParaRPr lang="en-US" sz="1920"/>
          </a:p>
        </p:txBody>
      </p:sp>
    </p:spTree>
    <p:extLst>
      <p:ext uri="{BB962C8B-B14F-4D97-AF65-F5344CB8AC3E}">
        <p14:creationId xmlns:p14="http://schemas.microsoft.com/office/powerpoint/2010/main" val="3106777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B2D7D-84B1-6FC9-BCDC-EFECA5827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>
            <a:extLst>
              <a:ext uri="{FF2B5EF4-FFF2-40B4-BE49-F238E27FC236}">
                <a16:creationId xmlns:a16="http://schemas.microsoft.com/office/drawing/2014/main" id="{AB05CDFD-18C4-3EB8-AF0A-CE698CE7E76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6249" y="482179"/>
            <a:ext cx="8895715" cy="7343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</a:pPr>
            <a:r>
              <a:rPr spc="145" dirty="0">
                <a:solidFill>
                  <a:schemeClr val="bg1"/>
                </a:solidFill>
              </a:rPr>
              <a:t>Distribution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spc="105" dirty="0">
                <a:solidFill>
                  <a:schemeClr val="bg1"/>
                </a:solidFill>
              </a:rPr>
              <a:t>over</a:t>
            </a:r>
            <a:r>
              <a:rPr spc="-80" dirty="0">
                <a:solidFill>
                  <a:schemeClr val="bg1"/>
                </a:solidFill>
              </a:rPr>
              <a:t> </a:t>
            </a:r>
            <a:r>
              <a:rPr spc="70" dirty="0">
                <a:solidFill>
                  <a:schemeClr val="bg1"/>
                </a:solidFill>
              </a:rPr>
              <a:t>all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images</a:t>
            </a:r>
          </a:p>
        </p:txBody>
      </p:sp>
      <p:grpSp>
        <p:nvGrpSpPr>
          <p:cNvPr id="22" name="object 3">
            <a:extLst>
              <a:ext uri="{FF2B5EF4-FFF2-40B4-BE49-F238E27FC236}">
                <a16:creationId xmlns:a16="http://schemas.microsoft.com/office/drawing/2014/main" id="{F2B6E563-50F4-6CEE-6CF7-4E0D39E67635}"/>
              </a:ext>
            </a:extLst>
          </p:cNvPr>
          <p:cNvGrpSpPr/>
          <p:nvPr/>
        </p:nvGrpSpPr>
        <p:grpSpPr>
          <a:xfrm>
            <a:off x="1034934" y="5733394"/>
            <a:ext cx="8159115" cy="394970"/>
            <a:chOff x="120534" y="5660966"/>
            <a:chExt cx="8159115" cy="394970"/>
          </a:xfrm>
        </p:grpSpPr>
        <p:pic>
          <p:nvPicPr>
            <p:cNvPr id="23" name="object 4">
              <a:extLst>
                <a:ext uri="{FF2B5EF4-FFF2-40B4-BE49-F238E27FC236}">
                  <a16:creationId xmlns:a16="http://schemas.microsoft.com/office/drawing/2014/main" id="{1D7ECEE2-2817-D8AE-8D8D-95B5B49C0B7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534" y="5660966"/>
              <a:ext cx="8158937" cy="394854"/>
            </a:xfrm>
            <a:prstGeom prst="rect">
              <a:avLst/>
            </a:prstGeom>
          </p:spPr>
        </p:pic>
        <p:sp>
          <p:nvSpPr>
            <p:cNvPr id="24" name="object 5">
              <a:extLst>
                <a:ext uri="{FF2B5EF4-FFF2-40B4-BE49-F238E27FC236}">
                  <a16:creationId xmlns:a16="http://schemas.microsoft.com/office/drawing/2014/main" id="{011877C0-237D-9F91-41A0-F1B80CF25B53}"/>
                </a:ext>
              </a:extLst>
            </p:cNvPr>
            <p:cNvSpPr/>
            <p:nvPr/>
          </p:nvSpPr>
          <p:spPr>
            <a:xfrm>
              <a:off x="164931" y="5839075"/>
              <a:ext cx="7879715" cy="0"/>
            </a:xfrm>
            <a:custGeom>
              <a:avLst/>
              <a:gdLst/>
              <a:ahLst/>
              <a:cxnLst/>
              <a:rect l="l" t="t" r="r" b="b"/>
              <a:pathLst>
                <a:path w="7879715">
                  <a:moveTo>
                    <a:pt x="0" y="0"/>
                  </a:moveTo>
                  <a:lnTo>
                    <a:pt x="7879090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6">
              <a:extLst>
                <a:ext uri="{FF2B5EF4-FFF2-40B4-BE49-F238E27FC236}">
                  <a16:creationId xmlns:a16="http://schemas.microsoft.com/office/drawing/2014/main" id="{426C5F4C-1071-AA68-7B90-4E7DDC27191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10966" y="5753604"/>
              <a:ext cx="170830" cy="170939"/>
            </a:xfrm>
            <a:prstGeom prst="rect">
              <a:avLst/>
            </a:prstGeom>
          </p:spPr>
        </p:pic>
      </p:grpSp>
      <p:sp>
        <p:nvSpPr>
          <p:cNvPr id="26" name="object 7">
            <a:extLst>
              <a:ext uri="{FF2B5EF4-FFF2-40B4-BE49-F238E27FC236}">
                <a16:creationId xmlns:a16="http://schemas.microsoft.com/office/drawing/2014/main" id="{818D708C-CDAE-006E-3505-D60E1FBDC4E0}"/>
              </a:ext>
            </a:extLst>
          </p:cNvPr>
          <p:cNvSpPr txBox="1"/>
          <p:nvPr/>
        </p:nvSpPr>
        <p:spPr>
          <a:xfrm>
            <a:off x="8078188" y="5913626"/>
            <a:ext cx="8280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40" dirty="0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27" name="object 8">
            <a:extLst>
              <a:ext uri="{FF2B5EF4-FFF2-40B4-BE49-F238E27FC236}">
                <a16:creationId xmlns:a16="http://schemas.microsoft.com/office/drawing/2014/main" id="{F201621D-D838-B969-405F-633A1DD0ED92}"/>
              </a:ext>
            </a:extLst>
          </p:cNvPr>
          <p:cNvGrpSpPr/>
          <p:nvPr/>
        </p:nvGrpSpPr>
        <p:grpSpPr>
          <a:xfrm>
            <a:off x="1079331" y="1789010"/>
            <a:ext cx="7663180" cy="4281805"/>
            <a:chOff x="164931" y="1716582"/>
            <a:chExt cx="7663180" cy="4281805"/>
          </a:xfrm>
        </p:grpSpPr>
        <p:pic>
          <p:nvPicPr>
            <p:cNvPr id="28" name="object 9">
              <a:extLst>
                <a:ext uri="{FF2B5EF4-FFF2-40B4-BE49-F238E27FC236}">
                  <a16:creationId xmlns:a16="http://schemas.microsoft.com/office/drawing/2014/main" id="{85EAE543-644D-7308-BBDB-F93F4A26B4B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47872" y="3370389"/>
              <a:ext cx="4580013" cy="2410739"/>
            </a:xfrm>
            <a:prstGeom prst="rect">
              <a:avLst/>
            </a:prstGeom>
          </p:spPr>
        </p:pic>
        <p:pic>
          <p:nvPicPr>
            <p:cNvPr id="29" name="object 10">
              <a:extLst>
                <a:ext uri="{FF2B5EF4-FFF2-40B4-BE49-F238E27FC236}">
                  <a16:creationId xmlns:a16="http://schemas.microsoft.com/office/drawing/2014/main" id="{FBBAEEFF-E72C-E2BB-E91C-DEB48BD9C2B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931" y="2439606"/>
              <a:ext cx="1192578" cy="3328837"/>
            </a:xfrm>
            <a:prstGeom prst="rect">
              <a:avLst/>
            </a:prstGeom>
          </p:spPr>
        </p:pic>
        <p:pic>
          <p:nvPicPr>
            <p:cNvPr id="30" name="object 11">
              <a:extLst>
                <a:ext uri="{FF2B5EF4-FFF2-40B4-BE49-F238E27FC236}">
                  <a16:creationId xmlns:a16="http://schemas.microsoft.com/office/drawing/2014/main" id="{2658CDD2-F9C1-3473-A7B4-9E6C0D5E905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44828" y="1716582"/>
              <a:ext cx="1623936" cy="4051861"/>
            </a:xfrm>
            <a:prstGeom prst="rect">
              <a:avLst/>
            </a:prstGeom>
          </p:spPr>
        </p:pic>
        <p:pic>
          <p:nvPicPr>
            <p:cNvPr id="31" name="object 12">
              <a:extLst>
                <a:ext uri="{FF2B5EF4-FFF2-40B4-BE49-F238E27FC236}">
                  <a16:creationId xmlns:a16="http://schemas.microsoft.com/office/drawing/2014/main" id="{5F964AE1-B080-DD78-741E-B2B60904C65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1929" y="5440781"/>
              <a:ext cx="840386" cy="5571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164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D53E2-9341-5AB3-3842-E29B18A9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7C6465C-D4F5-2D7F-DDB8-3DD57EF0226B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2125" algn="l">
              <a:spcBef>
                <a:spcPts val="95"/>
              </a:spcBef>
            </a:pPr>
            <a:r>
              <a:rPr lang="en-US">
                <a:solidFill>
                  <a:schemeClr val="bg1"/>
                </a:solidFill>
              </a:rPr>
              <a:t>Can</a:t>
            </a:r>
            <a:r>
              <a:rPr lang="en-US" spc="-80">
                <a:solidFill>
                  <a:schemeClr val="bg1"/>
                </a:solidFill>
              </a:rPr>
              <a:t> </a:t>
            </a:r>
            <a:r>
              <a:rPr lang="en-US" spc="70">
                <a:solidFill>
                  <a:schemeClr val="bg1"/>
                </a:solidFill>
              </a:rPr>
              <a:t>be</a:t>
            </a:r>
            <a:r>
              <a:rPr lang="en-US" spc="-80">
                <a:solidFill>
                  <a:schemeClr val="bg1"/>
                </a:solidFill>
              </a:rPr>
              <a:t> </a:t>
            </a:r>
            <a:r>
              <a:rPr lang="en-US" spc="95">
                <a:solidFill>
                  <a:schemeClr val="bg1"/>
                </a:solidFill>
              </a:rPr>
              <a:t>distinguished</a:t>
            </a:r>
            <a:r>
              <a:rPr lang="en-US" spc="-80">
                <a:solidFill>
                  <a:schemeClr val="bg1"/>
                </a:solidFill>
              </a:rPr>
              <a:t> </a:t>
            </a:r>
            <a:r>
              <a:rPr lang="en-US" spc="125">
                <a:solidFill>
                  <a:schemeClr val="bg1"/>
                </a:solidFill>
              </a:rPr>
              <a:t>along</a:t>
            </a:r>
            <a:r>
              <a:rPr lang="en-US" spc="-75">
                <a:solidFill>
                  <a:schemeClr val="bg1"/>
                </a:solidFill>
              </a:rPr>
              <a:t> </a:t>
            </a:r>
            <a:r>
              <a:rPr lang="en-US" spc="200">
                <a:solidFill>
                  <a:schemeClr val="bg1"/>
                </a:solidFill>
              </a:rPr>
              <a:t>other</a:t>
            </a:r>
            <a:r>
              <a:rPr lang="en-US" spc="-80">
                <a:solidFill>
                  <a:schemeClr val="bg1"/>
                </a:solidFill>
              </a:rPr>
              <a:t> </a:t>
            </a:r>
            <a:r>
              <a:rPr lang="en-US" spc="185">
                <a:solidFill>
                  <a:schemeClr val="bg1"/>
                </a:solidFill>
              </a:rPr>
              <a:t>dim</a:t>
            </a:r>
            <a:endParaRPr lang="en-US" spc="185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88EA429-585F-3E11-A055-CDB9F90C865F}"/>
              </a:ext>
            </a:extLst>
          </p:cNvPr>
          <p:cNvSpPr txBox="1"/>
          <p:nvPr/>
        </p:nvSpPr>
        <p:spPr>
          <a:xfrm>
            <a:off x="1185057" y="1495807"/>
            <a:ext cx="57588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170" dirty="0">
                <a:solidFill>
                  <a:srgbClr val="2B2728"/>
                </a:solidFill>
                <a:latin typeface="Arial MT"/>
                <a:cs typeface="Arial MT"/>
              </a:rPr>
              <a:t>Now</a:t>
            </a:r>
            <a:r>
              <a:rPr sz="32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14" dirty="0">
                <a:solidFill>
                  <a:srgbClr val="2B2728"/>
                </a:solidFill>
                <a:latin typeface="Arial MT"/>
                <a:cs typeface="Arial MT"/>
              </a:rPr>
              <a:t>look</a:t>
            </a:r>
            <a:r>
              <a:rPr sz="3200" spc="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at</a:t>
            </a:r>
            <a:r>
              <a:rPr sz="32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85" dirty="0">
                <a:solidFill>
                  <a:srgbClr val="2B2728"/>
                </a:solidFill>
                <a:latin typeface="Arial MT"/>
                <a:cs typeface="Arial MT"/>
              </a:rPr>
              <a:t>the</a:t>
            </a:r>
            <a:r>
              <a:rPr sz="3200" spc="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red</a:t>
            </a:r>
            <a:r>
              <a:rPr sz="32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50" dirty="0">
                <a:solidFill>
                  <a:srgbClr val="2B2728"/>
                </a:solidFill>
                <a:latin typeface="Arial MT"/>
                <a:cs typeface="Arial MT"/>
              </a:rPr>
              <a:t>dimension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F39B5D56-DC30-8AE4-2939-77E653D5CF07}"/>
              </a:ext>
            </a:extLst>
          </p:cNvPr>
          <p:cNvGrpSpPr/>
          <p:nvPr/>
        </p:nvGrpSpPr>
        <p:grpSpPr>
          <a:xfrm>
            <a:off x="573207" y="5724340"/>
            <a:ext cx="8159115" cy="394970"/>
            <a:chOff x="120534" y="5660966"/>
            <a:chExt cx="8159115" cy="39497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AA1EC90-9828-916C-A4C2-9F0E63B0471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534" y="5660966"/>
              <a:ext cx="8158937" cy="39485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A05B4F8-072E-A5BC-7998-2A7B1ABB39DF}"/>
                </a:ext>
              </a:extLst>
            </p:cNvPr>
            <p:cNvSpPr/>
            <p:nvPr/>
          </p:nvSpPr>
          <p:spPr>
            <a:xfrm>
              <a:off x="164931" y="5839075"/>
              <a:ext cx="7879715" cy="0"/>
            </a:xfrm>
            <a:custGeom>
              <a:avLst/>
              <a:gdLst/>
              <a:ahLst/>
              <a:cxnLst/>
              <a:rect l="l" t="t" r="r" b="b"/>
              <a:pathLst>
                <a:path w="7879715">
                  <a:moveTo>
                    <a:pt x="0" y="0"/>
                  </a:moveTo>
                  <a:lnTo>
                    <a:pt x="7879090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7016B435-9F41-22A2-EE43-7EFCD360E9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10966" y="5753604"/>
              <a:ext cx="170830" cy="170939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471E9B7-BF6B-C52B-3994-2F2D5E5565AB}"/>
              </a:ext>
            </a:extLst>
          </p:cNvPr>
          <p:cNvSpPr txBox="1"/>
          <p:nvPr/>
        </p:nvSpPr>
        <p:spPr>
          <a:xfrm>
            <a:off x="7713694" y="5904572"/>
            <a:ext cx="6337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25" dirty="0">
                <a:solidFill>
                  <a:srgbClr val="FF0000"/>
                </a:solidFill>
                <a:latin typeface="Arial MT"/>
                <a:cs typeface="Arial MT"/>
              </a:rPr>
              <a:t>red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9" name="object 9">
            <a:extLst>
              <a:ext uri="{FF2B5EF4-FFF2-40B4-BE49-F238E27FC236}">
                <a16:creationId xmlns:a16="http://schemas.microsoft.com/office/drawing/2014/main" id="{9AC591E1-6F78-09A4-46D7-9B142DD29866}"/>
              </a:ext>
            </a:extLst>
          </p:cNvPr>
          <p:cNvGrpSpPr/>
          <p:nvPr/>
        </p:nvGrpSpPr>
        <p:grpSpPr>
          <a:xfrm>
            <a:off x="6149143" y="1602372"/>
            <a:ext cx="4290060" cy="4321810"/>
            <a:chOff x="5696470" y="1538998"/>
            <a:chExt cx="4290060" cy="4321810"/>
          </a:xfrm>
        </p:grpSpPr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DF812086-C15D-015F-9A83-3CFAB0F37D2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8598" y="1538998"/>
              <a:ext cx="2957334" cy="2214727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1E34B030-C356-828C-F242-982B3F26294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6470" y="2769400"/>
              <a:ext cx="1814233" cy="2960989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5CC490F8-89D1-1CA3-0707-B000A109886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33806" y="2643447"/>
              <a:ext cx="145472" cy="3217024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6AD62BB0-5803-9659-7CDD-2E06C7BBCA43}"/>
                </a:ext>
              </a:extLst>
            </p:cNvPr>
            <p:cNvSpPr/>
            <p:nvPr/>
          </p:nvSpPr>
          <p:spPr>
            <a:xfrm>
              <a:off x="6597243" y="2667927"/>
              <a:ext cx="19050" cy="3126105"/>
            </a:xfrm>
            <a:custGeom>
              <a:avLst/>
              <a:gdLst/>
              <a:ahLst/>
              <a:cxnLst/>
              <a:rect l="l" t="t" r="r" b="b"/>
              <a:pathLst>
                <a:path w="19050" h="3126104">
                  <a:moveTo>
                    <a:pt x="0" y="0"/>
                  </a:moveTo>
                  <a:lnTo>
                    <a:pt x="19030" y="3125885"/>
                  </a:lnTo>
                </a:path>
              </a:pathLst>
            </a:custGeom>
            <a:ln w="38061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ADB3E0C2-300C-2B97-E06D-ABCD313F4E55}"/>
              </a:ext>
            </a:extLst>
          </p:cNvPr>
          <p:cNvSpPr txBox="1"/>
          <p:nvPr/>
        </p:nvSpPr>
        <p:spPr>
          <a:xfrm>
            <a:off x="6813004" y="5866518"/>
            <a:ext cx="546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40" dirty="0">
                <a:latin typeface="Arial MT"/>
                <a:cs typeface="Arial MT"/>
              </a:rPr>
              <a:t>0.9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B3C5B1C6-03CA-5390-9899-D1A56AF30D59}"/>
              </a:ext>
            </a:extLst>
          </p:cNvPr>
          <p:cNvGrpSpPr/>
          <p:nvPr/>
        </p:nvGrpSpPr>
        <p:grpSpPr>
          <a:xfrm>
            <a:off x="630291" y="2083371"/>
            <a:ext cx="7100570" cy="3815715"/>
            <a:chOff x="177618" y="2019997"/>
            <a:chExt cx="7100570" cy="3815715"/>
          </a:xfrm>
        </p:grpSpPr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7B04BC90-097D-8E20-236F-4DDCDE800D1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68542" y="4089867"/>
              <a:ext cx="1309255" cy="581891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6965A194-F2A4-942F-7335-7BB07DCBF18B}"/>
                </a:ext>
              </a:extLst>
            </p:cNvPr>
            <p:cNvSpPr/>
            <p:nvPr/>
          </p:nvSpPr>
          <p:spPr>
            <a:xfrm>
              <a:off x="6298586" y="4345123"/>
              <a:ext cx="648335" cy="33020"/>
            </a:xfrm>
            <a:custGeom>
              <a:avLst/>
              <a:gdLst/>
              <a:ahLst/>
              <a:cxnLst/>
              <a:rect l="l" t="t" r="r" b="b"/>
              <a:pathLst>
                <a:path w="648334" h="33020">
                  <a:moveTo>
                    <a:pt x="648055" y="0"/>
                  </a:moveTo>
                  <a:lnTo>
                    <a:pt x="0" y="32396"/>
                  </a:lnTo>
                </a:path>
              </a:pathLst>
            </a:custGeom>
            <a:ln w="57080">
              <a:solidFill>
                <a:srgbClr val="706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FC67745D-0935-B50F-1F1A-2F7CC7E87E4F}"/>
                </a:ext>
              </a:extLst>
            </p:cNvPr>
            <p:cNvSpPr/>
            <p:nvPr/>
          </p:nvSpPr>
          <p:spPr>
            <a:xfrm>
              <a:off x="6242012" y="4225455"/>
              <a:ext cx="761365" cy="271780"/>
            </a:xfrm>
            <a:custGeom>
              <a:avLst/>
              <a:gdLst/>
              <a:ahLst/>
              <a:cxnLst/>
              <a:rect l="l" t="t" r="r" b="b"/>
              <a:pathLst>
                <a:path w="761365" h="271779">
                  <a:moveTo>
                    <a:pt x="261086" y="245516"/>
                  </a:moveTo>
                  <a:lnTo>
                    <a:pt x="259829" y="234645"/>
                  </a:lnTo>
                  <a:lnTo>
                    <a:pt x="254584" y="225044"/>
                  </a:lnTo>
                  <a:lnTo>
                    <a:pt x="245757" y="217932"/>
                  </a:lnTo>
                  <a:lnTo>
                    <a:pt x="113157" y="149237"/>
                  </a:lnTo>
                  <a:lnTo>
                    <a:pt x="238252" y="67652"/>
                  </a:lnTo>
                  <a:lnTo>
                    <a:pt x="246557" y="28155"/>
                  </a:lnTo>
                  <a:lnTo>
                    <a:pt x="217576" y="15659"/>
                  </a:lnTo>
                  <a:lnTo>
                    <a:pt x="207048" y="19837"/>
                  </a:lnTo>
                  <a:lnTo>
                    <a:pt x="0" y="154889"/>
                  </a:lnTo>
                  <a:lnTo>
                    <a:pt x="219494" y="268617"/>
                  </a:lnTo>
                  <a:lnTo>
                    <a:pt x="230390" y="271741"/>
                  </a:lnTo>
                  <a:lnTo>
                    <a:pt x="241261" y="270484"/>
                  </a:lnTo>
                  <a:lnTo>
                    <a:pt x="250863" y="265252"/>
                  </a:lnTo>
                  <a:lnTo>
                    <a:pt x="257975" y="256413"/>
                  </a:lnTo>
                  <a:lnTo>
                    <a:pt x="261086" y="245516"/>
                  </a:lnTo>
                  <a:close/>
                </a:path>
                <a:path w="761365" h="271779">
                  <a:moveTo>
                    <a:pt x="761212" y="116840"/>
                  </a:moveTo>
                  <a:lnTo>
                    <a:pt x="541718" y="3111"/>
                  </a:lnTo>
                  <a:lnTo>
                    <a:pt x="530809" y="0"/>
                  </a:lnTo>
                  <a:lnTo>
                    <a:pt x="519938" y="1257"/>
                  </a:lnTo>
                  <a:lnTo>
                    <a:pt x="510336" y="6489"/>
                  </a:lnTo>
                  <a:lnTo>
                    <a:pt x="503237" y="15316"/>
                  </a:lnTo>
                  <a:lnTo>
                    <a:pt x="500113" y="26212"/>
                  </a:lnTo>
                  <a:lnTo>
                    <a:pt x="501370" y="37084"/>
                  </a:lnTo>
                  <a:lnTo>
                    <a:pt x="506615" y="46685"/>
                  </a:lnTo>
                  <a:lnTo>
                    <a:pt x="515454" y="53784"/>
                  </a:lnTo>
                  <a:lnTo>
                    <a:pt x="648055" y="122491"/>
                  </a:lnTo>
                  <a:lnTo>
                    <a:pt x="522960" y="204076"/>
                  </a:lnTo>
                  <a:lnTo>
                    <a:pt x="514883" y="212026"/>
                  </a:lnTo>
                  <a:lnTo>
                    <a:pt x="510628" y="222110"/>
                  </a:lnTo>
                  <a:lnTo>
                    <a:pt x="510463" y="233057"/>
                  </a:lnTo>
                  <a:lnTo>
                    <a:pt x="514654" y="243573"/>
                  </a:lnTo>
                  <a:lnTo>
                    <a:pt x="522592" y="251663"/>
                  </a:lnTo>
                  <a:lnTo>
                    <a:pt x="532676" y="255917"/>
                  </a:lnTo>
                  <a:lnTo>
                    <a:pt x="543623" y="256082"/>
                  </a:lnTo>
                  <a:lnTo>
                    <a:pt x="554164" y="251891"/>
                  </a:lnTo>
                  <a:lnTo>
                    <a:pt x="761212" y="116840"/>
                  </a:lnTo>
                  <a:close/>
                </a:path>
              </a:pathLst>
            </a:custGeom>
            <a:solidFill>
              <a:srgbClr val="706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43A8A21B-9F04-1717-4B7A-5F4D0823F86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7618" y="2135174"/>
              <a:ext cx="964211" cy="3569845"/>
            </a:xfrm>
            <a:prstGeom prst="rect">
              <a:avLst/>
            </a:prstGeom>
          </p:spPr>
        </p:pic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9058E4CF-4C8B-B628-2E92-AF14B2072CBF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9297" y="2019997"/>
              <a:ext cx="124690" cy="3815537"/>
            </a:xfrm>
            <a:prstGeom prst="rect">
              <a:avLst/>
            </a:prstGeom>
          </p:spPr>
        </p:pic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F8EB802A-331A-530A-E5F8-0D1F1E326B26}"/>
                </a:ext>
              </a:extLst>
            </p:cNvPr>
            <p:cNvSpPr/>
            <p:nvPr/>
          </p:nvSpPr>
          <p:spPr>
            <a:xfrm>
              <a:off x="678755" y="2046376"/>
              <a:ext cx="6350" cy="3722370"/>
            </a:xfrm>
            <a:custGeom>
              <a:avLst/>
              <a:gdLst/>
              <a:ahLst/>
              <a:cxnLst/>
              <a:rect l="l" t="t" r="r" b="b"/>
              <a:pathLst>
                <a:path w="6350" h="3722370">
                  <a:moveTo>
                    <a:pt x="6343" y="0"/>
                  </a:moveTo>
                  <a:lnTo>
                    <a:pt x="0" y="3722061"/>
                  </a:lnTo>
                </a:path>
              </a:pathLst>
            </a:custGeom>
            <a:ln w="28545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>
            <a:extLst>
              <a:ext uri="{FF2B5EF4-FFF2-40B4-BE49-F238E27FC236}">
                <a16:creationId xmlns:a16="http://schemas.microsoft.com/office/drawing/2014/main" id="{596E3589-DD29-2392-4A04-8891CFDF9E0D}"/>
              </a:ext>
            </a:extLst>
          </p:cNvPr>
          <p:cNvSpPr txBox="1"/>
          <p:nvPr/>
        </p:nvSpPr>
        <p:spPr>
          <a:xfrm>
            <a:off x="740730" y="5841148"/>
            <a:ext cx="755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45" dirty="0">
                <a:latin typeface="Arial MT"/>
                <a:cs typeface="Arial MT"/>
              </a:rPr>
              <a:t>0.05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47A8AD05-EF9A-FB0D-30BB-86D7BE8C030B}"/>
              </a:ext>
            </a:extLst>
          </p:cNvPr>
          <p:cNvGrpSpPr/>
          <p:nvPr/>
        </p:nvGrpSpPr>
        <p:grpSpPr>
          <a:xfrm>
            <a:off x="814276" y="2490293"/>
            <a:ext cx="3998595" cy="2283460"/>
            <a:chOff x="361603" y="2426919"/>
            <a:chExt cx="3998595" cy="2283460"/>
          </a:xfrm>
        </p:grpSpPr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AEF1DD32-ABDD-A828-9862-5916058D2E60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1603" y="3744884"/>
              <a:ext cx="635923" cy="307571"/>
            </a:xfrm>
            <a:prstGeom prst="rect">
              <a:avLst/>
            </a:prstGeom>
          </p:spPr>
        </p:pic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F6145D02-57C6-6AAF-3077-2CD653F32921}"/>
                </a:ext>
              </a:extLst>
            </p:cNvPr>
            <p:cNvSpPr/>
            <p:nvPr/>
          </p:nvSpPr>
          <p:spPr>
            <a:xfrm>
              <a:off x="532642" y="3873898"/>
              <a:ext cx="292735" cy="11430"/>
            </a:xfrm>
            <a:custGeom>
              <a:avLst/>
              <a:gdLst/>
              <a:ahLst/>
              <a:cxnLst/>
              <a:rect l="l" t="t" r="r" b="b"/>
              <a:pathLst>
                <a:path w="292734" h="11429">
                  <a:moveTo>
                    <a:pt x="292226" y="0"/>
                  </a:moveTo>
                  <a:lnTo>
                    <a:pt x="0" y="10820"/>
                  </a:lnTo>
                </a:path>
              </a:pathLst>
            </a:custGeom>
            <a:ln w="19026">
              <a:solidFill>
                <a:srgbClr val="706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>
              <a:extLst>
                <a:ext uri="{FF2B5EF4-FFF2-40B4-BE49-F238E27FC236}">
                  <a16:creationId xmlns:a16="http://schemas.microsoft.com/office/drawing/2014/main" id="{57E63561-2035-18D9-0298-AF8AFC2FD388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2663" y="3817861"/>
              <a:ext cx="117367" cy="117678"/>
            </a:xfrm>
            <a:prstGeom prst="rect">
              <a:avLst/>
            </a:prstGeom>
          </p:spPr>
        </p:pic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DB85E060-F099-A930-F89A-470DBB513F86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7480" y="3823068"/>
              <a:ext cx="117367" cy="117690"/>
            </a:xfrm>
            <a:prstGeom prst="rect">
              <a:avLst/>
            </a:prstGeom>
          </p:spPr>
        </p:pic>
        <p:pic>
          <p:nvPicPr>
            <p:cNvPr id="28" name="object 28">
              <a:extLst>
                <a:ext uri="{FF2B5EF4-FFF2-40B4-BE49-F238E27FC236}">
                  <a16:creationId xmlns:a16="http://schemas.microsoft.com/office/drawing/2014/main" id="{392F4E80-CF92-1F9A-4D4D-80810D3F0190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15224" y="2426919"/>
              <a:ext cx="3044875" cy="22832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1677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60ACE-B59E-3977-B65E-BA49979BE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C577E25-2478-BD58-EE36-FB32ED99A9BE}"/>
              </a:ext>
            </a:extLst>
          </p:cNvPr>
          <p:cNvSpPr/>
          <p:nvPr/>
        </p:nvSpPr>
        <p:spPr>
          <a:xfrm>
            <a:off x="1572596" y="2275840"/>
            <a:ext cx="9104640" cy="2302615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5005340C-89E5-07DF-FB50-B849CB9258CD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BFE6F-F006-1DDF-6016-62FA0DD532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EA9981F1-239C-6574-DE20-B4DDDC59F3D1}"/>
              </a:ext>
            </a:extLst>
          </p:cNvPr>
          <p:cNvSpPr txBox="1">
            <a:spLocks/>
          </p:cNvSpPr>
          <p:nvPr/>
        </p:nvSpPr>
        <p:spPr>
          <a:xfrm>
            <a:off x="1986926" y="2662401"/>
            <a:ext cx="6783925" cy="1490322"/>
          </a:xfrm>
          <a:prstGeom prst="rect">
            <a:avLst/>
          </a:prstGeom>
        </p:spPr>
        <p:txBody>
          <a:bodyPr vert="horz" wrap="square" lIns="0" tIns="12869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547" algn="l">
              <a:spcBef>
                <a:spcPts val="101"/>
              </a:spcBef>
            </a:pPr>
            <a:r>
              <a:rPr lang="en-US" sz="4800" spc="80" dirty="0">
                <a:solidFill>
                  <a:schemeClr val="bg1"/>
                </a:solidFill>
              </a:rPr>
              <a:t>Background:</a:t>
            </a:r>
          </a:p>
          <a:p>
            <a:pPr marL="13547" algn="l">
              <a:spcBef>
                <a:spcPts val="101"/>
              </a:spcBef>
            </a:pPr>
            <a:r>
              <a:rPr lang="en-US" sz="4800" spc="-25" dirty="0">
                <a:solidFill>
                  <a:schemeClr val="bg1"/>
                </a:solidFill>
              </a:rPr>
              <a:t>Gaussian</a:t>
            </a:r>
            <a:r>
              <a:rPr lang="en-US" sz="4800" spc="-185" dirty="0">
                <a:solidFill>
                  <a:schemeClr val="bg1"/>
                </a:solidFill>
              </a:rPr>
              <a:t> </a:t>
            </a:r>
            <a:r>
              <a:rPr lang="en-US" sz="4800" spc="90" dirty="0">
                <a:solidFill>
                  <a:schemeClr val="bg1"/>
                </a:solidFill>
              </a:rPr>
              <a:t>distributions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0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C47E6-FD80-5BE4-53FF-DF12AB652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54D519-F794-A7A1-275A-EBC68BAA90F5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2125" algn="l">
              <a:spcBef>
                <a:spcPts val="95"/>
              </a:spcBef>
            </a:pPr>
            <a:r>
              <a:rPr lang="en-US" spc="140">
                <a:solidFill>
                  <a:schemeClr val="bg1"/>
                </a:solidFill>
              </a:rPr>
              <a:t>Model</a:t>
            </a:r>
            <a:r>
              <a:rPr lang="en-US" spc="-114">
                <a:solidFill>
                  <a:schemeClr val="bg1"/>
                </a:solidFill>
              </a:rPr>
              <a:t> </a:t>
            </a:r>
            <a:r>
              <a:rPr lang="en-US" spc="235">
                <a:solidFill>
                  <a:schemeClr val="bg1"/>
                </a:solidFill>
              </a:rPr>
              <a:t>for</a:t>
            </a:r>
            <a:r>
              <a:rPr lang="en-US" spc="-114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a</a:t>
            </a:r>
            <a:r>
              <a:rPr lang="en-US" spc="-110">
                <a:solidFill>
                  <a:schemeClr val="bg1"/>
                </a:solidFill>
              </a:rPr>
              <a:t> </a:t>
            </a:r>
            <a:r>
              <a:rPr lang="en-US" spc="80">
                <a:solidFill>
                  <a:schemeClr val="bg1"/>
                </a:solidFill>
              </a:rPr>
              <a:t>given</a:t>
            </a:r>
            <a:r>
              <a:rPr lang="en-US" spc="-114">
                <a:solidFill>
                  <a:schemeClr val="bg1"/>
                </a:solidFill>
              </a:rPr>
              <a:t> </a:t>
            </a:r>
            <a:r>
              <a:rPr lang="en-US" spc="95">
                <a:solidFill>
                  <a:schemeClr val="bg1"/>
                </a:solidFill>
              </a:rPr>
              <a:t>image</a:t>
            </a:r>
            <a:r>
              <a:rPr lang="en-US" spc="-110">
                <a:solidFill>
                  <a:schemeClr val="bg1"/>
                </a:solidFill>
              </a:rPr>
              <a:t> </a:t>
            </a:r>
            <a:r>
              <a:rPr lang="en-US" spc="100">
                <a:solidFill>
                  <a:schemeClr val="bg1"/>
                </a:solidFill>
              </a:rPr>
              <a:t>type</a:t>
            </a:r>
            <a:endParaRPr lang="en-US" spc="100" dirty="0">
              <a:solidFill>
                <a:schemeClr val="bg1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852F50B-BB04-35CB-1E6A-631FB4BF0678}"/>
              </a:ext>
            </a:extLst>
          </p:cNvPr>
          <p:cNvSpPr txBox="1"/>
          <p:nvPr/>
        </p:nvSpPr>
        <p:spPr>
          <a:xfrm>
            <a:off x="732384" y="1571955"/>
            <a:ext cx="7895590" cy="147701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54"/>
              </a:spcBef>
            </a:pP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For</a:t>
            </a:r>
            <a:r>
              <a:rPr sz="3200" spc="-8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50" dirty="0">
                <a:solidFill>
                  <a:srgbClr val="2B2728"/>
                </a:solidFill>
                <a:latin typeface="Arial MT"/>
                <a:cs typeface="Arial MT"/>
              </a:rPr>
              <a:t>each</a:t>
            </a:r>
            <a:r>
              <a:rPr sz="3200" spc="-16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10" dirty="0">
                <a:solidFill>
                  <a:srgbClr val="2B2728"/>
                </a:solidFill>
                <a:latin typeface="Arial MT"/>
                <a:cs typeface="Arial MT"/>
              </a:rPr>
              <a:t>dimension</a:t>
            </a:r>
            <a:r>
              <a:rPr sz="3200" spc="-16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70" dirty="0">
                <a:solidFill>
                  <a:srgbClr val="2B2728"/>
                </a:solidFill>
                <a:latin typeface="Arial MT"/>
                <a:cs typeface="Arial MT"/>
              </a:rPr>
              <a:t>of</a:t>
            </a:r>
            <a:r>
              <a:rPr sz="3200" spc="-8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85" dirty="0">
                <a:solidFill>
                  <a:srgbClr val="2B2728"/>
                </a:solidFill>
                <a:latin typeface="Arial MT"/>
                <a:cs typeface="Arial MT"/>
              </a:rPr>
              <a:t>the</a:t>
            </a:r>
            <a:r>
              <a:rPr sz="3200" spc="-8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120" dirty="0">
                <a:solidFill>
                  <a:srgbClr val="2B2728"/>
                </a:solidFill>
                <a:latin typeface="Arial MT"/>
                <a:cs typeface="Arial MT"/>
              </a:rPr>
              <a:t>[</a:t>
            </a:r>
            <a:r>
              <a:rPr sz="3200" spc="-120" dirty="0">
                <a:solidFill>
                  <a:srgbClr val="FF0000"/>
                </a:solidFill>
                <a:latin typeface="Arial MT"/>
                <a:cs typeface="Arial MT"/>
              </a:rPr>
              <a:t>R</a:t>
            </a:r>
            <a:r>
              <a:rPr sz="3200" spc="-120" dirty="0">
                <a:solidFill>
                  <a:srgbClr val="2B2728"/>
                </a:solidFill>
                <a:latin typeface="Arial MT"/>
                <a:cs typeface="Arial MT"/>
              </a:rPr>
              <a:t>,</a:t>
            </a:r>
            <a:r>
              <a:rPr sz="3200" spc="-8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8000"/>
                </a:solidFill>
                <a:latin typeface="Arial MT"/>
                <a:cs typeface="Arial MT"/>
              </a:rPr>
              <a:t>G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,</a:t>
            </a:r>
            <a:r>
              <a:rPr sz="3200" spc="-8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FF"/>
                </a:solidFill>
                <a:latin typeface="Arial MT"/>
                <a:cs typeface="Arial MT"/>
              </a:rPr>
              <a:t>B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]</a:t>
            </a:r>
            <a:r>
              <a:rPr sz="3200" spc="-8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40" dirty="0">
                <a:solidFill>
                  <a:srgbClr val="2B2728"/>
                </a:solidFill>
                <a:latin typeface="Arial MT"/>
                <a:cs typeface="Arial MT"/>
              </a:rPr>
              <a:t>vector,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and</a:t>
            </a:r>
            <a:r>
              <a:rPr sz="3200" spc="-4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50" dirty="0">
                <a:solidFill>
                  <a:srgbClr val="2B2728"/>
                </a:solidFill>
                <a:latin typeface="Arial MT"/>
                <a:cs typeface="Arial MT"/>
              </a:rPr>
              <a:t>each</a:t>
            </a:r>
            <a:r>
              <a:rPr sz="3200" spc="-1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85" dirty="0">
                <a:solidFill>
                  <a:srgbClr val="2B2728"/>
                </a:solidFill>
                <a:latin typeface="Arial MT"/>
                <a:cs typeface="Arial MT"/>
              </a:rPr>
              <a:t>image</a:t>
            </a:r>
            <a:r>
              <a:rPr sz="3200" spc="-1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85" dirty="0">
                <a:solidFill>
                  <a:srgbClr val="2B2728"/>
                </a:solidFill>
                <a:latin typeface="Arial MT"/>
                <a:cs typeface="Arial MT"/>
              </a:rPr>
              <a:t>type,</a:t>
            </a:r>
            <a:r>
              <a:rPr sz="3200" spc="-3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B2728"/>
                </a:solidFill>
                <a:latin typeface="Arial MT"/>
                <a:cs typeface="Arial MT"/>
              </a:rPr>
              <a:t>assume</a:t>
            </a:r>
            <a:r>
              <a:rPr sz="3200" spc="-4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2B2728"/>
                </a:solidFill>
                <a:latin typeface="Arial MT"/>
                <a:cs typeface="Arial MT"/>
              </a:rPr>
              <a:t>a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ts val="3670"/>
              </a:lnSpc>
            </a:pPr>
            <a:r>
              <a:rPr sz="3200" spc="-35" dirty="0">
                <a:solidFill>
                  <a:srgbClr val="B0007E"/>
                </a:solidFill>
                <a:latin typeface="Arial MT"/>
                <a:cs typeface="Arial MT"/>
              </a:rPr>
              <a:t>Gaussian</a:t>
            </a:r>
            <a:r>
              <a:rPr sz="3200" spc="-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3200" spc="75" dirty="0">
                <a:solidFill>
                  <a:srgbClr val="B0007E"/>
                </a:solidFill>
                <a:latin typeface="Arial MT"/>
                <a:cs typeface="Arial MT"/>
              </a:rPr>
              <a:t>distribution</a:t>
            </a:r>
            <a:r>
              <a:rPr sz="3200" spc="-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over</a:t>
            </a:r>
            <a:r>
              <a:rPr sz="3200" spc="-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35" dirty="0">
                <a:solidFill>
                  <a:srgbClr val="2B2728"/>
                </a:solidFill>
                <a:latin typeface="Arial MT"/>
                <a:cs typeface="Arial MT"/>
              </a:rPr>
              <a:t>color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40" dirty="0">
                <a:solidFill>
                  <a:srgbClr val="2B2728"/>
                </a:solidFill>
                <a:latin typeface="Arial MT"/>
                <a:cs typeface="Arial MT"/>
              </a:rPr>
              <a:t>intensity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796F8479-DB4F-6D77-335D-7D2DAB0CF65C}"/>
              </a:ext>
            </a:extLst>
          </p:cNvPr>
          <p:cNvGrpSpPr/>
          <p:nvPr/>
        </p:nvGrpSpPr>
        <p:grpSpPr>
          <a:xfrm>
            <a:off x="448886" y="3450894"/>
            <a:ext cx="8159115" cy="2896235"/>
            <a:chOff x="448886" y="3450894"/>
            <a:chExt cx="8159115" cy="289623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50289015-3E06-C196-82CF-271C0EE979E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541" y="3450894"/>
              <a:ext cx="2968764" cy="2223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DD930217-8B54-6943-77B6-98C0D715EF3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886" y="5951912"/>
              <a:ext cx="8158937" cy="394854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F0996AD-E6B0-A957-F0A0-2B670A8CE838}"/>
                </a:ext>
              </a:extLst>
            </p:cNvPr>
            <p:cNvSpPr/>
            <p:nvPr/>
          </p:nvSpPr>
          <p:spPr>
            <a:xfrm>
              <a:off x="494793" y="6130820"/>
              <a:ext cx="7879715" cy="0"/>
            </a:xfrm>
            <a:custGeom>
              <a:avLst/>
              <a:gdLst/>
              <a:ahLst/>
              <a:cxnLst/>
              <a:rect l="l" t="t" r="r" b="b"/>
              <a:pathLst>
                <a:path w="7879715">
                  <a:moveTo>
                    <a:pt x="0" y="0"/>
                  </a:moveTo>
                  <a:lnTo>
                    <a:pt x="7879090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A6CA10A7-8A80-4AAB-3242-87AD085F82C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40823" y="6045351"/>
              <a:ext cx="170830" cy="170938"/>
            </a:xfrm>
            <a:prstGeom prst="rect">
              <a:avLst/>
            </a:prstGeom>
          </p:spPr>
        </p:pic>
      </p:grp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46BB3B8C-E7D9-B3C9-1BEE-5C25EFD1D77F}"/>
              </a:ext>
            </a:extLst>
          </p:cNvPr>
          <p:cNvGrpSpPr/>
          <p:nvPr/>
        </p:nvGrpSpPr>
        <p:grpSpPr>
          <a:xfrm>
            <a:off x="3577729" y="3404067"/>
            <a:ext cx="4580255" cy="2734945"/>
            <a:chOff x="3577729" y="3404067"/>
            <a:chExt cx="4580255" cy="2734945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72542E7D-C3EC-DEF8-BE74-A6723FF31B0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77729" y="3662133"/>
              <a:ext cx="4580013" cy="2410740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BD42E6F4-5CC4-7DD8-EFB4-B792AD7C066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00600" y="4621876"/>
              <a:ext cx="2182088" cy="544483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14CAD89A-0838-9F42-F97C-2CD8CEFE8D64}"/>
                </a:ext>
              </a:extLst>
            </p:cNvPr>
            <p:cNvSpPr/>
            <p:nvPr/>
          </p:nvSpPr>
          <p:spPr>
            <a:xfrm>
              <a:off x="5131457" y="4875047"/>
              <a:ext cx="1523365" cy="0"/>
            </a:xfrm>
            <a:custGeom>
              <a:avLst/>
              <a:gdLst/>
              <a:ahLst/>
              <a:cxnLst/>
              <a:rect l="l" t="t" r="r" b="b"/>
              <a:pathLst>
                <a:path w="1523365">
                  <a:moveTo>
                    <a:pt x="1523318" y="0"/>
                  </a:moveTo>
                  <a:lnTo>
                    <a:pt x="0" y="0"/>
                  </a:lnTo>
                </a:path>
              </a:pathLst>
            </a:custGeom>
            <a:ln w="57080">
              <a:solidFill>
                <a:srgbClr val="706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2D17252C-E373-E183-1793-35E606EC7289}"/>
                </a:ext>
              </a:extLst>
            </p:cNvPr>
            <p:cNvSpPr/>
            <p:nvPr/>
          </p:nvSpPr>
          <p:spPr>
            <a:xfrm>
              <a:off x="5074805" y="4746840"/>
              <a:ext cx="1637030" cy="256540"/>
            </a:xfrm>
            <a:custGeom>
              <a:avLst/>
              <a:gdLst/>
              <a:ahLst/>
              <a:cxnLst/>
              <a:rect l="l" t="t" r="r" b="b"/>
              <a:pathLst>
                <a:path w="1637029" h="256539">
                  <a:moveTo>
                    <a:pt x="256235" y="24663"/>
                  </a:moveTo>
                  <a:lnTo>
                    <a:pt x="252577" y="13931"/>
                  </a:lnTo>
                  <a:lnTo>
                    <a:pt x="245033" y="5473"/>
                  </a:lnTo>
                  <a:lnTo>
                    <a:pt x="235191" y="723"/>
                  </a:lnTo>
                  <a:lnTo>
                    <a:pt x="224269" y="0"/>
                  </a:lnTo>
                  <a:lnTo>
                    <a:pt x="213537" y="3657"/>
                  </a:lnTo>
                  <a:lnTo>
                    <a:pt x="0" y="128206"/>
                  </a:lnTo>
                  <a:lnTo>
                    <a:pt x="213537" y="252742"/>
                  </a:lnTo>
                  <a:lnTo>
                    <a:pt x="224269" y="256413"/>
                  </a:lnTo>
                  <a:lnTo>
                    <a:pt x="235178" y="255701"/>
                  </a:lnTo>
                  <a:lnTo>
                    <a:pt x="245033" y="250952"/>
                  </a:lnTo>
                  <a:lnTo>
                    <a:pt x="252577" y="242481"/>
                  </a:lnTo>
                  <a:lnTo>
                    <a:pt x="256235" y="231762"/>
                  </a:lnTo>
                  <a:lnTo>
                    <a:pt x="255524" y="220840"/>
                  </a:lnTo>
                  <a:lnTo>
                    <a:pt x="250774" y="210985"/>
                  </a:lnTo>
                  <a:lnTo>
                    <a:pt x="242303" y="203441"/>
                  </a:lnTo>
                  <a:lnTo>
                    <a:pt x="113296" y="128206"/>
                  </a:lnTo>
                  <a:lnTo>
                    <a:pt x="242303" y="52971"/>
                  </a:lnTo>
                  <a:lnTo>
                    <a:pt x="250774" y="45440"/>
                  </a:lnTo>
                  <a:lnTo>
                    <a:pt x="255524" y="35585"/>
                  </a:lnTo>
                  <a:lnTo>
                    <a:pt x="256235" y="24663"/>
                  </a:lnTo>
                  <a:close/>
                </a:path>
                <a:path w="1637029" h="256539">
                  <a:moveTo>
                    <a:pt x="1636623" y="128206"/>
                  </a:moveTo>
                  <a:lnTo>
                    <a:pt x="1423073" y="3657"/>
                  </a:lnTo>
                  <a:lnTo>
                    <a:pt x="1412341" y="0"/>
                  </a:lnTo>
                  <a:lnTo>
                    <a:pt x="1401419" y="723"/>
                  </a:lnTo>
                  <a:lnTo>
                    <a:pt x="1391564" y="5473"/>
                  </a:lnTo>
                  <a:lnTo>
                    <a:pt x="1384033" y="13931"/>
                  </a:lnTo>
                  <a:lnTo>
                    <a:pt x="1380363" y="24663"/>
                  </a:lnTo>
                  <a:lnTo>
                    <a:pt x="1381086" y="35585"/>
                  </a:lnTo>
                  <a:lnTo>
                    <a:pt x="1385836" y="45427"/>
                  </a:lnTo>
                  <a:lnTo>
                    <a:pt x="1394307" y="52959"/>
                  </a:lnTo>
                  <a:lnTo>
                    <a:pt x="1523314" y="128206"/>
                  </a:lnTo>
                  <a:lnTo>
                    <a:pt x="1394307" y="203441"/>
                  </a:lnTo>
                  <a:lnTo>
                    <a:pt x="1385836" y="210985"/>
                  </a:lnTo>
                  <a:lnTo>
                    <a:pt x="1381086" y="220840"/>
                  </a:lnTo>
                  <a:lnTo>
                    <a:pt x="1380363" y="231762"/>
                  </a:lnTo>
                  <a:lnTo>
                    <a:pt x="1384033" y="242481"/>
                  </a:lnTo>
                  <a:lnTo>
                    <a:pt x="1391564" y="250952"/>
                  </a:lnTo>
                  <a:lnTo>
                    <a:pt x="1401419" y="255701"/>
                  </a:lnTo>
                  <a:lnTo>
                    <a:pt x="1412341" y="256413"/>
                  </a:lnTo>
                  <a:lnTo>
                    <a:pt x="1423073" y="252742"/>
                  </a:lnTo>
                  <a:lnTo>
                    <a:pt x="1636623" y="128206"/>
                  </a:lnTo>
                  <a:close/>
                </a:path>
              </a:pathLst>
            </a:custGeom>
            <a:solidFill>
              <a:srgbClr val="706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52AB11DA-007B-ACBE-55B9-91EC32C133DF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5535" y="3404067"/>
              <a:ext cx="133003" cy="2734881"/>
            </a:xfrm>
            <a:prstGeom prst="rect">
              <a:avLst/>
            </a:prstGeom>
          </p:spPr>
        </p:pic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7396594E-3571-D987-9BBE-0F8CC038EA7C}"/>
                </a:ext>
              </a:extLst>
            </p:cNvPr>
            <p:cNvSpPr/>
            <p:nvPr/>
          </p:nvSpPr>
          <p:spPr>
            <a:xfrm>
              <a:off x="5899454" y="3429000"/>
              <a:ext cx="6350" cy="2644140"/>
            </a:xfrm>
            <a:custGeom>
              <a:avLst/>
              <a:gdLst/>
              <a:ahLst/>
              <a:cxnLst/>
              <a:rect l="l" t="t" r="r" b="b"/>
              <a:pathLst>
                <a:path w="6350" h="2644140">
                  <a:moveTo>
                    <a:pt x="0" y="0"/>
                  </a:moveTo>
                  <a:lnTo>
                    <a:pt x="6343" y="2643870"/>
                  </a:lnTo>
                </a:path>
              </a:pathLst>
            </a:custGeom>
            <a:ln w="38061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81499E23-D21D-4954-E612-32DD24D76065}"/>
              </a:ext>
            </a:extLst>
          </p:cNvPr>
          <p:cNvSpPr txBox="1"/>
          <p:nvPr/>
        </p:nvSpPr>
        <p:spPr>
          <a:xfrm>
            <a:off x="5653983" y="6094889"/>
            <a:ext cx="5492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40" dirty="0">
                <a:latin typeface="Arial MT"/>
                <a:cs typeface="Arial MT"/>
              </a:rPr>
              <a:t>0.8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8" name="object 18">
            <a:extLst>
              <a:ext uri="{FF2B5EF4-FFF2-40B4-BE49-F238E27FC236}">
                <a16:creationId xmlns:a16="http://schemas.microsoft.com/office/drawing/2014/main" id="{4CFC3DB0-043B-349A-5D5C-C3358A3F352E}"/>
              </a:ext>
            </a:extLst>
          </p:cNvPr>
          <p:cNvGrpSpPr/>
          <p:nvPr/>
        </p:nvGrpSpPr>
        <p:grpSpPr>
          <a:xfrm>
            <a:off x="2909455" y="3603569"/>
            <a:ext cx="5993765" cy="2548255"/>
            <a:chOff x="2909455" y="3603569"/>
            <a:chExt cx="5993765" cy="2548255"/>
          </a:xfrm>
        </p:grpSpPr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E450697D-1CBB-608A-F3A1-F890BC34982C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09455" y="3603569"/>
              <a:ext cx="5993472" cy="2547848"/>
            </a:xfrm>
            <a:prstGeom prst="rect">
              <a:avLst/>
            </a:prstGeom>
          </p:spPr>
        </p:pic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6D1B4E44-829B-BD74-8F12-7C1B4F8625DE}"/>
                </a:ext>
              </a:extLst>
            </p:cNvPr>
            <p:cNvSpPr/>
            <p:nvPr/>
          </p:nvSpPr>
          <p:spPr>
            <a:xfrm>
              <a:off x="2956077" y="3657329"/>
              <a:ext cx="5899785" cy="2397760"/>
            </a:xfrm>
            <a:custGeom>
              <a:avLst/>
              <a:gdLst/>
              <a:ahLst/>
              <a:cxnLst/>
              <a:rect l="l" t="t" r="r" b="b"/>
              <a:pathLst>
                <a:path w="5899784" h="2397760">
                  <a:moveTo>
                    <a:pt x="0" y="2391042"/>
                  </a:moveTo>
                  <a:lnTo>
                    <a:pt x="38734" y="2392210"/>
                  </a:lnTo>
                  <a:lnTo>
                    <a:pt x="80717" y="2393251"/>
                  </a:lnTo>
                  <a:lnTo>
                    <a:pt x="125630" y="2394094"/>
                  </a:lnTo>
                  <a:lnTo>
                    <a:pt x="173156" y="2394670"/>
                  </a:lnTo>
                  <a:lnTo>
                    <a:pt x="222974" y="2394910"/>
                  </a:lnTo>
                  <a:lnTo>
                    <a:pt x="274767" y="2394742"/>
                  </a:lnTo>
                  <a:lnTo>
                    <a:pt x="328217" y="2394098"/>
                  </a:lnTo>
                  <a:lnTo>
                    <a:pt x="383004" y="2392907"/>
                  </a:lnTo>
                  <a:lnTo>
                    <a:pt x="438811" y="2391099"/>
                  </a:lnTo>
                  <a:lnTo>
                    <a:pt x="495318" y="2388606"/>
                  </a:lnTo>
                  <a:lnTo>
                    <a:pt x="552207" y="2385356"/>
                  </a:lnTo>
                  <a:lnTo>
                    <a:pt x="609161" y="2381280"/>
                  </a:lnTo>
                  <a:lnTo>
                    <a:pt x="665859" y="2376309"/>
                  </a:lnTo>
                  <a:lnTo>
                    <a:pt x="721984" y="2370372"/>
                  </a:lnTo>
                  <a:lnTo>
                    <a:pt x="777217" y="2363399"/>
                  </a:lnTo>
                  <a:lnTo>
                    <a:pt x="831240" y="2355322"/>
                  </a:lnTo>
                  <a:lnTo>
                    <a:pt x="883734" y="2346069"/>
                  </a:lnTo>
                  <a:lnTo>
                    <a:pt x="934381" y="2335570"/>
                  </a:lnTo>
                  <a:lnTo>
                    <a:pt x="982862" y="2323758"/>
                  </a:lnTo>
                  <a:lnTo>
                    <a:pt x="1028858" y="2310560"/>
                  </a:lnTo>
                  <a:lnTo>
                    <a:pt x="1072052" y="2295908"/>
                  </a:lnTo>
                  <a:lnTo>
                    <a:pt x="1119385" y="2277788"/>
                  </a:lnTo>
                  <a:lnTo>
                    <a:pt x="1164281" y="2259237"/>
                  </a:lnTo>
                  <a:lnTo>
                    <a:pt x="1206983" y="2240060"/>
                  </a:lnTo>
                  <a:lnTo>
                    <a:pt x="1247738" y="2220061"/>
                  </a:lnTo>
                  <a:lnTo>
                    <a:pt x="1286790" y="2199044"/>
                  </a:lnTo>
                  <a:lnTo>
                    <a:pt x="1324383" y="2176814"/>
                  </a:lnTo>
                  <a:lnTo>
                    <a:pt x="1360761" y="2153174"/>
                  </a:lnTo>
                  <a:lnTo>
                    <a:pt x="1396171" y="2127929"/>
                  </a:lnTo>
                  <a:lnTo>
                    <a:pt x="1430857" y="2100883"/>
                  </a:lnTo>
                  <a:lnTo>
                    <a:pt x="1465062" y="2071841"/>
                  </a:lnTo>
                  <a:lnTo>
                    <a:pt x="1499033" y="2040606"/>
                  </a:lnTo>
                  <a:lnTo>
                    <a:pt x="1533014" y="2006984"/>
                  </a:lnTo>
                  <a:lnTo>
                    <a:pt x="1567249" y="1970777"/>
                  </a:lnTo>
                  <a:lnTo>
                    <a:pt x="1601983" y="1931791"/>
                  </a:lnTo>
                  <a:lnTo>
                    <a:pt x="1637461" y="1889830"/>
                  </a:lnTo>
                  <a:lnTo>
                    <a:pt x="1673928" y="1844698"/>
                  </a:lnTo>
                  <a:lnTo>
                    <a:pt x="1711628" y="1796199"/>
                  </a:lnTo>
                  <a:lnTo>
                    <a:pt x="1750807" y="1744138"/>
                  </a:lnTo>
                  <a:lnTo>
                    <a:pt x="1774289" y="1711457"/>
                  </a:lnTo>
                  <a:lnTo>
                    <a:pt x="1798256" y="1676146"/>
                  </a:lnTo>
                  <a:lnTo>
                    <a:pt x="1822666" y="1638395"/>
                  </a:lnTo>
                  <a:lnTo>
                    <a:pt x="1847476" y="1598390"/>
                  </a:lnTo>
                  <a:lnTo>
                    <a:pt x="1872642" y="1556322"/>
                  </a:lnTo>
                  <a:lnTo>
                    <a:pt x="1898123" y="1512377"/>
                  </a:lnTo>
                  <a:lnTo>
                    <a:pt x="1923875" y="1466745"/>
                  </a:lnTo>
                  <a:lnTo>
                    <a:pt x="1949855" y="1419613"/>
                  </a:lnTo>
                  <a:lnTo>
                    <a:pt x="1976021" y="1371171"/>
                  </a:lnTo>
                  <a:lnTo>
                    <a:pt x="2002330" y="1321607"/>
                  </a:lnTo>
                  <a:lnTo>
                    <a:pt x="2028739" y="1271109"/>
                  </a:lnTo>
                  <a:lnTo>
                    <a:pt x="2055206" y="1219865"/>
                  </a:lnTo>
                  <a:lnTo>
                    <a:pt x="2081687" y="1168064"/>
                  </a:lnTo>
                  <a:lnTo>
                    <a:pt x="2108139" y="1115895"/>
                  </a:lnTo>
                  <a:lnTo>
                    <a:pt x="2134521" y="1063545"/>
                  </a:lnTo>
                  <a:lnTo>
                    <a:pt x="2160788" y="1011203"/>
                  </a:lnTo>
                  <a:lnTo>
                    <a:pt x="2186899" y="959058"/>
                  </a:lnTo>
                  <a:lnTo>
                    <a:pt x="2212810" y="907298"/>
                  </a:lnTo>
                  <a:lnTo>
                    <a:pt x="2238479" y="856111"/>
                  </a:lnTo>
                  <a:lnTo>
                    <a:pt x="2263863" y="805686"/>
                  </a:lnTo>
                  <a:lnTo>
                    <a:pt x="2288919" y="756211"/>
                  </a:lnTo>
                  <a:lnTo>
                    <a:pt x="2313604" y="707874"/>
                  </a:lnTo>
                  <a:lnTo>
                    <a:pt x="2337876" y="660865"/>
                  </a:lnTo>
                  <a:lnTo>
                    <a:pt x="2361691" y="615371"/>
                  </a:lnTo>
                  <a:lnTo>
                    <a:pt x="2385008" y="571580"/>
                  </a:lnTo>
                  <a:lnTo>
                    <a:pt x="2407782" y="529682"/>
                  </a:lnTo>
                  <a:lnTo>
                    <a:pt x="2429972" y="489865"/>
                  </a:lnTo>
                  <a:lnTo>
                    <a:pt x="2451534" y="452316"/>
                  </a:lnTo>
                  <a:lnTo>
                    <a:pt x="2472426" y="417225"/>
                  </a:lnTo>
                  <a:lnTo>
                    <a:pt x="2492604" y="384780"/>
                  </a:lnTo>
                  <a:lnTo>
                    <a:pt x="2559232" y="287156"/>
                  </a:lnTo>
                  <a:lnTo>
                    <a:pt x="2602803" y="228073"/>
                  </a:lnTo>
                  <a:lnTo>
                    <a:pt x="2643159" y="177336"/>
                  </a:lnTo>
                  <a:lnTo>
                    <a:pt x="2680716" y="134362"/>
                  </a:lnTo>
                  <a:lnTo>
                    <a:pt x="2715895" y="98568"/>
                  </a:lnTo>
                  <a:lnTo>
                    <a:pt x="2749114" y="69368"/>
                  </a:lnTo>
                  <a:lnTo>
                    <a:pt x="2780791" y="46181"/>
                  </a:lnTo>
                  <a:lnTo>
                    <a:pt x="2841194" y="15509"/>
                  </a:lnTo>
                  <a:lnTo>
                    <a:pt x="2900452" y="1881"/>
                  </a:lnTo>
                  <a:lnTo>
                    <a:pt x="2930698" y="0"/>
                  </a:lnTo>
                  <a:lnTo>
                    <a:pt x="2963308" y="514"/>
                  </a:lnTo>
                  <a:lnTo>
                    <a:pt x="3025380" y="10749"/>
                  </a:lnTo>
                  <a:lnTo>
                    <a:pt x="3087451" y="39168"/>
                  </a:lnTo>
                  <a:lnTo>
                    <a:pt x="3120059" y="62412"/>
                  </a:lnTo>
                  <a:lnTo>
                    <a:pt x="3154555" y="92861"/>
                  </a:lnTo>
                  <a:lnTo>
                    <a:pt x="3191567" y="131401"/>
                  </a:lnTo>
                  <a:lnTo>
                    <a:pt x="3231725" y="178918"/>
                  </a:lnTo>
                  <a:lnTo>
                    <a:pt x="3275658" y="236299"/>
                  </a:lnTo>
                  <a:lnTo>
                    <a:pt x="3323995" y="304430"/>
                  </a:lnTo>
                  <a:lnTo>
                    <a:pt x="3362997" y="364437"/>
                  </a:lnTo>
                  <a:lnTo>
                    <a:pt x="3383752" y="398562"/>
                  </a:lnTo>
                  <a:lnTo>
                    <a:pt x="3405268" y="435177"/>
                  </a:lnTo>
                  <a:lnTo>
                    <a:pt x="3427489" y="474086"/>
                  </a:lnTo>
                  <a:lnTo>
                    <a:pt x="3450359" y="515095"/>
                  </a:lnTo>
                  <a:lnTo>
                    <a:pt x="3473820" y="558010"/>
                  </a:lnTo>
                  <a:lnTo>
                    <a:pt x="3497818" y="602636"/>
                  </a:lnTo>
                  <a:lnTo>
                    <a:pt x="3522294" y="648778"/>
                  </a:lnTo>
                  <a:lnTo>
                    <a:pt x="3547193" y="696242"/>
                  </a:lnTo>
                  <a:lnTo>
                    <a:pt x="3572459" y="744834"/>
                  </a:lnTo>
                  <a:lnTo>
                    <a:pt x="3598035" y="794359"/>
                  </a:lnTo>
                  <a:lnTo>
                    <a:pt x="3623865" y="844622"/>
                  </a:lnTo>
                  <a:lnTo>
                    <a:pt x="3649892" y="895430"/>
                  </a:lnTo>
                  <a:lnTo>
                    <a:pt x="3676060" y="946587"/>
                  </a:lnTo>
                  <a:lnTo>
                    <a:pt x="3702312" y="997899"/>
                  </a:lnTo>
                  <a:lnTo>
                    <a:pt x="3728593" y="1049171"/>
                  </a:lnTo>
                  <a:lnTo>
                    <a:pt x="3754846" y="1100210"/>
                  </a:lnTo>
                  <a:lnTo>
                    <a:pt x="3781014" y="1150820"/>
                  </a:lnTo>
                  <a:lnTo>
                    <a:pt x="3807041" y="1200808"/>
                  </a:lnTo>
                  <a:lnTo>
                    <a:pt x="3832870" y="1249978"/>
                  </a:lnTo>
                  <a:lnTo>
                    <a:pt x="3858446" y="1298136"/>
                  </a:lnTo>
                  <a:lnTo>
                    <a:pt x="3883712" y="1345088"/>
                  </a:lnTo>
                  <a:lnTo>
                    <a:pt x="3908612" y="1390639"/>
                  </a:lnTo>
                  <a:lnTo>
                    <a:pt x="3933088" y="1434594"/>
                  </a:lnTo>
                  <a:lnTo>
                    <a:pt x="3957086" y="1476760"/>
                  </a:lnTo>
                  <a:lnTo>
                    <a:pt x="3980547" y="1516941"/>
                  </a:lnTo>
                  <a:lnTo>
                    <a:pt x="4003417" y="1554943"/>
                  </a:lnTo>
                  <a:lnTo>
                    <a:pt x="4025638" y="1590573"/>
                  </a:lnTo>
                  <a:lnTo>
                    <a:pt x="4047155" y="1623634"/>
                  </a:lnTo>
                  <a:lnTo>
                    <a:pt x="4085921" y="1681050"/>
                  </a:lnTo>
                  <a:lnTo>
                    <a:pt x="4123067" y="1734546"/>
                  </a:lnTo>
                  <a:lnTo>
                    <a:pt x="4158807" y="1784364"/>
                  </a:lnTo>
                  <a:lnTo>
                    <a:pt x="4193355" y="1830744"/>
                  </a:lnTo>
                  <a:lnTo>
                    <a:pt x="4226923" y="1873928"/>
                  </a:lnTo>
                  <a:lnTo>
                    <a:pt x="4259726" y="1914158"/>
                  </a:lnTo>
                  <a:lnTo>
                    <a:pt x="4291978" y="1951676"/>
                  </a:lnTo>
                  <a:lnTo>
                    <a:pt x="4323893" y="1986722"/>
                  </a:lnTo>
                  <a:lnTo>
                    <a:pt x="4355683" y="2019539"/>
                  </a:lnTo>
                  <a:lnTo>
                    <a:pt x="4387563" y="2050367"/>
                  </a:lnTo>
                  <a:lnTo>
                    <a:pt x="4419746" y="2079449"/>
                  </a:lnTo>
                  <a:lnTo>
                    <a:pt x="4452447" y="2107026"/>
                  </a:lnTo>
                  <a:lnTo>
                    <a:pt x="4485879" y="2133340"/>
                  </a:lnTo>
                  <a:lnTo>
                    <a:pt x="4520255" y="2158632"/>
                  </a:lnTo>
                  <a:lnTo>
                    <a:pt x="4555789" y="2183143"/>
                  </a:lnTo>
                  <a:lnTo>
                    <a:pt x="4592696" y="2207116"/>
                  </a:lnTo>
                  <a:lnTo>
                    <a:pt x="4636332" y="2232721"/>
                  </a:lnTo>
                  <a:lnTo>
                    <a:pt x="4681060" y="2255339"/>
                  </a:lnTo>
                  <a:lnTo>
                    <a:pt x="4726740" y="2275222"/>
                  </a:lnTo>
                  <a:lnTo>
                    <a:pt x="4773234" y="2292617"/>
                  </a:lnTo>
                  <a:lnTo>
                    <a:pt x="4820403" y="2307775"/>
                  </a:lnTo>
                  <a:lnTo>
                    <a:pt x="4868109" y="2320945"/>
                  </a:lnTo>
                  <a:lnTo>
                    <a:pt x="4916212" y="2332377"/>
                  </a:lnTo>
                  <a:lnTo>
                    <a:pt x="4964575" y="2342321"/>
                  </a:lnTo>
                  <a:lnTo>
                    <a:pt x="5013057" y="2351025"/>
                  </a:lnTo>
                  <a:lnTo>
                    <a:pt x="5061521" y="2358741"/>
                  </a:lnTo>
                  <a:lnTo>
                    <a:pt x="5109829" y="2365716"/>
                  </a:lnTo>
                  <a:lnTo>
                    <a:pt x="5157840" y="2372201"/>
                  </a:lnTo>
                  <a:lnTo>
                    <a:pt x="5205417" y="2378446"/>
                  </a:lnTo>
                  <a:lnTo>
                    <a:pt x="5252420" y="2384700"/>
                  </a:lnTo>
                  <a:lnTo>
                    <a:pt x="5445403" y="2397189"/>
                  </a:lnTo>
                  <a:lnTo>
                    <a:pt x="5657613" y="2395802"/>
                  </a:lnTo>
                  <a:lnTo>
                    <a:pt x="5828986" y="2388863"/>
                  </a:lnTo>
                  <a:lnTo>
                    <a:pt x="5899458" y="2384700"/>
                  </a:lnTo>
                </a:path>
              </a:pathLst>
            </a:custGeom>
            <a:ln w="57082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816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A3978-DBAC-12D9-9465-9466EA73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7E735E2-519B-272C-E1EF-0E6703CD2CCE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2125" algn="l">
              <a:spcBef>
                <a:spcPts val="95"/>
              </a:spcBef>
            </a:pPr>
            <a:r>
              <a:rPr lang="en-US" spc="-20">
                <a:solidFill>
                  <a:schemeClr val="bg1"/>
                </a:solidFill>
              </a:rPr>
              <a:t>1D</a:t>
            </a:r>
            <a:r>
              <a:rPr lang="en-US" spc="-280">
                <a:solidFill>
                  <a:schemeClr val="bg1"/>
                </a:solidFill>
              </a:rPr>
              <a:t> </a:t>
            </a:r>
            <a:r>
              <a:rPr lang="en-US" spc="-60">
                <a:solidFill>
                  <a:schemeClr val="bg1"/>
                </a:solidFill>
              </a:rPr>
              <a:t>Gaussians</a:t>
            </a:r>
            <a:endParaRPr lang="en-US" spc="-60" dirty="0">
              <a:solidFill>
                <a:schemeClr val="bg1"/>
              </a:solidFill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0167B109-F50D-DCD0-E529-3BC268E9F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105" y="1981796"/>
            <a:ext cx="7772400" cy="418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11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CC84C-E93A-7095-CD1A-FC48CEA43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CAC0206-3D4F-BE21-0AB6-7727E2CE8F8F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2125" algn="l">
              <a:spcBef>
                <a:spcPts val="95"/>
              </a:spcBef>
            </a:pPr>
            <a:r>
              <a:rPr lang="en-US" spc="180">
                <a:solidFill>
                  <a:schemeClr val="bg1"/>
                </a:solidFill>
              </a:rPr>
              <a:t>Notating</a:t>
            </a:r>
            <a:r>
              <a:rPr lang="en-US" spc="-204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a</a:t>
            </a:r>
            <a:r>
              <a:rPr lang="en-US" spc="-200">
                <a:solidFill>
                  <a:schemeClr val="bg1"/>
                </a:solidFill>
              </a:rPr>
              <a:t> </a:t>
            </a:r>
            <a:r>
              <a:rPr lang="en-US" spc="-20">
                <a:solidFill>
                  <a:schemeClr val="bg1"/>
                </a:solidFill>
              </a:rPr>
              <a:t>1D</a:t>
            </a:r>
            <a:r>
              <a:rPr lang="en-US" spc="-204">
                <a:solidFill>
                  <a:schemeClr val="bg1"/>
                </a:solidFill>
              </a:rPr>
              <a:t> </a:t>
            </a:r>
            <a:r>
              <a:rPr lang="en-US" spc="-30">
                <a:solidFill>
                  <a:schemeClr val="bg1"/>
                </a:solidFill>
              </a:rPr>
              <a:t>Gaussian</a:t>
            </a:r>
            <a:r>
              <a:rPr lang="en-US" spc="-200">
                <a:solidFill>
                  <a:schemeClr val="bg1"/>
                </a:solidFill>
              </a:rPr>
              <a:t> </a:t>
            </a:r>
            <a:r>
              <a:rPr lang="en-US" spc="145">
                <a:solidFill>
                  <a:schemeClr val="bg1"/>
                </a:solidFill>
              </a:rPr>
              <a:t>distribution</a:t>
            </a:r>
            <a:endParaRPr lang="en-US" spc="145" dirty="0">
              <a:solidFill>
                <a:schemeClr val="bg1"/>
              </a:solidFill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9A161DC-45D0-DC1C-4D5C-B6EF28BB59C3}"/>
              </a:ext>
            </a:extLst>
          </p:cNvPr>
          <p:cNvGrpSpPr/>
          <p:nvPr/>
        </p:nvGrpSpPr>
        <p:grpSpPr>
          <a:xfrm>
            <a:off x="1399500" y="2951393"/>
            <a:ext cx="8159115" cy="2943225"/>
            <a:chOff x="448886" y="3404067"/>
            <a:chExt cx="8159115" cy="294322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F9B3098-14AC-7332-BB7A-BE7382F750E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886" y="5951912"/>
              <a:ext cx="8158937" cy="39485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4A89790-C9B0-4891-BB6E-FE3BAF15554B}"/>
                </a:ext>
              </a:extLst>
            </p:cNvPr>
            <p:cNvSpPr/>
            <p:nvPr/>
          </p:nvSpPr>
          <p:spPr>
            <a:xfrm>
              <a:off x="494793" y="6130820"/>
              <a:ext cx="7879715" cy="0"/>
            </a:xfrm>
            <a:custGeom>
              <a:avLst/>
              <a:gdLst/>
              <a:ahLst/>
              <a:cxnLst/>
              <a:rect l="l" t="t" r="r" b="b"/>
              <a:pathLst>
                <a:path w="7879715">
                  <a:moveTo>
                    <a:pt x="0" y="0"/>
                  </a:moveTo>
                  <a:lnTo>
                    <a:pt x="7879090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ED4C1941-E179-4FD1-097B-AE3EF54B0B3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0823" y="6045351"/>
              <a:ext cx="170830" cy="170938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00A63024-9EA2-C9E0-4FC2-D4852E033AC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0600" y="4621876"/>
              <a:ext cx="2182088" cy="544483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42F9D04-DCE8-4D63-C632-2F8281832996}"/>
                </a:ext>
              </a:extLst>
            </p:cNvPr>
            <p:cNvSpPr/>
            <p:nvPr/>
          </p:nvSpPr>
          <p:spPr>
            <a:xfrm>
              <a:off x="5131457" y="4875047"/>
              <a:ext cx="1523365" cy="0"/>
            </a:xfrm>
            <a:custGeom>
              <a:avLst/>
              <a:gdLst/>
              <a:ahLst/>
              <a:cxnLst/>
              <a:rect l="l" t="t" r="r" b="b"/>
              <a:pathLst>
                <a:path w="1523365">
                  <a:moveTo>
                    <a:pt x="1523318" y="0"/>
                  </a:moveTo>
                  <a:lnTo>
                    <a:pt x="0" y="0"/>
                  </a:lnTo>
                </a:path>
              </a:pathLst>
            </a:custGeom>
            <a:ln w="57080">
              <a:solidFill>
                <a:srgbClr val="706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AB5D0005-13E6-18E2-472A-B3AD38909904}"/>
                </a:ext>
              </a:extLst>
            </p:cNvPr>
            <p:cNvSpPr/>
            <p:nvPr/>
          </p:nvSpPr>
          <p:spPr>
            <a:xfrm>
              <a:off x="5074805" y="4746840"/>
              <a:ext cx="1637030" cy="256540"/>
            </a:xfrm>
            <a:custGeom>
              <a:avLst/>
              <a:gdLst/>
              <a:ahLst/>
              <a:cxnLst/>
              <a:rect l="l" t="t" r="r" b="b"/>
              <a:pathLst>
                <a:path w="1637029" h="256539">
                  <a:moveTo>
                    <a:pt x="256235" y="24663"/>
                  </a:moveTo>
                  <a:lnTo>
                    <a:pt x="252577" y="13931"/>
                  </a:lnTo>
                  <a:lnTo>
                    <a:pt x="245033" y="5473"/>
                  </a:lnTo>
                  <a:lnTo>
                    <a:pt x="235191" y="723"/>
                  </a:lnTo>
                  <a:lnTo>
                    <a:pt x="224269" y="0"/>
                  </a:lnTo>
                  <a:lnTo>
                    <a:pt x="213537" y="3657"/>
                  </a:lnTo>
                  <a:lnTo>
                    <a:pt x="0" y="128206"/>
                  </a:lnTo>
                  <a:lnTo>
                    <a:pt x="213537" y="252742"/>
                  </a:lnTo>
                  <a:lnTo>
                    <a:pt x="224269" y="256413"/>
                  </a:lnTo>
                  <a:lnTo>
                    <a:pt x="235178" y="255701"/>
                  </a:lnTo>
                  <a:lnTo>
                    <a:pt x="245033" y="250952"/>
                  </a:lnTo>
                  <a:lnTo>
                    <a:pt x="252577" y="242481"/>
                  </a:lnTo>
                  <a:lnTo>
                    <a:pt x="256235" y="231762"/>
                  </a:lnTo>
                  <a:lnTo>
                    <a:pt x="255524" y="220840"/>
                  </a:lnTo>
                  <a:lnTo>
                    <a:pt x="250774" y="210985"/>
                  </a:lnTo>
                  <a:lnTo>
                    <a:pt x="242303" y="203441"/>
                  </a:lnTo>
                  <a:lnTo>
                    <a:pt x="113296" y="128206"/>
                  </a:lnTo>
                  <a:lnTo>
                    <a:pt x="242303" y="52971"/>
                  </a:lnTo>
                  <a:lnTo>
                    <a:pt x="250774" y="45440"/>
                  </a:lnTo>
                  <a:lnTo>
                    <a:pt x="255524" y="35585"/>
                  </a:lnTo>
                  <a:lnTo>
                    <a:pt x="256235" y="24663"/>
                  </a:lnTo>
                  <a:close/>
                </a:path>
                <a:path w="1637029" h="256539">
                  <a:moveTo>
                    <a:pt x="1636623" y="128206"/>
                  </a:moveTo>
                  <a:lnTo>
                    <a:pt x="1423073" y="3657"/>
                  </a:lnTo>
                  <a:lnTo>
                    <a:pt x="1412341" y="0"/>
                  </a:lnTo>
                  <a:lnTo>
                    <a:pt x="1401419" y="723"/>
                  </a:lnTo>
                  <a:lnTo>
                    <a:pt x="1391564" y="5473"/>
                  </a:lnTo>
                  <a:lnTo>
                    <a:pt x="1384033" y="13931"/>
                  </a:lnTo>
                  <a:lnTo>
                    <a:pt x="1380363" y="24663"/>
                  </a:lnTo>
                  <a:lnTo>
                    <a:pt x="1381086" y="35585"/>
                  </a:lnTo>
                  <a:lnTo>
                    <a:pt x="1385836" y="45427"/>
                  </a:lnTo>
                  <a:lnTo>
                    <a:pt x="1394307" y="52959"/>
                  </a:lnTo>
                  <a:lnTo>
                    <a:pt x="1523314" y="128206"/>
                  </a:lnTo>
                  <a:lnTo>
                    <a:pt x="1394307" y="203441"/>
                  </a:lnTo>
                  <a:lnTo>
                    <a:pt x="1385836" y="210985"/>
                  </a:lnTo>
                  <a:lnTo>
                    <a:pt x="1381086" y="220840"/>
                  </a:lnTo>
                  <a:lnTo>
                    <a:pt x="1380363" y="231762"/>
                  </a:lnTo>
                  <a:lnTo>
                    <a:pt x="1384033" y="242481"/>
                  </a:lnTo>
                  <a:lnTo>
                    <a:pt x="1391564" y="250952"/>
                  </a:lnTo>
                  <a:lnTo>
                    <a:pt x="1401419" y="255701"/>
                  </a:lnTo>
                  <a:lnTo>
                    <a:pt x="1412341" y="256413"/>
                  </a:lnTo>
                  <a:lnTo>
                    <a:pt x="1423073" y="252742"/>
                  </a:lnTo>
                  <a:lnTo>
                    <a:pt x="1636623" y="128206"/>
                  </a:lnTo>
                  <a:close/>
                </a:path>
              </a:pathLst>
            </a:custGeom>
            <a:solidFill>
              <a:srgbClr val="706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6CCFEDF4-071D-ACD8-B20C-1CACA776912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5535" y="3404067"/>
              <a:ext cx="133003" cy="2734881"/>
            </a:xfrm>
            <a:prstGeom prst="rect">
              <a:avLst/>
            </a:prstGeom>
          </p:spPr>
        </p:pic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A1ADE20-0E60-1177-429A-7AC334CF5F10}"/>
                </a:ext>
              </a:extLst>
            </p:cNvPr>
            <p:cNvSpPr/>
            <p:nvPr/>
          </p:nvSpPr>
          <p:spPr>
            <a:xfrm>
              <a:off x="5899454" y="3429000"/>
              <a:ext cx="6350" cy="2644140"/>
            </a:xfrm>
            <a:custGeom>
              <a:avLst/>
              <a:gdLst/>
              <a:ahLst/>
              <a:cxnLst/>
              <a:rect l="l" t="t" r="r" b="b"/>
              <a:pathLst>
                <a:path w="6350" h="2644140">
                  <a:moveTo>
                    <a:pt x="0" y="0"/>
                  </a:moveTo>
                  <a:lnTo>
                    <a:pt x="6343" y="2643870"/>
                  </a:lnTo>
                </a:path>
              </a:pathLst>
            </a:custGeom>
            <a:ln w="38061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10788F77-E251-6832-B017-228101D50177}"/>
              </a:ext>
            </a:extLst>
          </p:cNvPr>
          <p:cNvSpPr txBox="1"/>
          <p:nvPr/>
        </p:nvSpPr>
        <p:spPr>
          <a:xfrm>
            <a:off x="6912476" y="3879054"/>
            <a:ext cx="4914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Lucida Sans Unicode"/>
                <a:cs typeface="Lucida Sans Unicode"/>
              </a:rPr>
              <a:t>2σ</a:t>
            </a:r>
            <a:endParaRPr sz="2800">
              <a:latin typeface="Lucida Sans Unicode"/>
              <a:cs typeface="Lucida Sans Unicode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47324DB9-4FB6-2D1A-44B2-B39171F8D949}"/>
              </a:ext>
            </a:extLst>
          </p:cNvPr>
          <p:cNvGrpSpPr/>
          <p:nvPr/>
        </p:nvGrpSpPr>
        <p:grpSpPr>
          <a:xfrm>
            <a:off x="2563285" y="2294683"/>
            <a:ext cx="7290434" cy="3387725"/>
            <a:chOff x="1612671" y="2747357"/>
            <a:chExt cx="7290434" cy="3387725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1362D020-B319-518A-8975-A25D29E4489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09455" y="3591096"/>
              <a:ext cx="5993472" cy="2543695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B3DC9143-138E-F0A9-22A2-A617D0429EF5}"/>
                </a:ext>
              </a:extLst>
            </p:cNvPr>
            <p:cNvSpPr/>
            <p:nvPr/>
          </p:nvSpPr>
          <p:spPr>
            <a:xfrm>
              <a:off x="2956077" y="3644641"/>
              <a:ext cx="5899785" cy="2397760"/>
            </a:xfrm>
            <a:custGeom>
              <a:avLst/>
              <a:gdLst/>
              <a:ahLst/>
              <a:cxnLst/>
              <a:rect l="l" t="t" r="r" b="b"/>
              <a:pathLst>
                <a:path w="5899784" h="2397760">
                  <a:moveTo>
                    <a:pt x="0" y="2391042"/>
                  </a:moveTo>
                  <a:lnTo>
                    <a:pt x="38734" y="2392210"/>
                  </a:lnTo>
                  <a:lnTo>
                    <a:pt x="80717" y="2393251"/>
                  </a:lnTo>
                  <a:lnTo>
                    <a:pt x="125630" y="2394094"/>
                  </a:lnTo>
                  <a:lnTo>
                    <a:pt x="173156" y="2394670"/>
                  </a:lnTo>
                  <a:lnTo>
                    <a:pt x="222974" y="2394910"/>
                  </a:lnTo>
                  <a:lnTo>
                    <a:pt x="274767" y="2394742"/>
                  </a:lnTo>
                  <a:lnTo>
                    <a:pt x="328217" y="2394097"/>
                  </a:lnTo>
                  <a:lnTo>
                    <a:pt x="383004" y="2392906"/>
                  </a:lnTo>
                  <a:lnTo>
                    <a:pt x="438811" y="2391099"/>
                  </a:lnTo>
                  <a:lnTo>
                    <a:pt x="495318" y="2388606"/>
                  </a:lnTo>
                  <a:lnTo>
                    <a:pt x="552207" y="2385356"/>
                  </a:lnTo>
                  <a:lnTo>
                    <a:pt x="609161" y="2381280"/>
                  </a:lnTo>
                  <a:lnTo>
                    <a:pt x="665859" y="2376309"/>
                  </a:lnTo>
                  <a:lnTo>
                    <a:pt x="721984" y="2370372"/>
                  </a:lnTo>
                  <a:lnTo>
                    <a:pt x="777217" y="2363399"/>
                  </a:lnTo>
                  <a:lnTo>
                    <a:pt x="831240" y="2355321"/>
                  </a:lnTo>
                  <a:lnTo>
                    <a:pt x="883734" y="2346068"/>
                  </a:lnTo>
                  <a:lnTo>
                    <a:pt x="934381" y="2335570"/>
                  </a:lnTo>
                  <a:lnTo>
                    <a:pt x="982862" y="2323757"/>
                  </a:lnTo>
                  <a:lnTo>
                    <a:pt x="1028858" y="2310560"/>
                  </a:lnTo>
                  <a:lnTo>
                    <a:pt x="1072052" y="2295908"/>
                  </a:lnTo>
                  <a:lnTo>
                    <a:pt x="1119385" y="2277788"/>
                  </a:lnTo>
                  <a:lnTo>
                    <a:pt x="1164281" y="2259237"/>
                  </a:lnTo>
                  <a:lnTo>
                    <a:pt x="1206983" y="2240060"/>
                  </a:lnTo>
                  <a:lnTo>
                    <a:pt x="1247738" y="2220061"/>
                  </a:lnTo>
                  <a:lnTo>
                    <a:pt x="1286790" y="2199044"/>
                  </a:lnTo>
                  <a:lnTo>
                    <a:pt x="1324383" y="2176814"/>
                  </a:lnTo>
                  <a:lnTo>
                    <a:pt x="1360761" y="2153174"/>
                  </a:lnTo>
                  <a:lnTo>
                    <a:pt x="1396171" y="2127929"/>
                  </a:lnTo>
                  <a:lnTo>
                    <a:pt x="1430857" y="2100883"/>
                  </a:lnTo>
                  <a:lnTo>
                    <a:pt x="1465062" y="2071841"/>
                  </a:lnTo>
                  <a:lnTo>
                    <a:pt x="1499033" y="2040606"/>
                  </a:lnTo>
                  <a:lnTo>
                    <a:pt x="1533014" y="2006984"/>
                  </a:lnTo>
                  <a:lnTo>
                    <a:pt x="1567249" y="1970777"/>
                  </a:lnTo>
                  <a:lnTo>
                    <a:pt x="1601983" y="1931791"/>
                  </a:lnTo>
                  <a:lnTo>
                    <a:pt x="1637461" y="1889830"/>
                  </a:lnTo>
                  <a:lnTo>
                    <a:pt x="1673928" y="1844698"/>
                  </a:lnTo>
                  <a:lnTo>
                    <a:pt x="1711628" y="1796199"/>
                  </a:lnTo>
                  <a:lnTo>
                    <a:pt x="1750807" y="1744137"/>
                  </a:lnTo>
                  <a:lnTo>
                    <a:pt x="1774289" y="1711457"/>
                  </a:lnTo>
                  <a:lnTo>
                    <a:pt x="1798256" y="1676146"/>
                  </a:lnTo>
                  <a:lnTo>
                    <a:pt x="1822666" y="1638395"/>
                  </a:lnTo>
                  <a:lnTo>
                    <a:pt x="1847476" y="1598390"/>
                  </a:lnTo>
                  <a:lnTo>
                    <a:pt x="1872642" y="1556321"/>
                  </a:lnTo>
                  <a:lnTo>
                    <a:pt x="1898123" y="1512377"/>
                  </a:lnTo>
                  <a:lnTo>
                    <a:pt x="1923875" y="1466745"/>
                  </a:lnTo>
                  <a:lnTo>
                    <a:pt x="1949855" y="1419613"/>
                  </a:lnTo>
                  <a:lnTo>
                    <a:pt x="1976021" y="1371171"/>
                  </a:lnTo>
                  <a:lnTo>
                    <a:pt x="2002330" y="1321607"/>
                  </a:lnTo>
                  <a:lnTo>
                    <a:pt x="2028739" y="1271109"/>
                  </a:lnTo>
                  <a:lnTo>
                    <a:pt x="2055206" y="1219865"/>
                  </a:lnTo>
                  <a:lnTo>
                    <a:pt x="2081687" y="1168064"/>
                  </a:lnTo>
                  <a:lnTo>
                    <a:pt x="2108139" y="1115895"/>
                  </a:lnTo>
                  <a:lnTo>
                    <a:pt x="2134521" y="1063545"/>
                  </a:lnTo>
                  <a:lnTo>
                    <a:pt x="2160788" y="1011203"/>
                  </a:lnTo>
                  <a:lnTo>
                    <a:pt x="2186899" y="959058"/>
                  </a:lnTo>
                  <a:lnTo>
                    <a:pt x="2212810" y="907298"/>
                  </a:lnTo>
                  <a:lnTo>
                    <a:pt x="2238479" y="856111"/>
                  </a:lnTo>
                  <a:lnTo>
                    <a:pt x="2263863" y="805686"/>
                  </a:lnTo>
                  <a:lnTo>
                    <a:pt x="2288919" y="756211"/>
                  </a:lnTo>
                  <a:lnTo>
                    <a:pt x="2313604" y="707874"/>
                  </a:lnTo>
                  <a:lnTo>
                    <a:pt x="2337876" y="660865"/>
                  </a:lnTo>
                  <a:lnTo>
                    <a:pt x="2361691" y="615371"/>
                  </a:lnTo>
                  <a:lnTo>
                    <a:pt x="2385008" y="571580"/>
                  </a:lnTo>
                  <a:lnTo>
                    <a:pt x="2407782" y="529682"/>
                  </a:lnTo>
                  <a:lnTo>
                    <a:pt x="2429972" y="489865"/>
                  </a:lnTo>
                  <a:lnTo>
                    <a:pt x="2451534" y="452316"/>
                  </a:lnTo>
                  <a:lnTo>
                    <a:pt x="2472426" y="417225"/>
                  </a:lnTo>
                  <a:lnTo>
                    <a:pt x="2492604" y="384780"/>
                  </a:lnTo>
                  <a:lnTo>
                    <a:pt x="2559232" y="287156"/>
                  </a:lnTo>
                  <a:lnTo>
                    <a:pt x="2602803" y="228073"/>
                  </a:lnTo>
                  <a:lnTo>
                    <a:pt x="2643159" y="177336"/>
                  </a:lnTo>
                  <a:lnTo>
                    <a:pt x="2680716" y="134362"/>
                  </a:lnTo>
                  <a:lnTo>
                    <a:pt x="2715895" y="98568"/>
                  </a:lnTo>
                  <a:lnTo>
                    <a:pt x="2749114" y="69368"/>
                  </a:lnTo>
                  <a:lnTo>
                    <a:pt x="2780791" y="46181"/>
                  </a:lnTo>
                  <a:lnTo>
                    <a:pt x="2841194" y="15509"/>
                  </a:lnTo>
                  <a:lnTo>
                    <a:pt x="2900452" y="1881"/>
                  </a:lnTo>
                  <a:lnTo>
                    <a:pt x="2930698" y="0"/>
                  </a:lnTo>
                  <a:lnTo>
                    <a:pt x="2963308" y="514"/>
                  </a:lnTo>
                  <a:lnTo>
                    <a:pt x="3025380" y="10749"/>
                  </a:lnTo>
                  <a:lnTo>
                    <a:pt x="3087451" y="39168"/>
                  </a:lnTo>
                  <a:lnTo>
                    <a:pt x="3120059" y="62412"/>
                  </a:lnTo>
                  <a:lnTo>
                    <a:pt x="3154555" y="92861"/>
                  </a:lnTo>
                  <a:lnTo>
                    <a:pt x="3191567" y="131401"/>
                  </a:lnTo>
                  <a:lnTo>
                    <a:pt x="3231725" y="178918"/>
                  </a:lnTo>
                  <a:lnTo>
                    <a:pt x="3275658" y="236299"/>
                  </a:lnTo>
                  <a:lnTo>
                    <a:pt x="3323995" y="304430"/>
                  </a:lnTo>
                  <a:lnTo>
                    <a:pt x="3362997" y="364436"/>
                  </a:lnTo>
                  <a:lnTo>
                    <a:pt x="3383752" y="398562"/>
                  </a:lnTo>
                  <a:lnTo>
                    <a:pt x="3405268" y="435177"/>
                  </a:lnTo>
                  <a:lnTo>
                    <a:pt x="3427489" y="474086"/>
                  </a:lnTo>
                  <a:lnTo>
                    <a:pt x="3450359" y="515095"/>
                  </a:lnTo>
                  <a:lnTo>
                    <a:pt x="3473820" y="558010"/>
                  </a:lnTo>
                  <a:lnTo>
                    <a:pt x="3497818" y="602636"/>
                  </a:lnTo>
                  <a:lnTo>
                    <a:pt x="3522294" y="648778"/>
                  </a:lnTo>
                  <a:lnTo>
                    <a:pt x="3547193" y="696242"/>
                  </a:lnTo>
                  <a:lnTo>
                    <a:pt x="3572459" y="744834"/>
                  </a:lnTo>
                  <a:lnTo>
                    <a:pt x="3598035" y="794359"/>
                  </a:lnTo>
                  <a:lnTo>
                    <a:pt x="3623865" y="844622"/>
                  </a:lnTo>
                  <a:lnTo>
                    <a:pt x="3649892" y="895430"/>
                  </a:lnTo>
                  <a:lnTo>
                    <a:pt x="3676060" y="946587"/>
                  </a:lnTo>
                  <a:lnTo>
                    <a:pt x="3702312" y="997899"/>
                  </a:lnTo>
                  <a:lnTo>
                    <a:pt x="3728593" y="1049171"/>
                  </a:lnTo>
                  <a:lnTo>
                    <a:pt x="3754846" y="1100210"/>
                  </a:lnTo>
                  <a:lnTo>
                    <a:pt x="3781014" y="1150820"/>
                  </a:lnTo>
                  <a:lnTo>
                    <a:pt x="3807041" y="1200808"/>
                  </a:lnTo>
                  <a:lnTo>
                    <a:pt x="3832870" y="1249978"/>
                  </a:lnTo>
                  <a:lnTo>
                    <a:pt x="3858446" y="1298136"/>
                  </a:lnTo>
                  <a:lnTo>
                    <a:pt x="3883712" y="1345088"/>
                  </a:lnTo>
                  <a:lnTo>
                    <a:pt x="3908612" y="1390639"/>
                  </a:lnTo>
                  <a:lnTo>
                    <a:pt x="3933088" y="1434594"/>
                  </a:lnTo>
                  <a:lnTo>
                    <a:pt x="3957086" y="1476760"/>
                  </a:lnTo>
                  <a:lnTo>
                    <a:pt x="3980547" y="1516941"/>
                  </a:lnTo>
                  <a:lnTo>
                    <a:pt x="4003417" y="1554943"/>
                  </a:lnTo>
                  <a:lnTo>
                    <a:pt x="4025638" y="1590572"/>
                  </a:lnTo>
                  <a:lnTo>
                    <a:pt x="4047155" y="1623634"/>
                  </a:lnTo>
                  <a:lnTo>
                    <a:pt x="4085921" y="1681050"/>
                  </a:lnTo>
                  <a:lnTo>
                    <a:pt x="4123067" y="1734546"/>
                  </a:lnTo>
                  <a:lnTo>
                    <a:pt x="4158807" y="1784364"/>
                  </a:lnTo>
                  <a:lnTo>
                    <a:pt x="4193355" y="1830744"/>
                  </a:lnTo>
                  <a:lnTo>
                    <a:pt x="4226923" y="1873928"/>
                  </a:lnTo>
                  <a:lnTo>
                    <a:pt x="4259726" y="1914158"/>
                  </a:lnTo>
                  <a:lnTo>
                    <a:pt x="4291978" y="1951675"/>
                  </a:lnTo>
                  <a:lnTo>
                    <a:pt x="4323893" y="1986722"/>
                  </a:lnTo>
                  <a:lnTo>
                    <a:pt x="4355683" y="2019538"/>
                  </a:lnTo>
                  <a:lnTo>
                    <a:pt x="4387563" y="2050367"/>
                  </a:lnTo>
                  <a:lnTo>
                    <a:pt x="4419746" y="2079449"/>
                  </a:lnTo>
                  <a:lnTo>
                    <a:pt x="4452447" y="2107026"/>
                  </a:lnTo>
                  <a:lnTo>
                    <a:pt x="4485879" y="2133340"/>
                  </a:lnTo>
                  <a:lnTo>
                    <a:pt x="4520255" y="2158632"/>
                  </a:lnTo>
                  <a:lnTo>
                    <a:pt x="4555789" y="2183143"/>
                  </a:lnTo>
                  <a:lnTo>
                    <a:pt x="4592696" y="2207115"/>
                  </a:lnTo>
                  <a:lnTo>
                    <a:pt x="4636332" y="2232720"/>
                  </a:lnTo>
                  <a:lnTo>
                    <a:pt x="4681060" y="2255339"/>
                  </a:lnTo>
                  <a:lnTo>
                    <a:pt x="4726740" y="2275222"/>
                  </a:lnTo>
                  <a:lnTo>
                    <a:pt x="4773234" y="2292617"/>
                  </a:lnTo>
                  <a:lnTo>
                    <a:pt x="4820403" y="2307775"/>
                  </a:lnTo>
                  <a:lnTo>
                    <a:pt x="4868109" y="2320945"/>
                  </a:lnTo>
                  <a:lnTo>
                    <a:pt x="4916212" y="2332377"/>
                  </a:lnTo>
                  <a:lnTo>
                    <a:pt x="4964575" y="2342321"/>
                  </a:lnTo>
                  <a:lnTo>
                    <a:pt x="5013057" y="2351025"/>
                  </a:lnTo>
                  <a:lnTo>
                    <a:pt x="5061521" y="2358740"/>
                  </a:lnTo>
                  <a:lnTo>
                    <a:pt x="5109829" y="2365716"/>
                  </a:lnTo>
                  <a:lnTo>
                    <a:pt x="5157840" y="2372201"/>
                  </a:lnTo>
                  <a:lnTo>
                    <a:pt x="5205417" y="2378446"/>
                  </a:lnTo>
                  <a:lnTo>
                    <a:pt x="5252420" y="2384700"/>
                  </a:lnTo>
                  <a:lnTo>
                    <a:pt x="5445403" y="2397189"/>
                  </a:lnTo>
                  <a:lnTo>
                    <a:pt x="5657613" y="2395801"/>
                  </a:lnTo>
                  <a:lnTo>
                    <a:pt x="5828986" y="2388863"/>
                  </a:lnTo>
                  <a:lnTo>
                    <a:pt x="5899458" y="2384700"/>
                  </a:lnTo>
                </a:path>
              </a:pathLst>
            </a:custGeom>
            <a:ln w="57082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0559F7A7-06CC-FF39-A4A5-746F7EB432C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12671" y="2747357"/>
              <a:ext cx="806334" cy="1076497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6313977B-5B7E-498D-E5BA-DDD300001ACE}"/>
                </a:ext>
              </a:extLst>
            </p:cNvPr>
            <p:cNvSpPr/>
            <p:nvPr/>
          </p:nvSpPr>
          <p:spPr>
            <a:xfrm>
              <a:off x="1674685" y="2953067"/>
              <a:ext cx="524510" cy="793115"/>
            </a:xfrm>
            <a:custGeom>
              <a:avLst/>
              <a:gdLst/>
              <a:ahLst/>
              <a:cxnLst/>
              <a:rect l="l" t="t" r="r" b="b"/>
              <a:pathLst>
                <a:path w="524510" h="793114">
                  <a:moveTo>
                    <a:pt x="0" y="793051"/>
                  </a:moveTo>
                  <a:lnTo>
                    <a:pt x="524474" y="0"/>
                  </a:lnTo>
                </a:path>
              </a:pathLst>
            </a:custGeom>
            <a:ln w="38058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D1701B9F-DB7E-9F99-1318-DD45FAB60EF9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61622" y="2921571"/>
              <a:ext cx="158362" cy="182448"/>
            </a:xfrm>
            <a:prstGeom prst="rect">
              <a:avLst/>
            </a:prstGeom>
          </p:spPr>
        </p:pic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60CA4FE0-4AFA-98B2-D7BD-35C3C6EAA94D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89161" y="2921920"/>
              <a:ext cx="1321727" cy="465512"/>
            </a:xfrm>
            <a:prstGeom prst="rect">
              <a:avLst/>
            </a:prstGeom>
          </p:spPr>
        </p:pic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6B97FFAC-6F8B-8D76-7278-19EA58724A78}"/>
                </a:ext>
              </a:extLst>
            </p:cNvPr>
            <p:cNvSpPr/>
            <p:nvPr/>
          </p:nvSpPr>
          <p:spPr>
            <a:xfrm>
              <a:off x="2753080" y="2946983"/>
              <a:ext cx="1193165" cy="355600"/>
            </a:xfrm>
            <a:custGeom>
              <a:avLst/>
              <a:gdLst/>
              <a:ahLst/>
              <a:cxnLst/>
              <a:rect l="l" t="t" r="r" b="b"/>
              <a:pathLst>
                <a:path w="1193164" h="355600">
                  <a:moveTo>
                    <a:pt x="1192578" y="0"/>
                  </a:moveTo>
                  <a:lnTo>
                    <a:pt x="1185895" y="56130"/>
                  </a:lnTo>
                  <a:lnTo>
                    <a:pt x="1167285" y="104878"/>
                  </a:lnTo>
                  <a:lnTo>
                    <a:pt x="1138907" y="143320"/>
                  </a:lnTo>
                  <a:lnTo>
                    <a:pt x="1102920" y="168531"/>
                  </a:lnTo>
                  <a:lnTo>
                    <a:pt x="1061482" y="177584"/>
                  </a:lnTo>
                  <a:lnTo>
                    <a:pt x="727386" y="177584"/>
                  </a:lnTo>
                  <a:lnTo>
                    <a:pt x="685949" y="186637"/>
                  </a:lnTo>
                  <a:lnTo>
                    <a:pt x="649962" y="211847"/>
                  </a:lnTo>
                  <a:lnTo>
                    <a:pt x="621583" y="250289"/>
                  </a:lnTo>
                  <a:lnTo>
                    <a:pt x="602972" y="299038"/>
                  </a:lnTo>
                  <a:lnTo>
                    <a:pt x="596289" y="355168"/>
                  </a:lnTo>
                  <a:lnTo>
                    <a:pt x="589605" y="299038"/>
                  </a:lnTo>
                  <a:lnTo>
                    <a:pt x="570995" y="250289"/>
                  </a:lnTo>
                  <a:lnTo>
                    <a:pt x="542616" y="211847"/>
                  </a:lnTo>
                  <a:lnTo>
                    <a:pt x="506629" y="186637"/>
                  </a:lnTo>
                  <a:lnTo>
                    <a:pt x="465192" y="177584"/>
                  </a:lnTo>
                  <a:lnTo>
                    <a:pt x="131096" y="177584"/>
                  </a:lnTo>
                  <a:lnTo>
                    <a:pt x="89660" y="168531"/>
                  </a:lnTo>
                  <a:lnTo>
                    <a:pt x="53672" y="143320"/>
                  </a:lnTo>
                  <a:lnTo>
                    <a:pt x="25294" y="104878"/>
                  </a:lnTo>
                  <a:lnTo>
                    <a:pt x="6683" y="56130"/>
                  </a:lnTo>
                  <a:lnTo>
                    <a:pt x="0" y="0"/>
                  </a:lnTo>
                </a:path>
              </a:pathLst>
            </a:custGeom>
            <a:ln w="38060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900C4576-F5E1-63EA-1DA6-7F3E14279463}"/>
              </a:ext>
            </a:extLst>
          </p:cNvPr>
          <p:cNvSpPr txBox="1"/>
          <p:nvPr/>
        </p:nvSpPr>
        <p:spPr>
          <a:xfrm>
            <a:off x="1701646" y="1791568"/>
            <a:ext cx="3503929" cy="2673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7230" algn="ctr">
              <a:lnSpc>
                <a:spcPct val="100000"/>
              </a:lnSpc>
              <a:spcBef>
                <a:spcPts val="95"/>
              </a:spcBef>
            </a:pPr>
            <a:r>
              <a:rPr sz="4400" i="1" dirty="0">
                <a:latin typeface="Arial"/>
                <a:cs typeface="Arial"/>
              </a:rPr>
              <a:t>N</a:t>
            </a:r>
            <a:r>
              <a:rPr sz="4400" dirty="0">
                <a:latin typeface="Arial MT"/>
                <a:cs typeface="Arial MT"/>
              </a:rPr>
              <a:t>(x</a:t>
            </a:r>
            <a:r>
              <a:rPr sz="4400" spc="-114" dirty="0">
                <a:latin typeface="Arial MT"/>
                <a:cs typeface="Arial MT"/>
              </a:rPr>
              <a:t> </a:t>
            </a:r>
            <a:r>
              <a:rPr sz="4400" spc="65" dirty="0">
                <a:latin typeface="Arial MT"/>
                <a:cs typeface="Arial MT"/>
              </a:rPr>
              <a:t>|</a:t>
            </a:r>
            <a:r>
              <a:rPr sz="4400" spc="-110" dirty="0">
                <a:latin typeface="Arial MT"/>
                <a:cs typeface="Arial MT"/>
              </a:rPr>
              <a:t> </a:t>
            </a:r>
            <a:r>
              <a:rPr sz="4400" dirty="0">
                <a:latin typeface="Arial MT"/>
                <a:cs typeface="Arial MT"/>
              </a:rPr>
              <a:t>µ,</a:t>
            </a:r>
            <a:r>
              <a:rPr sz="4400" spc="-110" dirty="0">
                <a:latin typeface="Arial MT"/>
                <a:cs typeface="Arial MT"/>
              </a:rPr>
              <a:t> </a:t>
            </a:r>
            <a:r>
              <a:rPr sz="4400" spc="-25" dirty="0">
                <a:latin typeface="Lucida Sans Unicode"/>
                <a:cs typeface="Lucida Sans Unicode"/>
              </a:rPr>
              <a:t>σ</a:t>
            </a:r>
            <a:r>
              <a:rPr sz="4350" spc="-37" baseline="24904" dirty="0">
                <a:latin typeface="Lucida Sans Unicode"/>
                <a:cs typeface="Lucida Sans Unicode"/>
              </a:rPr>
              <a:t>2</a:t>
            </a:r>
            <a:r>
              <a:rPr sz="4400" spc="-25" dirty="0">
                <a:latin typeface="Lucida Sans Unicode"/>
                <a:cs typeface="Lucida Sans Unicode"/>
              </a:rPr>
              <a:t>)</a:t>
            </a:r>
            <a:endParaRPr sz="4400">
              <a:latin typeface="Lucida Sans Unicode"/>
              <a:cs typeface="Lucida Sans Unicode"/>
            </a:endParaRPr>
          </a:p>
          <a:p>
            <a:pPr marL="1852295">
              <a:lnSpc>
                <a:spcPct val="100000"/>
              </a:lnSpc>
              <a:spcBef>
                <a:spcPts val="2910"/>
              </a:spcBef>
            </a:pPr>
            <a:r>
              <a:rPr sz="2400" spc="-10" dirty="0">
                <a:latin typeface="Arial MT"/>
                <a:cs typeface="Arial MT"/>
              </a:rPr>
              <a:t>parameters</a:t>
            </a:r>
            <a:endParaRPr sz="2400">
              <a:latin typeface="Arial MT"/>
              <a:cs typeface="Arial MT"/>
            </a:endParaRPr>
          </a:p>
          <a:p>
            <a:pPr marL="38100" marR="598805">
              <a:lnSpc>
                <a:spcPct val="98800"/>
              </a:lnSpc>
              <a:spcBef>
                <a:spcPts val="1250"/>
              </a:spcBef>
            </a:pPr>
            <a:r>
              <a:rPr sz="2400" dirty="0">
                <a:latin typeface="Arial MT"/>
                <a:cs typeface="Arial MT"/>
              </a:rPr>
              <a:t>Random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40" dirty="0">
                <a:latin typeface="Arial MT"/>
                <a:cs typeface="Arial MT"/>
              </a:rPr>
              <a:t>the </a:t>
            </a:r>
            <a:r>
              <a:rPr sz="2400" spc="55" dirty="0">
                <a:latin typeface="Arial MT"/>
                <a:cs typeface="Arial MT"/>
              </a:rPr>
              <a:t>distribution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over e.g.,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r>
              <a:rPr sz="2400" spc="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intensity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object 23">
            <a:extLst>
              <a:ext uri="{FF2B5EF4-FFF2-40B4-BE49-F238E27FC236}">
                <a16:creationId xmlns:a16="http://schemas.microsoft.com/office/drawing/2014/main" id="{BFBB59A4-D783-61A1-22EB-C5246A476A4C}"/>
              </a:ext>
            </a:extLst>
          </p:cNvPr>
          <p:cNvSpPr txBox="1"/>
          <p:nvPr/>
        </p:nvSpPr>
        <p:spPr>
          <a:xfrm>
            <a:off x="5950772" y="5799374"/>
            <a:ext cx="2200910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317500" algn="ctr">
              <a:lnSpc>
                <a:spcPts val="3130"/>
              </a:lnSpc>
            </a:pPr>
            <a:r>
              <a:rPr sz="2800" spc="30" dirty="0">
                <a:latin typeface="Arial MT"/>
                <a:cs typeface="Arial MT"/>
              </a:rPr>
              <a:t>µ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04554E7F-6C38-3C1D-B17C-AB00897276AC}"/>
              </a:ext>
            </a:extLst>
          </p:cNvPr>
          <p:cNvSpPr txBox="1"/>
          <p:nvPr/>
        </p:nvSpPr>
        <p:spPr>
          <a:xfrm>
            <a:off x="9077575" y="5656625"/>
            <a:ext cx="324485" cy="690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295"/>
              </a:lnSpc>
            </a:pPr>
            <a:r>
              <a:rPr sz="4800" spc="-50" dirty="0">
                <a:solidFill>
                  <a:srgbClr val="0000FF"/>
                </a:solidFill>
                <a:latin typeface="Arial MT"/>
                <a:cs typeface="Arial MT"/>
              </a:rPr>
              <a:t>x</a:t>
            </a:r>
            <a:endParaRPr sz="4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711490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0AFA7-E2EB-54A7-000A-2BB891568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2D6AEC7C-5DD5-F1E5-C051-650BC7730EFF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2125" algn="l">
              <a:spcBef>
                <a:spcPts val="95"/>
              </a:spcBef>
            </a:pPr>
            <a:r>
              <a:rPr lang="en-US" spc="55">
                <a:solidFill>
                  <a:schemeClr val="bg1"/>
                </a:solidFill>
              </a:rPr>
              <a:t>2D</a:t>
            </a:r>
            <a:r>
              <a:rPr lang="en-US" spc="-120">
                <a:solidFill>
                  <a:schemeClr val="bg1"/>
                </a:solidFill>
              </a:rPr>
              <a:t> </a:t>
            </a:r>
            <a:r>
              <a:rPr lang="en-US" spc="-55">
                <a:solidFill>
                  <a:schemeClr val="bg1"/>
                </a:solidFill>
              </a:rPr>
              <a:t>Gaussians</a:t>
            </a:r>
            <a:r>
              <a:rPr lang="en-US" spc="-120">
                <a:solidFill>
                  <a:schemeClr val="bg1"/>
                </a:solidFill>
              </a:rPr>
              <a:t> </a:t>
            </a:r>
            <a:r>
              <a:rPr lang="en-US" spc="635">
                <a:solidFill>
                  <a:schemeClr val="bg1"/>
                </a:solidFill>
              </a:rPr>
              <a:t>–</a:t>
            </a:r>
            <a:r>
              <a:rPr lang="en-US" spc="-120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Bird’s</a:t>
            </a:r>
            <a:r>
              <a:rPr lang="en-US" spc="-120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eye</a:t>
            </a:r>
            <a:r>
              <a:rPr lang="en-US" spc="-120">
                <a:solidFill>
                  <a:schemeClr val="bg1"/>
                </a:solidFill>
              </a:rPr>
              <a:t> </a:t>
            </a:r>
            <a:r>
              <a:rPr lang="en-US" spc="90">
                <a:solidFill>
                  <a:schemeClr val="bg1"/>
                </a:solidFill>
              </a:rPr>
              <a:t>view</a:t>
            </a:r>
            <a:endParaRPr lang="en-US" spc="90" dirty="0">
              <a:solidFill>
                <a:schemeClr val="bg1"/>
              </a:solidFill>
            </a:endParaRP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36345FE5-C927-D4C4-86A8-AF4F44F0A660}"/>
              </a:ext>
            </a:extLst>
          </p:cNvPr>
          <p:cNvGrpSpPr/>
          <p:nvPr/>
        </p:nvGrpSpPr>
        <p:grpSpPr>
          <a:xfrm>
            <a:off x="1419668" y="1420651"/>
            <a:ext cx="8868410" cy="5141595"/>
            <a:chOff x="88809" y="1484025"/>
            <a:chExt cx="8868410" cy="5141595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E539F96B-96EB-6FDC-3103-BE2FD68F845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9950" y="2401548"/>
              <a:ext cx="3307067" cy="3386787"/>
            </a:xfrm>
            <a:prstGeom prst="rect">
              <a:avLst/>
            </a:prstGeom>
          </p:spPr>
        </p:pic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DA80B383-4770-422A-59DC-3B5CEDFA301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809" y="1484025"/>
              <a:ext cx="4973309" cy="5141493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E5148B8-94A9-D4D7-B67B-58D424AFB08D}"/>
              </a:ext>
            </a:extLst>
          </p:cNvPr>
          <p:cNvSpPr txBox="1"/>
          <p:nvPr/>
        </p:nvSpPr>
        <p:spPr>
          <a:xfrm>
            <a:off x="2808780" y="1622741"/>
            <a:ext cx="70186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07560" algn="l"/>
              </a:tabLst>
            </a:pPr>
            <a:r>
              <a:rPr sz="3200" dirty="0">
                <a:latin typeface="Arial MT"/>
                <a:cs typeface="Arial MT"/>
              </a:rPr>
              <a:t>3D</a:t>
            </a:r>
            <a:r>
              <a:rPr sz="3200" spc="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mesh</a:t>
            </a:r>
            <a:r>
              <a:rPr sz="3200" spc="70" dirty="0">
                <a:latin typeface="Arial MT"/>
                <a:cs typeface="Arial MT"/>
              </a:rPr>
              <a:t> </a:t>
            </a:r>
            <a:r>
              <a:rPr sz="3200" spc="120" dirty="0">
                <a:latin typeface="Arial MT"/>
                <a:cs typeface="Arial MT"/>
              </a:rPr>
              <a:t>plot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125" dirty="0">
                <a:latin typeface="Arial MT"/>
                <a:cs typeface="Arial MT"/>
              </a:rPr>
              <a:t>Conto</a:t>
            </a:r>
            <a:r>
              <a:rPr lang="en-US" sz="3200" spc="125" dirty="0">
                <a:latin typeface="Arial MT"/>
                <a:cs typeface="Arial MT"/>
              </a:rPr>
              <a:t>u</a:t>
            </a:r>
            <a:r>
              <a:rPr sz="3200" spc="125" dirty="0">
                <a:latin typeface="Arial MT"/>
                <a:cs typeface="Arial MT"/>
              </a:rPr>
              <a:t>r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120" dirty="0">
                <a:latin typeface="Arial MT"/>
                <a:cs typeface="Arial MT"/>
              </a:rPr>
              <a:t>plot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84E45EF-B970-1FA2-139E-4AF708C60EE8}"/>
              </a:ext>
            </a:extLst>
          </p:cNvPr>
          <p:cNvSpPr txBox="1"/>
          <p:nvPr/>
        </p:nvSpPr>
        <p:spPr>
          <a:xfrm>
            <a:off x="6424043" y="3690726"/>
            <a:ext cx="469265" cy="10960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565"/>
              </a:lnSpc>
            </a:pPr>
            <a:r>
              <a:rPr sz="3200" spc="-10" dirty="0">
                <a:solidFill>
                  <a:srgbClr val="008000"/>
                </a:solidFill>
                <a:latin typeface="Arial MT"/>
                <a:cs typeface="Arial MT"/>
              </a:rPr>
              <a:t>green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47E5850-CB39-CC03-4081-46667B544CF3}"/>
              </a:ext>
            </a:extLst>
          </p:cNvPr>
          <p:cNvSpPr/>
          <p:nvPr/>
        </p:nvSpPr>
        <p:spPr>
          <a:xfrm>
            <a:off x="2523437" y="2807385"/>
            <a:ext cx="0" cy="2118995"/>
          </a:xfrm>
          <a:custGeom>
            <a:avLst/>
            <a:gdLst/>
            <a:ahLst/>
            <a:cxnLst/>
            <a:rect l="l" t="t" r="r" b="b"/>
            <a:pathLst>
              <a:path h="2118995">
                <a:moveTo>
                  <a:pt x="0" y="2118448"/>
                </a:moveTo>
                <a:lnTo>
                  <a:pt x="0" y="0"/>
                </a:lnTo>
              </a:path>
            </a:pathLst>
          </a:custGeom>
          <a:ln w="38061">
            <a:solidFill>
              <a:srgbClr val="C026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>
            <a:extLst>
              <a:ext uri="{FF2B5EF4-FFF2-40B4-BE49-F238E27FC236}">
                <a16:creationId xmlns:a16="http://schemas.microsoft.com/office/drawing/2014/main" id="{529EB1A3-F1A3-12B0-5D02-51B65D3E4EAD}"/>
              </a:ext>
            </a:extLst>
          </p:cNvPr>
          <p:cNvGrpSpPr/>
          <p:nvPr/>
        </p:nvGrpSpPr>
        <p:grpSpPr>
          <a:xfrm>
            <a:off x="2328385" y="2592551"/>
            <a:ext cx="391160" cy="2398395"/>
            <a:chOff x="997526" y="2655925"/>
            <a:chExt cx="391160" cy="2398395"/>
          </a:xfrm>
        </p:grpSpPr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B7344A0D-BA93-BA27-B194-6F0684EA4DA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7526" y="2655925"/>
              <a:ext cx="390697" cy="2398217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CB74DA24-8B62-AFA0-50B2-2EE18F136AC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7093" y="2833001"/>
              <a:ext cx="170972" cy="170792"/>
            </a:xfrm>
            <a:prstGeom prst="rect">
              <a:avLst/>
            </a:prstGeom>
          </p:spPr>
        </p:pic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958932AE-25DE-4A29-C76B-34DDF4620FF5}"/>
              </a:ext>
            </a:extLst>
          </p:cNvPr>
          <p:cNvSpPr txBox="1"/>
          <p:nvPr/>
        </p:nvSpPr>
        <p:spPr>
          <a:xfrm>
            <a:off x="1958217" y="2945279"/>
            <a:ext cx="469265" cy="19780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565"/>
              </a:lnSpc>
            </a:pPr>
            <a:r>
              <a:rPr sz="3200" spc="55" dirty="0">
                <a:solidFill>
                  <a:srgbClr val="B0007E"/>
                </a:solidFill>
                <a:latin typeface="Arial MT"/>
                <a:cs typeface="Arial MT"/>
              </a:rPr>
              <a:t>probability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A344F38F-2533-F9CB-4350-2E418AB73F0A}"/>
              </a:ext>
            </a:extLst>
          </p:cNvPr>
          <p:cNvGrpSpPr/>
          <p:nvPr/>
        </p:nvGrpSpPr>
        <p:grpSpPr>
          <a:xfrm>
            <a:off x="1670872" y="5242051"/>
            <a:ext cx="5039360" cy="1193165"/>
            <a:chOff x="340013" y="5305425"/>
            <a:chExt cx="5039360" cy="1193165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9C2453B-4C19-D6ED-73FA-8A847D74F9CC}"/>
                </a:ext>
              </a:extLst>
            </p:cNvPr>
            <p:cNvSpPr/>
            <p:nvPr/>
          </p:nvSpPr>
          <p:spPr>
            <a:xfrm>
              <a:off x="340004" y="5305424"/>
              <a:ext cx="5039360" cy="1193165"/>
            </a:xfrm>
            <a:custGeom>
              <a:avLst/>
              <a:gdLst/>
              <a:ahLst/>
              <a:cxnLst/>
              <a:rect l="l" t="t" r="r" b="b"/>
              <a:pathLst>
                <a:path w="5039360" h="1193164">
                  <a:moveTo>
                    <a:pt x="5039220" y="368452"/>
                  </a:moveTo>
                  <a:lnTo>
                    <a:pt x="4965052" y="28232"/>
                  </a:lnTo>
                  <a:lnTo>
                    <a:pt x="1832991" y="710717"/>
                  </a:lnTo>
                  <a:lnTo>
                    <a:pt x="1860181" y="835482"/>
                  </a:lnTo>
                  <a:lnTo>
                    <a:pt x="153123" y="0"/>
                  </a:lnTo>
                  <a:lnTo>
                    <a:pt x="0" y="312750"/>
                  </a:lnTo>
                  <a:lnTo>
                    <a:pt x="1798104" y="1192771"/>
                  </a:lnTo>
                  <a:lnTo>
                    <a:pt x="1894941" y="994956"/>
                  </a:lnTo>
                  <a:lnTo>
                    <a:pt x="1907159" y="1050937"/>
                  </a:lnTo>
                  <a:lnTo>
                    <a:pt x="5039220" y="3684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208B48B-8845-4D93-0330-038952AB0153}"/>
                </a:ext>
              </a:extLst>
            </p:cNvPr>
            <p:cNvSpPr/>
            <p:nvPr/>
          </p:nvSpPr>
          <p:spPr>
            <a:xfrm>
              <a:off x="776276" y="5547221"/>
              <a:ext cx="1001394" cy="600710"/>
            </a:xfrm>
            <a:custGeom>
              <a:avLst/>
              <a:gdLst/>
              <a:ahLst/>
              <a:cxnLst/>
              <a:rect l="l" t="t" r="r" b="b"/>
              <a:pathLst>
                <a:path w="1001394" h="600710">
                  <a:moveTo>
                    <a:pt x="498823" y="168369"/>
                  </a:moveTo>
                  <a:lnTo>
                    <a:pt x="460809" y="173600"/>
                  </a:lnTo>
                  <a:lnTo>
                    <a:pt x="426704" y="194628"/>
                  </a:lnTo>
                  <a:lnTo>
                    <a:pt x="400072" y="231768"/>
                  </a:lnTo>
                  <a:lnTo>
                    <a:pt x="388717" y="274256"/>
                  </a:lnTo>
                  <a:lnTo>
                    <a:pt x="394362" y="314381"/>
                  </a:lnTo>
                  <a:lnTo>
                    <a:pt x="415402" y="348799"/>
                  </a:lnTo>
                  <a:lnTo>
                    <a:pt x="450232" y="374167"/>
                  </a:lnTo>
                  <a:lnTo>
                    <a:pt x="480247" y="383621"/>
                  </a:lnTo>
                  <a:lnTo>
                    <a:pt x="505940" y="385097"/>
                  </a:lnTo>
                  <a:lnTo>
                    <a:pt x="523875" y="382857"/>
                  </a:lnTo>
                  <a:lnTo>
                    <a:pt x="530617" y="381164"/>
                  </a:lnTo>
                  <a:lnTo>
                    <a:pt x="529127" y="364853"/>
                  </a:lnTo>
                  <a:lnTo>
                    <a:pt x="495268" y="364853"/>
                  </a:lnTo>
                  <a:lnTo>
                    <a:pt x="481655" y="361335"/>
                  </a:lnTo>
                  <a:lnTo>
                    <a:pt x="461665" y="352189"/>
                  </a:lnTo>
                  <a:lnTo>
                    <a:pt x="436872" y="334482"/>
                  </a:lnTo>
                  <a:lnTo>
                    <a:pt x="421068" y="309731"/>
                  </a:lnTo>
                  <a:lnTo>
                    <a:pt x="416440" y="279448"/>
                  </a:lnTo>
                  <a:lnTo>
                    <a:pt x="425175" y="245143"/>
                  </a:lnTo>
                  <a:lnTo>
                    <a:pt x="477797" y="245143"/>
                  </a:lnTo>
                  <a:lnTo>
                    <a:pt x="436097" y="225170"/>
                  </a:lnTo>
                  <a:lnTo>
                    <a:pt x="455835" y="204616"/>
                  </a:lnTo>
                  <a:lnTo>
                    <a:pt x="478580" y="193816"/>
                  </a:lnTo>
                  <a:lnTo>
                    <a:pt x="502672" y="192184"/>
                  </a:lnTo>
                  <a:lnTo>
                    <a:pt x="555093" y="192184"/>
                  </a:lnTo>
                  <a:lnTo>
                    <a:pt x="537183" y="178621"/>
                  </a:lnTo>
                  <a:lnTo>
                    <a:pt x="498823" y="168369"/>
                  </a:lnTo>
                  <a:close/>
                </a:path>
                <a:path w="1001394" h="600710">
                  <a:moveTo>
                    <a:pt x="528382" y="356692"/>
                  </a:moveTo>
                  <a:lnTo>
                    <a:pt x="508758" y="363165"/>
                  </a:lnTo>
                  <a:lnTo>
                    <a:pt x="495268" y="364853"/>
                  </a:lnTo>
                  <a:lnTo>
                    <a:pt x="529127" y="364853"/>
                  </a:lnTo>
                  <a:lnTo>
                    <a:pt x="528382" y="356692"/>
                  </a:lnTo>
                  <a:close/>
                </a:path>
                <a:path w="1001394" h="600710">
                  <a:moveTo>
                    <a:pt x="477797" y="245143"/>
                  </a:moveTo>
                  <a:lnTo>
                    <a:pt x="425175" y="245143"/>
                  </a:lnTo>
                  <a:lnTo>
                    <a:pt x="566507" y="312839"/>
                  </a:lnTo>
                  <a:lnTo>
                    <a:pt x="571270" y="304771"/>
                  </a:lnTo>
                  <a:lnTo>
                    <a:pt x="573378" y="300378"/>
                  </a:lnTo>
                  <a:lnTo>
                    <a:pt x="579472" y="280589"/>
                  </a:lnTo>
                  <a:lnTo>
                    <a:pt x="551801" y="280589"/>
                  </a:lnTo>
                  <a:lnTo>
                    <a:pt x="477797" y="245143"/>
                  </a:lnTo>
                  <a:close/>
                </a:path>
                <a:path w="1001394" h="600710">
                  <a:moveTo>
                    <a:pt x="19342" y="213680"/>
                  </a:moveTo>
                  <a:lnTo>
                    <a:pt x="0" y="229620"/>
                  </a:lnTo>
                  <a:lnTo>
                    <a:pt x="11075" y="242485"/>
                  </a:lnTo>
                  <a:lnTo>
                    <a:pt x="23817" y="254250"/>
                  </a:lnTo>
                  <a:lnTo>
                    <a:pt x="37999" y="264595"/>
                  </a:lnTo>
                  <a:lnTo>
                    <a:pt x="53395" y="273200"/>
                  </a:lnTo>
                  <a:lnTo>
                    <a:pt x="88319" y="284443"/>
                  </a:lnTo>
                  <a:lnTo>
                    <a:pt x="123348" y="283753"/>
                  </a:lnTo>
                  <a:lnTo>
                    <a:pt x="155195" y="268036"/>
                  </a:lnTo>
                  <a:lnTo>
                    <a:pt x="161864" y="259145"/>
                  </a:lnTo>
                  <a:lnTo>
                    <a:pt x="89770" y="259145"/>
                  </a:lnTo>
                  <a:lnTo>
                    <a:pt x="62997" y="250343"/>
                  </a:lnTo>
                  <a:lnTo>
                    <a:pt x="44745" y="239140"/>
                  </a:lnTo>
                  <a:lnTo>
                    <a:pt x="31009" y="227145"/>
                  </a:lnTo>
                  <a:lnTo>
                    <a:pt x="22353" y="217583"/>
                  </a:lnTo>
                  <a:lnTo>
                    <a:pt x="19342" y="213680"/>
                  </a:lnTo>
                  <a:close/>
                </a:path>
                <a:path w="1001394" h="600710">
                  <a:moveTo>
                    <a:pt x="555093" y="192184"/>
                  </a:moveTo>
                  <a:lnTo>
                    <a:pt x="502672" y="192184"/>
                  </a:lnTo>
                  <a:lnTo>
                    <a:pt x="526451" y="199136"/>
                  </a:lnTo>
                  <a:lnTo>
                    <a:pt x="544380" y="211908"/>
                  </a:lnTo>
                  <a:lnTo>
                    <a:pt x="555780" y="230118"/>
                  </a:lnTo>
                  <a:lnTo>
                    <a:pt x="558854" y="253200"/>
                  </a:lnTo>
                  <a:lnTo>
                    <a:pt x="551801" y="280589"/>
                  </a:lnTo>
                  <a:lnTo>
                    <a:pt x="579472" y="280589"/>
                  </a:lnTo>
                  <a:lnTo>
                    <a:pt x="584126" y="265477"/>
                  </a:lnTo>
                  <a:lnTo>
                    <a:pt x="582707" y="234199"/>
                  </a:lnTo>
                  <a:lnTo>
                    <a:pt x="582584" y="231482"/>
                  </a:lnTo>
                  <a:lnTo>
                    <a:pt x="567480" y="201675"/>
                  </a:lnTo>
                  <a:lnTo>
                    <a:pt x="567390" y="201495"/>
                  </a:lnTo>
                  <a:lnTo>
                    <a:pt x="555093" y="192184"/>
                  </a:lnTo>
                  <a:close/>
                </a:path>
                <a:path w="1001394" h="600710">
                  <a:moveTo>
                    <a:pt x="326748" y="83224"/>
                  </a:moveTo>
                  <a:lnTo>
                    <a:pt x="238516" y="267354"/>
                  </a:lnTo>
                  <a:lnTo>
                    <a:pt x="263413" y="279280"/>
                  </a:lnTo>
                  <a:lnTo>
                    <a:pt x="300600" y="201675"/>
                  </a:lnTo>
                  <a:lnTo>
                    <a:pt x="305150" y="192911"/>
                  </a:lnTo>
                  <a:lnTo>
                    <a:pt x="340050" y="153269"/>
                  </a:lnTo>
                  <a:lnTo>
                    <a:pt x="371734" y="142197"/>
                  </a:lnTo>
                  <a:lnTo>
                    <a:pt x="328650" y="142197"/>
                  </a:lnTo>
                  <a:lnTo>
                    <a:pt x="327919" y="141846"/>
                  </a:lnTo>
                  <a:lnTo>
                    <a:pt x="331807" y="135607"/>
                  </a:lnTo>
                  <a:lnTo>
                    <a:pt x="351278" y="94974"/>
                  </a:lnTo>
                  <a:lnTo>
                    <a:pt x="326748" y="83224"/>
                  </a:lnTo>
                  <a:close/>
                </a:path>
                <a:path w="1001394" h="600710">
                  <a:moveTo>
                    <a:pt x="200146" y="193355"/>
                  </a:moveTo>
                  <a:lnTo>
                    <a:pt x="169534" y="193355"/>
                  </a:lnTo>
                  <a:lnTo>
                    <a:pt x="170498" y="193816"/>
                  </a:lnTo>
                  <a:lnTo>
                    <a:pt x="170197" y="193816"/>
                  </a:lnTo>
                  <a:lnTo>
                    <a:pt x="166552" y="199578"/>
                  </a:lnTo>
                  <a:lnTo>
                    <a:pt x="155152" y="223372"/>
                  </a:lnTo>
                  <a:lnTo>
                    <a:pt x="137510" y="247300"/>
                  </a:lnTo>
                  <a:lnTo>
                    <a:pt x="115162" y="258677"/>
                  </a:lnTo>
                  <a:lnTo>
                    <a:pt x="89770" y="259145"/>
                  </a:lnTo>
                  <a:lnTo>
                    <a:pt x="161864" y="259145"/>
                  </a:lnTo>
                  <a:lnTo>
                    <a:pt x="180574" y="234199"/>
                  </a:lnTo>
                  <a:lnTo>
                    <a:pt x="200146" y="193355"/>
                  </a:lnTo>
                  <a:close/>
                </a:path>
                <a:path w="1001394" h="600710">
                  <a:moveTo>
                    <a:pt x="146936" y="0"/>
                  </a:moveTo>
                  <a:lnTo>
                    <a:pt x="112709" y="6972"/>
                  </a:lnTo>
                  <a:lnTo>
                    <a:pt x="82782" y="28749"/>
                  </a:lnTo>
                  <a:lnTo>
                    <a:pt x="59126" y="63954"/>
                  </a:lnTo>
                  <a:lnTo>
                    <a:pt x="46744" y="104840"/>
                  </a:lnTo>
                  <a:lnTo>
                    <a:pt x="48946" y="141187"/>
                  </a:lnTo>
                  <a:lnTo>
                    <a:pt x="49036" y="142669"/>
                  </a:lnTo>
                  <a:lnTo>
                    <a:pt x="65562" y="174573"/>
                  </a:lnTo>
                  <a:lnTo>
                    <a:pt x="95883" y="197683"/>
                  </a:lnTo>
                  <a:lnTo>
                    <a:pt x="116513" y="204921"/>
                  </a:lnTo>
                  <a:lnTo>
                    <a:pt x="135616" y="206363"/>
                  </a:lnTo>
                  <a:lnTo>
                    <a:pt x="153265" y="202383"/>
                  </a:lnTo>
                  <a:lnTo>
                    <a:pt x="169534" y="193355"/>
                  </a:lnTo>
                  <a:lnTo>
                    <a:pt x="200146" y="193355"/>
                  </a:lnTo>
                  <a:lnTo>
                    <a:pt x="204839" y="183562"/>
                  </a:lnTo>
                  <a:lnTo>
                    <a:pt x="133086" y="183562"/>
                  </a:lnTo>
                  <a:lnTo>
                    <a:pt x="110611" y="177283"/>
                  </a:lnTo>
                  <a:lnTo>
                    <a:pt x="88192" y="160215"/>
                  </a:lnTo>
                  <a:lnTo>
                    <a:pt x="76147" y="136470"/>
                  </a:lnTo>
                  <a:lnTo>
                    <a:pt x="74914" y="107777"/>
                  </a:lnTo>
                  <a:lnTo>
                    <a:pt x="84931" y="75865"/>
                  </a:lnTo>
                  <a:lnTo>
                    <a:pt x="102867" y="48238"/>
                  </a:lnTo>
                  <a:lnTo>
                    <a:pt x="124496" y="31578"/>
                  </a:lnTo>
                  <a:lnTo>
                    <a:pt x="148905" y="26378"/>
                  </a:lnTo>
                  <a:lnTo>
                    <a:pt x="215647" y="26378"/>
                  </a:lnTo>
                  <a:lnTo>
                    <a:pt x="211608" y="23264"/>
                  </a:lnTo>
                  <a:lnTo>
                    <a:pt x="183497" y="9206"/>
                  </a:lnTo>
                  <a:lnTo>
                    <a:pt x="146936" y="0"/>
                  </a:lnTo>
                  <a:close/>
                </a:path>
                <a:path w="1001394" h="600710">
                  <a:moveTo>
                    <a:pt x="215647" y="26378"/>
                  </a:moveTo>
                  <a:lnTo>
                    <a:pt x="148905" y="26378"/>
                  </a:lnTo>
                  <a:lnTo>
                    <a:pt x="175185" y="33133"/>
                  </a:lnTo>
                  <a:lnTo>
                    <a:pt x="196452" y="47584"/>
                  </a:lnTo>
                  <a:lnTo>
                    <a:pt x="209342" y="67889"/>
                  </a:lnTo>
                  <a:lnTo>
                    <a:pt x="211313" y="94974"/>
                  </a:lnTo>
                  <a:lnTo>
                    <a:pt x="211347" y="95453"/>
                  </a:lnTo>
                  <a:lnTo>
                    <a:pt x="199721" y="131299"/>
                  </a:lnTo>
                  <a:lnTo>
                    <a:pt x="178913" y="163288"/>
                  </a:lnTo>
                  <a:lnTo>
                    <a:pt x="156277" y="179803"/>
                  </a:lnTo>
                  <a:lnTo>
                    <a:pt x="133086" y="183562"/>
                  </a:lnTo>
                  <a:lnTo>
                    <a:pt x="204839" y="183562"/>
                  </a:lnTo>
                  <a:lnTo>
                    <a:pt x="259534" y="69419"/>
                  </a:lnTo>
                  <a:lnTo>
                    <a:pt x="230273" y="69419"/>
                  </a:lnTo>
                  <a:lnTo>
                    <a:pt x="229541" y="69069"/>
                  </a:lnTo>
                  <a:lnTo>
                    <a:pt x="230290" y="48238"/>
                  </a:lnTo>
                  <a:lnTo>
                    <a:pt x="230313" y="47584"/>
                  </a:lnTo>
                  <a:lnTo>
                    <a:pt x="225775" y="34186"/>
                  </a:lnTo>
                  <a:lnTo>
                    <a:pt x="215647" y="26378"/>
                  </a:lnTo>
                  <a:close/>
                </a:path>
                <a:path w="1001394" h="600710">
                  <a:moveTo>
                    <a:pt x="412867" y="141187"/>
                  </a:moveTo>
                  <a:lnTo>
                    <a:pt x="379250" y="141187"/>
                  </a:lnTo>
                  <a:lnTo>
                    <a:pt x="399174" y="146272"/>
                  </a:lnTo>
                  <a:lnTo>
                    <a:pt x="403934" y="148552"/>
                  </a:lnTo>
                  <a:lnTo>
                    <a:pt x="407978" y="151389"/>
                  </a:lnTo>
                  <a:lnTo>
                    <a:pt x="412867" y="141187"/>
                  </a:lnTo>
                  <a:close/>
                </a:path>
                <a:path w="1001394" h="600710">
                  <a:moveTo>
                    <a:pt x="388510" y="115171"/>
                  </a:moveTo>
                  <a:lnTo>
                    <a:pt x="366958" y="117563"/>
                  </a:lnTo>
                  <a:lnTo>
                    <a:pt x="346683" y="126980"/>
                  </a:lnTo>
                  <a:lnTo>
                    <a:pt x="328650" y="142197"/>
                  </a:lnTo>
                  <a:lnTo>
                    <a:pt x="371734" y="142197"/>
                  </a:lnTo>
                  <a:lnTo>
                    <a:pt x="379250" y="141187"/>
                  </a:lnTo>
                  <a:lnTo>
                    <a:pt x="412867" y="141187"/>
                  </a:lnTo>
                  <a:lnTo>
                    <a:pt x="419675" y="126980"/>
                  </a:lnTo>
                  <a:lnTo>
                    <a:pt x="419877" y="126980"/>
                  </a:lnTo>
                  <a:lnTo>
                    <a:pt x="415497" y="123484"/>
                  </a:lnTo>
                  <a:lnTo>
                    <a:pt x="410371" y="121030"/>
                  </a:lnTo>
                  <a:lnTo>
                    <a:pt x="388510" y="115171"/>
                  </a:lnTo>
                  <a:close/>
                </a:path>
                <a:path w="1001394" h="600710">
                  <a:moveTo>
                    <a:pt x="242536" y="42886"/>
                  </a:moveTo>
                  <a:lnTo>
                    <a:pt x="230959" y="67047"/>
                  </a:lnTo>
                  <a:lnTo>
                    <a:pt x="230375" y="69069"/>
                  </a:lnTo>
                  <a:lnTo>
                    <a:pt x="230273" y="69419"/>
                  </a:lnTo>
                  <a:lnTo>
                    <a:pt x="259534" y="69419"/>
                  </a:lnTo>
                  <a:lnTo>
                    <a:pt x="266702" y="54461"/>
                  </a:lnTo>
                  <a:lnTo>
                    <a:pt x="242536" y="42886"/>
                  </a:lnTo>
                  <a:close/>
                </a:path>
                <a:path w="1001394" h="600710">
                  <a:moveTo>
                    <a:pt x="983519" y="397124"/>
                  </a:moveTo>
                  <a:lnTo>
                    <a:pt x="923325" y="397124"/>
                  </a:lnTo>
                  <a:lnTo>
                    <a:pt x="947736" y="404085"/>
                  </a:lnTo>
                  <a:lnTo>
                    <a:pt x="966823" y="418704"/>
                  </a:lnTo>
                  <a:lnTo>
                    <a:pt x="973142" y="436449"/>
                  </a:lnTo>
                  <a:lnTo>
                    <a:pt x="970203" y="456427"/>
                  </a:lnTo>
                  <a:lnTo>
                    <a:pt x="961515" y="477745"/>
                  </a:lnTo>
                  <a:lnTo>
                    <a:pt x="908544" y="588297"/>
                  </a:lnTo>
                  <a:lnTo>
                    <a:pt x="933436" y="600222"/>
                  </a:lnTo>
                  <a:lnTo>
                    <a:pt x="989570" y="483081"/>
                  </a:lnTo>
                  <a:lnTo>
                    <a:pt x="1000866" y="451233"/>
                  </a:lnTo>
                  <a:lnTo>
                    <a:pt x="1000993" y="436449"/>
                  </a:lnTo>
                  <a:lnTo>
                    <a:pt x="1001101" y="423791"/>
                  </a:lnTo>
                  <a:lnTo>
                    <a:pt x="988744" y="400784"/>
                  </a:lnTo>
                  <a:lnTo>
                    <a:pt x="983519" y="397124"/>
                  </a:lnTo>
                  <a:close/>
                </a:path>
                <a:path w="1001394" h="600710">
                  <a:moveTo>
                    <a:pt x="862036" y="339627"/>
                  </a:moveTo>
                  <a:lnTo>
                    <a:pt x="773797" y="523757"/>
                  </a:lnTo>
                  <a:lnTo>
                    <a:pt x="798701" y="535683"/>
                  </a:lnTo>
                  <a:lnTo>
                    <a:pt x="840980" y="447461"/>
                  </a:lnTo>
                  <a:lnTo>
                    <a:pt x="844246" y="441018"/>
                  </a:lnTo>
                  <a:lnTo>
                    <a:pt x="875457" y="407627"/>
                  </a:lnTo>
                  <a:lnTo>
                    <a:pt x="923325" y="397124"/>
                  </a:lnTo>
                  <a:lnTo>
                    <a:pt x="983519" y="397124"/>
                  </a:lnTo>
                  <a:lnTo>
                    <a:pt x="978310" y="393475"/>
                  </a:lnTo>
                  <a:lnTo>
                    <a:pt x="866392" y="393475"/>
                  </a:lnTo>
                  <a:lnTo>
                    <a:pt x="865656" y="393123"/>
                  </a:lnTo>
                  <a:lnTo>
                    <a:pt x="869555" y="386885"/>
                  </a:lnTo>
                  <a:lnTo>
                    <a:pt x="886573" y="351377"/>
                  </a:lnTo>
                  <a:lnTo>
                    <a:pt x="862036" y="339627"/>
                  </a:lnTo>
                  <a:close/>
                </a:path>
                <a:path w="1001394" h="600710">
                  <a:moveTo>
                    <a:pt x="701298" y="265354"/>
                  </a:moveTo>
                  <a:lnTo>
                    <a:pt x="663284" y="270585"/>
                  </a:lnTo>
                  <a:lnTo>
                    <a:pt x="629181" y="291613"/>
                  </a:lnTo>
                  <a:lnTo>
                    <a:pt x="602550" y="328753"/>
                  </a:lnTo>
                  <a:lnTo>
                    <a:pt x="591193" y="371241"/>
                  </a:lnTo>
                  <a:lnTo>
                    <a:pt x="596836" y="411365"/>
                  </a:lnTo>
                  <a:lnTo>
                    <a:pt x="617875" y="445783"/>
                  </a:lnTo>
                  <a:lnTo>
                    <a:pt x="652702" y="471152"/>
                  </a:lnTo>
                  <a:lnTo>
                    <a:pt x="682717" y="480606"/>
                  </a:lnTo>
                  <a:lnTo>
                    <a:pt x="708407" y="482081"/>
                  </a:lnTo>
                  <a:lnTo>
                    <a:pt x="726340" y="479841"/>
                  </a:lnTo>
                  <a:lnTo>
                    <a:pt x="733080" y="478147"/>
                  </a:lnTo>
                  <a:lnTo>
                    <a:pt x="731599" y="461837"/>
                  </a:lnTo>
                  <a:lnTo>
                    <a:pt x="697743" y="461837"/>
                  </a:lnTo>
                  <a:lnTo>
                    <a:pt x="684127" y="458319"/>
                  </a:lnTo>
                  <a:lnTo>
                    <a:pt x="664132" y="449173"/>
                  </a:lnTo>
                  <a:lnTo>
                    <a:pt x="639341" y="431467"/>
                  </a:lnTo>
                  <a:lnTo>
                    <a:pt x="623538" y="406716"/>
                  </a:lnTo>
                  <a:lnTo>
                    <a:pt x="618910" y="376432"/>
                  </a:lnTo>
                  <a:lnTo>
                    <a:pt x="627645" y="342128"/>
                  </a:lnTo>
                  <a:lnTo>
                    <a:pt x="680265" y="342128"/>
                  </a:lnTo>
                  <a:lnTo>
                    <a:pt x="638567" y="322154"/>
                  </a:lnTo>
                  <a:lnTo>
                    <a:pt x="658310" y="301601"/>
                  </a:lnTo>
                  <a:lnTo>
                    <a:pt x="681056" y="290800"/>
                  </a:lnTo>
                  <a:lnTo>
                    <a:pt x="705148" y="289169"/>
                  </a:lnTo>
                  <a:lnTo>
                    <a:pt x="757570" y="289169"/>
                  </a:lnTo>
                  <a:lnTo>
                    <a:pt x="739659" y="275605"/>
                  </a:lnTo>
                  <a:lnTo>
                    <a:pt x="701298" y="265354"/>
                  </a:lnTo>
                  <a:close/>
                </a:path>
                <a:path w="1001394" h="600710">
                  <a:moveTo>
                    <a:pt x="730858" y="453676"/>
                  </a:moveTo>
                  <a:lnTo>
                    <a:pt x="711234" y="460148"/>
                  </a:lnTo>
                  <a:lnTo>
                    <a:pt x="697743" y="461837"/>
                  </a:lnTo>
                  <a:lnTo>
                    <a:pt x="731599" y="461837"/>
                  </a:lnTo>
                  <a:lnTo>
                    <a:pt x="730858" y="453676"/>
                  </a:lnTo>
                  <a:close/>
                </a:path>
                <a:path w="1001394" h="600710">
                  <a:moveTo>
                    <a:pt x="680265" y="342128"/>
                  </a:moveTo>
                  <a:lnTo>
                    <a:pt x="627645" y="342128"/>
                  </a:lnTo>
                  <a:lnTo>
                    <a:pt x="768971" y="409824"/>
                  </a:lnTo>
                  <a:lnTo>
                    <a:pt x="773746" y="401754"/>
                  </a:lnTo>
                  <a:lnTo>
                    <a:pt x="775854" y="397361"/>
                  </a:lnTo>
                  <a:lnTo>
                    <a:pt x="781948" y="377573"/>
                  </a:lnTo>
                  <a:lnTo>
                    <a:pt x="754264" y="377573"/>
                  </a:lnTo>
                  <a:lnTo>
                    <a:pt x="680265" y="342128"/>
                  </a:lnTo>
                  <a:close/>
                </a:path>
                <a:path w="1001394" h="600710">
                  <a:moveTo>
                    <a:pt x="930963" y="373263"/>
                  </a:moveTo>
                  <a:lnTo>
                    <a:pt x="903484" y="374898"/>
                  </a:lnTo>
                  <a:lnTo>
                    <a:pt x="881428" y="383011"/>
                  </a:lnTo>
                  <a:lnTo>
                    <a:pt x="866392" y="393475"/>
                  </a:lnTo>
                  <a:lnTo>
                    <a:pt x="978310" y="393475"/>
                  </a:lnTo>
                  <a:lnTo>
                    <a:pt x="962265" y="382236"/>
                  </a:lnTo>
                  <a:lnTo>
                    <a:pt x="930963" y="373263"/>
                  </a:lnTo>
                  <a:close/>
                </a:path>
                <a:path w="1001394" h="600710">
                  <a:moveTo>
                    <a:pt x="757570" y="289169"/>
                  </a:moveTo>
                  <a:lnTo>
                    <a:pt x="705148" y="289169"/>
                  </a:lnTo>
                  <a:lnTo>
                    <a:pt x="728927" y="296121"/>
                  </a:lnTo>
                  <a:lnTo>
                    <a:pt x="746854" y="308893"/>
                  </a:lnTo>
                  <a:lnTo>
                    <a:pt x="758250" y="327102"/>
                  </a:lnTo>
                  <a:lnTo>
                    <a:pt x="761319" y="350184"/>
                  </a:lnTo>
                  <a:lnTo>
                    <a:pt x="754264" y="377573"/>
                  </a:lnTo>
                  <a:lnTo>
                    <a:pt x="781948" y="377573"/>
                  </a:lnTo>
                  <a:lnTo>
                    <a:pt x="786602" y="362461"/>
                  </a:lnTo>
                  <a:lnTo>
                    <a:pt x="785073" y="328753"/>
                  </a:lnTo>
                  <a:lnTo>
                    <a:pt x="785060" y="328466"/>
                  </a:lnTo>
                  <a:lnTo>
                    <a:pt x="769866" y="298479"/>
                  </a:lnTo>
                  <a:lnTo>
                    <a:pt x="757570" y="289169"/>
                  </a:lnTo>
                  <a:close/>
                </a:path>
              </a:pathLst>
            </a:custGeom>
            <a:solidFill>
              <a:srgbClr val="008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7E8E1424-BAE0-6850-BCCA-A36C363A9ACD}"/>
              </a:ext>
            </a:extLst>
          </p:cNvPr>
          <p:cNvSpPr txBox="1"/>
          <p:nvPr/>
        </p:nvSpPr>
        <p:spPr>
          <a:xfrm rot="20820000">
            <a:off x="4634777" y="5690980"/>
            <a:ext cx="90249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95"/>
              </a:lnSpc>
            </a:pPr>
            <a:r>
              <a:rPr sz="3200" spc="40" dirty="0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7" name="object 26">
            <a:extLst>
              <a:ext uri="{FF2B5EF4-FFF2-40B4-BE49-F238E27FC236}">
                <a16:creationId xmlns:a16="http://schemas.microsoft.com/office/drawing/2014/main" id="{A0C5DAEA-174F-3594-7DB0-4F5EDA7D84C5}"/>
              </a:ext>
            </a:extLst>
          </p:cNvPr>
          <p:cNvSpPr txBox="1"/>
          <p:nvPr/>
        </p:nvSpPr>
        <p:spPr>
          <a:xfrm>
            <a:off x="8296874" y="5777033"/>
            <a:ext cx="828040" cy="469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60"/>
              </a:lnSpc>
            </a:pPr>
            <a:r>
              <a:rPr sz="3200" spc="40" dirty="0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endParaRPr sz="32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665240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51DF4-0007-7C35-58AF-5F7B055F7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DB845285-E8E2-3604-B9E4-A7E4BFA3EBF1}"/>
              </a:ext>
            </a:extLst>
          </p:cNvPr>
          <p:cNvSpPr txBox="1"/>
          <p:nvPr/>
        </p:nvSpPr>
        <p:spPr>
          <a:xfrm>
            <a:off x="725657" y="2674057"/>
            <a:ext cx="3117850" cy="1835785"/>
          </a:xfrm>
          <a:prstGeom prst="rect">
            <a:avLst/>
          </a:prstGeom>
        </p:spPr>
        <p:txBody>
          <a:bodyPr vert="horz" wrap="square" lIns="0" tIns="267335" rIns="0" bIns="0" rtlCol="0">
            <a:spAutoFit/>
          </a:bodyPr>
          <a:lstStyle/>
          <a:p>
            <a:pPr marL="180340" indent="-142875">
              <a:lnSpc>
                <a:spcPct val="100000"/>
              </a:lnSpc>
              <a:spcBef>
                <a:spcPts val="2105"/>
              </a:spcBef>
            </a:pPr>
            <a:r>
              <a:rPr sz="4800" spc="217" baseline="13888" dirty="0">
                <a:solidFill>
                  <a:srgbClr val="2B2728"/>
                </a:solidFill>
                <a:latin typeface="Arial MT"/>
                <a:cs typeface="Arial MT"/>
              </a:rPr>
              <a:t>µ</a:t>
            </a:r>
            <a:r>
              <a:rPr sz="4800" spc="-89" baseline="13888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4800" spc="450" baseline="13888" dirty="0">
                <a:solidFill>
                  <a:srgbClr val="2B2728"/>
                </a:solidFill>
                <a:latin typeface="Arial MT"/>
                <a:cs typeface="Arial MT"/>
              </a:rPr>
              <a:t>=</a:t>
            </a:r>
            <a:r>
              <a:rPr sz="4800" spc="-82" baseline="13888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4800" spc="82" baseline="13888" dirty="0">
                <a:solidFill>
                  <a:srgbClr val="2B2728"/>
                </a:solidFill>
                <a:latin typeface="Arial MT"/>
                <a:cs typeface="Arial MT"/>
              </a:rPr>
              <a:t>[µ</a:t>
            </a:r>
            <a:r>
              <a:rPr sz="2100" spc="55" dirty="0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r>
              <a:rPr sz="2100" spc="25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4800" baseline="13888" dirty="0">
                <a:latin typeface="Arial MT"/>
                <a:cs typeface="Arial MT"/>
              </a:rPr>
              <a:t>,</a:t>
            </a:r>
            <a:r>
              <a:rPr sz="4800" spc="-82" baseline="13888" dirty="0">
                <a:latin typeface="Arial MT"/>
                <a:cs typeface="Arial MT"/>
              </a:rPr>
              <a:t> </a:t>
            </a:r>
            <a:r>
              <a:rPr sz="4800" spc="60" baseline="13888" dirty="0">
                <a:solidFill>
                  <a:srgbClr val="2B2728"/>
                </a:solidFill>
                <a:latin typeface="Arial MT"/>
                <a:cs typeface="Arial MT"/>
              </a:rPr>
              <a:t>µ</a:t>
            </a:r>
            <a:r>
              <a:rPr sz="2100" spc="40" dirty="0">
                <a:solidFill>
                  <a:srgbClr val="008000"/>
                </a:solidFill>
                <a:latin typeface="Arial MT"/>
                <a:cs typeface="Arial MT"/>
              </a:rPr>
              <a:t>green</a:t>
            </a:r>
            <a:r>
              <a:rPr sz="4800" spc="60" baseline="13888" dirty="0">
                <a:latin typeface="Arial MT"/>
                <a:cs typeface="Arial MT"/>
              </a:rPr>
              <a:t>]</a:t>
            </a:r>
            <a:endParaRPr sz="4800" baseline="13888">
              <a:latin typeface="Arial MT"/>
              <a:cs typeface="Arial MT"/>
            </a:endParaRPr>
          </a:p>
          <a:p>
            <a:pPr marL="210185" marR="92710" indent="-30480">
              <a:lnSpc>
                <a:spcPts val="3300"/>
              </a:lnSpc>
              <a:spcBef>
                <a:spcPts val="1910"/>
              </a:spcBef>
            </a:pPr>
            <a:r>
              <a:rPr sz="2800" dirty="0">
                <a:latin typeface="Arial MT"/>
                <a:cs typeface="Arial MT"/>
              </a:rPr>
              <a:t>mean</a:t>
            </a:r>
            <a:r>
              <a:rPr sz="2800" spc="1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centers</a:t>
            </a:r>
            <a:r>
              <a:rPr sz="2800" spc="130" dirty="0">
                <a:latin typeface="Arial MT"/>
                <a:cs typeface="Arial MT"/>
              </a:rPr>
              <a:t> </a:t>
            </a:r>
            <a:r>
              <a:rPr sz="2800" spc="50" dirty="0">
                <a:latin typeface="Arial MT"/>
                <a:cs typeface="Arial MT"/>
              </a:rPr>
              <a:t>the </a:t>
            </a:r>
            <a:r>
              <a:rPr sz="2800" spc="65" dirty="0">
                <a:latin typeface="Arial MT"/>
                <a:cs typeface="Arial MT"/>
              </a:rPr>
              <a:t>distribution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50" dirty="0">
                <a:latin typeface="Arial MT"/>
                <a:cs typeface="Arial MT"/>
              </a:rPr>
              <a:t>in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2D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6381D399-0E52-DC6F-17FA-3E9833D977F5}"/>
              </a:ext>
            </a:extLst>
          </p:cNvPr>
          <p:cNvSpPr txBox="1"/>
          <p:nvPr/>
        </p:nvSpPr>
        <p:spPr>
          <a:xfrm>
            <a:off x="732384" y="1571955"/>
            <a:ext cx="80403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Fully</a:t>
            </a:r>
            <a:r>
              <a:rPr sz="3200" spc="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specified</a:t>
            </a:r>
            <a:r>
              <a:rPr sz="3200" spc="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50" dirty="0">
                <a:solidFill>
                  <a:srgbClr val="2B2728"/>
                </a:solidFill>
                <a:latin typeface="Arial MT"/>
                <a:cs typeface="Arial MT"/>
              </a:rPr>
              <a:t>by</a:t>
            </a:r>
            <a:r>
              <a:rPr sz="3200" spc="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75" dirty="0">
                <a:solidFill>
                  <a:srgbClr val="2B2728"/>
                </a:solidFill>
                <a:latin typeface="Arial MT"/>
                <a:cs typeface="Arial MT"/>
              </a:rPr>
              <a:t>mean</a:t>
            </a:r>
            <a:r>
              <a:rPr sz="3200" spc="-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45" dirty="0">
                <a:solidFill>
                  <a:srgbClr val="2B2728"/>
                </a:solidFill>
                <a:latin typeface="Arial MT"/>
                <a:cs typeface="Arial MT"/>
              </a:rPr>
              <a:t>µ</a:t>
            </a:r>
            <a:r>
              <a:rPr sz="3200" spc="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and</a:t>
            </a:r>
            <a:r>
              <a:rPr sz="3200" spc="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90" dirty="0">
                <a:solidFill>
                  <a:srgbClr val="2B2728"/>
                </a:solidFill>
                <a:latin typeface="Arial MT"/>
                <a:cs typeface="Arial MT"/>
              </a:rPr>
              <a:t>covariance</a:t>
            </a:r>
            <a:r>
              <a:rPr sz="3200" spc="-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2B2728"/>
                </a:solidFill>
                <a:latin typeface="Lucida Sans Unicode"/>
                <a:cs typeface="Lucida Sans Unicode"/>
              </a:rPr>
              <a:t>Σ</a:t>
            </a:r>
            <a:endParaRPr sz="3200">
              <a:latin typeface="Lucida Sans Unicode"/>
              <a:cs typeface="Lucida Sans Unicode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AF5F78F5-362C-6597-C803-6033628C0CF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49950" y="2401550"/>
            <a:ext cx="3307067" cy="3378328"/>
          </a:xfrm>
          <a:prstGeom prst="rect">
            <a:avLst/>
          </a:prstGeom>
        </p:spPr>
      </p:pic>
      <p:sp>
        <p:nvSpPr>
          <p:cNvPr id="5" name="object 6">
            <a:extLst>
              <a:ext uri="{FF2B5EF4-FFF2-40B4-BE49-F238E27FC236}">
                <a16:creationId xmlns:a16="http://schemas.microsoft.com/office/drawing/2014/main" id="{C1922CFA-97D2-77D8-2B4E-B52BE5282A8C}"/>
              </a:ext>
            </a:extLst>
          </p:cNvPr>
          <p:cNvSpPr txBox="1"/>
          <p:nvPr/>
        </p:nvSpPr>
        <p:spPr>
          <a:xfrm>
            <a:off x="5093184" y="3754100"/>
            <a:ext cx="936154" cy="10960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540"/>
              </a:lnSpc>
            </a:pPr>
            <a:r>
              <a:rPr sz="3200" spc="-10" dirty="0">
                <a:solidFill>
                  <a:srgbClr val="008000"/>
                </a:solidFill>
                <a:latin typeface="Arial MT"/>
                <a:cs typeface="Arial MT"/>
              </a:rPr>
              <a:t>green</a:t>
            </a:r>
            <a:endParaRPr sz="3200" dirty="0">
              <a:latin typeface="Arial MT"/>
              <a:cs typeface="Arial MT"/>
            </a:endParaRPr>
          </a:p>
          <a:p>
            <a:pPr marL="12700">
              <a:lnSpc>
                <a:spcPts val="3820"/>
              </a:lnSpc>
            </a:pPr>
            <a:endParaRPr sz="3200" dirty="0">
              <a:latin typeface="Arial MT"/>
              <a:cs typeface="Arial MT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811E5FEA-AF03-DD37-2EB6-BCD107B27BFF}"/>
              </a:ext>
            </a:extLst>
          </p:cNvPr>
          <p:cNvSpPr txBox="1"/>
          <p:nvPr/>
        </p:nvSpPr>
        <p:spPr>
          <a:xfrm>
            <a:off x="5737047" y="3779075"/>
            <a:ext cx="7391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20" dirty="0">
                <a:solidFill>
                  <a:srgbClr val="2B2728"/>
                </a:solidFill>
                <a:latin typeface="Arial MT"/>
                <a:cs typeface="Arial MT"/>
              </a:rPr>
              <a:t>µ[2]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4CFC0E53-8320-3A6F-EEB9-36BB6336D5DF}"/>
              </a:ext>
            </a:extLst>
          </p:cNvPr>
          <p:cNvSpPr txBox="1"/>
          <p:nvPr/>
        </p:nvSpPr>
        <p:spPr>
          <a:xfrm>
            <a:off x="7284872" y="4946065"/>
            <a:ext cx="6991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20" dirty="0">
                <a:solidFill>
                  <a:srgbClr val="2B2728"/>
                </a:solidFill>
                <a:latin typeface="Arial MT"/>
                <a:cs typeface="Arial MT"/>
              </a:rPr>
              <a:t>µ[1]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8" name="object 9">
            <a:extLst>
              <a:ext uri="{FF2B5EF4-FFF2-40B4-BE49-F238E27FC236}">
                <a16:creationId xmlns:a16="http://schemas.microsoft.com/office/drawing/2014/main" id="{7631980F-0058-455C-6C64-2D265E6C162E}"/>
              </a:ext>
            </a:extLst>
          </p:cNvPr>
          <p:cNvGrpSpPr/>
          <p:nvPr/>
        </p:nvGrpSpPr>
        <p:grpSpPr>
          <a:xfrm>
            <a:off x="6425742" y="2705785"/>
            <a:ext cx="2564765" cy="2357120"/>
            <a:chOff x="6425742" y="2705785"/>
            <a:chExt cx="2564765" cy="2357120"/>
          </a:xfrm>
        </p:grpSpPr>
        <p:pic>
          <p:nvPicPr>
            <p:cNvPr id="9" name="object 10">
              <a:extLst>
                <a:ext uri="{FF2B5EF4-FFF2-40B4-BE49-F238E27FC236}">
                  <a16:creationId xmlns:a16="http://schemas.microsoft.com/office/drawing/2014/main" id="{B0E89CE5-089A-6CF5-BFC1-67CC5BAC4FF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3009" y="2705785"/>
              <a:ext cx="133003" cy="2356662"/>
            </a:xfrm>
            <a:prstGeom prst="rect">
              <a:avLst/>
            </a:prstGeom>
          </p:spPr>
        </p:pic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60196EC1-9D61-5813-81B7-BB1AC0483179}"/>
                </a:ext>
              </a:extLst>
            </p:cNvPr>
            <p:cNvSpPr/>
            <p:nvPr/>
          </p:nvSpPr>
          <p:spPr>
            <a:xfrm>
              <a:off x="7586827" y="2731350"/>
              <a:ext cx="6350" cy="2263775"/>
            </a:xfrm>
            <a:custGeom>
              <a:avLst/>
              <a:gdLst/>
              <a:ahLst/>
              <a:cxnLst/>
              <a:rect l="l" t="t" r="r" b="b"/>
              <a:pathLst>
                <a:path w="6350" h="2263775">
                  <a:moveTo>
                    <a:pt x="0" y="0"/>
                  </a:moveTo>
                  <a:lnTo>
                    <a:pt x="6343" y="2263332"/>
                  </a:lnTo>
                </a:path>
              </a:pathLst>
            </a:custGeom>
            <a:ln w="38061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2">
              <a:extLst>
                <a:ext uri="{FF2B5EF4-FFF2-40B4-BE49-F238E27FC236}">
                  <a16:creationId xmlns:a16="http://schemas.microsoft.com/office/drawing/2014/main" id="{17D7FCF2-7E13-1AF0-06AA-7C6B8343421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5742" y="4044143"/>
              <a:ext cx="2564472" cy="128847"/>
            </a:xfrm>
            <a:prstGeom prst="rect">
              <a:avLst/>
            </a:prstGeom>
          </p:spPr>
        </p:pic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964538D8-A890-C75A-65AC-CB33DCE4F48C}"/>
                </a:ext>
              </a:extLst>
            </p:cNvPr>
            <p:cNvSpPr/>
            <p:nvPr/>
          </p:nvSpPr>
          <p:spPr>
            <a:xfrm>
              <a:off x="6470376" y="4088599"/>
              <a:ext cx="2473960" cy="0"/>
            </a:xfrm>
            <a:custGeom>
              <a:avLst/>
              <a:gdLst/>
              <a:ahLst/>
              <a:cxnLst/>
              <a:rect l="l" t="t" r="r" b="b"/>
              <a:pathLst>
                <a:path w="2473959">
                  <a:moveTo>
                    <a:pt x="2473966" y="0"/>
                  </a:moveTo>
                  <a:lnTo>
                    <a:pt x="0" y="0"/>
                  </a:lnTo>
                </a:path>
              </a:pathLst>
            </a:custGeom>
            <a:ln w="38053">
              <a:solidFill>
                <a:srgbClr val="008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4">
            <a:extLst>
              <a:ext uri="{FF2B5EF4-FFF2-40B4-BE49-F238E27FC236}">
                <a16:creationId xmlns:a16="http://schemas.microsoft.com/office/drawing/2014/main" id="{F63E0DCB-F4D1-8E1B-6187-C52C77F894F2}"/>
              </a:ext>
            </a:extLst>
          </p:cNvPr>
          <p:cNvSpPr txBox="1"/>
          <p:nvPr/>
        </p:nvSpPr>
        <p:spPr>
          <a:xfrm>
            <a:off x="6966015" y="5840407"/>
            <a:ext cx="828040" cy="469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60"/>
              </a:lnSpc>
            </a:pPr>
            <a:r>
              <a:rPr sz="3200" spc="40" dirty="0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CE07D0FC-9F96-6E45-2341-39EA2D48982F}"/>
              </a:ext>
            </a:extLst>
          </p:cNvPr>
          <p:cNvSpPr txBox="1">
            <a:spLocks/>
          </p:cNvSpPr>
          <p:nvPr/>
        </p:nvSpPr>
        <p:spPr>
          <a:xfrm>
            <a:off x="211638" y="216593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2125" algn="l">
              <a:spcBef>
                <a:spcPts val="95"/>
              </a:spcBef>
            </a:pPr>
            <a:r>
              <a:rPr lang="en-US" spc="55">
                <a:solidFill>
                  <a:schemeClr val="bg1"/>
                </a:solidFill>
              </a:rPr>
              <a:t>2D</a:t>
            </a:r>
            <a:r>
              <a:rPr lang="en-US" spc="-140">
                <a:solidFill>
                  <a:schemeClr val="bg1"/>
                </a:solidFill>
              </a:rPr>
              <a:t> </a:t>
            </a:r>
            <a:r>
              <a:rPr lang="en-US" spc="-55">
                <a:solidFill>
                  <a:schemeClr val="bg1"/>
                </a:solidFill>
              </a:rPr>
              <a:t>Gaussians</a:t>
            </a:r>
            <a:r>
              <a:rPr lang="en-US" spc="-135">
                <a:solidFill>
                  <a:schemeClr val="bg1"/>
                </a:solidFill>
              </a:rPr>
              <a:t> </a:t>
            </a:r>
            <a:r>
              <a:rPr lang="en-US" spc="635">
                <a:solidFill>
                  <a:schemeClr val="bg1"/>
                </a:solidFill>
              </a:rPr>
              <a:t>–</a:t>
            </a:r>
            <a:r>
              <a:rPr lang="en-US" spc="-135">
                <a:solidFill>
                  <a:schemeClr val="bg1"/>
                </a:solidFill>
              </a:rPr>
              <a:t> </a:t>
            </a:r>
            <a:r>
              <a:rPr lang="en-US" spc="-10">
                <a:solidFill>
                  <a:schemeClr val="bg1"/>
                </a:solidFill>
              </a:rPr>
              <a:t>Parameters</a:t>
            </a:r>
            <a:endParaRPr lang="en-US" spc="-1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230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B09BE-532A-C9C9-A7DA-02B5BE3D2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322575F7-5574-3543-9E5E-6A535068F986}"/>
              </a:ext>
            </a:extLst>
          </p:cNvPr>
          <p:cNvSpPr txBox="1">
            <a:spLocks/>
          </p:cNvSpPr>
          <p:nvPr/>
        </p:nvSpPr>
        <p:spPr>
          <a:xfrm>
            <a:off x="256239" y="436309"/>
            <a:ext cx="11666821" cy="73436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4465" algn="l">
              <a:spcBef>
                <a:spcPts val="95"/>
              </a:spcBef>
            </a:pPr>
            <a:r>
              <a:rPr lang="en-US" spc="65">
                <a:solidFill>
                  <a:schemeClr val="bg1"/>
                </a:solidFill>
              </a:rPr>
              <a:t>Covariance</a:t>
            </a:r>
            <a:r>
              <a:rPr lang="en-US" spc="-80">
                <a:solidFill>
                  <a:schemeClr val="bg1"/>
                </a:solidFill>
              </a:rPr>
              <a:t> </a:t>
            </a:r>
            <a:r>
              <a:rPr lang="en-US" spc="85">
                <a:solidFill>
                  <a:schemeClr val="bg1"/>
                </a:solidFill>
              </a:rPr>
              <a:t>structures</a:t>
            </a:r>
            <a:endParaRPr lang="en-US" spc="85" dirty="0">
              <a:solidFill>
                <a:schemeClr val="bg1"/>
              </a:solidFill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D716CC8-737F-8125-51EF-5FC8898C8424}"/>
              </a:ext>
            </a:extLst>
          </p:cNvPr>
          <p:cNvSpPr txBox="1"/>
          <p:nvPr/>
        </p:nvSpPr>
        <p:spPr>
          <a:xfrm>
            <a:off x="6474173" y="1797744"/>
            <a:ext cx="1579245" cy="1036319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8100">
              <a:lnSpc>
                <a:spcPts val="50"/>
              </a:lnSpc>
              <a:spcBef>
                <a:spcPts val="1235"/>
              </a:spcBef>
              <a:tabLst>
                <a:tab pos="898525" algn="l"/>
              </a:tabLst>
            </a:pPr>
            <a:r>
              <a:rPr sz="3200" dirty="0">
                <a:solidFill>
                  <a:srgbClr val="2B2728"/>
                </a:solidFill>
                <a:latin typeface="Lucida Sans Unicode"/>
                <a:cs typeface="Lucida Sans Unicode"/>
              </a:rPr>
              <a:t>Σ</a:t>
            </a:r>
            <a:r>
              <a:rPr sz="3200" spc="-175" dirty="0">
                <a:solidFill>
                  <a:srgbClr val="2B2728"/>
                </a:solidFill>
                <a:latin typeface="Lucida Sans Unicode"/>
                <a:cs typeface="Lucida Sans Unicode"/>
              </a:rPr>
              <a:t> </a:t>
            </a:r>
            <a:r>
              <a:rPr sz="3200" spc="250" dirty="0">
                <a:solidFill>
                  <a:srgbClr val="2B2728"/>
                </a:solidFill>
                <a:latin typeface="Arial MT"/>
                <a:cs typeface="Arial MT"/>
              </a:rPr>
              <a:t>=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	</a:t>
            </a:r>
            <a:r>
              <a:rPr sz="4200" spc="-37" baseline="33730" dirty="0">
                <a:latin typeface="Lucida Sans Unicode"/>
                <a:cs typeface="Lucida Sans Unicode"/>
              </a:rPr>
              <a:t>σ</a:t>
            </a:r>
            <a:r>
              <a:rPr sz="2775" spc="-37" baseline="30030" dirty="0">
                <a:solidFill>
                  <a:srgbClr val="0000FF"/>
                </a:solidFill>
                <a:latin typeface="Arial MT"/>
                <a:cs typeface="Arial MT"/>
              </a:rPr>
              <a:t>B</a:t>
            </a:r>
            <a:endParaRPr sz="2775" baseline="30030">
              <a:latin typeface="Arial MT"/>
              <a:cs typeface="Arial MT"/>
            </a:endParaRPr>
          </a:p>
          <a:p>
            <a:pPr marR="132715" algn="r">
              <a:lnSpc>
                <a:spcPts val="1050"/>
              </a:lnSpc>
            </a:pPr>
            <a:r>
              <a:rPr sz="1850" spc="-50" dirty="0">
                <a:latin typeface="Lucida Sans Unicode"/>
                <a:cs typeface="Lucida Sans Unicode"/>
              </a:rPr>
              <a:t>2</a:t>
            </a:r>
            <a:endParaRPr sz="1850">
              <a:latin typeface="Lucida Sans Unicode"/>
              <a:cs typeface="Lucida Sans Unicode"/>
            </a:endParaRPr>
          </a:p>
          <a:p>
            <a:pPr marL="913765">
              <a:lnSpc>
                <a:spcPct val="100000"/>
              </a:lnSpc>
              <a:spcBef>
                <a:spcPts val="2365"/>
              </a:spcBef>
            </a:pPr>
            <a:r>
              <a:rPr sz="4200" spc="-30" baseline="13888" dirty="0">
                <a:latin typeface="Lucida Sans Unicode"/>
                <a:cs typeface="Lucida Sans Unicode"/>
              </a:rPr>
              <a:t>σ</a:t>
            </a:r>
            <a:r>
              <a:rPr sz="1850" spc="-20" dirty="0">
                <a:solidFill>
                  <a:srgbClr val="008000"/>
                </a:solidFill>
                <a:latin typeface="Arial MT"/>
                <a:cs typeface="Arial MT"/>
              </a:rPr>
              <a:t>G</a:t>
            </a:r>
            <a:r>
              <a:rPr sz="1850" spc="-20" dirty="0">
                <a:latin typeface="Arial MT"/>
                <a:cs typeface="Arial MT"/>
              </a:rPr>
              <a:t>,</a:t>
            </a:r>
            <a:r>
              <a:rPr sz="1850" spc="-20" dirty="0">
                <a:solidFill>
                  <a:srgbClr val="0000FF"/>
                </a:solidFill>
                <a:latin typeface="Arial MT"/>
                <a:cs typeface="Arial MT"/>
              </a:rPr>
              <a:t>B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FB21D86-D073-F62E-F2F4-189E080889E9}"/>
              </a:ext>
            </a:extLst>
          </p:cNvPr>
          <p:cNvSpPr txBox="1"/>
          <p:nvPr/>
        </p:nvSpPr>
        <p:spPr>
          <a:xfrm>
            <a:off x="8129383" y="1874698"/>
            <a:ext cx="749300" cy="763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2910"/>
              </a:lnSpc>
              <a:spcBef>
                <a:spcPts val="95"/>
              </a:spcBef>
            </a:pPr>
            <a:r>
              <a:rPr sz="4200" spc="-30" baseline="13888" dirty="0">
                <a:latin typeface="Lucida Sans Unicode"/>
                <a:cs typeface="Lucida Sans Unicode"/>
              </a:rPr>
              <a:t>σ</a:t>
            </a:r>
            <a:r>
              <a:rPr sz="1850" spc="-20" dirty="0">
                <a:solidFill>
                  <a:srgbClr val="0000FF"/>
                </a:solidFill>
                <a:latin typeface="Arial MT"/>
                <a:cs typeface="Arial MT"/>
              </a:rPr>
              <a:t>B</a:t>
            </a:r>
            <a:r>
              <a:rPr sz="1850" spc="-20" dirty="0">
                <a:latin typeface="Arial MT"/>
                <a:cs typeface="Arial MT"/>
              </a:rPr>
              <a:t>,</a:t>
            </a:r>
            <a:r>
              <a:rPr sz="1850" spc="-20" dirty="0">
                <a:solidFill>
                  <a:srgbClr val="008000"/>
                </a:solidFill>
                <a:latin typeface="Arial MT"/>
                <a:cs typeface="Arial MT"/>
              </a:rPr>
              <a:t>G</a:t>
            </a:r>
            <a:endParaRPr sz="1850">
              <a:latin typeface="Arial MT"/>
              <a:cs typeface="Arial MT"/>
            </a:endParaRPr>
          </a:p>
          <a:p>
            <a:pPr marL="140335">
              <a:lnSpc>
                <a:spcPts val="2910"/>
              </a:lnSpc>
            </a:pPr>
            <a:r>
              <a:rPr sz="4200" spc="-37" baseline="-16865" dirty="0">
                <a:latin typeface="Lucida Sans Unicode"/>
                <a:cs typeface="Lucida Sans Unicode"/>
              </a:rPr>
              <a:t>σ</a:t>
            </a:r>
            <a:r>
              <a:rPr sz="2775" spc="-37" baseline="-46546" dirty="0">
                <a:solidFill>
                  <a:srgbClr val="008000"/>
                </a:solidFill>
                <a:latin typeface="Arial MT"/>
                <a:cs typeface="Arial MT"/>
              </a:rPr>
              <a:t>G</a:t>
            </a:r>
            <a:r>
              <a:rPr sz="1850" spc="-25" dirty="0">
                <a:latin typeface="Lucida Sans Unicode"/>
                <a:cs typeface="Lucida Sans Unicode"/>
              </a:rPr>
              <a:t>2</a:t>
            </a:r>
            <a:endParaRPr sz="1850">
              <a:latin typeface="Lucida Sans Unicode"/>
              <a:cs typeface="Lucida Sans Unicode"/>
            </a:endParaRPr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DF962713-9CB9-BC54-AF6E-DA6EF94178E6}"/>
              </a:ext>
            </a:extLst>
          </p:cNvPr>
          <p:cNvGrpSpPr/>
          <p:nvPr/>
        </p:nvGrpSpPr>
        <p:grpSpPr>
          <a:xfrm>
            <a:off x="7196803" y="1634138"/>
            <a:ext cx="1795780" cy="1363345"/>
            <a:chOff x="6662648" y="1371587"/>
            <a:chExt cx="1795780" cy="1363345"/>
          </a:xfrm>
        </p:grpSpPr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8CFCA387-7C87-EA12-983C-3C57FC9DC35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2648" y="1371587"/>
              <a:ext cx="1795551" cy="1363294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04A0C11-677C-36FD-7862-D1D57609B2D4}"/>
                </a:ext>
              </a:extLst>
            </p:cNvPr>
            <p:cNvSpPr/>
            <p:nvPr/>
          </p:nvSpPr>
          <p:spPr>
            <a:xfrm>
              <a:off x="6724116" y="1412151"/>
              <a:ext cx="1675130" cy="1243330"/>
            </a:xfrm>
            <a:custGeom>
              <a:avLst/>
              <a:gdLst/>
              <a:ahLst/>
              <a:cxnLst/>
              <a:rect l="l" t="t" r="r" b="b"/>
              <a:pathLst>
                <a:path w="1675129" h="1243330">
                  <a:moveTo>
                    <a:pt x="207224" y="1243090"/>
                  </a:moveTo>
                  <a:lnTo>
                    <a:pt x="159710" y="1237619"/>
                  </a:lnTo>
                  <a:lnTo>
                    <a:pt x="116092" y="1222032"/>
                  </a:lnTo>
                  <a:lnTo>
                    <a:pt x="77616" y="1197575"/>
                  </a:lnTo>
                  <a:lnTo>
                    <a:pt x="45525" y="1165490"/>
                  </a:lnTo>
                  <a:lnTo>
                    <a:pt x="21062" y="1127020"/>
                  </a:lnTo>
                  <a:lnTo>
                    <a:pt x="5472" y="1083410"/>
                  </a:lnTo>
                  <a:lnTo>
                    <a:pt x="0" y="1035902"/>
                  </a:lnTo>
                  <a:lnTo>
                    <a:pt x="0" y="207185"/>
                  </a:lnTo>
                  <a:lnTo>
                    <a:pt x="5472" y="159679"/>
                  </a:lnTo>
                  <a:lnTo>
                    <a:pt x="21062" y="116070"/>
                  </a:lnTo>
                  <a:lnTo>
                    <a:pt x="45525" y="77601"/>
                  </a:lnTo>
                  <a:lnTo>
                    <a:pt x="77616" y="45516"/>
                  </a:lnTo>
                  <a:lnTo>
                    <a:pt x="116092" y="21058"/>
                  </a:lnTo>
                  <a:lnTo>
                    <a:pt x="159710" y="5471"/>
                  </a:lnTo>
                  <a:lnTo>
                    <a:pt x="207224" y="0"/>
                  </a:lnTo>
                </a:path>
                <a:path w="1675129" h="1243330">
                  <a:moveTo>
                    <a:pt x="1467457" y="0"/>
                  </a:moveTo>
                  <a:lnTo>
                    <a:pt x="1514973" y="5471"/>
                  </a:lnTo>
                  <a:lnTo>
                    <a:pt x="1558592" y="21058"/>
                  </a:lnTo>
                  <a:lnTo>
                    <a:pt x="1597069" y="45516"/>
                  </a:lnTo>
                  <a:lnTo>
                    <a:pt x="1629160" y="77601"/>
                  </a:lnTo>
                  <a:lnTo>
                    <a:pt x="1653622" y="116070"/>
                  </a:lnTo>
                  <a:lnTo>
                    <a:pt x="1669212" y="159679"/>
                  </a:lnTo>
                  <a:lnTo>
                    <a:pt x="1674684" y="207185"/>
                  </a:lnTo>
                  <a:lnTo>
                    <a:pt x="1674684" y="1035902"/>
                  </a:lnTo>
                  <a:lnTo>
                    <a:pt x="1669212" y="1083410"/>
                  </a:lnTo>
                  <a:lnTo>
                    <a:pt x="1653622" y="1127020"/>
                  </a:lnTo>
                  <a:lnTo>
                    <a:pt x="1629160" y="1165490"/>
                  </a:lnTo>
                  <a:lnTo>
                    <a:pt x="1597069" y="1197575"/>
                  </a:lnTo>
                  <a:lnTo>
                    <a:pt x="1558592" y="1222032"/>
                  </a:lnTo>
                  <a:lnTo>
                    <a:pt x="1514973" y="1237619"/>
                  </a:lnTo>
                  <a:lnTo>
                    <a:pt x="1467457" y="1243090"/>
                  </a:lnTo>
                </a:path>
              </a:pathLst>
            </a:custGeom>
            <a:ln w="2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A34C94AA-5E10-76C6-2D93-8BA7475A177E}"/>
              </a:ext>
            </a:extLst>
          </p:cNvPr>
          <p:cNvSpPr txBox="1"/>
          <p:nvPr/>
        </p:nvSpPr>
        <p:spPr>
          <a:xfrm>
            <a:off x="3568845" y="1810431"/>
            <a:ext cx="1477010" cy="66357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8100">
              <a:lnSpc>
                <a:spcPts val="50"/>
              </a:lnSpc>
              <a:spcBef>
                <a:spcPts val="1235"/>
              </a:spcBef>
              <a:tabLst>
                <a:tab pos="898525" algn="l"/>
              </a:tabLst>
            </a:pPr>
            <a:r>
              <a:rPr sz="3200" dirty="0">
                <a:solidFill>
                  <a:srgbClr val="2B2728"/>
                </a:solidFill>
                <a:latin typeface="Lucida Sans Unicode"/>
                <a:cs typeface="Lucida Sans Unicode"/>
              </a:rPr>
              <a:t>Σ</a:t>
            </a:r>
            <a:r>
              <a:rPr sz="3200" spc="-175" dirty="0">
                <a:solidFill>
                  <a:srgbClr val="2B2728"/>
                </a:solidFill>
                <a:latin typeface="Lucida Sans Unicode"/>
                <a:cs typeface="Lucida Sans Unicode"/>
              </a:rPr>
              <a:t> </a:t>
            </a:r>
            <a:r>
              <a:rPr sz="3200" spc="250" dirty="0">
                <a:solidFill>
                  <a:srgbClr val="2B2728"/>
                </a:solidFill>
                <a:latin typeface="Arial MT"/>
                <a:cs typeface="Arial MT"/>
              </a:rPr>
              <a:t>=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	</a:t>
            </a:r>
            <a:r>
              <a:rPr sz="4200" spc="-37" baseline="33730" dirty="0">
                <a:latin typeface="Lucida Sans Unicode"/>
                <a:cs typeface="Lucida Sans Unicode"/>
              </a:rPr>
              <a:t>σ</a:t>
            </a:r>
            <a:r>
              <a:rPr sz="2775" spc="-37" baseline="30030" dirty="0">
                <a:solidFill>
                  <a:srgbClr val="0000FF"/>
                </a:solidFill>
                <a:latin typeface="Arial MT"/>
                <a:cs typeface="Arial MT"/>
              </a:rPr>
              <a:t>B</a:t>
            </a:r>
            <a:endParaRPr sz="2775" baseline="30030">
              <a:latin typeface="Arial MT"/>
              <a:cs typeface="Arial MT"/>
            </a:endParaRPr>
          </a:p>
          <a:p>
            <a:pPr marR="30480" algn="r">
              <a:lnSpc>
                <a:spcPts val="1050"/>
              </a:lnSpc>
            </a:pPr>
            <a:r>
              <a:rPr sz="1850" spc="-50" dirty="0">
                <a:latin typeface="Lucida Sans Unicode"/>
                <a:cs typeface="Lucida Sans Unicode"/>
              </a:rPr>
              <a:t>2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6BB9CC3-D1C9-532B-A204-7C793966D231}"/>
              </a:ext>
            </a:extLst>
          </p:cNvPr>
          <p:cNvSpPr txBox="1"/>
          <p:nvPr/>
        </p:nvSpPr>
        <p:spPr>
          <a:xfrm>
            <a:off x="4533900" y="2305983"/>
            <a:ext cx="2501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Lucida Sans Unicode"/>
                <a:cs typeface="Lucida Sans Unicode"/>
              </a:rPr>
              <a:t>0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778FFF2-F541-CC89-F384-9ED27FA27272}"/>
              </a:ext>
            </a:extLst>
          </p:cNvPr>
          <p:cNvSpPr txBox="1"/>
          <p:nvPr/>
        </p:nvSpPr>
        <p:spPr>
          <a:xfrm>
            <a:off x="5230847" y="1798593"/>
            <a:ext cx="647065" cy="852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4615">
              <a:lnSpc>
                <a:spcPts val="3260"/>
              </a:lnSpc>
              <a:spcBef>
                <a:spcPts val="95"/>
              </a:spcBef>
            </a:pPr>
            <a:r>
              <a:rPr sz="2800" spc="-50" dirty="0">
                <a:latin typeface="Lucida Sans Unicode"/>
                <a:cs typeface="Lucida Sans Unicode"/>
              </a:rPr>
              <a:t>0</a:t>
            </a:r>
            <a:endParaRPr sz="2800">
              <a:latin typeface="Lucida Sans Unicode"/>
              <a:cs typeface="Lucida Sans Unicode"/>
            </a:endParaRPr>
          </a:p>
          <a:p>
            <a:pPr marL="38100">
              <a:lnSpc>
                <a:spcPts val="3260"/>
              </a:lnSpc>
            </a:pPr>
            <a:r>
              <a:rPr sz="4200" spc="-37" baseline="-16865" dirty="0">
                <a:latin typeface="Lucida Sans Unicode"/>
                <a:cs typeface="Lucida Sans Unicode"/>
              </a:rPr>
              <a:t>σ</a:t>
            </a:r>
            <a:r>
              <a:rPr sz="2775" spc="-37" baseline="-46546" dirty="0">
                <a:solidFill>
                  <a:srgbClr val="008000"/>
                </a:solidFill>
                <a:latin typeface="Arial MT"/>
                <a:cs typeface="Arial MT"/>
              </a:rPr>
              <a:t>G</a:t>
            </a:r>
            <a:r>
              <a:rPr sz="1850" spc="-25" dirty="0">
                <a:latin typeface="Lucida Sans Unicode"/>
                <a:cs typeface="Lucida Sans Unicode"/>
              </a:rPr>
              <a:t>2</a:t>
            </a:r>
            <a:endParaRPr sz="1850">
              <a:latin typeface="Lucida Sans Unicode"/>
              <a:cs typeface="Lucida Sans Unicode"/>
            </a:endParaRPr>
          </a:p>
        </p:txBody>
      </p:sp>
      <p:grpSp>
        <p:nvGrpSpPr>
          <p:cNvPr id="14" name="object 14">
            <a:extLst>
              <a:ext uri="{FF2B5EF4-FFF2-40B4-BE49-F238E27FC236}">
                <a16:creationId xmlns:a16="http://schemas.microsoft.com/office/drawing/2014/main" id="{F70B25B7-E2DE-424A-0177-4D7CC8E4F09C}"/>
              </a:ext>
            </a:extLst>
          </p:cNvPr>
          <p:cNvGrpSpPr/>
          <p:nvPr/>
        </p:nvGrpSpPr>
        <p:grpSpPr>
          <a:xfrm>
            <a:off x="4291513" y="1646609"/>
            <a:ext cx="1696085" cy="1363345"/>
            <a:chOff x="3757358" y="1384058"/>
            <a:chExt cx="1696085" cy="1363345"/>
          </a:xfrm>
        </p:grpSpPr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009EB5C5-4CF5-D3D8-1AEE-A08CB20A8A4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7358" y="1384058"/>
              <a:ext cx="1695792" cy="1363294"/>
            </a:xfrm>
            <a:prstGeom prst="rect">
              <a:avLst/>
            </a:prstGeom>
          </p:spPr>
        </p:pic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0556F442-381B-8692-D727-980693FA6FD1}"/>
                </a:ext>
              </a:extLst>
            </p:cNvPr>
            <p:cNvSpPr/>
            <p:nvPr/>
          </p:nvSpPr>
          <p:spPr>
            <a:xfrm>
              <a:off x="3818788" y="1424838"/>
              <a:ext cx="1573530" cy="1243330"/>
            </a:xfrm>
            <a:custGeom>
              <a:avLst/>
              <a:gdLst/>
              <a:ahLst/>
              <a:cxnLst/>
              <a:rect l="l" t="t" r="r" b="b"/>
              <a:pathLst>
                <a:path w="1573529" h="1243330">
                  <a:moveTo>
                    <a:pt x="207224" y="1243091"/>
                  </a:moveTo>
                  <a:lnTo>
                    <a:pt x="159710" y="1237619"/>
                  </a:lnTo>
                  <a:lnTo>
                    <a:pt x="116092" y="1222032"/>
                  </a:lnTo>
                  <a:lnTo>
                    <a:pt x="77616" y="1197575"/>
                  </a:lnTo>
                  <a:lnTo>
                    <a:pt x="45524" y="1165490"/>
                  </a:lnTo>
                  <a:lnTo>
                    <a:pt x="21062" y="1127020"/>
                  </a:lnTo>
                  <a:lnTo>
                    <a:pt x="5472" y="1083410"/>
                  </a:lnTo>
                  <a:lnTo>
                    <a:pt x="0" y="1035902"/>
                  </a:lnTo>
                  <a:lnTo>
                    <a:pt x="0" y="207185"/>
                  </a:lnTo>
                  <a:lnTo>
                    <a:pt x="5472" y="159679"/>
                  </a:lnTo>
                  <a:lnTo>
                    <a:pt x="21062" y="116070"/>
                  </a:lnTo>
                  <a:lnTo>
                    <a:pt x="45524" y="77601"/>
                  </a:lnTo>
                  <a:lnTo>
                    <a:pt x="77616" y="45516"/>
                  </a:lnTo>
                  <a:lnTo>
                    <a:pt x="116092" y="21058"/>
                  </a:lnTo>
                  <a:lnTo>
                    <a:pt x="159710" y="5471"/>
                  </a:lnTo>
                  <a:lnTo>
                    <a:pt x="207224" y="0"/>
                  </a:lnTo>
                </a:path>
                <a:path w="1573529" h="1243330">
                  <a:moveTo>
                    <a:pt x="1365961" y="0"/>
                  </a:moveTo>
                  <a:lnTo>
                    <a:pt x="1413477" y="5471"/>
                  </a:lnTo>
                  <a:lnTo>
                    <a:pt x="1457096" y="21058"/>
                  </a:lnTo>
                  <a:lnTo>
                    <a:pt x="1495573" y="45516"/>
                  </a:lnTo>
                  <a:lnTo>
                    <a:pt x="1527664" y="77601"/>
                  </a:lnTo>
                  <a:lnTo>
                    <a:pt x="1552126" y="116070"/>
                  </a:lnTo>
                  <a:lnTo>
                    <a:pt x="1567716" y="159679"/>
                  </a:lnTo>
                  <a:lnTo>
                    <a:pt x="1573188" y="207185"/>
                  </a:lnTo>
                  <a:lnTo>
                    <a:pt x="1573188" y="1035902"/>
                  </a:lnTo>
                  <a:lnTo>
                    <a:pt x="1567716" y="1083410"/>
                  </a:lnTo>
                  <a:lnTo>
                    <a:pt x="1552126" y="1127020"/>
                  </a:lnTo>
                  <a:lnTo>
                    <a:pt x="1527664" y="1165490"/>
                  </a:lnTo>
                  <a:lnTo>
                    <a:pt x="1495573" y="1197575"/>
                  </a:lnTo>
                  <a:lnTo>
                    <a:pt x="1457096" y="1222032"/>
                  </a:lnTo>
                  <a:lnTo>
                    <a:pt x="1413477" y="1237619"/>
                  </a:lnTo>
                  <a:lnTo>
                    <a:pt x="1365961" y="1243091"/>
                  </a:lnTo>
                </a:path>
              </a:pathLst>
            </a:custGeom>
            <a:ln w="2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55FB12A6-3199-8AE1-7616-F5498A975ACF}"/>
              </a:ext>
            </a:extLst>
          </p:cNvPr>
          <p:cNvSpPr txBox="1"/>
          <p:nvPr/>
        </p:nvSpPr>
        <p:spPr>
          <a:xfrm>
            <a:off x="917263" y="1897929"/>
            <a:ext cx="13284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98525" algn="l"/>
              </a:tabLst>
            </a:pPr>
            <a:r>
              <a:rPr sz="3200" dirty="0">
                <a:solidFill>
                  <a:srgbClr val="2B2728"/>
                </a:solidFill>
                <a:latin typeface="Lucida Sans Unicode"/>
                <a:cs typeface="Lucida Sans Unicode"/>
              </a:rPr>
              <a:t>Σ</a:t>
            </a:r>
            <a:r>
              <a:rPr sz="3200" spc="-175" dirty="0">
                <a:solidFill>
                  <a:srgbClr val="2B2728"/>
                </a:solidFill>
                <a:latin typeface="Lucida Sans Unicode"/>
                <a:cs typeface="Lucida Sans Unicode"/>
              </a:rPr>
              <a:t> </a:t>
            </a:r>
            <a:r>
              <a:rPr sz="3200" spc="250" dirty="0">
                <a:solidFill>
                  <a:srgbClr val="2B2728"/>
                </a:solidFill>
                <a:latin typeface="Arial MT"/>
                <a:cs typeface="Arial MT"/>
              </a:rPr>
              <a:t>=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	</a:t>
            </a:r>
            <a:r>
              <a:rPr sz="4200" spc="-37" baseline="33730" dirty="0">
                <a:latin typeface="Lucida Sans Unicode"/>
                <a:cs typeface="Lucida Sans Unicode"/>
              </a:rPr>
              <a:t>σ</a:t>
            </a:r>
            <a:r>
              <a:rPr sz="2775" spc="-37" baseline="75075" dirty="0">
                <a:latin typeface="Lucida Sans Unicode"/>
                <a:cs typeface="Lucida Sans Unicode"/>
              </a:rPr>
              <a:t>2</a:t>
            </a:r>
            <a:endParaRPr sz="2775" baseline="75075">
              <a:latin typeface="Lucida Sans Unicode"/>
              <a:cs typeface="Lucida Sans Unicode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439FFA1B-654A-699D-8BFF-A0ABA6FD2BFF}"/>
              </a:ext>
            </a:extLst>
          </p:cNvPr>
          <p:cNvSpPr txBox="1"/>
          <p:nvPr/>
        </p:nvSpPr>
        <p:spPr>
          <a:xfrm>
            <a:off x="1818607" y="2242559"/>
            <a:ext cx="2501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Lucida Sans Unicode"/>
                <a:cs typeface="Lucida Sans Unicode"/>
              </a:rPr>
              <a:t>0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5B5D4AD8-108E-C9C5-BBAE-A84969099644}"/>
              </a:ext>
            </a:extLst>
          </p:cNvPr>
          <p:cNvSpPr txBox="1"/>
          <p:nvPr/>
        </p:nvSpPr>
        <p:spPr>
          <a:xfrm>
            <a:off x="2487923" y="1735169"/>
            <a:ext cx="475615" cy="852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3260"/>
              </a:lnSpc>
              <a:spcBef>
                <a:spcPts val="95"/>
              </a:spcBef>
            </a:pPr>
            <a:r>
              <a:rPr sz="2800" spc="-50" dirty="0">
                <a:latin typeface="Lucida Sans Unicode"/>
                <a:cs typeface="Lucida Sans Unicode"/>
              </a:rPr>
              <a:t>0</a:t>
            </a:r>
            <a:endParaRPr sz="2800">
              <a:latin typeface="Lucida Sans Unicode"/>
              <a:cs typeface="Lucida Sans Unicode"/>
            </a:endParaRPr>
          </a:p>
          <a:p>
            <a:pPr marL="45720">
              <a:lnSpc>
                <a:spcPts val="3260"/>
              </a:lnSpc>
            </a:pPr>
            <a:r>
              <a:rPr sz="4200" spc="-37" baseline="-16865" dirty="0">
                <a:latin typeface="Lucida Sans Unicode"/>
                <a:cs typeface="Lucida Sans Unicode"/>
              </a:rPr>
              <a:t>σ</a:t>
            </a:r>
            <a:r>
              <a:rPr sz="1850" spc="-25" dirty="0">
                <a:latin typeface="Lucida Sans Unicode"/>
                <a:cs typeface="Lucida Sans Unicode"/>
              </a:rPr>
              <a:t>2</a:t>
            </a:r>
            <a:endParaRPr sz="1850">
              <a:latin typeface="Lucida Sans Unicode"/>
              <a:cs typeface="Lucida Sans Unicode"/>
            </a:endParaRPr>
          </a:p>
        </p:txBody>
      </p:sp>
      <p:grpSp>
        <p:nvGrpSpPr>
          <p:cNvPr id="20" name="object 20">
            <a:extLst>
              <a:ext uri="{FF2B5EF4-FFF2-40B4-BE49-F238E27FC236}">
                <a16:creationId xmlns:a16="http://schemas.microsoft.com/office/drawing/2014/main" id="{7BF8FB10-1360-E33D-F451-5CC6FFDDF5E6}"/>
              </a:ext>
            </a:extLst>
          </p:cNvPr>
          <p:cNvGrpSpPr/>
          <p:nvPr/>
        </p:nvGrpSpPr>
        <p:grpSpPr>
          <a:xfrm>
            <a:off x="1639747" y="1584265"/>
            <a:ext cx="1430020" cy="1363345"/>
            <a:chOff x="1105592" y="1321714"/>
            <a:chExt cx="1430020" cy="1363345"/>
          </a:xfrm>
        </p:grpSpPr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47CB77B4-6EB6-FBC9-60ED-E10D7DDDA37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5592" y="1321714"/>
              <a:ext cx="1429791" cy="1363294"/>
            </a:xfrm>
            <a:prstGeom prst="rect">
              <a:avLst/>
            </a:prstGeom>
          </p:spPr>
        </p:pic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2B189D6C-0D89-0E86-A8DA-D6E0D9479C42}"/>
                </a:ext>
              </a:extLst>
            </p:cNvPr>
            <p:cNvSpPr/>
            <p:nvPr/>
          </p:nvSpPr>
          <p:spPr>
            <a:xfrm>
              <a:off x="1167204" y="1361414"/>
              <a:ext cx="1306830" cy="1243330"/>
            </a:xfrm>
            <a:custGeom>
              <a:avLst/>
              <a:gdLst/>
              <a:ahLst/>
              <a:cxnLst/>
              <a:rect l="l" t="t" r="r" b="b"/>
              <a:pathLst>
                <a:path w="1306830" h="1243330">
                  <a:moveTo>
                    <a:pt x="207224" y="1243090"/>
                  </a:moveTo>
                  <a:lnTo>
                    <a:pt x="159710" y="1237619"/>
                  </a:lnTo>
                  <a:lnTo>
                    <a:pt x="116092" y="1222032"/>
                  </a:lnTo>
                  <a:lnTo>
                    <a:pt x="77616" y="1197575"/>
                  </a:lnTo>
                  <a:lnTo>
                    <a:pt x="45524" y="1165489"/>
                  </a:lnTo>
                  <a:lnTo>
                    <a:pt x="21062" y="1127020"/>
                  </a:lnTo>
                  <a:lnTo>
                    <a:pt x="5472" y="1083410"/>
                  </a:lnTo>
                  <a:lnTo>
                    <a:pt x="0" y="1035902"/>
                  </a:lnTo>
                  <a:lnTo>
                    <a:pt x="0" y="207185"/>
                  </a:lnTo>
                  <a:lnTo>
                    <a:pt x="5472" y="159679"/>
                  </a:lnTo>
                  <a:lnTo>
                    <a:pt x="21062" y="116070"/>
                  </a:lnTo>
                  <a:lnTo>
                    <a:pt x="45524" y="77601"/>
                  </a:lnTo>
                  <a:lnTo>
                    <a:pt x="77616" y="45516"/>
                  </a:lnTo>
                  <a:lnTo>
                    <a:pt x="116092" y="21058"/>
                  </a:lnTo>
                  <a:lnTo>
                    <a:pt x="159710" y="5471"/>
                  </a:lnTo>
                  <a:lnTo>
                    <a:pt x="207224" y="0"/>
                  </a:lnTo>
                </a:path>
                <a:path w="1306830" h="1243330">
                  <a:moveTo>
                    <a:pt x="1099533" y="0"/>
                  </a:moveTo>
                  <a:lnTo>
                    <a:pt x="1147050" y="5471"/>
                  </a:lnTo>
                  <a:lnTo>
                    <a:pt x="1190669" y="21058"/>
                  </a:lnTo>
                  <a:lnTo>
                    <a:pt x="1229146" y="45516"/>
                  </a:lnTo>
                  <a:lnTo>
                    <a:pt x="1261237" y="77601"/>
                  </a:lnTo>
                  <a:lnTo>
                    <a:pt x="1285699" y="116070"/>
                  </a:lnTo>
                  <a:lnTo>
                    <a:pt x="1301288" y="159679"/>
                  </a:lnTo>
                  <a:lnTo>
                    <a:pt x="1306761" y="207185"/>
                  </a:lnTo>
                  <a:lnTo>
                    <a:pt x="1306761" y="1035902"/>
                  </a:lnTo>
                  <a:lnTo>
                    <a:pt x="1301288" y="1083410"/>
                  </a:lnTo>
                  <a:lnTo>
                    <a:pt x="1285699" y="1127020"/>
                  </a:lnTo>
                  <a:lnTo>
                    <a:pt x="1261237" y="1165489"/>
                  </a:lnTo>
                  <a:lnTo>
                    <a:pt x="1229146" y="1197575"/>
                  </a:lnTo>
                  <a:lnTo>
                    <a:pt x="1190669" y="1222032"/>
                  </a:lnTo>
                  <a:lnTo>
                    <a:pt x="1147050" y="1237619"/>
                  </a:lnTo>
                  <a:lnTo>
                    <a:pt x="1099533" y="1243090"/>
                  </a:lnTo>
                </a:path>
              </a:pathLst>
            </a:custGeom>
            <a:ln w="2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" name="object 29">
            <a:extLst>
              <a:ext uri="{FF2B5EF4-FFF2-40B4-BE49-F238E27FC236}">
                <a16:creationId xmlns:a16="http://schemas.microsoft.com/office/drawing/2014/main" id="{343DE0FC-6DCE-410C-CF53-8116F0DC3C2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47215" y="3082687"/>
            <a:ext cx="1875955" cy="1928063"/>
          </a:xfrm>
          <a:prstGeom prst="rect">
            <a:avLst/>
          </a:prstGeom>
        </p:spPr>
      </p:pic>
      <p:pic>
        <p:nvPicPr>
          <p:cNvPr id="30" name="object 30">
            <a:extLst>
              <a:ext uri="{FF2B5EF4-FFF2-40B4-BE49-F238E27FC236}">
                <a16:creationId xmlns:a16="http://schemas.microsoft.com/office/drawing/2014/main" id="{FA37A481-055C-1A9C-D40C-3E05075A7C6C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73689" y="3082687"/>
            <a:ext cx="1886127" cy="1928063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EED9F271-E19C-0E4A-006C-59394F9DBC97}"/>
              </a:ext>
            </a:extLst>
          </p:cNvPr>
          <p:cNvSpPr/>
          <p:nvPr/>
        </p:nvSpPr>
        <p:spPr>
          <a:xfrm>
            <a:off x="0" y="5993394"/>
            <a:ext cx="12192000" cy="1321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object 31">
            <a:extLst>
              <a:ext uri="{FF2B5EF4-FFF2-40B4-BE49-F238E27FC236}">
                <a16:creationId xmlns:a16="http://schemas.microsoft.com/office/drawing/2014/main" id="{7B9B6733-C9F2-9C06-EF7F-751C16D1F83F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13786" y="3082687"/>
            <a:ext cx="1880179" cy="1928063"/>
          </a:xfrm>
          <a:prstGeom prst="rect">
            <a:avLst/>
          </a:prstGeom>
        </p:spPr>
      </p:pic>
      <p:grpSp>
        <p:nvGrpSpPr>
          <p:cNvPr id="3" name="object 2">
            <a:extLst>
              <a:ext uri="{FF2B5EF4-FFF2-40B4-BE49-F238E27FC236}">
                <a16:creationId xmlns:a16="http://schemas.microsoft.com/office/drawing/2014/main" id="{B1753688-A577-58BE-A834-A82D2A7608FE}"/>
              </a:ext>
            </a:extLst>
          </p:cNvPr>
          <p:cNvGrpSpPr/>
          <p:nvPr/>
        </p:nvGrpSpPr>
        <p:grpSpPr>
          <a:xfrm>
            <a:off x="1094077" y="5175647"/>
            <a:ext cx="2354580" cy="1941195"/>
            <a:chOff x="559922" y="4913096"/>
            <a:chExt cx="2354580" cy="1941195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B7186C8A-60F6-EB59-B822-C9EFE6C2A37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5846" y="4913096"/>
              <a:ext cx="2144106" cy="1915377"/>
            </a:xfrm>
            <a:prstGeom prst="rect">
              <a:avLst/>
            </a:prstGeom>
          </p:spPr>
        </p:pic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52509217-5B95-1D47-3A22-394AD0BE1733}"/>
                </a:ext>
              </a:extLst>
            </p:cNvPr>
            <p:cNvSpPr/>
            <p:nvPr/>
          </p:nvSpPr>
          <p:spPr>
            <a:xfrm>
              <a:off x="559917" y="6252540"/>
              <a:ext cx="2354580" cy="601345"/>
            </a:xfrm>
            <a:custGeom>
              <a:avLst/>
              <a:gdLst/>
              <a:ahLst/>
              <a:cxnLst/>
              <a:rect l="l" t="t" r="r" b="b"/>
              <a:pathLst>
                <a:path w="2354580" h="601345">
                  <a:moveTo>
                    <a:pt x="2354224" y="445808"/>
                  </a:moveTo>
                  <a:lnTo>
                    <a:pt x="2280069" y="105587"/>
                  </a:lnTo>
                  <a:lnTo>
                    <a:pt x="957643" y="393750"/>
                  </a:lnTo>
                  <a:lnTo>
                    <a:pt x="153123" y="0"/>
                  </a:lnTo>
                  <a:lnTo>
                    <a:pt x="0" y="312750"/>
                  </a:lnTo>
                  <a:lnTo>
                    <a:pt x="589597" y="601306"/>
                  </a:lnTo>
                  <a:lnTo>
                    <a:pt x="928687" y="601306"/>
                  </a:lnTo>
                  <a:lnTo>
                    <a:pt x="996353" y="601306"/>
                  </a:lnTo>
                  <a:lnTo>
                    <a:pt x="1640598" y="601306"/>
                  </a:lnTo>
                  <a:lnTo>
                    <a:pt x="2354224" y="445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7AC56581-291D-C683-2591-FCECC42CEDD5}"/>
              </a:ext>
            </a:extLst>
          </p:cNvPr>
          <p:cNvGrpSpPr/>
          <p:nvPr/>
        </p:nvGrpSpPr>
        <p:grpSpPr>
          <a:xfrm>
            <a:off x="4045920" y="5175647"/>
            <a:ext cx="2329180" cy="1941195"/>
            <a:chOff x="3511765" y="4913096"/>
            <a:chExt cx="2329180" cy="1941195"/>
          </a:xfrm>
        </p:grpSpPr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0F0A9327-B6E2-E11C-820A-31FAC6D46B4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62921" y="4913096"/>
              <a:ext cx="1957425" cy="1940746"/>
            </a:xfrm>
            <a:prstGeom prst="rect">
              <a:avLst/>
            </a:prstGeom>
          </p:spPr>
        </p:pic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AB9AAFAC-2264-0678-7FF3-3DB344861952}"/>
                </a:ext>
              </a:extLst>
            </p:cNvPr>
            <p:cNvSpPr/>
            <p:nvPr/>
          </p:nvSpPr>
          <p:spPr>
            <a:xfrm>
              <a:off x="3511766" y="6277914"/>
              <a:ext cx="2329180" cy="575945"/>
            </a:xfrm>
            <a:custGeom>
              <a:avLst/>
              <a:gdLst/>
              <a:ahLst/>
              <a:cxnLst/>
              <a:rect l="l" t="t" r="r" b="b"/>
              <a:pathLst>
                <a:path w="2329179" h="575945">
                  <a:moveTo>
                    <a:pt x="2328849" y="428891"/>
                  </a:moveTo>
                  <a:lnTo>
                    <a:pt x="2254694" y="88671"/>
                  </a:lnTo>
                  <a:lnTo>
                    <a:pt x="925880" y="378218"/>
                  </a:lnTo>
                  <a:lnTo>
                    <a:pt x="153123" y="0"/>
                  </a:lnTo>
                  <a:lnTo>
                    <a:pt x="0" y="312737"/>
                  </a:lnTo>
                  <a:lnTo>
                    <a:pt x="537756" y="575932"/>
                  </a:lnTo>
                  <a:lnTo>
                    <a:pt x="901458" y="575932"/>
                  </a:lnTo>
                  <a:lnTo>
                    <a:pt x="946124" y="575932"/>
                  </a:lnTo>
                  <a:lnTo>
                    <a:pt x="1654022" y="575932"/>
                  </a:lnTo>
                  <a:lnTo>
                    <a:pt x="2328849" y="4288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>
            <a:extLst>
              <a:ext uri="{FF2B5EF4-FFF2-40B4-BE49-F238E27FC236}">
                <a16:creationId xmlns:a16="http://schemas.microsoft.com/office/drawing/2014/main" id="{658711AF-E3F6-A26F-65BC-CD977E5CEB63}"/>
              </a:ext>
            </a:extLst>
          </p:cNvPr>
          <p:cNvGrpSpPr/>
          <p:nvPr/>
        </p:nvGrpSpPr>
        <p:grpSpPr>
          <a:xfrm>
            <a:off x="7011751" y="5175643"/>
            <a:ext cx="2298065" cy="1941195"/>
            <a:chOff x="6477596" y="4913092"/>
            <a:chExt cx="2298065" cy="1941195"/>
          </a:xfrm>
        </p:grpSpPr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A8A8B33A-78A6-EA03-B7BA-AF6654E8E167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98741" y="4913092"/>
              <a:ext cx="1776183" cy="1934104"/>
            </a:xfrm>
            <a:prstGeom prst="rect">
              <a:avLst/>
            </a:prstGeom>
          </p:spPr>
        </p:pic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281FD1FF-CA83-B576-809C-17B0B21BB3B9}"/>
                </a:ext>
              </a:extLst>
            </p:cNvPr>
            <p:cNvSpPr/>
            <p:nvPr/>
          </p:nvSpPr>
          <p:spPr>
            <a:xfrm>
              <a:off x="6477597" y="6369761"/>
              <a:ext cx="2298065" cy="484505"/>
            </a:xfrm>
            <a:custGeom>
              <a:avLst/>
              <a:gdLst/>
              <a:ahLst/>
              <a:cxnLst/>
              <a:rect l="l" t="t" r="r" b="b"/>
              <a:pathLst>
                <a:path w="2298065" h="484504">
                  <a:moveTo>
                    <a:pt x="2297950" y="396240"/>
                  </a:moveTo>
                  <a:lnTo>
                    <a:pt x="2223782" y="56019"/>
                  </a:lnTo>
                  <a:lnTo>
                    <a:pt x="976528" y="327799"/>
                  </a:lnTo>
                  <a:lnTo>
                    <a:pt x="125158" y="0"/>
                  </a:lnTo>
                  <a:lnTo>
                    <a:pt x="0" y="324942"/>
                  </a:lnTo>
                  <a:lnTo>
                    <a:pt x="413321" y="484085"/>
                  </a:lnTo>
                  <a:lnTo>
                    <a:pt x="857656" y="484085"/>
                  </a:lnTo>
                  <a:lnTo>
                    <a:pt x="973340" y="484085"/>
                  </a:lnTo>
                  <a:lnTo>
                    <a:pt x="1894776" y="484085"/>
                  </a:lnTo>
                  <a:lnTo>
                    <a:pt x="2297950" y="3962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20955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3ED87-D893-68BD-DCAB-966BE2D45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AC117A-1691-579B-35A1-63CA15FAC34D}"/>
              </a:ext>
            </a:extLst>
          </p:cNvPr>
          <p:cNvSpPr txBox="1">
            <a:spLocks/>
          </p:cNvSpPr>
          <p:nvPr/>
        </p:nvSpPr>
        <p:spPr>
          <a:xfrm>
            <a:off x="0" y="296725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2125" algn="l">
              <a:spcBef>
                <a:spcPts val="95"/>
              </a:spcBef>
            </a:pPr>
            <a:r>
              <a:rPr lang="en-US" spc="180">
                <a:solidFill>
                  <a:schemeClr val="bg1"/>
                </a:solidFill>
              </a:rPr>
              <a:t>Notating</a:t>
            </a:r>
            <a:r>
              <a:rPr lang="en-US" spc="-130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a</a:t>
            </a:r>
            <a:r>
              <a:rPr lang="en-US" spc="-125">
                <a:solidFill>
                  <a:schemeClr val="bg1"/>
                </a:solidFill>
              </a:rPr>
              <a:t> </a:t>
            </a:r>
            <a:r>
              <a:rPr lang="en-US" spc="130">
                <a:solidFill>
                  <a:schemeClr val="bg1"/>
                </a:solidFill>
              </a:rPr>
              <a:t>multivariate</a:t>
            </a:r>
            <a:r>
              <a:rPr lang="en-US" spc="-130">
                <a:solidFill>
                  <a:schemeClr val="bg1"/>
                </a:solidFill>
              </a:rPr>
              <a:t> </a:t>
            </a:r>
            <a:r>
              <a:rPr lang="en-US" spc="-35">
                <a:solidFill>
                  <a:schemeClr val="bg1"/>
                </a:solidFill>
              </a:rPr>
              <a:t>Gaussian</a:t>
            </a:r>
            <a:endParaRPr lang="en-US" spc="-35" dirty="0">
              <a:solidFill>
                <a:schemeClr val="bg1"/>
              </a:solidFill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5A4D8F44-CCDD-F832-9DB0-424BF3693646}"/>
              </a:ext>
            </a:extLst>
          </p:cNvPr>
          <p:cNvGrpSpPr/>
          <p:nvPr/>
        </p:nvGrpSpPr>
        <p:grpSpPr>
          <a:xfrm>
            <a:off x="2065259" y="3150101"/>
            <a:ext cx="802640" cy="1076960"/>
            <a:chOff x="1105592" y="3661757"/>
            <a:chExt cx="802640" cy="107696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1320FC08-B236-8F1B-A92C-30DD7391221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5592" y="3661757"/>
              <a:ext cx="802177" cy="1076497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B828E0E-D589-DC58-2A1D-6D68F30E23F2}"/>
                </a:ext>
              </a:extLst>
            </p:cNvPr>
            <p:cNvSpPr/>
            <p:nvPr/>
          </p:nvSpPr>
          <p:spPr>
            <a:xfrm>
              <a:off x="1167204" y="3866349"/>
              <a:ext cx="524510" cy="793115"/>
            </a:xfrm>
            <a:custGeom>
              <a:avLst/>
              <a:gdLst/>
              <a:ahLst/>
              <a:cxnLst/>
              <a:rect l="l" t="t" r="r" b="b"/>
              <a:pathLst>
                <a:path w="524510" h="793114">
                  <a:moveTo>
                    <a:pt x="0" y="793051"/>
                  </a:moveTo>
                  <a:lnTo>
                    <a:pt x="524474" y="0"/>
                  </a:lnTo>
                </a:path>
              </a:pathLst>
            </a:custGeom>
            <a:ln w="38058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6C49B485-DDBC-D04A-49DB-CFD15F21C1A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4143" y="3834853"/>
              <a:ext cx="158362" cy="182460"/>
            </a:xfrm>
            <a:prstGeom prst="rect">
              <a:avLst/>
            </a:prstGeom>
          </p:spPr>
        </p:pic>
      </p:grpSp>
      <p:grpSp>
        <p:nvGrpSpPr>
          <p:cNvPr id="8" name="object 7">
            <a:extLst>
              <a:ext uri="{FF2B5EF4-FFF2-40B4-BE49-F238E27FC236}">
                <a16:creationId xmlns:a16="http://schemas.microsoft.com/office/drawing/2014/main" id="{2214AB8F-E55C-2CA6-754C-B4B32D564605}"/>
              </a:ext>
            </a:extLst>
          </p:cNvPr>
          <p:cNvGrpSpPr/>
          <p:nvPr/>
        </p:nvGrpSpPr>
        <p:grpSpPr>
          <a:xfrm>
            <a:off x="3141755" y="3324664"/>
            <a:ext cx="1322070" cy="466090"/>
            <a:chOff x="2182088" y="3836320"/>
            <a:chExt cx="1322070" cy="466090"/>
          </a:xfrm>
        </p:grpSpPr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33C23F8B-551C-89B2-1F00-164952A2524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82088" y="3836320"/>
              <a:ext cx="1321727" cy="465512"/>
            </a:xfrm>
            <a:prstGeom prst="rect">
              <a:avLst/>
            </a:prstGeom>
          </p:spPr>
        </p:pic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9559ACB0-CA55-1CC2-6F6D-5ED7CE911BA6}"/>
                </a:ext>
              </a:extLst>
            </p:cNvPr>
            <p:cNvSpPr/>
            <p:nvPr/>
          </p:nvSpPr>
          <p:spPr>
            <a:xfrm>
              <a:off x="2245601" y="3860278"/>
              <a:ext cx="1193165" cy="355600"/>
            </a:xfrm>
            <a:custGeom>
              <a:avLst/>
              <a:gdLst/>
              <a:ahLst/>
              <a:cxnLst/>
              <a:rect l="l" t="t" r="r" b="b"/>
              <a:pathLst>
                <a:path w="1193164" h="355600">
                  <a:moveTo>
                    <a:pt x="1192578" y="0"/>
                  </a:moveTo>
                  <a:lnTo>
                    <a:pt x="1185895" y="56130"/>
                  </a:lnTo>
                  <a:lnTo>
                    <a:pt x="1167285" y="104878"/>
                  </a:lnTo>
                  <a:lnTo>
                    <a:pt x="1138907" y="143320"/>
                  </a:lnTo>
                  <a:lnTo>
                    <a:pt x="1102920" y="168531"/>
                  </a:lnTo>
                  <a:lnTo>
                    <a:pt x="1061482" y="177584"/>
                  </a:lnTo>
                  <a:lnTo>
                    <a:pt x="727386" y="177584"/>
                  </a:lnTo>
                  <a:lnTo>
                    <a:pt x="685949" y="186637"/>
                  </a:lnTo>
                  <a:lnTo>
                    <a:pt x="649961" y="211847"/>
                  </a:lnTo>
                  <a:lnTo>
                    <a:pt x="621583" y="250289"/>
                  </a:lnTo>
                  <a:lnTo>
                    <a:pt x="602972" y="299038"/>
                  </a:lnTo>
                  <a:lnTo>
                    <a:pt x="596289" y="355168"/>
                  </a:lnTo>
                  <a:lnTo>
                    <a:pt x="589605" y="299038"/>
                  </a:lnTo>
                  <a:lnTo>
                    <a:pt x="570995" y="250289"/>
                  </a:lnTo>
                  <a:lnTo>
                    <a:pt x="542616" y="211847"/>
                  </a:lnTo>
                  <a:lnTo>
                    <a:pt x="506629" y="186637"/>
                  </a:lnTo>
                  <a:lnTo>
                    <a:pt x="465192" y="177584"/>
                  </a:lnTo>
                  <a:lnTo>
                    <a:pt x="131096" y="177584"/>
                  </a:lnTo>
                  <a:lnTo>
                    <a:pt x="89660" y="168531"/>
                  </a:lnTo>
                  <a:lnTo>
                    <a:pt x="53672" y="143320"/>
                  </a:lnTo>
                  <a:lnTo>
                    <a:pt x="25294" y="104878"/>
                  </a:lnTo>
                  <a:lnTo>
                    <a:pt x="6683" y="56130"/>
                  </a:lnTo>
                  <a:lnTo>
                    <a:pt x="0" y="0"/>
                  </a:lnTo>
                </a:path>
              </a:pathLst>
            </a:custGeom>
            <a:ln w="38060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0">
            <a:extLst>
              <a:ext uri="{FF2B5EF4-FFF2-40B4-BE49-F238E27FC236}">
                <a16:creationId xmlns:a16="http://schemas.microsoft.com/office/drawing/2014/main" id="{788200E2-EEFB-1136-4DC3-360598DF2D61}"/>
              </a:ext>
            </a:extLst>
          </p:cNvPr>
          <p:cNvSpPr txBox="1"/>
          <p:nvPr/>
        </p:nvSpPr>
        <p:spPr>
          <a:xfrm>
            <a:off x="1228618" y="2645881"/>
            <a:ext cx="3405504" cy="2306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9930">
              <a:lnSpc>
                <a:spcPct val="100000"/>
              </a:lnSpc>
              <a:spcBef>
                <a:spcPts val="95"/>
              </a:spcBef>
            </a:pPr>
            <a:r>
              <a:rPr sz="4400" i="1" dirty="0">
                <a:latin typeface="Arial"/>
                <a:cs typeface="Arial"/>
              </a:rPr>
              <a:t>N</a:t>
            </a:r>
            <a:r>
              <a:rPr sz="4400" dirty="0">
                <a:latin typeface="Arial MT"/>
                <a:cs typeface="Arial MT"/>
              </a:rPr>
              <a:t>(x</a:t>
            </a:r>
            <a:r>
              <a:rPr sz="4400" spc="-35" dirty="0">
                <a:latin typeface="Arial MT"/>
                <a:cs typeface="Arial MT"/>
              </a:rPr>
              <a:t> </a:t>
            </a:r>
            <a:r>
              <a:rPr sz="4400" spc="65" dirty="0">
                <a:latin typeface="Arial MT"/>
                <a:cs typeface="Arial MT"/>
              </a:rPr>
              <a:t>|</a:t>
            </a:r>
            <a:r>
              <a:rPr sz="4400" spc="-30" dirty="0">
                <a:latin typeface="Arial MT"/>
                <a:cs typeface="Arial MT"/>
              </a:rPr>
              <a:t> </a:t>
            </a:r>
            <a:r>
              <a:rPr sz="4400" dirty="0">
                <a:latin typeface="Arial MT"/>
                <a:cs typeface="Arial MT"/>
              </a:rPr>
              <a:t>µ,</a:t>
            </a:r>
            <a:r>
              <a:rPr sz="4400" spc="-30" dirty="0">
                <a:latin typeface="Arial MT"/>
                <a:cs typeface="Arial MT"/>
              </a:rPr>
              <a:t> </a:t>
            </a:r>
            <a:r>
              <a:rPr sz="4400" spc="-25" dirty="0">
                <a:latin typeface="Lucida Sans Unicode"/>
                <a:cs typeface="Lucida Sans Unicode"/>
              </a:rPr>
              <a:t>Σ)</a:t>
            </a:r>
            <a:endParaRPr sz="4400">
              <a:latin typeface="Lucida Sans Unicode"/>
              <a:cs typeface="Lucida Sans Unicode"/>
            </a:endParaRPr>
          </a:p>
          <a:p>
            <a:pPr marL="12700" marR="5080" indent="1814195">
              <a:lnSpc>
                <a:spcPct val="142200"/>
              </a:lnSpc>
              <a:spcBef>
                <a:spcPts val="1695"/>
              </a:spcBef>
            </a:pPr>
            <a:r>
              <a:rPr sz="2400" spc="-10" dirty="0">
                <a:latin typeface="Arial MT"/>
                <a:cs typeface="Arial MT"/>
              </a:rPr>
              <a:t>parameters </a:t>
            </a:r>
            <a:r>
              <a:rPr sz="2400" dirty="0">
                <a:latin typeface="Arial MT"/>
                <a:cs typeface="Arial MT"/>
              </a:rPr>
              <a:t>Random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B0007E"/>
                </a:solidFill>
                <a:latin typeface="Arial MT"/>
                <a:cs typeface="Arial MT"/>
              </a:rPr>
              <a:t>vector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795"/>
              </a:lnSpc>
            </a:pPr>
            <a:r>
              <a:rPr sz="2400" spc="-20" dirty="0">
                <a:latin typeface="Arial MT"/>
                <a:cs typeface="Arial MT"/>
              </a:rPr>
              <a:t>e.g.,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[</a:t>
            </a:r>
            <a:r>
              <a:rPr sz="2400" spc="-90" dirty="0">
                <a:solidFill>
                  <a:srgbClr val="FF0000"/>
                </a:solidFill>
                <a:latin typeface="Arial MT"/>
                <a:cs typeface="Arial MT"/>
              </a:rPr>
              <a:t>R</a:t>
            </a:r>
            <a:r>
              <a:rPr sz="2400" spc="-90" dirty="0">
                <a:latin typeface="Arial MT"/>
                <a:cs typeface="Arial MT"/>
              </a:rPr>
              <a:t>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G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B</a:t>
            </a:r>
            <a:r>
              <a:rPr sz="2400" dirty="0">
                <a:latin typeface="Arial MT"/>
                <a:cs typeface="Arial MT"/>
              </a:rPr>
              <a:t>]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intensities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2" name="object 11">
            <a:extLst>
              <a:ext uri="{FF2B5EF4-FFF2-40B4-BE49-F238E27FC236}">
                <a16:creationId xmlns:a16="http://schemas.microsoft.com/office/drawing/2014/main" id="{6D9CEA5B-5882-1117-8B5E-3B354E4FFE73}"/>
              </a:ext>
            </a:extLst>
          </p:cNvPr>
          <p:cNvGrpSpPr/>
          <p:nvPr/>
        </p:nvGrpSpPr>
        <p:grpSpPr>
          <a:xfrm>
            <a:off x="6013868" y="2228215"/>
            <a:ext cx="3627120" cy="2858770"/>
            <a:chOff x="5054201" y="2739871"/>
            <a:chExt cx="3627120" cy="2858770"/>
          </a:xfrm>
        </p:grpSpPr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3088C141-9509-0F28-5B82-001C9352F646}"/>
                </a:ext>
              </a:extLst>
            </p:cNvPr>
            <p:cNvSpPr/>
            <p:nvPr/>
          </p:nvSpPr>
          <p:spPr>
            <a:xfrm>
              <a:off x="5056106" y="2741776"/>
              <a:ext cx="3622675" cy="2853690"/>
            </a:xfrm>
            <a:custGeom>
              <a:avLst/>
              <a:gdLst/>
              <a:ahLst/>
              <a:cxnLst/>
              <a:rect l="l" t="t" r="r" b="b"/>
              <a:pathLst>
                <a:path w="3622675" h="2853690">
                  <a:moveTo>
                    <a:pt x="1569108" y="2853677"/>
                  </a:moveTo>
                  <a:lnTo>
                    <a:pt x="0" y="2136088"/>
                  </a:lnTo>
                </a:path>
                <a:path w="3622675" h="2853690">
                  <a:moveTo>
                    <a:pt x="0" y="2136088"/>
                  </a:moveTo>
                  <a:lnTo>
                    <a:pt x="0" y="559051"/>
                  </a:lnTo>
                </a:path>
                <a:path w="3622675" h="2853690">
                  <a:moveTo>
                    <a:pt x="2595716" y="2578323"/>
                  </a:moveTo>
                  <a:lnTo>
                    <a:pt x="1018250" y="1860734"/>
                  </a:lnTo>
                </a:path>
                <a:path w="3622675" h="2853690">
                  <a:moveTo>
                    <a:pt x="1018250" y="1860734"/>
                  </a:moveTo>
                  <a:lnTo>
                    <a:pt x="1018250" y="283697"/>
                  </a:lnTo>
                </a:path>
                <a:path w="3622675" h="2853690">
                  <a:moveTo>
                    <a:pt x="3622313" y="2302965"/>
                  </a:moveTo>
                  <a:lnTo>
                    <a:pt x="2044859" y="1585381"/>
                  </a:lnTo>
                </a:path>
                <a:path w="3622675" h="2853690">
                  <a:moveTo>
                    <a:pt x="2044859" y="1585381"/>
                  </a:moveTo>
                  <a:lnTo>
                    <a:pt x="2044859" y="0"/>
                  </a:lnTo>
                </a:path>
                <a:path w="3622675" h="2853690">
                  <a:moveTo>
                    <a:pt x="1569108" y="2853677"/>
                  </a:moveTo>
                  <a:lnTo>
                    <a:pt x="3622313" y="2302965"/>
                  </a:lnTo>
                </a:path>
                <a:path w="3622675" h="2853690">
                  <a:moveTo>
                    <a:pt x="3622313" y="2302965"/>
                  </a:moveTo>
                  <a:lnTo>
                    <a:pt x="3622313" y="725943"/>
                  </a:lnTo>
                </a:path>
                <a:path w="3622675" h="2853690">
                  <a:moveTo>
                    <a:pt x="784554" y="2494882"/>
                  </a:moveTo>
                  <a:lnTo>
                    <a:pt x="2829413" y="1944175"/>
                  </a:lnTo>
                </a:path>
                <a:path w="3622675" h="2853690">
                  <a:moveTo>
                    <a:pt x="2829413" y="1944175"/>
                  </a:moveTo>
                  <a:lnTo>
                    <a:pt x="2829413" y="367138"/>
                  </a:lnTo>
                </a:path>
                <a:path w="3622675" h="2853690">
                  <a:moveTo>
                    <a:pt x="0" y="2136088"/>
                  </a:moveTo>
                  <a:lnTo>
                    <a:pt x="2044859" y="1585381"/>
                  </a:lnTo>
                </a:path>
                <a:path w="3622675" h="2853690">
                  <a:moveTo>
                    <a:pt x="2044859" y="1585381"/>
                  </a:moveTo>
                  <a:lnTo>
                    <a:pt x="2044859" y="0"/>
                  </a:lnTo>
                </a:path>
                <a:path w="3622675" h="2853690">
                  <a:moveTo>
                    <a:pt x="0" y="2136088"/>
                  </a:moveTo>
                  <a:lnTo>
                    <a:pt x="2044859" y="1585381"/>
                  </a:lnTo>
                </a:path>
                <a:path w="3622675" h="2853690">
                  <a:moveTo>
                    <a:pt x="2044859" y="1585381"/>
                  </a:moveTo>
                  <a:lnTo>
                    <a:pt x="3622313" y="2302965"/>
                  </a:lnTo>
                </a:path>
                <a:path w="3622675" h="2853690">
                  <a:moveTo>
                    <a:pt x="0" y="1743918"/>
                  </a:moveTo>
                  <a:lnTo>
                    <a:pt x="2044859" y="1184866"/>
                  </a:lnTo>
                </a:path>
                <a:path w="3622675" h="2853690">
                  <a:moveTo>
                    <a:pt x="2044859" y="1184866"/>
                  </a:moveTo>
                  <a:lnTo>
                    <a:pt x="3622313" y="1910799"/>
                  </a:lnTo>
                </a:path>
                <a:path w="3622675" h="2853690">
                  <a:moveTo>
                    <a:pt x="0" y="1343403"/>
                  </a:moveTo>
                  <a:lnTo>
                    <a:pt x="2044859" y="792696"/>
                  </a:lnTo>
                </a:path>
                <a:path w="3622675" h="2853690">
                  <a:moveTo>
                    <a:pt x="2044859" y="792696"/>
                  </a:moveTo>
                  <a:lnTo>
                    <a:pt x="3622313" y="1518628"/>
                  </a:lnTo>
                </a:path>
                <a:path w="3622675" h="2853690">
                  <a:moveTo>
                    <a:pt x="0" y="951233"/>
                  </a:moveTo>
                  <a:lnTo>
                    <a:pt x="2044859" y="400514"/>
                  </a:lnTo>
                </a:path>
                <a:path w="3622675" h="2853690">
                  <a:moveTo>
                    <a:pt x="2044859" y="400514"/>
                  </a:moveTo>
                  <a:lnTo>
                    <a:pt x="3622313" y="1118114"/>
                  </a:lnTo>
                </a:path>
                <a:path w="3622675" h="2853690">
                  <a:moveTo>
                    <a:pt x="0" y="559051"/>
                  </a:moveTo>
                  <a:lnTo>
                    <a:pt x="2044859" y="0"/>
                  </a:lnTo>
                </a:path>
                <a:path w="3622675" h="2853690">
                  <a:moveTo>
                    <a:pt x="2044859" y="0"/>
                  </a:moveTo>
                  <a:lnTo>
                    <a:pt x="3622313" y="725943"/>
                  </a:lnTo>
                </a:path>
              </a:pathLst>
            </a:custGeom>
            <a:ln w="3708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94C152EF-5B1E-1A12-6FEF-F8C95449BCE2}"/>
                </a:ext>
              </a:extLst>
            </p:cNvPr>
            <p:cNvSpPr/>
            <p:nvPr/>
          </p:nvSpPr>
          <p:spPr>
            <a:xfrm>
              <a:off x="6625214" y="5044741"/>
              <a:ext cx="2053589" cy="551180"/>
            </a:xfrm>
            <a:custGeom>
              <a:avLst/>
              <a:gdLst/>
              <a:ahLst/>
              <a:cxnLst/>
              <a:rect l="l" t="t" r="r" b="b"/>
              <a:pathLst>
                <a:path w="2053590" h="551179">
                  <a:moveTo>
                    <a:pt x="0" y="550711"/>
                  </a:moveTo>
                  <a:lnTo>
                    <a:pt x="2053205" y="0"/>
                  </a:lnTo>
                </a:path>
              </a:pathLst>
            </a:custGeom>
            <a:ln w="5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4">
            <a:extLst>
              <a:ext uri="{FF2B5EF4-FFF2-40B4-BE49-F238E27FC236}">
                <a16:creationId xmlns:a16="http://schemas.microsoft.com/office/drawing/2014/main" id="{D1F7DF62-EBA3-F896-4837-DC8CB9B9914D}"/>
              </a:ext>
            </a:extLst>
          </p:cNvPr>
          <p:cNvSpPr txBox="1"/>
          <p:nvPr/>
        </p:nvSpPr>
        <p:spPr>
          <a:xfrm>
            <a:off x="7647296" y="5110036"/>
            <a:ext cx="15240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latin typeface="Microsoft Sans Serif"/>
                <a:cs typeface="Microsoft Sans Serif"/>
              </a:rPr>
              <a:t>−5</a:t>
            </a:r>
            <a:endParaRPr sz="850">
              <a:latin typeface="Microsoft Sans Serif"/>
              <a:cs typeface="Microsoft Sans Serif"/>
            </a:endParaRPr>
          </a:p>
        </p:txBody>
      </p:sp>
      <p:pic>
        <p:nvPicPr>
          <p:cNvPr id="16" name="object 15">
            <a:extLst>
              <a:ext uri="{FF2B5EF4-FFF2-40B4-BE49-F238E27FC236}">
                <a16:creationId xmlns:a16="http://schemas.microsoft.com/office/drawing/2014/main" id="{B2AB525E-458D-981D-D738-749E09C06B8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54568" y="2761358"/>
            <a:ext cx="3728032" cy="2350252"/>
          </a:xfrm>
          <a:prstGeom prst="rect">
            <a:avLst/>
          </a:prstGeom>
        </p:spPr>
      </p:pic>
      <p:sp>
        <p:nvSpPr>
          <p:cNvPr id="17" name="object 16">
            <a:extLst>
              <a:ext uri="{FF2B5EF4-FFF2-40B4-BE49-F238E27FC236}">
                <a16:creationId xmlns:a16="http://schemas.microsoft.com/office/drawing/2014/main" id="{AAD9C343-02C6-6B69-2CC7-47C0835C80F0}"/>
              </a:ext>
            </a:extLst>
          </p:cNvPr>
          <p:cNvSpPr txBox="1"/>
          <p:nvPr/>
        </p:nvSpPr>
        <p:spPr>
          <a:xfrm>
            <a:off x="8673903" y="4834682"/>
            <a:ext cx="8763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50" dirty="0">
                <a:latin typeface="Microsoft Sans Serif"/>
                <a:cs typeface="Microsoft Sans Serif"/>
              </a:rPr>
              <a:t>0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0B1AC721-51A7-ADB1-E6CC-01B380ECF6D1}"/>
              </a:ext>
            </a:extLst>
          </p:cNvPr>
          <p:cNvSpPr txBox="1"/>
          <p:nvPr/>
        </p:nvSpPr>
        <p:spPr>
          <a:xfrm>
            <a:off x="9700499" y="4550984"/>
            <a:ext cx="8763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50" dirty="0">
                <a:latin typeface="Microsoft Sans Serif"/>
                <a:cs typeface="Microsoft Sans Serif"/>
              </a:rPr>
              <a:t>5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EB5CCFAA-8CBF-3B18-C458-B1071D5F548B}"/>
              </a:ext>
            </a:extLst>
          </p:cNvPr>
          <p:cNvSpPr txBox="1"/>
          <p:nvPr/>
        </p:nvSpPr>
        <p:spPr>
          <a:xfrm>
            <a:off x="7396907" y="5093348"/>
            <a:ext cx="15240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latin typeface="Microsoft Sans Serif"/>
                <a:cs typeface="Microsoft Sans Serif"/>
              </a:rPr>
              <a:t>−5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7C9901E0-1659-0602-3420-15BE2707AE75}"/>
              </a:ext>
            </a:extLst>
          </p:cNvPr>
          <p:cNvSpPr txBox="1"/>
          <p:nvPr/>
        </p:nvSpPr>
        <p:spPr>
          <a:xfrm>
            <a:off x="6645739" y="4734554"/>
            <a:ext cx="8763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50" dirty="0">
                <a:latin typeface="Microsoft Sans Serif"/>
                <a:cs typeface="Microsoft Sans Serif"/>
              </a:rPr>
              <a:t>0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A039C03D-CDEA-39D9-813B-3371202F55FA}"/>
              </a:ext>
            </a:extLst>
          </p:cNvPr>
          <p:cNvSpPr txBox="1"/>
          <p:nvPr/>
        </p:nvSpPr>
        <p:spPr>
          <a:xfrm>
            <a:off x="5861186" y="4250599"/>
            <a:ext cx="87630" cy="2844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005"/>
              </a:lnSpc>
              <a:spcBef>
                <a:spcPts val="125"/>
              </a:spcBef>
            </a:pPr>
            <a:r>
              <a:rPr sz="850" spc="-50" dirty="0">
                <a:latin typeface="Microsoft Sans Serif"/>
                <a:cs typeface="Microsoft Sans Serif"/>
              </a:rPr>
              <a:t>0</a:t>
            </a:r>
            <a:endParaRPr sz="850">
              <a:latin typeface="Microsoft Sans Serif"/>
              <a:cs typeface="Microsoft Sans Serif"/>
            </a:endParaRPr>
          </a:p>
          <a:p>
            <a:pPr marL="12700">
              <a:lnSpc>
                <a:spcPts val="1005"/>
              </a:lnSpc>
            </a:pPr>
            <a:r>
              <a:rPr sz="850" spc="-50" dirty="0">
                <a:latin typeface="Microsoft Sans Serif"/>
                <a:cs typeface="Microsoft Sans Serif"/>
              </a:rPr>
              <a:t>5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9AC9F9C4-3050-DC10-3AD2-179E99C9BA9D}"/>
              </a:ext>
            </a:extLst>
          </p:cNvPr>
          <p:cNvSpPr txBox="1"/>
          <p:nvPr/>
        </p:nvSpPr>
        <p:spPr>
          <a:xfrm>
            <a:off x="5710952" y="3850084"/>
            <a:ext cx="24193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0" dirty="0">
                <a:latin typeface="Microsoft Sans Serif"/>
                <a:cs typeface="Microsoft Sans Serif"/>
              </a:rPr>
              <a:t>0.05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95284F24-1F97-8BFD-1C8C-3F9F330A3363}"/>
              </a:ext>
            </a:extLst>
          </p:cNvPr>
          <p:cNvSpPr txBox="1"/>
          <p:nvPr/>
        </p:nvSpPr>
        <p:spPr>
          <a:xfrm>
            <a:off x="5769376" y="3457914"/>
            <a:ext cx="18034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latin typeface="Microsoft Sans Serif"/>
                <a:cs typeface="Microsoft Sans Serif"/>
              </a:rPr>
              <a:t>0.1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405D9C2A-BE8C-8FA1-9D25-7E18CF9F80E9}"/>
              </a:ext>
            </a:extLst>
          </p:cNvPr>
          <p:cNvSpPr txBox="1"/>
          <p:nvPr/>
        </p:nvSpPr>
        <p:spPr>
          <a:xfrm>
            <a:off x="5710952" y="3065743"/>
            <a:ext cx="24193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0" dirty="0">
                <a:latin typeface="Microsoft Sans Serif"/>
                <a:cs typeface="Microsoft Sans Serif"/>
              </a:rPr>
              <a:t>0.15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CFFE35DE-2D0B-C97E-08A3-AB32CC755A4C}"/>
              </a:ext>
            </a:extLst>
          </p:cNvPr>
          <p:cNvSpPr txBox="1"/>
          <p:nvPr/>
        </p:nvSpPr>
        <p:spPr>
          <a:xfrm>
            <a:off x="5769376" y="2673561"/>
            <a:ext cx="18034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25" dirty="0">
                <a:latin typeface="Microsoft Sans Serif"/>
                <a:cs typeface="Microsoft Sans Serif"/>
              </a:rPr>
              <a:t>0.2</a:t>
            </a:r>
            <a:endParaRPr sz="85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8650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1E4EF-D073-B1BB-8698-D6FB7EBE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2D298AC-378F-9CBA-7B7F-48F934CC5496}"/>
              </a:ext>
            </a:extLst>
          </p:cNvPr>
          <p:cNvSpPr/>
          <p:nvPr/>
        </p:nvSpPr>
        <p:spPr>
          <a:xfrm>
            <a:off x="1572596" y="2275840"/>
            <a:ext cx="9104640" cy="2302615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EAC6316F-8C69-E946-6D51-A6E96DD443D9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B62BD-7049-D03E-49FF-CE56BEEBEF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79FE90C0-1DFD-F7E0-AC43-6F4CADF7E941}"/>
              </a:ext>
            </a:extLst>
          </p:cNvPr>
          <p:cNvSpPr txBox="1">
            <a:spLocks/>
          </p:cNvSpPr>
          <p:nvPr/>
        </p:nvSpPr>
        <p:spPr>
          <a:xfrm>
            <a:off x="1986926" y="3031733"/>
            <a:ext cx="6783925" cy="751658"/>
          </a:xfrm>
          <a:prstGeom prst="rect">
            <a:avLst/>
          </a:prstGeom>
        </p:spPr>
        <p:txBody>
          <a:bodyPr vert="horz" wrap="square" lIns="0" tIns="12869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547" algn="l">
              <a:spcBef>
                <a:spcPts val="101"/>
              </a:spcBef>
            </a:pPr>
            <a:r>
              <a:rPr lang="en-US" sz="4800" spc="100" dirty="0">
                <a:solidFill>
                  <a:schemeClr val="bg1"/>
                </a:solidFill>
              </a:rPr>
              <a:t>Mixture</a:t>
            </a:r>
            <a:r>
              <a:rPr lang="en-US" sz="4800" spc="-80" dirty="0">
                <a:solidFill>
                  <a:schemeClr val="bg1"/>
                </a:solidFill>
              </a:rPr>
              <a:t> </a:t>
            </a:r>
            <a:r>
              <a:rPr lang="en-US" sz="4800" spc="225" dirty="0">
                <a:solidFill>
                  <a:schemeClr val="bg1"/>
                </a:solidFill>
              </a:rPr>
              <a:t>of</a:t>
            </a:r>
            <a:r>
              <a:rPr lang="en-US" sz="4800" spc="-75" dirty="0">
                <a:solidFill>
                  <a:schemeClr val="bg1"/>
                </a:solidFill>
              </a:rPr>
              <a:t> </a:t>
            </a:r>
            <a:r>
              <a:rPr lang="en-US" sz="4800" spc="-35" dirty="0">
                <a:solidFill>
                  <a:schemeClr val="bg1"/>
                </a:solidFill>
              </a:rPr>
              <a:t>Gaussians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046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E40EC-18D4-44D2-0053-54F571F81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B599AA-19A9-3956-D890-B57026D07672}"/>
              </a:ext>
            </a:extLst>
          </p:cNvPr>
          <p:cNvSpPr txBox="1">
            <a:spLocks/>
          </p:cNvSpPr>
          <p:nvPr/>
        </p:nvSpPr>
        <p:spPr>
          <a:xfrm>
            <a:off x="256239" y="436309"/>
            <a:ext cx="11666821" cy="73436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02565" algn="l">
              <a:spcBef>
                <a:spcPts val="95"/>
              </a:spcBef>
            </a:pPr>
            <a:r>
              <a:rPr lang="en-US" spc="140">
                <a:solidFill>
                  <a:schemeClr val="bg1"/>
                </a:solidFill>
              </a:rPr>
              <a:t>Model</a:t>
            </a:r>
            <a:r>
              <a:rPr lang="en-US" spc="-135">
                <a:solidFill>
                  <a:schemeClr val="bg1"/>
                </a:solidFill>
              </a:rPr>
              <a:t> </a:t>
            </a:r>
            <a:r>
              <a:rPr lang="en-US" spc="-170">
                <a:solidFill>
                  <a:schemeClr val="bg1"/>
                </a:solidFill>
              </a:rPr>
              <a:t>as</a:t>
            </a:r>
            <a:r>
              <a:rPr lang="en-US" spc="-130">
                <a:solidFill>
                  <a:schemeClr val="bg1"/>
                </a:solidFill>
              </a:rPr>
              <a:t> </a:t>
            </a:r>
            <a:r>
              <a:rPr lang="en-US" spc="-30">
                <a:solidFill>
                  <a:schemeClr val="bg1"/>
                </a:solidFill>
              </a:rPr>
              <a:t>Gaussian</a:t>
            </a:r>
            <a:r>
              <a:rPr lang="en-US" spc="-130">
                <a:solidFill>
                  <a:schemeClr val="bg1"/>
                </a:solidFill>
              </a:rPr>
              <a:t> </a:t>
            </a:r>
            <a:r>
              <a:rPr lang="en-US" spc="105">
                <a:solidFill>
                  <a:schemeClr val="bg1"/>
                </a:solidFill>
              </a:rPr>
              <a:t>per</a:t>
            </a:r>
            <a:r>
              <a:rPr lang="en-US" spc="-130">
                <a:solidFill>
                  <a:schemeClr val="bg1"/>
                </a:solidFill>
              </a:rPr>
              <a:t> </a:t>
            </a:r>
            <a:r>
              <a:rPr lang="en-US" spc="145">
                <a:solidFill>
                  <a:schemeClr val="bg1"/>
                </a:solidFill>
              </a:rPr>
              <a:t>category/cluster</a:t>
            </a:r>
            <a:endParaRPr lang="en-US" spc="145" dirty="0">
              <a:solidFill>
                <a:schemeClr val="bg1"/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C0B8981-6955-0614-6C7D-ECE1A80F894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5613" y="3163570"/>
            <a:ext cx="2974378" cy="1615973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4AB138BB-112B-D364-455B-C514FA5DF50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9803" y="4891671"/>
            <a:ext cx="2968078" cy="1645357"/>
          </a:xfrm>
          <a:prstGeom prst="rect">
            <a:avLst/>
          </a:prstGeom>
        </p:spPr>
      </p:pic>
      <p:grpSp>
        <p:nvGrpSpPr>
          <p:cNvPr id="5" name="object 5">
            <a:extLst>
              <a:ext uri="{FF2B5EF4-FFF2-40B4-BE49-F238E27FC236}">
                <a16:creationId xmlns:a16="http://schemas.microsoft.com/office/drawing/2014/main" id="{461AA1B2-AA96-AF7D-7692-D72A1D2B83F8}"/>
              </a:ext>
            </a:extLst>
          </p:cNvPr>
          <p:cNvGrpSpPr/>
          <p:nvPr/>
        </p:nvGrpSpPr>
        <p:grpSpPr>
          <a:xfrm>
            <a:off x="527857" y="4713314"/>
            <a:ext cx="4568190" cy="394970"/>
            <a:chOff x="527857" y="4713314"/>
            <a:chExt cx="4568190" cy="394970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F0CCA6F8-69E4-D85E-66D6-A836F7A2175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7857" y="4713314"/>
              <a:ext cx="4567847" cy="394854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744FF77-A010-E713-5BC4-EB3CCF6CC3B1}"/>
                </a:ext>
              </a:extLst>
            </p:cNvPr>
            <p:cNvSpPr/>
            <p:nvPr/>
          </p:nvSpPr>
          <p:spPr>
            <a:xfrm>
              <a:off x="573321" y="4891328"/>
              <a:ext cx="4288790" cy="0"/>
            </a:xfrm>
            <a:custGeom>
              <a:avLst/>
              <a:gdLst/>
              <a:ahLst/>
              <a:cxnLst/>
              <a:rect l="l" t="t" r="r" b="b"/>
              <a:pathLst>
                <a:path w="4288790">
                  <a:moveTo>
                    <a:pt x="0" y="0"/>
                  </a:moveTo>
                  <a:lnTo>
                    <a:pt x="4288168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7873B335-E828-758B-7436-208F33A0F2F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28424" y="4805854"/>
              <a:ext cx="170828" cy="170935"/>
            </a:xfrm>
            <a:prstGeom prst="rect">
              <a:avLst/>
            </a:prstGeom>
          </p:spPr>
        </p:pic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93729E26-8F21-E6F8-F323-47BECFF03967}"/>
              </a:ext>
            </a:extLst>
          </p:cNvPr>
          <p:cNvSpPr txBox="1"/>
          <p:nvPr/>
        </p:nvSpPr>
        <p:spPr>
          <a:xfrm>
            <a:off x="4261049" y="4869383"/>
            <a:ext cx="727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30" dirty="0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B58474A-B8C5-EA90-402F-78F0021E1529}"/>
              </a:ext>
            </a:extLst>
          </p:cNvPr>
          <p:cNvSpPr txBox="1"/>
          <p:nvPr/>
        </p:nvSpPr>
        <p:spPr>
          <a:xfrm>
            <a:off x="855002" y="4855527"/>
            <a:ext cx="46228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25" dirty="0">
                <a:latin typeface="Arial MT"/>
                <a:cs typeface="Arial MT"/>
              </a:rPr>
              <a:t>0.3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AF8FF40E-C8E5-967F-BA68-D69665781A20}"/>
              </a:ext>
            </a:extLst>
          </p:cNvPr>
          <p:cNvGrpSpPr/>
          <p:nvPr/>
        </p:nvGrpSpPr>
        <p:grpSpPr>
          <a:xfrm>
            <a:off x="419792" y="3636810"/>
            <a:ext cx="1301115" cy="1276350"/>
            <a:chOff x="419792" y="3636810"/>
            <a:chExt cx="1301115" cy="1276350"/>
          </a:xfrm>
        </p:grpSpPr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6153FE4E-2AF4-3ED3-4933-2DBA262E8057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9792" y="3636810"/>
              <a:ext cx="1300937" cy="1276007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C2500F9-4C46-358E-05F8-52F1D9D69CFA}"/>
                </a:ext>
              </a:extLst>
            </p:cNvPr>
            <p:cNvSpPr/>
            <p:nvPr/>
          </p:nvSpPr>
          <p:spPr>
            <a:xfrm>
              <a:off x="469419" y="3689072"/>
              <a:ext cx="1205865" cy="1129665"/>
            </a:xfrm>
            <a:custGeom>
              <a:avLst/>
              <a:gdLst/>
              <a:ahLst/>
              <a:cxnLst/>
              <a:rect l="l" t="t" r="r" b="b"/>
              <a:pathLst>
                <a:path w="1205864" h="1129664">
                  <a:moveTo>
                    <a:pt x="0" y="1126153"/>
                  </a:moveTo>
                  <a:lnTo>
                    <a:pt x="37376" y="1127898"/>
                  </a:lnTo>
                  <a:lnTo>
                    <a:pt x="82787" y="1126727"/>
                  </a:lnTo>
                  <a:lnTo>
                    <a:pt x="131412" y="1120203"/>
                  </a:lnTo>
                  <a:lnTo>
                    <a:pt x="178431" y="1105888"/>
                  </a:lnTo>
                  <a:lnTo>
                    <a:pt x="219021" y="1081347"/>
                  </a:lnTo>
                  <a:lnTo>
                    <a:pt x="246588" y="1055041"/>
                  </a:lnTo>
                  <a:lnTo>
                    <a:pt x="270572" y="1025251"/>
                  </a:lnTo>
                  <a:lnTo>
                    <a:pt x="292325" y="989488"/>
                  </a:lnTo>
                  <a:lnTo>
                    <a:pt x="313196" y="945262"/>
                  </a:lnTo>
                  <a:lnTo>
                    <a:pt x="334534" y="890083"/>
                  </a:lnTo>
                  <a:lnTo>
                    <a:pt x="357691" y="821462"/>
                  </a:lnTo>
                  <a:lnTo>
                    <a:pt x="369293" y="782733"/>
                  </a:lnTo>
                  <a:lnTo>
                    <a:pt x="381390" y="737659"/>
                  </a:lnTo>
                  <a:lnTo>
                    <a:pt x="393863" y="687445"/>
                  </a:lnTo>
                  <a:lnTo>
                    <a:pt x="406594" y="633293"/>
                  </a:lnTo>
                  <a:lnTo>
                    <a:pt x="419465" y="576407"/>
                  </a:lnTo>
                  <a:lnTo>
                    <a:pt x="432355" y="517990"/>
                  </a:lnTo>
                  <a:lnTo>
                    <a:pt x="445148" y="459245"/>
                  </a:lnTo>
                  <a:lnTo>
                    <a:pt x="457725" y="401376"/>
                  </a:lnTo>
                  <a:lnTo>
                    <a:pt x="469966" y="345586"/>
                  </a:lnTo>
                  <a:lnTo>
                    <a:pt x="481754" y="293077"/>
                  </a:lnTo>
                  <a:lnTo>
                    <a:pt x="492969" y="245055"/>
                  </a:lnTo>
                  <a:lnTo>
                    <a:pt x="503494" y="202721"/>
                  </a:lnTo>
                  <a:lnTo>
                    <a:pt x="540000" y="83523"/>
                  </a:lnTo>
                  <a:lnTo>
                    <a:pt x="561647" y="32671"/>
                  </a:lnTo>
                  <a:lnTo>
                    <a:pt x="598744" y="0"/>
                  </a:lnTo>
                  <a:lnTo>
                    <a:pt x="616523" y="4060"/>
                  </a:lnTo>
                  <a:lnTo>
                    <a:pt x="654026" y="67070"/>
                  </a:lnTo>
                  <a:lnTo>
                    <a:pt x="679095" y="143382"/>
                  </a:lnTo>
                  <a:lnTo>
                    <a:pt x="698477" y="216118"/>
                  </a:lnTo>
                  <a:lnTo>
                    <a:pt x="709332" y="261231"/>
                  </a:lnTo>
                  <a:lnTo>
                    <a:pt x="720774" y="310673"/>
                  </a:lnTo>
                  <a:lnTo>
                    <a:pt x="732663" y="363318"/>
                  </a:lnTo>
                  <a:lnTo>
                    <a:pt x="744856" y="418041"/>
                  </a:lnTo>
                  <a:lnTo>
                    <a:pt x="757212" y="473716"/>
                  </a:lnTo>
                  <a:lnTo>
                    <a:pt x="769589" y="529216"/>
                  </a:lnTo>
                  <a:lnTo>
                    <a:pt x="781846" y="583417"/>
                  </a:lnTo>
                  <a:lnTo>
                    <a:pt x="793840" y="635193"/>
                  </a:lnTo>
                  <a:lnTo>
                    <a:pt x="805432" y="683417"/>
                  </a:lnTo>
                  <a:lnTo>
                    <a:pt x="816478" y="726963"/>
                  </a:lnTo>
                  <a:lnTo>
                    <a:pt x="826838" y="764707"/>
                  </a:lnTo>
                  <a:lnTo>
                    <a:pt x="847244" y="832775"/>
                  </a:lnTo>
                  <a:lnTo>
                    <a:pt x="865813" y="889061"/>
                  </a:lnTo>
                  <a:lnTo>
                    <a:pt x="883375" y="935721"/>
                  </a:lnTo>
                  <a:lnTo>
                    <a:pt x="900757" y="974914"/>
                  </a:lnTo>
                  <a:lnTo>
                    <a:pt x="918787" y="1008797"/>
                  </a:lnTo>
                  <a:lnTo>
                    <a:pt x="970408" y="1075837"/>
                  </a:lnTo>
                  <a:lnTo>
                    <a:pt x="1004386" y="1098520"/>
                  </a:lnTo>
                  <a:lnTo>
                    <a:pt x="1073071" y="1123166"/>
                  </a:lnTo>
                  <a:lnTo>
                    <a:pt x="1112497" y="1129044"/>
                  </a:lnTo>
                  <a:lnTo>
                    <a:pt x="1155853" y="1128391"/>
                  </a:lnTo>
                  <a:lnTo>
                    <a:pt x="1190867" y="1125126"/>
                  </a:lnTo>
                  <a:lnTo>
                    <a:pt x="1205265" y="1123166"/>
                  </a:lnTo>
                </a:path>
              </a:pathLst>
            </a:custGeom>
            <a:ln w="57085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>
            <a:extLst>
              <a:ext uri="{FF2B5EF4-FFF2-40B4-BE49-F238E27FC236}">
                <a16:creationId xmlns:a16="http://schemas.microsoft.com/office/drawing/2014/main" id="{ED1C9BE0-347C-ADC8-0229-7E948C7A59D1}"/>
              </a:ext>
            </a:extLst>
          </p:cNvPr>
          <p:cNvGrpSpPr/>
          <p:nvPr/>
        </p:nvGrpSpPr>
        <p:grpSpPr>
          <a:xfrm>
            <a:off x="527857" y="5482243"/>
            <a:ext cx="4705350" cy="1093470"/>
            <a:chOff x="527857" y="5482243"/>
            <a:chExt cx="4705350" cy="1093470"/>
          </a:xfrm>
        </p:grpSpPr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C5CC7799-1285-16D3-0AFB-5FF9F31A4799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7857" y="6180512"/>
              <a:ext cx="4567847" cy="394854"/>
            </a:xfrm>
            <a:prstGeom prst="rect">
              <a:avLst/>
            </a:prstGeom>
          </p:spPr>
        </p:pic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FC5FD1A6-F8F3-9BBB-A315-9935B7CC02A8}"/>
                </a:ext>
              </a:extLst>
            </p:cNvPr>
            <p:cNvSpPr/>
            <p:nvPr/>
          </p:nvSpPr>
          <p:spPr>
            <a:xfrm>
              <a:off x="573321" y="6356395"/>
              <a:ext cx="4288790" cy="0"/>
            </a:xfrm>
            <a:custGeom>
              <a:avLst/>
              <a:gdLst/>
              <a:ahLst/>
              <a:cxnLst/>
              <a:rect l="l" t="t" r="r" b="b"/>
              <a:pathLst>
                <a:path w="4288790">
                  <a:moveTo>
                    <a:pt x="0" y="0"/>
                  </a:moveTo>
                  <a:lnTo>
                    <a:pt x="4288168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92C764DD-154B-4CFC-42A7-7AEDA5395C1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28424" y="6270926"/>
              <a:ext cx="170828" cy="170939"/>
            </a:xfrm>
            <a:prstGeom prst="rect">
              <a:avLst/>
            </a:prstGeom>
          </p:spPr>
        </p:pic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F4DC1F1D-A85B-B61B-4518-332D3CBD311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39784" y="5482243"/>
              <a:ext cx="2793072" cy="893617"/>
            </a:xfrm>
            <a:prstGeom prst="rect">
              <a:avLst/>
            </a:prstGeom>
          </p:spPr>
        </p:pic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D1B5CF6D-CC8C-A354-8B34-0DAACDDF8327}"/>
                </a:ext>
              </a:extLst>
            </p:cNvPr>
            <p:cNvSpPr/>
            <p:nvPr/>
          </p:nvSpPr>
          <p:spPr>
            <a:xfrm>
              <a:off x="2486647" y="5534673"/>
              <a:ext cx="2702560" cy="748665"/>
            </a:xfrm>
            <a:custGeom>
              <a:avLst/>
              <a:gdLst/>
              <a:ahLst/>
              <a:cxnLst/>
              <a:rect l="l" t="t" r="r" b="b"/>
              <a:pathLst>
                <a:path w="2702560" h="748664">
                  <a:moveTo>
                    <a:pt x="0" y="746707"/>
                  </a:moveTo>
                  <a:lnTo>
                    <a:pt x="38973" y="747426"/>
                  </a:lnTo>
                  <a:lnTo>
                    <a:pt x="83801" y="747863"/>
                  </a:lnTo>
                  <a:lnTo>
                    <a:pt x="133133" y="747818"/>
                  </a:lnTo>
                  <a:lnTo>
                    <a:pt x="185618" y="747087"/>
                  </a:lnTo>
                  <a:lnTo>
                    <a:pt x="239904" y="745469"/>
                  </a:lnTo>
                  <a:lnTo>
                    <a:pt x="294641" y="742761"/>
                  </a:lnTo>
                  <a:lnTo>
                    <a:pt x="348477" y="738762"/>
                  </a:lnTo>
                  <a:lnTo>
                    <a:pt x="400061" y="733270"/>
                  </a:lnTo>
                  <a:lnTo>
                    <a:pt x="448042" y="726082"/>
                  </a:lnTo>
                  <a:lnTo>
                    <a:pt x="491069" y="716997"/>
                  </a:lnTo>
                  <a:lnTo>
                    <a:pt x="544609" y="702150"/>
                  </a:lnTo>
                  <a:lnTo>
                    <a:pt x="591931" y="685780"/>
                  </a:lnTo>
                  <a:lnTo>
                    <a:pt x="634940" y="666845"/>
                  </a:lnTo>
                  <a:lnTo>
                    <a:pt x="675544" y="644307"/>
                  </a:lnTo>
                  <a:lnTo>
                    <a:pt x="715649" y="617127"/>
                  </a:lnTo>
                  <a:lnTo>
                    <a:pt x="757159" y="584264"/>
                  </a:lnTo>
                  <a:lnTo>
                    <a:pt x="801982" y="544680"/>
                  </a:lnTo>
                  <a:lnTo>
                    <a:pt x="832851" y="513855"/>
                  </a:lnTo>
                  <a:lnTo>
                    <a:pt x="865203" y="477358"/>
                  </a:lnTo>
                  <a:lnTo>
                    <a:pt x="898598" y="436506"/>
                  </a:lnTo>
                  <a:lnTo>
                    <a:pt x="932598" y="392614"/>
                  </a:lnTo>
                  <a:lnTo>
                    <a:pt x="966764" y="347001"/>
                  </a:lnTo>
                  <a:lnTo>
                    <a:pt x="1000657" y="300983"/>
                  </a:lnTo>
                  <a:lnTo>
                    <a:pt x="1033839" y="255878"/>
                  </a:lnTo>
                  <a:lnTo>
                    <a:pt x="1065870" y="213001"/>
                  </a:lnTo>
                  <a:lnTo>
                    <a:pt x="1096311" y="173671"/>
                  </a:lnTo>
                  <a:lnTo>
                    <a:pt x="1124725" y="139203"/>
                  </a:lnTo>
                  <a:lnTo>
                    <a:pt x="1150671" y="110916"/>
                  </a:lnTo>
                  <a:lnTo>
                    <a:pt x="1199813" y="64585"/>
                  </a:lnTo>
                  <a:lnTo>
                    <a:pt x="1240911" y="32847"/>
                  </a:lnTo>
                  <a:lnTo>
                    <a:pt x="1276616" y="13183"/>
                  </a:lnTo>
                  <a:lnTo>
                    <a:pt x="1342445" y="0"/>
                  </a:lnTo>
                  <a:lnTo>
                    <a:pt x="1382310" y="2692"/>
                  </a:lnTo>
                  <a:lnTo>
                    <a:pt x="1421629" y="15597"/>
                  </a:lnTo>
                  <a:lnTo>
                    <a:pt x="1466394" y="44471"/>
                  </a:lnTo>
                  <a:lnTo>
                    <a:pt x="1522600" y="95071"/>
                  </a:lnTo>
                  <a:lnTo>
                    <a:pt x="1549974" y="124468"/>
                  </a:lnTo>
                  <a:lnTo>
                    <a:pt x="1580486" y="160860"/>
                  </a:lnTo>
                  <a:lnTo>
                    <a:pt x="1613438" y="202609"/>
                  </a:lnTo>
                  <a:lnTo>
                    <a:pt x="1648133" y="248073"/>
                  </a:lnTo>
                  <a:lnTo>
                    <a:pt x="1683874" y="295612"/>
                  </a:lnTo>
                  <a:lnTo>
                    <a:pt x="1719963" y="343588"/>
                  </a:lnTo>
                  <a:lnTo>
                    <a:pt x="1755704" y="390359"/>
                  </a:lnTo>
                  <a:lnTo>
                    <a:pt x="1790399" y="434286"/>
                  </a:lnTo>
                  <a:lnTo>
                    <a:pt x="1823350" y="473729"/>
                  </a:lnTo>
                  <a:lnTo>
                    <a:pt x="1853861" y="507047"/>
                  </a:lnTo>
                  <a:lnTo>
                    <a:pt x="1899610" y="552181"/>
                  </a:lnTo>
                  <a:lnTo>
                    <a:pt x="1941245" y="589501"/>
                  </a:lnTo>
                  <a:lnTo>
                    <a:pt x="1980621" y="620440"/>
                  </a:lnTo>
                  <a:lnTo>
                    <a:pt x="2019594" y="646427"/>
                  </a:lnTo>
                  <a:lnTo>
                    <a:pt x="2060020" y="668892"/>
                  </a:lnTo>
                  <a:lnTo>
                    <a:pt x="2103755" y="689267"/>
                  </a:lnTo>
                  <a:lnTo>
                    <a:pt x="2151158" y="706488"/>
                  </a:lnTo>
                  <a:lnTo>
                    <a:pt x="2200824" y="719198"/>
                  </a:lnTo>
                  <a:lnTo>
                    <a:pt x="2251943" y="728386"/>
                  </a:lnTo>
                  <a:lnTo>
                    <a:pt x="2303709" y="735043"/>
                  </a:lnTo>
                  <a:lnTo>
                    <a:pt x="2355312" y="740160"/>
                  </a:lnTo>
                  <a:lnTo>
                    <a:pt x="2405945" y="744726"/>
                  </a:lnTo>
                  <a:lnTo>
                    <a:pt x="2494345" y="748625"/>
                  </a:lnTo>
                  <a:lnTo>
                    <a:pt x="2591552" y="748192"/>
                  </a:lnTo>
                  <a:lnTo>
                    <a:pt x="2670051" y="746026"/>
                  </a:lnTo>
                  <a:lnTo>
                    <a:pt x="2702332" y="744726"/>
                  </a:lnTo>
                </a:path>
              </a:pathLst>
            </a:custGeom>
            <a:ln w="57081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>
            <a:extLst>
              <a:ext uri="{FF2B5EF4-FFF2-40B4-BE49-F238E27FC236}">
                <a16:creationId xmlns:a16="http://schemas.microsoft.com/office/drawing/2014/main" id="{6CAC962D-DD45-DDC3-3663-AE86602D79C3}"/>
              </a:ext>
            </a:extLst>
          </p:cNvPr>
          <p:cNvGrpSpPr/>
          <p:nvPr/>
        </p:nvGrpSpPr>
        <p:grpSpPr>
          <a:xfrm>
            <a:off x="527857" y="2867889"/>
            <a:ext cx="4568190" cy="394970"/>
            <a:chOff x="527857" y="2867889"/>
            <a:chExt cx="4568190" cy="394970"/>
          </a:xfrm>
        </p:grpSpPr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28924F36-A5D9-68EC-2489-026F748412E1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7857" y="2867889"/>
              <a:ext cx="4567847" cy="394854"/>
            </a:xfrm>
            <a:prstGeom prst="rect">
              <a:avLst/>
            </a:prstGeom>
          </p:spPr>
        </p:pic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DDE9B54E-0770-781E-9056-94316E16C0DB}"/>
                </a:ext>
              </a:extLst>
            </p:cNvPr>
            <p:cNvSpPr/>
            <p:nvPr/>
          </p:nvSpPr>
          <p:spPr>
            <a:xfrm>
              <a:off x="573321" y="3045713"/>
              <a:ext cx="4288790" cy="0"/>
            </a:xfrm>
            <a:custGeom>
              <a:avLst/>
              <a:gdLst/>
              <a:ahLst/>
              <a:cxnLst/>
              <a:rect l="l" t="t" r="r" b="b"/>
              <a:pathLst>
                <a:path w="4288790">
                  <a:moveTo>
                    <a:pt x="0" y="0"/>
                  </a:moveTo>
                  <a:lnTo>
                    <a:pt x="4288168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0D858CAB-00D1-0D0F-3E1E-4A39C53A75AA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28424" y="2960241"/>
              <a:ext cx="170828" cy="170944"/>
            </a:xfrm>
            <a:prstGeom prst="rect">
              <a:avLst/>
            </a:prstGeom>
          </p:spPr>
        </p:pic>
      </p:grpSp>
      <p:sp>
        <p:nvSpPr>
          <p:cNvPr id="24" name="object 24">
            <a:extLst>
              <a:ext uri="{FF2B5EF4-FFF2-40B4-BE49-F238E27FC236}">
                <a16:creationId xmlns:a16="http://schemas.microsoft.com/office/drawing/2014/main" id="{27DD798C-B4F5-1F89-B496-265ED7C06212}"/>
              </a:ext>
            </a:extLst>
          </p:cNvPr>
          <p:cNvSpPr txBox="1"/>
          <p:nvPr/>
        </p:nvSpPr>
        <p:spPr>
          <a:xfrm>
            <a:off x="4261049" y="3023768"/>
            <a:ext cx="727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30" dirty="0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C92887EA-A094-D18C-3C0A-902648CE7AED}"/>
              </a:ext>
            </a:extLst>
          </p:cNvPr>
          <p:cNvSpPr txBox="1"/>
          <p:nvPr/>
        </p:nvSpPr>
        <p:spPr>
          <a:xfrm>
            <a:off x="1144266" y="3022600"/>
            <a:ext cx="64516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20" dirty="0">
                <a:latin typeface="Arial MT"/>
                <a:cs typeface="Arial MT"/>
              </a:rPr>
              <a:t>0.42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6" name="object 26">
            <a:extLst>
              <a:ext uri="{FF2B5EF4-FFF2-40B4-BE49-F238E27FC236}">
                <a16:creationId xmlns:a16="http://schemas.microsoft.com/office/drawing/2014/main" id="{07070A64-509B-4FF3-7C0B-7D2AD270904C}"/>
              </a:ext>
            </a:extLst>
          </p:cNvPr>
          <p:cNvGrpSpPr/>
          <p:nvPr/>
        </p:nvGrpSpPr>
        <p:grpSpPr>
          <a:xfrm>
            <a:off x="640080" y="1891141"/>
            <a:ext cx="1828800" cy="1176655"/>
            <a:chOff x="640080" y="1891141"/>
            <a:chExt cx="1828800" cy="1176655"/>
          </a:xfrm>
        </p:grpSpPr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220CFF81-49A6-56B0-73C7-194495B9927D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0080" y="1891141"/>
              <a:ext cx="1828800" cy="1176251"/>
            </a:xfrm>
            <a:prstGeom prst="rect">
              <a:avLst/>
            </a:prstGeom>
          </p:spPr>
        </p:pic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942E2D04-939E-F63F-491F-24E9310F0078}"/>
                </a:ext>
              </a:extLst>
            </p:cNvPr>
            <p:cNvSpPr/>
            <p:nvPr/>
          </p:nvSpPr>
          <p:spPr>
            <a:xfrm>
              <a:off x="685098" y="1944939"/>
              <a:ext cx="1738630" cy="1028065"/>
            </a:xfrm>
            <a:custGeom>
              <a:avLst/>
              <a:gdLst/>
              <a:ahLst/>
              <a:cxnLst/>
              <a:rect l="l" t="t" r="r" b="b"/>
              <a:pathLst>
                <a:path w="1738630" h="1028064">
                  <a:moveTo>
                    <a:pt x="0" y="1024969"/>
                  </a:moveTo>
                  <a:lnTo>
                    <a:pt x="43924" y="1026416"/>
                  </a:lnTo>
                  <a:lnTo>
                    <a:pt x="96700" y="1026277"/>
                  </a:lnTo>
                  <a:lnTo>
                    <a:pt x="154304" y="1023268"/>
                  </a:lnTo>
                  <a:lnTo>
                    <a:pt x="212713" y="1016105"/>
                  </a:lnTo>
                  <a:lnTo>
                    <a:pt x="267903" y="1003505"/>
                  </a:lnTo>
                  <a:lnTo>
                    <a:pt x="315851" y="984185"/>
                  </a:lnTo>
                  <a:lnTo>
                    <a:pt x="355605" y="960244"/>
                  </a:lnTo>
                  <a:lnTo>
                    <a:pt x="390194" y="933132"/>
                  </a:lnTo>
                  <a:lnTo>
                    <a:pt x="421563" y="900583"/>
                  </a:lnTo>
                  <a:lnTo>
                    <a:pt x="451661" y="860330"/>
                  </a:lnTo>
                  <a:lnTo>
                    <a:pt x="482434" y="810109"/>
                  </a:lnTo>
                  <a:lnTo>
                    <a:pt x="515828" y="747654"/>
                  </a:lnTo>
                  <a:lnTo>
                    <a:pt x="532559" y="712404"/>
                  </a:lnTo>
                  <a:lnTo>
                    <a:pt x="550004" y="671380"/>
                  </a:lnTo>
                  <a:lnTo>
                    <a:pt x="567992" y="625678"/>
                  </a:lnTo>
                  <a:lnTo>
                    <a:pt x="586352" y="576392"/>
                  </a:lnTo>
                  <a:lnTo>
                    <a:pt x="604912" y="524617"/>
                  </a:lnTo>
                  <a:lnTo>
                    <a:pt x="623502" y="471448"/>
                  </a:lnTo>
                  <a:lnTo>
                    <a:pt x="641951" y="417982"/>
                  </a:lnTo>
                  <a:lnTo>
                    <a:pt x="660087" y="365312"/>
                  </a:lnTo>
                  <a:lnTo>
                    <a:pt x="677741" y="314535"/>
                  </a:lnTo>
                  <a:lnTo>
                    <a:pt x="694740" y="266745"/>
                  </a:lnTo>
                  <a:lnTo>
                    <a:pt x="710914" y="223037"/>
                  </a:lnTo>
                  <a:lnTo>
                    <a:pt x="726092" y="184507"/>
                  </a:lnTo>
                  <a:lnTo>
                    <a:pt x="778737" y="76018"/>
                  </a:lnTo>
                  <a:lnTo>
                    <a:pt x="809954" y="29736"/>
                  </a:lnTo>
                  <a:lnTo>
                    <a:pt x="863452" y="0"/>
                  </a:lnTo>
                  <a:lnTo>
                    <a:pt x="889092" y="3695"/>
                  </a:lnTo>
                  <a:lnTo>
                    <a:pt x="943175" y="61044"/>
                  </a:lnTo>
                  <a:lnTo>
                    <a:pt x="979328" y="130500"/>
                  </a:lnTo>
                  <a:lnTo>
                    <a:pt x="1009819" y="203226"/>
                  </a:lnTo>
                  <a:lnTo>
                    <a:pt x="1026986" y="248680"/>
                  </a:lnTo>
                  <a:lnTo>
                    <a:pt x="1045088" y="298457"/>
                  </a:lnTo>
                  <a:lnTo>
                    <a:pt x="1063864" y="351255"/>
                  </a:lnTo>
                  <a:lnTo>
                    <a:pt x="1083055" y="405772"/>
                  </a:lnTo>
                  <a:lnTo>
                    <a:pt x="1102403" y="460704"/>
                  </a:lnTo>
                  <a:lnTo>
                    <a:pt x="1121646" y="514748"/>
                  </a:lnTo>
                  <a:lnTo>
                    <a:pt x="1140526" y="566602"/>
                  </a:lnTo>
                  <a:lnTo>
                    <a:pt x="1158783" y="614964"/>
                  </a:lnTo>
                  <a:lnTo>
                    <a:pt x="1176157" y="658530"/>
                  </a:lnTo>
                  <a:lnTo>
                    <a:pt x="1192388" y="695997"/>
                  </a:lnTo>
                  <a:lnTo>
                    <a:pt x="1221815" y="757949"/>
                  </a:lnTo>
                  <a:lnTo>
                    <a:pt x="1248594" y="809178"/>
                  </a:lnTo>
                  <a:lnTo>
                    <a:pt x="1273920" y="851645"/>
                  </a:lnTo>
                  <a:lnTo>
                    <a:pt x="1298986" y="887316"/>
                  </a:lnTo>
                  <a:lnTo>
                    <a:pt x="1324986" y="918154"/>
                  </a:lnTo>
                  <a:lnTo>
                    <a:pt x="1353114" y="946122"/>
                  </a:lnTo>
                  <a:lnTo>
                    <a:pt x="1399432" y="979172"/>
                  </a:lnTo>
                  <a:lnTo>
                    <a:pt x="1448434" y="999817"/>
                  </a:lnTo>
                  <a:lnTo>
                    <a:pt x="1498368" y="1012644"/>
                  </a:lnTo>
                  <a:lnTo>
                    <a:pt x="1547485" y="1022242"/>
                  </a:lnTo>
                  <a:lnTo>
                    <a:pt x="1604345" y="1027598"/>
                  </a:lnTo>
                  <a:lnTo>
                    <a:pt x="1666867" y="1027003"/>
                  </a:lnTo>
                  <a:lnTo>
                    <a:pt x="1717357" y="1024028"/>
                  </a:lnTo>
                  <a:lnTo>
                    <a:pt x="1738119" y="1022242"/>
                  </a:lnTo>
                </a:path>
              </a:pathLst>
            </a:custGeom>
            <a:ln w="57083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" name="object 29">
            <a:extLst>
              <a:ext uri="{FF2B5EF4-FFF2-40B4-BE49-F238E27FC236}">
                <a16:creationId xmlns:a16="http://schemas.microsoft.com/office/drawing/2014/main" id="{1E8B890D-19C4-2B38-FDA7-54DDD8B4C32F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15407" y="1367383"/>
            <a:ext cx="3007271" cy="1693760"/>
          </a:xfrm>
          <a:prstGeom prst="rect">
            <a:avLst/>
          </a:prstGeom>
        </p:spPr>
      </p:pic>
      <p:sp>
        <p:nvSpPr>
          <p:cNvPr id="30" name="object 30">
            <a:extLst>
              <a:ext uri="{FF2B5EF4-FFF2-40B4-BE49-F238E27FC236}">
                <a16:creationId xmlns:a16="http://schemas.microsoft.com/office/drawing/2014/main" id="{7B7F0875-7CDE-FE12-297B-2D23A5D95EAC}"/>
              </a:ext>
            </a:extLst>
          </p:cNvPr>
          <p:cNvSpPr txBox="1"/>
          <p:nvPr/>
        </p:nvSpPr>
        <p:spPr>
          <a:xfrm>
            <a:off x="3614682" y="6356211"/>
            <a:ext cx="47434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95"/>
              </a:lnSpc>
            </a:pPr>
            <a:r>
              <a:rPr sz="2400" spc="30" dirty="0">
                <a:latin typeface="Arial MT"/>
                <a:cs typeface="Arial MT"/>
              </a:rPr>
              <a:t>0.8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955803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F8EC9-06AB-BD8B-9811-D6A2B26AF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8539F281-9368-444E-00DE-4E77CB32F8CA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2125" algn="l">
              <a:spcBef>
                <a:spcPts val="95"/>
              </a:spcBef>
            </a:pPr>
            <a:r>
              <a:rPr lang="en-US" spc="165" dirty="0">
                <a:solidFill>
                  <a:schemeClr val="bg1"/>
                </a:solidFill>
              </a:rPr>
              <a:t>Jumble</a:t>
            </a:r>
            <a:r>
              <a:rPr lang="en-US" spc="-90" dirty="0">
                <a:solidFill>
                  <a:schemeClr val="bg1"/>
                </a:solidFill>
              </a:rPr>
              <a:t> </a:t>
            </a:r>
            <a:r>
              <a:rPr lang="en-US" spc="254" dirty="0">
                <a:solidFill>
                  <a:schemeClr val="bg1"/>
                </a:solidFill>
              </a:rPr>
              <a:t>of</a:t>
            </a:r>
            <a:r>
              <a:rPr lang="en-US" spc="-90" dirty="0">
                <a:solidFill>
                  <a:schemeClr val="bg1"/>
                </a:solidFill>
              </a:rPr>
              <a:t> </a:t>
            </a:r>
            <a:r>
              <a:rPr lang="en-US" spc="105" dirty="0">
                <a:solidFill>
                  <a:schemeClr val="bg1"/>
                </a:solidFill>
              </a:rPr>
              <a:t>unlabeled</a:t>
            </a:r>
            <a:r>
              <a:rPr lang="en-US" spc="-90" dirty="0">
                <a:solidFill>
                  <a:schemeClr val="bg1"/>
                </a:solidFill>
              </a:rPr>
              <a:t> </a:t>
            </a:r>
            <a:r>
              <a:rPr lang="en-US" spc="-10" dirty="0">
                <a:solidFill>
                  <a:schemeClr val="bg1"/>
                </a:solidFill>
              </a:rPr>
              <a:t>images</a:t>
            </a:r>
          </a:p>
        </p:txBody>
      </p:sp>
      <p:grpSp>
        <p:nvGrpSpPr>
          <p:cNvPr id="3" name="object 6">
            <a:extLst>
              <a:ext uri="{FF2B5EF4-FFF2-40B4-BE49-F238E27FC236}">
                <a16:creationId xmlns:a16="http://schemas.microsoft.com/office/drawing/2014/main" id="{1BD1813D-8B98-DB8C-24D5-DE753AB83555}"/>
              </a:ext>
            </a:extLst>
          </p:cNvPr>
          <p:cNvGrpSpPr/>
          <p:nvPr/>
        </p:nvGrpSpPr>
        <p:grpSpPr>
          <a:xfrm>
            <a:off x="511232" y="3063239"/>
            <a:ext cx="4584700" cy="2040889"/>
            <a:chOff x="511232" y="3063239"/>
            <a:chExt cx="4584700" cy="2040889"/>
          </a:xfrm>
        </p:grpSpPr>
        <p:pic>
          <p:nvPicPr>
            <p:cNvPr id="4" name="object 7">
              <a:extLst>
                <a:ext uri="{FF2B5EF4-FFF2-40B4-BE49-F238E27FC236}">
                  <a16:creationId xmlns:a16="http://schemas.microsoft.com/office/drawing/2014/main" id="{8C965BB7-0F6F-D218-6F8F-BEEB5745BB1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1232" y="4709161"/>
              <a:ext cx="4584471" cy="394854"/>
            </a:xfrm>
            <a:prstGeom prst="rect">
              <a:avLst/>
            </a:prstGeom>
          </p:spPr>
        </p:pic>
        <p:sp>
          <p:nvSpPr>
            <p:cNvPr id="5" name="object 8">
              <a:extLst>
                <a:ext uri="{FF2B5EF4-FFF2-40B4-BE49-F238E27FC236}">
                  <a16:creationId xmlns:a16="http://schemas.microsoft.com/office/drawing/2014/main" id="{E877F050-E4A3-44B9-7A12-F8B25EF08F60}"/>
                </a:ext>
              </a:extLst>
            </p:cNvPr>
            <p:cNvSpPr/>
            <p:nvPr/>
          </p:nvSpPr>
          <p:spPr>
            <a:xfrm>
              <a:off x="558228" y="4887734"/>
              <a:ext cx="4301490" cy="0"/>
            </a:xfrm>
            <a:custGeom>
              <a:avLst/>
              <a:gdLst/>
              <a:ahLst/>
              <a:cxnLst/>
              <a:rect l="l" t="t" r="r" b="b"/>
              <a:pathLst>
                <a:path w="4301490">
                  <a:moveTo>
                    <a:pt x="0" y="0"/>
                  </a:moveTo>
                  <a:lnTo>
                    <a:pt x="4300865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9">
              <a:extLst>
                <a:ext uri="{FF2B5EF4-FFF2-40B4-BE49-F238E27FC236}">
                  <a16:creationId xmlns:a16="http://schemas.microsoft.com/office/drawing/2014/main" id="{C06D5E56-751E-E254-47A6-F9A828A7FBA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6034" y="4802260"/>
              <a:ext cx="170830" cy="170935"/>
            </a:xfrm>
            <a:prstGeom prst="rect">
              <a:avLst/>
            </a:prstGeom>
          </p:spPr>
        </p:pic>
        <p:pic>
          <p:nvPicPr>
            <p:cNvPr id="7" name="object 10">
              <a:extLst>
                <a:ext uri="{FF2B5EF4-FFF2-40B4-BE49-F238E27FC236}">
                  <a16:creationId xmlns:a16="http://schemas.microsoft.com/office/drawing/2014/main" id="{584A9786-C38B-BE37-E50F-3097F8E0EBC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47912" y="3824291"/>
              <a:ext cx="2510193" cy="1038475"/>
            </a:xfrm>
            <a:prstGeom prst="rect">
              <a:avLst/>
            </a:prstGeom>
          </p:spPr>
        </p:pic>
        <p:pic>
          <p:nvPicPr>
            <p:cNvPr id="8" name="object 11">
              <a:extLst>
                <a:ext uri="{FF2B5EF4-FFF2-40B4-BE49-F238E27FC236}">
                  <a16:creationId xmlns:a16="http://schemas.microsoft.com/office/drawing/2014/main" id="{C39C6789-D735-F6DB-0CFD-29935A3B08E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8228" y="3423348"/>
              <a:ext cx="653624" cy="1433957"/>
            </a:xfrm>
            <a:prstGeom prst="rect">
              <a:avLst/>
            </a:prstGeom>
          </p:spPr>
        </p:pic>
        <p:pic>
          <p:nvPicPr>
            <p:cNvPr id="9" name="object 12">
              <a:extLst>
                <a:ext uri="{FF2B5EF4-FFF2-40B4-BE49-F238E27FC236}">
                  <a16:creationId xmlns:a16="http://schemas.microsoft.com/office/drawing/2014/main" id="{F6564D15-00D0-DB31-EC43-7ADAE4043FD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4899" y="3111893"/>
              <a:ext cx="890041" cy="1745411"/>
            </a:xfrm>
            <a:prstGeom prst="rect">
              <a:avLst/>
            </a:prstGeom>
          </p:spPr>
        </p:pic>
        <p:pic>
          <p:nvPicPr>
            <p:cNvPr id="10" name="object 13">
              <a:extLst>
                <a:ext uri="{FF2B5EF4-FFF2-40B4-BE49-F238E27FC236}">
                  <a16:creationId xmlns:a16="http://schemas.microsoft.com/office/drawing/2014/main" id="{57DE7B77-AE2D-EAD2-99DD-EFB56003EBFE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1232" y="3063239"/>
              <a:ext cx="4256112" cy="1878672"/>
            </a:xfrm>
            <a:prstGeom prst="rect">
              <a:avLst/>
            </a:prstGeom>
          </p:spPr>
        </p:pic>
        <p:sp>
          <p:nvSpPr>
            <p:cNvPr id="11" name="object 14">
              <a:extLst>
                <a:ext uri="{FF2B5EF4-FFF2-40B4-BE49-F238E27FC236}">
                  <a16:creationId xmlns:a16="http://schemas.microsoft.com/office/drawing/2014/main" id="{2A5ED032-1177-0475-E6CC-01103593E875}"/>
                </a:ext>
              </a:extLst>
            </p:cNvPr>
            <p:cNvSpPr/>
            <p:nvPr/>
          </p:nvSpPr>
          <p:spPr>
            <a:xfrm>
              <a:off x="567907" y="3116263"/>
              <a:ext cx="4152265" cy="1731010"/>
            </a:xfrm>
            <a:custGeom>
              <a:avLst/>
              <a:gdLst/>
              <a:ahLst/>
              <a:cxnLst/>
              <a:rect l="l" t="t" r="r" b="b"/>
              <a:pathLst>
                <a:path w="4152265" h="1731010">
                  <a:moveTo>
                    <a:pt x="0" y="1705326"/>
                  </a:moveTo>
                  <a:lnTo>
                    <a:pt x="66332" y="1671876"/>
                  </a:lnTo>
                  <a:lnTo>
                    <a:pt x="101479" y="1645757"/>
                  </a:lnTo>
                  <a:lnTo>
                    <a:pt x="135170" y="1609833"/>
                  </a:lnTo>
                  <a:lnTo>
                    <a:pt x="165324" y="1561450"/>
                  </a:lnTo>
                  <a:lnTo>
                    <a:pt x="181310" y="1525544"/>
                  </a:lnTo>
                  <a:lnTo>
                    <a:pt x="195167" y="1486699"/>
                  </a:lnTo>
                  <a:lnTo>
                    <a:pt x="207669" y="1444171"/>
                  </a:lnTo>
                  <a:lnTo>
                    <a:pt x="219590" y="1397221"/>
                  </a:lnTo>
                  <a:lnTo>
                    <a:pt x="231702" y="1345106"/>
                  </a:lnTo>
                  <a:lnTo>
                    <a:pt x="244777" y="1287085"/>
                  </a:lnTo>
                  <a:lnTo>
                    <a:pt x="259590" y="1222416"/>
                  </a:lnTo>
                  <a:lnTo>
                    <a:pt x="276912" y="1150359"/>
                  </a:lnTo>
                  <a:lnTo>
                    <a:pt x="286719" y="1108703"/>
                  </a:lnTo>
                  <a:lnTo>
                    <a:pt x="297242" y="1060501"/>
                  </a:lnTo>
                  <a:lnTo>
                    <a:pt x="308385" y="1006909"/>
                  </a:lnTo>
                  <a:lnTo>
                    <a:pt x="320055" y="949082"/>
                  </a:lnTo>
                  <a:lnTo>
                    <a:pt x="332157" y="888176"/>
                  </a:lnTo>
                  <a:lnTo>
                    <a:pt x="344595" y="825347"/>
                  </a:lnTo>
                  <a:lnTo>
                    <a:pt x="357276" y="761750"/>
                  </a:lnTo>
                  <a:lnTo>
                    <a:pt x="370104" y="698540"/>
                  </a:lnTo>
                  <a:lnTo>
                    <a:pt x="382985" y="636874"/>
                  </a:lnTo>
                  <a:lnTo>
                    <a:pt x="395825" y="577906"/>
                  </a:lnTo>
                  <a:lnTo>
                    <a:pt x="408528" y="522793"/>
                  </a:lnTo>
                  <a:lnTo>
                    <a:pt x="421001" y="472690"/>
                  </a:lnTo>
                  <a:lnTo>
                    <a:pt x="433147" y="428751"/>
                  </a:lnTo>
                  <a:lnTo>
                    <a:pt x="444874" y="392134"/>
                  </a:lnTo>
                  <a:lnTo>
                    <a:pt x="466687" y="345485"/>
                  </a:lnTo>
                  <a:lnTo>
                    <a:pt x="481320" y="337939"/>
                  </a:lnTo>
                  <a:lnTo>
                    <a:pt x="495394" y="351245"/>
                  </a:lnTo>
                  <a:lnTo>
                    <a:pt x="522067" y="423813"/>
                  </a:lnTo>
                  <a:lnTo>
                    <a:pt x="534770" y="474774"/>
                  </a:lnTo>
                  <a:lnTo>
                    <a:pt x="547121" y="529985"/>
                  </a:lnTo>
                  <a:lnTo>
                    <a:pt x="559171" y="585296"/>
                  </a:lnTo>
                  <a:lnTo>
                    <a:pt x="570972" y="636556"/>
                  </a:lnTo>
                  <a:lnTo>
                    <a:pt x="582575" y="679615"/>
                  </a:lnTo>
                  <a:lnTo>
                    <a:pt x="594034" y="710323"/>
                  </a:lnTo>
                  <a:lnTo>
                    <a:pt x="605399" y="724528"/>
                  </a:lnTo>
                  <a:lnTo>
                    <a:pt x="623437" y="720468"/>
                  </a:lnTo>
                  <a:lnTo>
                    <a:pt x="659332" y="658493"/>
                  </a:lnTo>
                  <a:lnTo>
                    <a:pt x="676165" y="609643"/>
                  </a:lnTo>
                  <a:lnTo>
                    <a:pt x="691572" y="554929"/>
                  </a:lnTo>
                  <a:lnTo>
                    <a:pt x="705042" y="498882"/>
                  </a:lnTo>
                  <a:lnTo>
                    <a:pt x="716062" y="446037"/>
                  </a:lnTo>
                  <a:lnTo>
                    <a:pt x="721472" y="418707"/>
                  </a:lnTo>
                  <a:lnTo>
                    <a:pt x="728618" y="384226"/>
                  </a:lnTo>
                  <a:lnTo>
                    <a:pt x="737351" y="344226"/>
                  </a:lnTo>
                  <a:lnTo>
                    <a:pt x="747522" y="300340"/>
                  </a:lnTo>
                  <a:lnTo>
                    <a:pt x="758979" y="254202"/>
                  </a:lnTo>
                  <a:lnTo>
                    <a:pt x="771574" y="207444"/>
                  </a:lnTo>
                  <a:lnTo>
                    <a:pt x="785157" y="161701"/>
                  </a:lnTo>
                  <a:lnTo>
                    <a:pt x="799578" y="118605"/>
                  </a:lnTo>
                  <a:lnTo>
                    <a:pt x="814688" y="79790"/>
                  </a:lnTo>
                  <a:lnTo>
                    <a:pt x="846374" y="21534"/>
                  </a:lnTo>
                  <a:lnTo>
                    <a:pt x="879016" y="0"/>
                  </a:lnTo>
                  <a:lnTo>
                    <a:pt x="895322" y="7085"/>
                  </a:lnTo>
                  <a:lnTo>
                    <a:pt x="920742" y="47942"/>
                  </a:lnTo>
                  <a:lnTo>
                    <a:pt x="940109" y="104617"/>
                  </a:lnTo>
                  <a:lnTo>
                    <a:pt x="960334" y="181393"/>
                  </a:lnTo>
                  <a:lnTo>
                    <a:pt x="970731" y="226210"/>
                  </a:lnTo>
                  <a:lnTo>
                    <a:pt x="981298" y="274722"/>
                  </a:lnTo>
                  <a:lnTo>
                    <a:pt x="992019" y="326485"/>
                  </a:lnTo>
                  <a:lnTo>
                    <a:pt x="1002880" y="381056"/>
                  </a:lnTo>
                  <a:lnTo>
                    <a:pt x="1013865" y="437990"/>
                  </a:lnTo>
                  <a:lnTo>
                    <a:pt x="1024959" y="496846"/>
                  </a:lnTo>
                  <a:lnTo>
                    <a:pt x="1036148" y="557178"/>
                  </a:lnTo>
                  <a:lnTo>
                    <a:pt x="1047416" y="618544"/>
                  </a:lnTo>
                  <a:lnTo>
                    <a:pt x="1058749" y="680500"/>
                  </a:lnTo>
                  <a:lnTo>
                    <a:pt x="1070131" y="742602"/>
                  </a:lnTo>
                  <a:lnTo>
                    <a:pt x="1081548" y="804407"/>
                  </a:lnTo>
                  <a:lnTo>
                    <a:pt x="1092983" y="865471"/>
                  </a:lnTo>
                  <a:lnTo>
                    <a:pt x="1104423" y="925352"/>
                  </a:lnTo>
                  <a:lnTo>
                    <a:pt x="1115853" y="983604"/>
                  </a:lnTo>
                  <a:lnTo>
                    <a:pt x="1127256" y="1039785"/>
                  </a:lnTo>
                  <a:lnTo>
                    <a:pt x="1138619" y="1093452"/>
                  </a:lnTo>
                  <a:lnTo>
                    <a:pt x="1149926" y="1144159"/>
                  </a:lnTo>
                  <a:lnTo>
                    <a:pt x="1161163" y="1191466"/>
                  </a:lnTo>
                  <a:lnTo>
                    <a:pt x="1172313" y="1234926"/>
                  </a:lnTo>
                  <a:lnTo>
                    <a:pt x="1183363" y="1274098"/>
                  </a:lnTo>
                  <a:lnTo>
                    <a:pt x="1220910" y="1385029"/>
                  </a:lnTo>
                  <a:lnTo>
                    <a:pt x="1244960" y="1449384"/>
                  </a:lnTo>
                  <a:lnTo>
                    <a:pt x="1267543" y="1502944"/>
                  </a:lnTo>
                  <a:lnTo>
                    <a:pt x="1289756" y="1547052"/>
                  </a:lnTo>
                  <a:lnTo>
                    <a:pt x="1312695" y="1583051"/>
                  </a:lnTo>
                  <a:lnTo>
                    <a:pt x="1337458" y="1612284"/>
                  </a:lnTo>
                  <a:lnTo>
                    <a:pt x="1396840" y="1655822"/>
                  </a:lnTo>
                  <a:lnTo>
                    <a:pt x="1433654" y="1672812"/>
                  </a:lnTo>
                  <a:lnTo>
                    <a:pt x="1476677" y="1688406"/>
                  </a:lnTo>
                  <a:lnTo>
                    <a:pt x="1549297" y="1708675"/>
                  </a:lnTo>
                  <a:lnTo>
                    <a:pt x="1589796" y="1717012"/>
                  </a:lnTo>
                  <a:lnTo>
                    <a:pt x="1632674" y="1723656"/>
                  </a:lnTo>
                  <a:lnTo>
                    <a:pt x="1677620" y="1728236"/>
                  </a:lnTo>
                  <a:lnTo>
                    <a:pt x="1724327" y="1730383"/>
                  </a:lnTo>
                  <a:lnTo>
                    <a:pt x="1772483" y="1729726"/>
                  </a:lnTo>
                  <a:lnTo>
                    <a:pt x="1821779" y="1725894"/>
                  </a:lnTo>
                  <a:lnTo>
                    <a:pt x="1871905" y="1718516"/>
                  </a:lnTo>
                  <a:lnTo>
                    <a:pt x="1922552" y="1707222"/>
                  </a:lnTo>
                  <a:lnTo>
                    <a:pt x="1973409" y="1691642"/>
                  </a:lnTo>
                  <a:lnTo>
                    <a:pt x="2024166" y="1671404"/>
                  </a:lnTo>
                  <a:lnTo>
                    <a:pt x="2074515" y="1646138"/>
                  </a:lnTo>
                  <a:lnTo>
                    <a:pt x="2124144" y="1615475"/>
                  </a:lnTo>
                  <a:lnTo>
                    <a:pt x="2185777" y="1565242"/>
                  </a:lnTo>
                  <a:lnTo>
                    <a:pt x="2217769" y="1533720"/>
                  </a:lnTo>
                  <a:lnTo>
                    <a:pt x="2250405" y="1498543"/>
                  </a:lnTo>
                  <a:lnTo>
                    <a:pt x="2283580" y="1460175"/>
                  </a:lnTo>
                  <a:lnTo>
                    <a:pt x="2317190" y="1419076"/>
                  </a:lnTo>
                  <a:lnTo>
                    <a:pt x="2351129" y="1375711"/>
                  </a:lnTo>
                  <a:lnTo>
                    <a:pt x="2385292" y="1330541"/>
                  </a:lnTo>
                  <a:lnTo>
                    <a:pt x="2419575" y="1284028"/>
                  </a:lnTo>
                  <a:lnTo>
                    <a:pt x="2453872" y="1236635"/>
                  </a:lnTo>
                  <a:lnTo>
                    <a:pt x="2488079" y="1188825"/>
                  </a:lnTo>
                  <a:lnTo>
                    <a:pt x="2522092" y="1141059"/>
                  </a:lnTo>
                  <a:lnTo>
                    <a:pt x="2555804" y="1093799"/>
                  </a:lnTo>
                  <a:lnTo>
                    <a:pt x="2589111" y="1047509"/>
                  </a:lnTo>
                  <a:lnTo>
                    <a:pt x="2621908" y="1002651"/>
                  </a:lnTo>
                  <a:lnTo>
                    <a:pt x="2654091" y="959687"/>
                  </a:lnTo>
                  <a:lnTo>
                    <a:pt x="2685554" y="919079"/>
                  </a:lnTo>
                  <a:lnTo>
                    <a:pt x="2716193" y="881290"/>
                  </a:lnTo>
                  <a:lnTo>
                    <a:pt x="2745902" y="846781"/>
                  </a:lnTo>
                  <a:lnTo>
                    <a:pt x="2774577" y="816017"/>
                  </a:lnTo>
                  <a:lnTo>
                    <a:pt x="2802113" y="789457"/>
                  </a:lnTo>
                  <a:lnTo>
                    <a:pt x="2853347" y="750806"/>
                  </a:lnTo>
                  <a:lnTo>
                    <a:pt x="2897934" y="729838"/>
                  </a:lnTo>
                  <a:lnTo>
                    <a:pt x="2939039" y="719966"/>
                  </a:lnTo>
                  <a:lnTo>
                    <a:pt x="2977026" y="719998"/>
                  </a:lnTo>
                  <a:lnTo>
                    <a:pt x="3045110" y="745015"/>
                  </a:lnTo>
                  <a:lnTo>
                    <a:pt x="3075938" y="767619"/>
                  </a:lnTo>
                  <a:lnTo>
                    <a:pt x="3105110" y="795366"/>
                  </a:lnTo>
                  <a:lnTo>
                    <a:pt x="3132991" y="827065"/>
                  </a:lnTo>
                  <a:lnTo>
                    <a:pt x="3159946" y="861527"/>
                  </a:lnTo>
                  <a:lnTo>
                    <a:pt x="3186341" y="897561"/>
                  </a:lnTo>
                  <a:lnTo>
                    <a:pt x="3212542" y="933976"/>
                  </a:lnTo>
                  <a:lnTo>
                    <a:pt x="3238912" y="969582"/>
                  </a:lnTo>
                  <a:lnTo>
                    <a:pt x="3265523" y="1004309"/>
                  </a:lnTo>
                  <a:lnTo>
                    <a:pt x="3295763" y="1043576"/>
                  </a:lnTo>
                  <a:lnTo>
                    <a:pt x="3328848" y="1086388"/>
                  </a:lnTo>
                  <a:lnTo>
                    <a:pt x="3363993" y="1131753"/>
                  </a:lnTo>
                  <a:lnTo>
                    <a:pt x="3400413" y="1178676"/>
                  </a:lnTo>
                  <a:lnTo>
                    <a:pt x="3437322" y="1226165"/>
                  </a:lnTo>
                  <a:lnTo>
                    <a:pt x="3473936" y="1273226"/>
                  </a:lnTo>
                  <a:lnTo>
                    <a:pt x="3509470" y="1318867"/>
                  </a:lnTo>
                  <a:lnTo>
                    <a:pt x="3543137" y="1362092"/>
                  </a:lnTo>
                  <a:lnTo>
                    <a:pt x="3574154" y="1401911"/>
                  </a:lnTo>
                  <a:lnTo>
                    <a:pt x="3601735" y="1437328"/>
                  </a:lnTo>
                  <a:lnTo>
                    <a:pt x="3625095" y="1467351"/>
                  </a:lnTo>
                  <a:lnTo>
                    <a:pt x="3643448" y="1490986"/>
                  </a:lnTo>
                  <a:lnTo>
                    <a:pt x="3683098" y="1526007"/>
                  </a:lnTo>
                  <a:lnTo>
                    <a:pt x="3722145" y="1556905"/>
                  </a:lnTo>
                  <a:lnTo>
                    <a:pt x="3761078" y="1584106"/>
                  </a:lnTo>
                  <a:lnTo>
                    <a:pt x="3800383" y="1608038"/>
                  </a:lnTo>
                  <a:lnTo>
                    <a:pt x="3840549" y="1629125"/>
                  </a:lnTo>
                  <a:lnTo>
                    <a:pt x="3882064" y="1647795"/>
                  </a:lnTo>
                  <a:lnTo>
                    <a:pt x="3930297" y="1663551"/>
                  </a:lnTo>
                  <a:lnTo>
                    <a:pt x="3981983" y="1678089"/>
                  </a:lnTo>
                  <a:lnTo>
                    <a:pt x="4036512" y="1690191"/>
                  </a:lnTo>
                  <a:lnTo>
                    <a:pt x="4093274" y="1698641"/>
                  </a:lnTo>
                  <a:lnTo>
                    <a:pt x="4151658" y="1702219"/>
                  </a:lnTo>
                </a:path>
              </a:pathLst>
            </a:custGeom>
            <a:ln w="57082">
              <a:solidFill>
                <a:srgbClr val="706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5">
            <a:extLst>
              <a:ext uri="{FF2B5EF4-FFF2-40B4-BE49-F238E27FC236}">
                <a16:creationId xmlns:a16="http://schemas.microsoft.com/office/drawing/2014/main" id="{41D5BDD6-B0F4-2CCF-0A26-27D5D52AD0B1}"/>
              </a:ext>
            </a:extLst>
          </p:cNvPr>
          <p:cNvSpPr txBox="1"/>
          <p:nvPr/>
        </p:nvSpPr>
        <p:spPr>
          <a:xfrm>
            <a:off x="2489174" y="4889855"/>
            <a:ext cx="2619375" cy="1487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4010">
              <a:lnSpc>
                <a:spcPct val="100000"/>
              </a:lnSpc>
              <a:spcBef>
                <a:spcPts val="95"/>
              </a:spcBef>
            </a:pPr>
            <a:r>
              <a:rPr sz="3200" spc="40" dirty="0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endParaRPr sz="3200">
              <a:latin typeface="Arial MT"/>
              <a:cs typeface="Arial MT"/>
            </a:endParaRPr>
          </a:p>
          <a:p>
            <a:pPr marL="12700" marR="5080">
              <a:lnSpc>
                <a:spcPts val="2800"/>
              </a:lnSpc>
              <a:spcBef>
                <a:spcPts val="2155"/>
              </a:spcBef>
            </a:pPr>
            <a:r>
              <a:rPr sz="2400" spc="140" dirty="0">
                <a:latin typeface="Arial MT"/>
                <a:cs typeface="Arial MT"/>
              </a:rPr>
              <a:t>How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120" dirty="0">
                <a:latin typeface="Arial MT"/>
                <a:cs typeface="Arial MT"/>
              </a:rPr>
              <a:t>do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90" dirty="0">
                <a:latin typeface="Arial MT"/>
                <a:cs typeface="Arial MT"/>
              </a:rPr>
              <a:t>we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90" dirty="0">
                <a:latin typeface="Arial MT"/>
                <a:cs typeface="Arial MT"/>
              </a:rPr>
              <a:t>model </a:t>
            </a:r>
            <a:r>
              <a:rPr sz="2400" spc="55" dirty="0">
                <a:latin typeface="Arial MT"/>
                <a:cs typeface="Arial MT"/>
              </a:rPr>
              <a:t>this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55" dirty="0">
                <a:latin typeface="Arial MT"/>
                <a:cs typeface="Arial MT"/>
              </a:rPr>
              <a:t>distribution?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3" name="object 16">
            <a:extLst>
              <a:ext uri="{FF2B5EF4-FFF2-40B4-BE49-F238E27FC236}">
                <a16:creationId xmlns:a16="http://schemas.microsoft.com/office/drawing/2014/main" id="{38686027-411C-FFB0-B836-03681B26EAF6}"/>
              </a:ext>
            </a:extLst>
          </p:cNvPr>
          <p:cNvGrpSpPr/>
          <p:nvPr/>
        </p:nvGrpSpPr>
        <p:grpSpPr>
          <a:xfrm>
            <a:off x="5176304" y="2050610"/>
            <a:ext cx="3956685" cy="3855720"/>
            <a:chOff x="5176304" y="2050610"/>
            <a:chExt cx="3956685" cy="3855720"/>
          </a:xfrm>
        </p:grpSpPr>
        <p:pic>
          <p:nvPicPr>
            <p:cNvPr id="14" name="object 17">
              <a:extLst>
                <a:ext uri="{FF2B5EF4-FFF2-40B4-BE49-F238E27FC236}">
                  <a16:creationId xmlns:a16="http://schemas.microsoft.com/office/drawing/2014/main" id="{14EBCB89-1812-F6EF-859E-F630A04E923B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46165" y="5348604"/>
              <a:ext cx="837342" cy="557107"/>
            </a:xfrm>
            <a:prstGeom prst="rect">
              <a:avLst/>
            </a:prstGeom>
          </p:spPr>
        </p:pic>
        <p:pic>
          <p:nvPicPr>
            <p:cNvPr id="15" name="object 18">
              <a:extLst>
                <a:ext uri="{FF2B5EF4-FFF2-40B4-BE49-F238E27FC236}">
                  <a16:creationId xmlns:a16="http://schemas.microsoft.com/office/drawing/2014/main" id="{109F6362-79BC-C345-3589-0D4561E44CE5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04263" y="4634890"/>
              <a:ext cx="928687" cy="502297"/>
            </a:xfrm>
            <a:prstGeom prst="rect">
              <a:avLst/>
            </a:prstGeom>
          </p:spPr>
        </p:pic>
        <p:pic>
          <p:nvPicPr>
            <p:cNvPr id="16" name="object 19">
              <a:extLst>
                <a:ext uri="{FF2B5EF4-FFF2-40B4-BE49-F238E27FC236}">
                  <a16:creationId xmlns:a16="http://schemas.microsoft.com/office/drawing/2014/main" id="{030944D1-B2FB-84D1-336E-F9798F3E8033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96390" y="3643797"/>
              <a:ext cx="837342" cy="557108"/>
            </a:xfrm>
            <a:prstGeom prst="rect">
              <a:avLst/>
            </a:prstGeom>
          </p:spPr>
        </p:pic>
        <p:pic>
          <p:nvPicPr>
            <p:cNvPr id="17" name="object 20">
              <a:extLst>
                <a:ext uri="{FF2B5EF4-FFF2-40B4-BE49-F238E27FC236}">
                  <a16:creationId xmlns:a16="http://schemas.microsoft.com/office/drawing/2014/main" id="{6FFCB93F-A0D9-5256-FE32-F8202219B291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46888" y="2138557"/>
              <a:ext cx="788619" cy="590595"/>
            </a:xfrm>
            <a:prstGeom prst="rect">
              <a:avLst/>
            </a:prstGeom>
          </p:spPr>
        </p:pic>
        <p:pic>
          <p:nvPicPr>
            <p:cNvPr id="18" name="object 21">
              <a:extLst>
                <a:ext uri="{FF2B5EF4-FFF2-40B4-BE49-F238E27FC236}">
                  <a16:creationId xmlns:a16="http://schemas.microsoft.com/office/drawing/2014/main" id="{BABE2529-D6F0-6AFD-AF11-9C44F334B000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73164" y="2984198"/>
              <a:ext cx="886061" cy="526665"/>
            </a:xfrm>
            <a:prstGeom prst="rect">
              <a:avLst/>
            </a:prstGeom>
          </p:spPr>
        </p:pic>
        <p:pic>
          <p:nvPicPr>
            <p:cNvPr id="19" name="object 22">
              <a:extLst>
                <a:ext uri="{FF2B5EF4-FFF2-40B4-BE49-F238E27FC236}">
                  <a16:creationId xmlns:a16="http://schemas.microsoft.com/office/drawing/2014/main" id="{1E58C807-1AA5-1D06-E762-FACFE08782CD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44536" y="3237890"/>
              <a:ext cx="837342" cy="557098"/>
            </a:xfrm>
            <a:prstGeom prst="rect">
              <a:avLst/>
            </a:prstGeom>
          </p:spPr>
        </p:pic>
        <p:pic>
          <p:nvPicPr>
            <p:cNvPr id="20" name="object 23">
              <a:extLst>
                <a:ext uri="{FF2B5EF4-FFF2-40B4-BE49-F238E27FC236}">
                  <a16:creationId xmlns:a16="http://schemas.microsoft.com/office/drawing/2014/main" id="{63E43FDD-6FB9-DF4F-C668-DB830B4BC0F6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58140" y="5115205"/>
              <a:ext cx="788624" cy="590595"/>
            </a:xfrm>
            <a:prstGeom prst="rect">
              <a:avLst/>
            </a:prstGeom>
          </p:spPr>
        </p:pic>
        <p:pic>
          <p:nvPicPr>
            <p:cNvPr id="21" name="object 24">
              <a:extLst>
                <a:ext uri="{FF2B5EF4-FFF2-40B4-BE49-F238E27FC236}">
                  <a16:creationId xmlns:a16="http://schemas.microsoft.com/office/drawing/2014/main" id="{6F06EFFF-15B4-F243-8E16-CC90884855E3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21245" y="4668710"/>
              <a:ext cx="788624" cy="590588"/>
            </a:xfrm>
            <a:prstGeom prst="rect">
              <a:avLst/>
            </a:prstGeom>
          </p:spPr>
        </p:pic>
        <p:pic>
          <p:nvPicPr>
            <p:cNvPr id="22" name="object 25">
              <a:extLst>
                <a:ext uri="{FF2B5EF4-FFF2-40B4-BE49-F238E27FC236}">
                  <a16:creationId xmlns:a16="http://schemas.microsoft.com/office/drawing/2014/main" id="{3061EB65-4725-BD9F-FB7B-3FD25E60F7D0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920600" y="3691153"/>
              <a:ext cx="837342" cy="557098"/>
            </a:xfrm>
            <a:prstGeom prst="rect">
              <a:avLst/>
            </a:prstGeom>
          </p:spPr>
        </p:pic>
        <p:pic>
          <p:nvPicPr>
            <p:cNvPr id="23" name="object 26">
              <a:extLst>
                <a:ext uri="{FF2B5EF4-FFF2-40B4-BE49-F238E27FC236}">
                  <a16:creationId xmlns:a16="http://schemas.microsoft.com/office/drawing/2014/main" id="{74DB528D-0477-AE27-21D7-0633DE0CFBF1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66407" y="2544462"/>
              <a:ext cx="788619" cy="590595"/>
            </a:xfrm>
            <a:prstGeom prst="rect">
              <a:avLst/>
            </a:prstGeom>
          </p:spPr>
        </p:pic>
        <p:pic>
          <p:nvPicPr>
            <p:cNvPr id="24" name="object 27">
              <a:extLst>
                <a:ext uri="{FF2B5EF4-FFF2-40B4-BE49-F238E27FC236}">
                  <a16:creationId xmlns:a16="http://schemas.microsoft.com/office/drawing/2014/main" id="{2B3F23C3-6068-7AC3-A4E0-14AB735AC494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51055" y="4577384"/>
              <a:ext cx="840384" cy="557098"/>
            </a:xfrm>
            <a:prstGeom prst="rect">
              <a:avLst/>
            </a:prstGeom>
          </p:spPr>
        </p:pic>
        <p:pic>
          <p:nvPicPr>
            <p:cNvPr id="25" name="object 28">
              <a:extLst>
                <a:ext uri="{FF2B5EF4-FFF2-40B4-BE49-F238E27FC236}">
                  <a16:creationId xmlns:a16="http://schemas.microsoft.com/office/drawing/2014/main" id="{D10F7927-5155-E376-A917-7C5C73337DC0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677014" y="4919019"/>
              <a:ext cx="788619" cy="590595"/>
            </a:xfrm>
            <a:prstGeom prst="rect">
              <a:avLst/>
            </a:prstGeom>
          </p:spPr>
        </p:pic>
        <p:pic>
          <p:nvPicPr>
            <p:cNvPr id="26" name="object 29">
              <a:extLst>
                <a:ext uri="{FF2B5EF4-FFF2-40B4-BE49-F238E27FC236}">
                  <a16:creationId xmlns:a16="http://schemas.microsoft.com/office/drawing/2014/main" id="{84B291DF-DF2D-C680-7B14-9845A9365058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618971" y="5152415"/>
              <a:ext cx="1044394" cy="447512"/>
            </a:xfrm>
            <a:prstGeom prst="rect">
              <a:avLst/>
            </a:prstGeom>
          </p:spPr>
        </p:pic>
        <p:pic>
          <p:nvPicPr>
            <p:cNvPr id="27" name="object 30">
              <a:extLst>
                <a:ext uri="{FF2B5EF4-FFF2-40B4-BE49-F238E27FC236}">
                  <a16:creationId xmlns:a16="http://schemas.microsoft.com/office/drawing/2014/main" id="{B6B510F2-AB0F-3B3E-3810-81971E58EAE7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240054" y="2053986"/>
              <a:ext cx="837336" cy="557108"/>
            </a:xfrm>
            <a:prstGeom prst="rect">
              <a:avLst/>
            </a:prstGeom>
          </p:spPr>
        </p:pic>
        <p:pic>
          <p:nvPicPr>
            <p:cNvPr id="28" name="object 31">
              <a:extLst>
                <a:ext uri="{FF2B5EF4-FFF2-40B4-BE49-F238E27FC236}">
                  <a16:creationId xmlns:a16="http://schemas.microsoft.com/office/drawing/2014/main" id="{74E05DF5-4EDA-605C-0E52-0BB12F18552A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828724" y="4178238"/>
              <a:ext cx="837342" cy="557108"/>
            </a:xfrm>
            <a:prstGeom prst="rect">
              <a:avLst/>
            </a:prstGeom>
          </p:spPr>
        </p:pic>
        <p:pic>
          <p:nvPicPr>
            <p:cNvPr id="29" name="object 32">
              <a:extLst>
                <a:ext uri="{FF2B5EF4-FFF2-40B4-BE49-F238E27FC236}">
                  <a16:creationId xmlns:a16="http://schemas.microsoft.com/office/drawing/2014/main" id="{46CA3392-E5F2-D3C1-9770-A848B1E27824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834073" y="4245891"/>
              <a:ext cx="837336" cy="557108"/>
            </a:xfrm>
            <a:prstGeom prst="rect">
              <a:avLst/>
            </a:prstGeom>
          </p:spPr>
        </p:pic>
        <p:pic>
          <p:nvPicPr>
            <p:cNvPr id="30" name="object 33">
              <a:extLst>
                <a:ext uri="{FF2B5EF4-FFF2-40B4-BE49-F238E27FC236}">
                  <a16:creationId xmlns:a16="http://schemas.microsoft.com/office/drawing/2014/main" id="{785BFA13-B38B-10A6-93D0-C0DE7F3A5DEB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467248" y="3911020"/>
              <a:ext cx="788624" cy="590595"/>
            </a:xfrm>
            <a:prstGeom prst="rect">
              <a:avLst/>
            </a:prstGeom>
          </p:spPr>
        </p:pic>
        <p:pic>
          <p:nvPicPr>
            <p:cNvPr id="31" name="object 34">
              <a:extLst>
                <a:ext uri="{FF2B5EF4-FFF2-40B4-BE49-F238E27FC236}">
                  <a16:creationId xmlns:a16="http://schemas.microsoft.com/office/drawing/2014/main" id="{8991F757-ADFF-F6E5-B2A8-15B0EA4CF698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271033" y="2050610"/>
              <a:ext cx="788619" cy="590595"/>
            </a:xfrm>
            <a:prstGeom prst="rect">
              <a:avLst/>
            </a:prstGeom>
          </p:spPr>
        </p:pic>
        <p:pic>
          <p:nvPicPr>
            <p:cNvPr id="32" name="object 35">
              <a:extLst>
                <a:ext uri="{FF2B5EF4-FFF2-40B4-BE49-F238E27FC236}">
                  <a16:creationId xmlns:a16="http://schemas.microsoft.com/office/drawing/2014/main" id="{A38A07DC-B96D-EA85-A214-0ADF565ABB3D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979551" y="3471284"/>
              <a:ext cx="867790" cy="538841"/>
            </a:xfrm>
            <a:prstGeom prst="rect">
              <a:avLst/>
            </a:prstGeom>
          </p:spPr>
        </p:pic>
        <p:pic>
          <p:nvPicPr>
            <p:cNvPr id="33" name="object 36">
              <a:extLst>
                <a:ext uri="{FF2B5EF4-FFF2-40B4-BE49-F238E27FC236}">
                  <a16:creationId xmlns:a16="http://schemas.microsoft.com/office/drawing/2014/main" id="{A26962D8-DEF2-89B9-CFB9-7F5278FA55AC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852934" y="2872574"/>
              <a:ext cx="837342" cy="557098"/>
            </a:xfrm>
            <a:prstGeom prst="rect">
              <a:avLst/>
            </a:prstGeom>
          </p:spPr>
        </p:pic>
        <p:pic>
          <p:nvPicPr>
            <p:cNvPr id="34" name="object 37">
              <a:extLst>
                <a:ext uri="{FF2B5EF4-FFF2-40B4-BE49-F238E27FC236}">
                  <a16:creationId xmlns:a16="http://schemas.microsoft.com/office/drawing/2014/main" id="{92098BAF-4917-24D7-6E9C-BA34A6285B54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184493" y="3170237"/>
              <a:ext cx="837336" cy="557098"/>
            </a:xfrm>
            <a:prstGeom prst="rect">
              <a:avLst/>
            </a:prstGeom>
          </p:spPr>
        </p:pic>
        <p:pic>
          <p:nvPicPr>
            <p:cNvPr id="35" name="object 38">
              <a:extLst>
                <a:ext uri="{FF2B5EF4-FFF2-40B4-BE49-F238E27FC236}">
                  <a16:creationId xmlns:a16="http://schemas.microsoft.com/office/drawing/2014/main" id="{7841FDC3-D36B-19CC-6278-8138CCC99625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240054" y="3873807"/>
              <a:ext cx="837336" cy="557108"/>
            </a:xfrm>
            <a:prstGeom prst="rect">
              <a:avLst/>
            </a:prstGeom>
          </p:spPr>
        </p:pic>
        <p:pic>
          <p:nvPicPr>
            <p:cNvPr id="36" name="object 39">
              <a:extLst>
                <a:ext uri="{FF2B5EF4-FFF2-40B4-BE49-F238E27FC236}">
                  <a16:creationId xmlns:a16="http://schemas.microsoft.com/office/drawing/2014/main" id="{F56ADA7E-5C53-B08A-6ABC-DA2C48BDAC0F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882864" y="2256944"/>
              <a:ext cx="837336" cy="557108"/>
            </a:xfrm>
            <a:prstGeom prst="rect">
              <a:avLst/>
            </a:prstGeom>
          </p:spPr>
        </p:pic>
        <p:pic>
          <p:nvPicPr>
            <p:cNvPr id="37" name="object 40">
              <a:extLst>
                <a:ext uri="{FF2B5EF4-FFF2-40B4-BE49-F238E27FC236}">
                  <a16:creationId xmlns:a16="http://schemas.microsoft.com/office/drawing/2014/main" id="{080E5BEF-1268-23F4-EA97-6BC03C24BB38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461912" y="4820922"/>
              <a:ext cx="837342" cy="557108"/>
            </a:xfrm>
            <a:prstGeom prst="rect">
              <a:avLst/>
            </a:prstGeom>
          </p:spPr>
        </p:pic>
        <p:pic>
          <p:nvPicPr>
            <p:cNvPr id="38" name="object 41">
              <a:extLst>
                <a:ext uri="{FF2B5EF4-FFF2-40B4-BE49-F238E27FC236}">
                  <a16:creationId xmlns:a16="http://schemas.microsoft.com/office/drawing/2014/main" id="{32CAF170-DAD0-EA2E-C934-D79E242044D0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052016" y="2754185"/>
              <a:ext cx="812982" cy="575373"/>
            </a:xfrm>
            <a:prstGeom prst="rect">
              <a:avLst/>
            </a:prstGeom>
          </p:spPr>
        </p:pic>
        <p:pic>
          <p:nvPicPr>
            <p:cNvPr id="39" name="object 42">
              <a:extLst>
                <a:ext uri="{FF2B5EF4-FFF2-40B4-BE49-F238E27FC236}">
                  <a16:creationId xmlns:a16="http://schemas.microsoft.com/office/drawing/2014/main" id="{8CF7B336-32F5-A526-6306-927F4C9498F5}"/>
                </a:ext>
              </a:extLst>
            </p:cNvPr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213515" y="3339363"/>
              <a:ext cx="913460" cy="511441"/>
            </a:xfrm>
            <a:prstGeom prst="rect">
              <a:avLst/>
            </a:prstGeom>
          </p:spPr>
        </p:pic>
        <p:pic>
          <p:nvPicPr>
            <p:cNvPr id="40" name="object 43">
              <a:extLst>
                <a:ext uri="{FF2B5EF4-FFF2-40B4-BE49-F238E27FC236}">
                  <a16:creationId xmlns:a16="http://schemas.microsoft.com/office/drawing/2014/main" id="{1B25ABBF-5220-1380-3FEE-F9FE513BB71A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421323" y="3961758"/>
              <a:ext cx="837336" cy="560152"/>
            </a:xfrm>
            <a:prstGeom prst="rect">
              <a:avLst/>
            </a:prstGeom>
          </p:spPr>
        </p:pic>
        <p:pic>
          <p:nvPicPr>
            <p:cNvPr id="41" name="object 44">
              <a:extLst>
                <a:ext uri="{FF2B5EF4-FFF2-40B4-BE49-F238E27FC236}">
                  <a16:creationId xmlns:a16="http://schemas.microsoft.com/office/drawing/2014/main" id="{38A52EED-C2B5-6CF5-B5A8-6BF75F85948C}"/>
                </a:ext>
              </a:extLst>
            </p:cNvPr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176304" y="4377814"/>
              <a:ext cx="861694" cy="541886"/>
            </a:xfrm>
            <a:prstGeom prst="rect">
              <a:avLst/>
            </a:prstGeom>
          </p:spPr>
        </p:pic>
        <p:pic>
          <p:nvPicPr>
            <p:cNvPr id="42" name="object 45">
              <a:extLst>
                <a:ext uri="{FF2B5EF4-FFF2-40B4-BE49-F238E27FC236}">
                  <a16:creationId xmlns:a16="http://schemas.microsoft.com/office/drawing/2014/main" id="{33C738CD-D038-555E-E7AB-19F2342BE569}"/>
                </a:ext>
              </a:extLst>
            </p:cNvPr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700699" y="2385479"/>
              <a:ext cx="913460" cy="511441"/>
            </a:xfrm>
            <a:prstGeom prst="rect">
              <a:avLst/>
            </a:prstGeom>
          </p:spPr>
        </p:pic>
      </p:grpSp>
      <p:sp>
        <p:nvSpPr>
          <p:cNvPr id="43" name="object 46">
            <a:extLst>
              <a:ext uri="{FF2B5EF4-FFF2-40B4-BE49-F238E27FC236}">
                <a16:creationId xmlns:a16="http://schemas.microsoft.com/office/drawing/2014/main" id="{680CA492-9272-BEF7-4853-44FB69D36320}"/>
              </a:ext>
            </a:extLst>
          </p:cNvPr>
          <p:cNvSpPr txBox="1"/>
          <p:nvPr/>
        </p:nvSpPr>
        <p:spPr>
          <a:xfrm>
            <a:off x="1588401" y="2320353"/>
            <a:ext cx="180086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55" dirty="0">
                <a:latin typeface="Arial MT"/>
                <a:cs typeface="Arial MT"/>
              </a:rPr>
              <a:t>HISTOGRAM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4" name="object 47">
            <a:extLst>
              <a:ext uri="{FF2B5EF4-FFF2-40B4-BE49-F238E27FC236}">
                <a16:creationId xmlns:a16="http://schemas.microsoft.com/office/drawing/2014/main" id="{289005B5-F807-4951-8D59-50DD05FF2F7A}"/>
              </a:ext>
            </a:extLst>
          </p:cNvPr>
          <p:cNvGrpSpPr/>
          <p:nvPr/>
        </p:nvGrpSpPr>
        <p:grpSpPr>
          <a:xfrm>
            <a:off x="1251065" y="4164677"/>
            <a:ext cx="1234440" cy="1771014"/>
            <a:chOff x="1251065" y="4164677"/>
            <a:chExt cx="1234440" cy="1771014"/>
          </a:xfrm>
        </p:grpSpPr>
        <p:pic>
          <p:nvPicPr>
            <p:cNvPr id="45" name="object 48">
              <a:extLst>
                <a:ext uri="{FF2B5EF4-FFF2-40B4-BE49-F238E27FC236}">
                  <a16:creationId xmlns:a16="http://schemas.microsoft.com/office/drawing/2014/main" id="{D5F23104-B5EE-5145-2B50-03AA9CD65918}"/>
                </a:ext>
              </a:extLst>
            </p:cNvPr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251065" y="4164677"/>
              <a:ext cx="1234440" cy="1770608"/>
            </a:xfrm>
            <a:prstGeom prst="rect">
              <a:avLst/>
            </a:prstGeom>
          </p:spPr>
        </p:pic>
        <p:sp>
          <p:nvSpPr>
            <p:cNvPr id="46" name="object 49">
              <a:extLst>
                <a:ext uri="{FF2B5EF4-FFF2-40B4-BE49-F238E27FC236}">
                  <a16:creationId xmlns:a16="http://schemas.microsoft.com/office/drawing/2014/main" id="{F927C7BE-A8E5-9464-E684-C0CCEF8A1870}"/>
                </a:ext>
              </a:extLst>
            </p:cNvPr>
            <p:cNvSpPr/>
            <p:nvPr/>
          </p:nvSpPr>
          <p:spPr>
            <a:xfrm>
              <a:off x="1315662" y="4376890"/>
              <a:ext cx="1120140" cy="1475105"/>
            </a:xfrm>
            <a:custGeom>
              <a:avLst/>
              <a:gdLst/>
              <a:ahLst/>
              <a:cxnLst/>
              <a:rect l="l" t="t" r="r" b="b"/>
              <a:pathLst>
                <a:path w="1120139" h="1475104">
                  <a:moveTo>
                    <a:pt x="1119978" y="1474832"/>
                  </a:moveTo>
                  <a:lnTo>
                    <a:pt x="942181" y="1450232"/>
                  </a:lnTo>
                  <a:lnTo>
                    <a:pt x="768349" y="1424044"/>
                  </a:lnTo>
                  <a:lnTo>
                    <a:pt x="602456" y="1392292"/>
                  </a:lnTo>
                  <a:lnTo>
                    <a:pt x="448469" y="1354997"/>
                  </a:lnTo>
                  <a:lnTo>
                    <a:pt x="377031" y="1332774"/>
                  </a:lnTo>
                  <a:lnTo>
                    <a:pt x="310356" y="1308963"/>
                  </a:lnTo>
                  <a:lnTo>
                    <a:pt x="248444" y="1281197"/>
                  </a:lnTo>
                  <a:lnTo>
                    <a:pt x="192087" y="1251034"/>
                  </a:lnTo>
                  <a:lnTo>
                    <a:pt x="141287" y="1217704"/>
                  </a:lnTo>
                  <a:lnTo>
                    <a:pt x="96837" y="1180409"/>
                  </a:lnTo>
                  <a:lnTo>
                    <a:pt x="59531" y="1139929"/>
                  </a:lnTo>
                  <a:lnTo>
                    <a:pt x="29368" y="1094693"/>
                  </a:lnTo>
                  <a:lnTo>
                    <a:pt x="9525" y="1040729"/>
                  </a:lnTo>
                  <a:lnTo>
                    <a:pt x="0" y="974070"/>
                  </a:lnTo>
                  <a:lnTo>
                    <a:pt x="793" y="897090"/>
                  </a:lnTo>
                  <a:lnTo>
                    <a:pt x="10318" y="812175"/>
                  </a:lnTo>
                  <a:lnTo>
                    <a:pt x="26193" y="720911"/>
                  </a:lnTo>
                  <a:lnTo>
                    <a:pt x="48418" y="626473"/>
                  </a:lnTo>
                  <a:lnTo>
                    <a:pt x="103187" y="436009"/>
                  </a:lnTo>
                  <a:lnTo>
                    <a:pt x="134144" y="343158"/>
                  </a:lnTo>
                  <a:lnTo>
                    <a:pt x="165893" y="256655"/>
                  </a:lnTo>
                  <a:lnTo>
                    <a:pt x="196056" y="176502"/>
                  </a:lnTo>
                  <a:lnTo>
                    <a:pt x="223044" y="106665"/>
                  </a:lnTo>
                  <a:lnTo>
                    <a:pt x="246856" y="47938"/>
                  </a:lnTo>
                  <a:lnTo>
                    <a:pt x="265906" y="3497"/>
                  </a:lnTo>
                  <a:lnTo>
                    <a:pt x="267436" y="0"/>
                  </a:lnTo>
                </a:path>
              </a:pathLst>
            </a:custGeom>
            <a:ln w="38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50">
              <a:extLst>
                <a:ext uri="{FF2B5EF4-FFF2-40B4-BE49-F238E27FC236}">
                  <a16:creationId xmlns:a16="http://schemas.microsoft.com/office/drawing/2014/main" id="{CA79410A-0357-717E-7E63-833D744D6368}"/>
                </a:ext>
              </a:extLst>
            </p:cNvPr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457502" y="4342295"/>
              <a:ext cx="159753" cy="1847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21807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75478-E643-EDC5-584B-3A473BD9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8CF03DAB-BEFC-6F8D-2FAE-A0F045E75EB3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7965" algn="l">
              <a:spcBef>
                <a:spcPts val="95"/>
              </a:spcBef>
            </a:pPr>
            <a:r>
              <a:rPr lang="en-US" spc="140">
                <a:solidFill>
                  <a:schemeClr val="bg1"/>
                </a:solidFill>
              </a:rPr>
              <a:t>Model</a:t>
            </a:r>
            <a:r>
              <a:rPr lang="en-US" spc="-90">
                <a:solidFill>
                  <a:schemeClr val="bg1"/>
                </a:solidFill>
              </a:rPr>
              <a:t> </a:t>
            </a:r>
            <a:r>
              <a:rPr lang="en-US" spc="254">
                <a:solidFill>
                  <a:schemeClr val="bg1"/>
                </a:solidFill>
              </a:rPr>
              <a:t>of</a:t>
            </a:r>
            <a:r>
              <a:rPr lang="en-US" spc="-85">
                <a:solidFill>
                  <a:schemeClr val="bg1"/>
                </a:solidFill>
              </a:rPr>
              <a:t> </a:t>
            </a:r>
            <a:r>
              <a:rPr lang="en-US" spc="150">
                <a:solidFill>
                  <a:schemeClr val="bg1"/>
                </a:solidFill>
              </a:rPr>
              <a:t>jumble</a:t>
            </a:r>
            <a:r>
              <a:rPr lang="en-US" spc="-85">
                <a:solidFill>
                  <a:schemeClr val="bg1"/>
                </a:solidFill>
              </a:rPr>
              <a:t> </a:t>
            </a:r>
            <a:r>
              <a:rPr lang="en-US" spc="254">
                <a:solidFill>
                  <a:schemeClr val="bg1"/>
                </a:solidFill>
              </a:rPr>
              <a:t>of</a:t>
            </a:r>
            <a:r>
              <a:rPr lang="en-US" spc="-85">
                <a:solidFill>
                  <a:schemeClr val="bg1"/>
                </a:solidFill>
              </a:rPr>
              <a:t> </a:t>
            </a:r>
            <a:r>
              <a:rPr lang="en-US" spc="105">
                <a:solidFill>
                  <a:schemeClr val="bg1"/>
                </a:solidFill>
              </a:rPr>
              <a:t>unlabeled</a:t>
            </a:r>
            <a:r>
              <a:rPr lang="en-US" spc="-85">
                <a:solidFill>
                  <a:schemeClr val="bg1"/>
                </a:solidFill>
              </a:rPr>
              <a:t> </a:t>
            </a:r>
            <a:r>
              <a:rPr lang="en-US" spc="-10">
                <a:solidFill>
                  <a:schemeClr val="bg1"/>
                </a:solidFill>
              </a:rPr>
              <a:t>images</a:t>
            </a:r>
            <a:endParaRPr lang="en-US" spc="-10" dirty="0">
              <a:solidFill>
                <a:schemeClr val="bg1"/>
              </a:solidFill>
            </a:endParaRPr>
          </a:p>
        </p:txBody>
      </p:sp>
      <p:grpSp>
        <p:nvGrpSpPr>
          <p:cNvPr id="3" name="object 5">
            <a:extLst>
              <a:ext uri="{FF2B5EF4-FFF2-40B4-BE49-F238E27FC236}">
                <a16:creationId xmlns:a16="http://schemas.microsoft.com/office/drawing/2014/main" id="{85BB7013-97C2-FA95-A265-558A12C6AFEC}"/>
              </a:ext>
            </a:extLst>
          </p:cNvPr>
          <p:cNvGrpSpPr/>
          <p:nvPr/>
        </p:nvGrpSpPr>
        <p:grpSpPr>
          <a:xfrm>
            <a:off x="527857" y="4713314"/>
            <a:ext cx="4568190" cy="394970"/>
            <a:chOff x="527857" y="4713314"/>
            <a:chExt cx="4568190" cy="394970"/>
          </a:xfrm>
        </p:grpSpPr>
        <p:pic>
          <p:nvPicPr>
            <p:cNvPr id="4" name="object 6">
              <a:extLst>
                <a:ext uri="{FF2B5EF4-FFF2-40B4-BE49-F238E27FC236}">
                  <a16:creationId xmlns:a16="http://schemas.microsoft.com/office/drawing/2014/main" id="{6C33FE9F-BD19-145D-4B91-28C5640BE72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857" y="4713314"/>
              <a:ext cx="4567847" cy="394854"/>
            </a:xfrm>
            <a:prstGeom prst="rect">
              <a:avLst/>
            </a:prstGeom>
          </p:spPr>
        </p:pic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5B7A18B7-48C1-3CF4-1C40-4FB0B5B2D9D2}"/>
                </a:ext>
              </a:extLst>
            </p:cNvPr>
            <p:cNvSpPr/>
            <p:nvPr/>
          </p:nvSpPr>
          <p:spPr>
            <a:xfrm>
              <a:off x="573321" y="4891328"/>
              <a:ext cx="4288790" cy="0"/>
            </a:xfrm>
            <a:custGeom>
              <a:avLst/>
              <a:gdLst/>
              <a:ahLst/>
              <a:cxnLst/>
              <a:rect l="l" t="t" r="r" b="b"/>
              <a:pathLst>
                <a:path w="4288790">
                  <a:moveTo>
                    <a:pt x="0" y="0"/>
                  </a:moveTo>
                  <a:lnTo>
                    <a:pt x="4288168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A7F6426B-7F1E-4FF2-12A5-E764DDF34BD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8424" y="4805854"/>
              <a:ext cx="170828" cy="170935"/>
            </a:xfrm>
            <a:prstGeom prst="rect">
              <a:avLst/>
            </a:prstGeom>
          </p:spPr>
        </p:pic>
      </p:grpSp>
      <p:sp>
        <p:nvSpPr>
          <p:cNvPr id="7" name="object 9">
            <a:extLst>
              <a:ext uri="{FF2B5EF4-FFF2-40B4-BE49-F238E27FC236}">
                <a16:creationId xmlns:a16="http://schemas.microsoft.com/office/drawing/2014/main" id="{C683AFE7-6CC5-CD89-C66C-D56894141865}"/>
              </a:ext>
            </a:extLst>
          </p:cNvPr>
          <p:cNvSpPr txBox="1"/>
          <p:nvPr/>
        </p:nvSpPr>
        <p:spPr>
          <a:xfrm>
            <a:off x="4261049" y="4869383"/>
            <a:ext cx="727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30" dirty="0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2E8DB5B5-5753-F2FC-BF85-DC1D4BBCD247}"/>
              </a:ext>
            </a:extLst>
          </p:cNvPr>
          <p:cNvSpPr txBox="1"/>
          <p:nvPr/>
        </p:nvSpPr>
        <p:spPr>
          <a:xfrm>
            <a:off x="855002" y="4855527"/>
            <a:ext cx="46228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25" dirty="0">
                <a:latin typeface="Arial MT"/>
                <a:cs typeface="Arial MT"/>
              </a:rPr>
              <a:t>0.3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9" name="object 11">
            <a:extLst>
              <a:ext uri="{FF2B5EF4-FFF2-40B4-BE49-F238E27FC236}">
                <a16:creationId xmlns:a16="http://schemas.microsoft.com/office/drawing/2014/main" id="{9726EBE0-A2D8-BD1C-8329-6D3D23204DE8}"/>
              </a:ext>
            </a:extLst>
          </p:cNvPr>
          <p:cNvGrpSpPr/>
          <p:nvPr/>
        </p:nvGrpSpPr>
        <p:grpSpPr>
          <a:xfrm>
            <a:off x="419792" y="3636810"/>
            <a:ext cx="1301115" cy="1276350"/>
            <a:chOff x="419792" y="3636810"/>
            <a:chExt cx="1301115" cy="1276350"/>
          </a:xfrm>
        </p:grpSpPr>
        <p:pic>
          <p:nvPicPr>
            <p:cNvPr id="10" name="object 12">
              <a:extLst>
                <a:ext uri="{FF2B5EF4-FFF2-40B4-BE49-F238E27FC236}">
                  <a16:creationId xmlns:a16="http://schemas.microsoft.com/office/drawing/2014/main" id="{D1A6242A-C126-3A04-492A-006E1B72361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792" y="3636810"/>
              <a:ext cx="1300937" cy="1276007"/>
            </a:xfrm>
            <a:prstGeom prst="rect">
              <a:avLst/>
            </a:prstGeom>
          </p:spPr>
        </p:pic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D76C04C9-5174-386E-D729-3AA2E271B763}"/>
                </a:ext>
              </a:extLst>
            </p:cNvPr>
            <p:cNvSpPr/>
            <p:nvPr/>
          </p:nvSpPr>
          <p:spPr>
            <a:xfrm>
              <a:off x="469419" y="3689072"/>
              <a:ext cx="1205865" cy="1129665"/>
            </a:xfrm>
            <a:custGeom>
              <a:avLst/>
              <a:gdLst/>
              <a:ahLst/>
              <a:cxnLst/>
              <a:rect l="l" t="t" r="r" b="b"/>
              <a:pathLst>
                <a:path w="1205864" h="1129664">
                  <a:moveTo>
                    <a:pt x="0" y="1126153"/>
                  </a:moveTo>
                  <a:lnTo>
                    <a:pt x="37376" y="1127898"/>
                  </a:lnTo>
                  <a:lnTo>
                    <a:pt x="82787" y="1126727"/>
                  </a:lnTo>
                  <a:lnTo>
                    <a:pt x="131412" y="1120203"/>
                  </a:lnTo>
                  <a:lnTo>
                    <a:pt x="178431" y="1105888"/>
                  </a:lnTo>
                  <a:lnTo>
                    <a:pt x="219021" y="1081347"/>
                  </a:lnTo>
                  <a:lnTo>
                    <a:pt x="246588" y="1055041"/>
                  </a:lnTo>
                  <a:lnTo>
                    <a:pt x="270572" y="1025251"/>
                  </a:lnTo>
                  <a:lnTo>
                    <a:pt x="292325" y="989488"/>
                  </a:lnTo>
                  <a:lnTo>
                    <a:pt x="313196" y="945262"/>
                  </a:lnTo>
                  <a:lnTo>
                    <a:pt x="334534" y="890083"/>
                  </a:lnTo>
                  <a:lnTo>
                    <a:pt x="357691" y="821462"/>
                  </a:lnTo>
                  <a:lnTo>
                    <a:pt x="369293" y="782733"/>
                  </a:lnTo>
                  <a:lnTo>
                    <a:pt x="381390" y="737659"/>
                  </a:lnTo>
                  <a:lnTo>
                    <a:pt x="393863" y="687445"/>
                  </a:lnTo>
                  <a:lnTo>
                    <a:pt x="406594" y="633293"/>
                  </a:lnTo>
                  <a:lnTo>
                    <a:pt x="419465" y="576407"/>
                  </a:lnTo>
                  <a:lnTo>
                    <a:pt x="432355" y="517990"/>
                  </a:lnTo>
                  <a:lnTo>
                    <a:pt x="445148" y="459245"/>
                  </a:lnTo>
                  <a:lnTo>
                    <a:pt x="457725" y="401376"/>
                  </a:lnTo>
                  <a:lnTo>
                    <a:pt x="469966" y="345586"/>
                  </a:lnTo>
                  <a:lnTo>
                    <a:pt x="481754" y="293077"/>
                  </a:lnTo>
                  <a:lnTo>
                    <a:pt x="492969" y="245055"/>
                  </a:lnTo>
                  <a:lnTo>
                    <a:pt x="503494" y="202721"/>
                  </a:lnTo>
                  <a:lnTo>
                    <a:pt x="540000" y="83523"/>
                  </a:lnTo>
                  <a:lnTo>
                    <a:pt x="561647" y="32671"/>
                  </a:lnTo>
                  <a:lnTo>
                    <a:pt x="598744" y="0"/>
                  </a:lnTo>
                  <a:lnTo>
                    <a:pt x="616523" y="4060"/>
                  </a:lnTo>
                  <a:lnTo>
                    <a:pt x="654026" y="67070"/>
                  </a:lnTo>
                  <a:lnTo>
                    <a:pt x="679095" y="143382"/>
                  </a:lnTo>
                  <a:lnTo>
                    <a:pt x="698477" y="216118"/>
                  </a:lnTo>
                  <a:lnTo>
                    <a:pt x="709332" y="261231"/>
                  </a:lnTo>
                  <a:lnTo>
                    <a:pt x="720774" y="310673"/>
                  </a:lnTo>
                  <a:lnTo>
                    <a:pt x="732663" y="363318"/>
                  </a:lnTo>
                  <a:lnTo>
                    <a:pt x="744856" y="418041"/>
                  </a:lnTo>
                  <a:lnTo>
                    <a:pt x="757212" y="473716"/>
                  </a:lnTo>
                  <a:lnTo>
                    <a:pt x="769589" y="529216"/>
                  </a:lnTo>
                  <a:lnTo>
                    <a:pt x="781846" y="583417"/>
                  </a:lnTo>
                  <a:lnTo>
                    <a:pt x="793840" y="635193"/>
                  </a:lnTo>
                  <a:lnTo>
                    <a:pt x="805432" y="683417"/>
                  </a:lnTo>
                  <a:lnTo>
                    <a:pt x="816478" y="726963"/>
                  </a:lnTo>
                  <a:lnTo>
                    <a:pt x="826838" y="764707"/>
                  </a:lnTo>
                  <a:lnTo>
                    <a:pt x="847244" y="832775"/>
                  </a:lnTo>
                  <a:lnTo>
                    <a:pt x="865813" y="889061"/>
                  </a:lnTo>
                  <a:lnTo>
                    <a:pt x="883375" y="935721"/>
                  </a:lnTo>
                  <a:lnTo>
                    <a:pt x="900757" y="974914"/>
                  </a:lnTo>
                  <a:lnTo>
                    <a:pt x="918787" y="1008797"/>
                  </a:lnTo>
                  <a:lnTo>
                    <a:pt x="970408" y="1075837"/>
                  </a:lnTo>
                  <a:lnTo>
                    <a:pt x="1004386" y="1098520"/>
                  </a:lnTo>
                  <a:lnTo>
                    <a:pt x="1073071" y="1123166"/>
                  </a:lnTo>
                  <a:lnTo>
                    <a:pt x="1112497" y="1129044"/>
                  </a:lnTo>
                  <a:lnTo>
                    <a:pt x="1155853" y="1128391"/>
                  </a:lnTo>
                  <a:lnTo>
                    <a:pt x="1190867" y="1125126"/>
                  </a:lnTo>
                  <a:lnTo>
                    <a:pt x="1205265" y="1123166"/>
                  </a:lnTo>
                </a:path>
              </a:pathLst>
            </a:custGeom>
            <a:ln w="57085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4">
            <a:extLst>
              <a:ext uri="{FF2B5EF4-FFF2-40B4-BE49-F238E27FC236}">
                <a16:creationId xmlns:a16="http://schemas.microsoft.com/office/drawing/2014/main" id="{1FCF6565-6B22-7453-8AEF-0040FA95D0B3}"/>
              </a:ext>
            </a:extLst>
          </p:cNvPr>
          <p:cNvGrpSpPr/>
          <p:nvPr/>
        </p:nvGrpSpPr>
        <p:grpSpPr>
          <a:xfrm>
            <a:off x="527857" y="6180512"/>
            <a:ext cx="4568190" cy="394970"/>
            <a:chOff x="527857" y="6180512"/>
            <a:chExt cx="4568190" cy="394970"/>
          </a:xfrm>
        </p:grpSpPr>
        <p:pic>
          <p:nvPicPr>
            <p:cNvPr id="13" name="object 15">
              <a:extLst>
                <a:ext uri="{FF2B5EF4-FFF2-40B4-BE49-F238E27FC236}">
                  <a16:creationId xmlns:a16="http://schemas.microsoft.com/office/drawing/2014/main" id="{ACD6177E-B253-5493-BFFB-C838C036BBA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7857" y="6180512"/>
              <a:ext cx="4567847" cy="394854"/>
            </a:xfrm>
            <a:prstGeom prst="rect">
              <a:avLst/>
            </a:prstGeom>
          </p:spPr>
        </p:pic>
        <p:sp>
          <p:nvSpPr>
            <p:cNvPr id="14" name="object 16">
              <a:extLst>
                <a:ext uri="{FF2B5EF4-FFF2-40B4-BE49-F238E27FC236}">
                  <a16:creationId xmlns:a16="http://schemas.microsoft.com/office/drawing/2014/main" id="{D7A18F31-B7AB-7D72-6119-ECB66BA07BD8}"/>
                </a:ext>
              </a:extLst>
            </p:cNvPr>
            <p:cNvSpPr/>
            <p:nvPr/>
          </p:nvSpPr>
          <p:spPr>
            <a:xfrm>
              <a:off x="573321" y="6356395"/>
              <a:ext cx="4288790" cy="0"/>
            </a:xfrm>
            <a:custGeom>
              <a:avLst/>
              <a:gdLst/>
              <a:ahLst/>
              <a:cxnLst/>
              <a:rect l="l" t="t" r="r" b="b"/>
              <a:pathLst>
                <a:path w="4288790">
                  <a:moveTo>
                    <a:pt x="0" y="0"/>
                  </a:moveTo>
                  <a:lnTo>
                    <a:pt x="4288168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7">
              <a:extLst>
                <a:ext uri="{FF2B5EF4-FFF2-40B4-BE49-F238E27FC236}">
                  <a16:creationId xmlns:a16="http://schemas.microsoft.com/office/drawing/2014/main" id="{F007D539-F834-D75D-533E-6ACE731E6EB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8424" y="6270926"/>
              <a:ext cx="170828" cy="170939"/>
            </a:xfrm>
            <a:prstGeom prst="rect">
              <a:avLst/>
            </a:prstGeom>
          </p:spPr>
        </p:pic>
      </p:grpSp>
      <p:sp>
        <p:nvSpPr>
          <p:cNvPr id="16" name="object 19">
            <a:extLst>
              <a:ext uri="{FF2B5EF4-FFF2-40B4-BE49-F238E27FC236}">
                <a16:creationId xmlns:a16="http://schemas.microsoft.com/office/drawing/2014/main" id="{F386F0E4-CE72-E4CC-1DB8-83ACF30D771D}"/>
              </a:ext>
            </a:extLst>
          </p:cNvPr>
          <p:cNvSpPr txBox="1"/>
          <p:nvPr/>
        </p:nvSpPr>
        <p:spPr>
          <a:xfrm>
            <a:off x="3614682" y="6320593"/>
            <a:ext cx="47434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30" dirty="0">
                <a:latin typeface="Arial MT"/>
                <a:cs typeface="Arial MT"/>
              </a:rPr>
              <a:t>0.8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7" name="object 20">
            <a:extLst>
              <a:ext uri="{FF2B5EF4-FFF2-40B4-BE49-F238E27FC236}">
                <a16:creationId xmlns:a16="http://schemas.microsoft.com/office/drawing/2014/main" id="{AA8B2CE7-282B-0D48-8AEF-1781D31430A7}"/>
              </a:ext>
            </a:extLst>
          </p:cNvPr>
          <p:cNvGrpSpPr/>
          <p:nvPr/>
        </p:nvGrpSpPr>
        <p:grpSpPr>
          <a:xfrm>
            <a:off x="2439784" y="5482243"/>
            <a:ext cx="2793365" cy="894080"/>
            <a:chOff x="2439784" y="5482243"/>
            <a:chExt cx="2793365" cy="894080"/>
          </a:xfrm>
        </p:grpSpPr>
        <p:pic>
          <p:nvPicPr>
            <p:cNvPr id="18" name="object 21">
              <a:extLst>
                <a:ext uri="{FF2B5EF4-FFF2-40B4-BE49-F238E27FC236}">
                  <a16:creationId xmlns:a16="http://schemas.microsoft.com/office/drawing/2014/main" id="{06609471-4E7D-4062-271F-CDDA2A6D49B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39784" y="5482243"/>
              <a:ext cx="2793072" cy="893617"/>
            </a:xfrm>
            <a:prstGeom prst="rect">
              <a:avLst/>
            </a:prstGeom>
          </p:spPr>
        </p:pic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BD7E9DDC-6F79-84B0-AA0A-5338F3B4810B}"/>
                </a:ext>
              </a:extLst>
            </p:cNvPr>
            <p:cNvSpPr/>
            <p:nvPr/>
          </p:nvSpPr>
          <p:spPr>
            <a:xfrm>
              <a:off x="2486647" y="5534673"/>
              <a:ext cx="2702560" cy="748665"/>
            </a:xfrm>
            <a:custGeom>
              <a:avLst/>
              <a:gdLst/>
              <a:ahLst/>
              <a:cxnLst/>
              <a:rect l="l" t="t" r="r" b="b"/>
              <a:pathLst>
                <a:path w="2702560" h="748664">
                  <a:moveTo>
                    <a:pt x="0" y="746707"/>
                  </a:moveTo>
                  <a:lnTo>
                    <a:pt x="38973" y="747426"/>
                  </a:lnTo>
                  <a:lnTo>
                    <a:pt x="83801" y="747863"/>
                  </a:lnTo>
                  <a:lnTo>
                    <a:pt x="133133" y="747818"/>
                  </a:lnTo>
                  <a:lnTo>
                    <a:pt x="185618" y="747087"/>
                  </a:lnTo>
                  <a:lnTo>
                    <a:pt x="239904" y="745469"/>
                  </a:lnTo>
                  <a:lnTo>
                    <a:pt x="294641" y="742761"/>
                  </a:lnTo>
                  <a:lnTo>
                    <a:pt x="348477" y="738762"/>
                  </a:lnTo>
                  <a:lnTo>
                    <a:pt x="400061" y="733270"/>
                  </a:lnTo>
                  <a:lnTo>
                    <a:pt x="448042" y="726082"/>
                  </a:lnTo>
                  <a:lnTo>
                    <a:pt x="491069" y="716997"/>
                  </a:lnTo>
                  <a:lnTo>
                    <a:pt x="544609" y="702150"/>
                  </a:lnTo>
                  <a:lnTo>
                    <a:pt x="591931" y="685780"/>
                  </a:lnTo>
                  <a:lnTo>
                    <a:pt x="634940" y="666845"/>
                  </a:lnTo>
                  <a:lnTo>
                    <a:pt x="675544" y="644307"/>
                  </a:lnTo>
                  <a:lnTo>
                    <a:pt x="715649" y="617127"/>
                  </a:lnTo>
                  <a:lnTo>
                    <a:pt x="757159" y="584264"/>
                  </a:lnTo>
                  <a:lnTo>
                    <a:pt x="801982" y="544680"/>
                  </a:lnTo>
                  <a:lnTo>
                    <a:pt x="832851" y="513855"/>
                  </a:lnTo>
                  <a:lnTo>
                    <a:pt x="865203" y="477358"/>
                  </a:lnTo>
                  <a:lnTo>
                    <a:pt x="898598" y="436506"/>
                  </a:lnTo>
                  <a:lnTo>
                    <a:pt x="932598" y="392614"/>
                  </a:lnTo>
                  <a:lnTo>
                    <a:pt x="966764" y="347001"/>
                  </a:lnTo>
                  <a:lnTo>
                    <a:pt x="1000657" y="300983"/>
                  </a:lnTo>
                  <a:lnTo>
                    <a:pt x="1033839" y="255878"/>
                  </a:lnTo>
                  <a:lnTo>
                    <a:pt x="1065870" y="213001"/>
                  </a:lnTo>
                  <a:lnTo>
                    <a:pt x="1096311" y="173671"/>
                  </a:lnTo>
                  <a:lnTo>
                    <a:pt x="1124725" y="139203"/>
                  </a:lnTo>
                  <a:lnTo>
                    <a:pt x="1150671" y="110916"/>
                  </a:lnTo>
                  <a:lnTo>
                    <a:pt x="1199813" y="64585"/>
                  </a:lnTo>
                  <a:lnTo>
                    <a:pt x="1240911" y="32847"/>
                  </a:lnTo>
                  <a:lnTo>
                    <a:pt x="1276616" y="13183"/>
                  </a:lnTo>
                  <a:lnTo>
                    <a:pt x="1342445" y="0"/>
                  </a:lnTo>
                  <a:lnTo>
                    <a:pt x="1382310" y="2692"/>
                  </a:lnTo>
                  <a:lnTo>
                    <a:pt x="1421629" y="15597"/>
                  </a:lnTo>
                  <a:lnTo>
                    <a:pt x="1466394" y="44471"/>
                  </a:lnTo>
                  <a:lnTo>
                    <a:pt x="1522600" y="95071"/>
                  </a:lnTo>
                  <a:lnTo>
                    <a:pt x="1549974" y="124468"/>
                  </a:lnTo>
                  <a:lnTo>
                    <a:pt x="1580486" y="160860"/>
                  </a:lnTo>
                  <a:lnTo>
                    <a:pt x="1613438" y="202609"/>
                  </a:lnTo>
                  <a:lnTo>
                    <a:pt x="1648133" y="248073"/>
                  </a:lnTo>
                  <a:lnTo>
                    <a:pt x="1683874" y="295612"/>
                  </a:lnTo>
                  <a:lnTo>
                    <a:pt x="1719963" y="343588"/>
                  </a:lnTo>
                  <a:lnTo>
                    <a:pt x="1755704" y="390359"/>
                  </a:lnTo>
                  <a:lnTo>
                    <a:pt x="1790399" y="434286"/>
                  </a:lnTo>
                  <a:lnTo>
                    <a:pt x="1823350" y="473729"/>
                  </a:lnTo>
                  <a:lnTo>
                    <a:pt x="1853861" y="507047"/>
                  </a:lnTo>
                  <a:lnTo>
                    <a:pt x="1899610" y="552181"/>
                  </a:lnTo>
                  <a:lnTo>
                    <a:pt x="1941245" y="589501"/>
                  </a:lnTo>
                  <a:lnTo>
                    <a:pt x="1980621" y="620440"/>
                  </a:lnTo>
                  <a:lnTo>
                    <a:pt x="2019594" y="646427"/>
                  </a:lnTo>
                  <a:lnTo>
                    <a:pt x="2060020" y="668892"/>
                  </a:lnTo>
                  <a:lnTo>
                    <a:pt x="2103755" y="689267"/>
                  </a:lnTo>
                  <a:lnTo>
                    <a:pt x="2151158" y="706488"/>
                  </a:lnTo>
                  <a:lnTo>
                    <a:pt x="2200824" y="719198"/>
                  </a:lnTo>
                  <a:lnTo>
                    <a:pt x="2251943" y="728386"/>
                  </a:lnTo>
                  <a:lnTo>
                    <a:pt x="2303709" y="735043"/>
                  </a:lnTo>
                  <a:lnTo>
                    <a:pt x="2355312" y="740160"/>
                  </a:lnTo>
                  <a:lnTo>
                    <a:pt x="2405945" y="744726"/>
                  </a:lnTo>
                  <a:lnTo>
                    <a:pt x="2494345" y="748625"/>
                  </a:lnTo>
                  <a:lnTo>
                    <a:pt x="2591552" y="748192"/>
                  </a:lnTo>
                  <a:lnTo>
                    <a:pt x="2670051" y="746026"/>
                  </a:lnTo>
                  <a:lnTo>
                    <a:pt x="2702332" y="744726"/>
                  </a:lnTo>
                </a:path>
              </a:pathLst>
            </a:custGeom>
            <a:ln w="57081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3">
            <a:extLst>
              <a:ext uri="{FF2B5EF4-FFF2-40B4-BE49-F238E27FC236}">
                <a16:creationId xmlns:a16="http://schemas.microsoft.com/office/drawing/2014/main" id="{F0147CF2-A00F-1DB7-96E1-791275F2C9DC}"/>
              </a:ext>
            </a:extLst>
          </p:cNvPr>
          <p:cNvGrpSpPr/>
          <p:nvPr/>
        </p:nvGrpSpPr>
        <p:grpSpPr>
          <a:xfrm>
            <a:off x="527857" y="2867889"/>
            <a:ext cx="4568190" cy="394970"/>
            <a:chOff x="527857" y="2867889"/>
            <a:chExt cx="4568190" cy="394970"/>
          </a:xfrm>
        </p:grpSpPr>
        <p:pic>
          <p:nvPicPr>
            <p:cNvPr id="21" name="object 24">
              <a:extLst>
                <a:ext uri="{FF2B5EF4-FFF2-40B4-BE49-F238E27FC236}">
                  <a16:creationId xmlns:a16="http://schemas.microsoft.com/office/drawing/2014/main" id="{1DECDE94-565C-7508-19F1-4B630FA1A1C9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7857" y="2867889"/>
              <a:ext cx="4567847" cy="394854"/>
            </a:xfrm>
            <a:prstGeom prst="rect">
              <a:avLst/>
            </a:prstGeom>
          </p:spPr>
        </p:pic>
        <p:sp>
          <p:nvSpPr>
            <p:cNvPr id="22" name="object 25">
              <a:extLst>
                <a:ext uri="{FF2B5EF4-FFF2-40B4-BE49-F238E27FC236}">
                  <a16:creationId xmlns:a16="http://schemas.microsoft.com/office/drawing/2014/main" id="{036F55C3-263F-E512-2AE8-25BC0DDF9D6E}"/>
                </a:ext>
              </a:extLst>
            </p:cNvPr>
            <p:cNvSpPr/>
            <p:nvPr/>
          </p:nvSpPr>
          <p:spPr>
            <a:xfrm>
              <a:off x="573321" y="3045713"/>
              <a:ext cx="4288790" cy="0"/>
            </a:xfrm>
            <a:custGeom>
              <a:avLst/>
              <a:gdLst/>
              <a:ahLst/>
              <a:cxnLst/>
              <a:rect l="l" t="t" r="r" b="b"/>
              <a:pathLst>
                <a:path w="4288790">
                  <a:moveTo>
                    <a:pt x="0" y="0"/>
                  </a:moveTo>
                  <a:lnTo>
                    <a:pt x="4288168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6">
              <a:extLst>
                <a:ext uri="{FF2B5EF4-FFF2-40B4-BE49-F238E27FC236}">
                  <a16:creationId xmlns:a16="http://schemas.microsoft.com/office/drawing/2014/main" id="{E6BCAB53-7C84-7D55-03BD-0F6A4F93AF3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28424" y="2960241"/>
              <a:ext cx="170828" cy="170944"/>
            </a:xfrm>
            <a:prstGeom prst="rect">
              <a:avLst/>
            </a:prstGeom>
          </p:spPr>
        </p:pic>
      </p:grpSp>
      <p:sp>
        <p:nvSpPr>
          <p:cNvPr id="24" name="object 27">
            <a:extLst>
              <a:ext uri="{FF2B5EF4-FFF2-40B4-BE49-F238E27FC236}">
                <a16:creationId xmlns:a16="http://schemas.microsoft.com/office/drawing/2014/main" id="{8EDE85E5-1C58-8599-7973-706B9B81E3C8}"/>
              </a:ext>
            </a:extLst>
          </p:cNvPr>
          <p:cNvSpPr txBox="1"/>
          <p:nvPr/>
        </p:nvSpPr>
        <p:spPr>
          <a:xfrm>
            <a:off x="4261049" y="3023768"/>
            <a:ext cx="727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30" dirty="0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8">
            <a:extLst>
              <a:ext uri="{FF2B5EF4-FFF2-40B4-BE49-F238E27FC236}">
                <a16:creationId xmlns:a16="http://schemas.microsoft.com/office/drawing/2014/main" id="{C531A09A-0700-B87F-C9EA-5A0C2606AC30}"/>
              </a:ext>
            </a:extLst>
          </p:cNvPr>
          <p:cNvSpPr txBox="1"/>
          <p:nvPr/>
        </p:nvSpPr>
        <p:spPr>
          <a:xfrm>
            <a:off x="1144266" y="3022600"/>
            <a:ext cx="64516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20" dirty="0">
                <a:latin typeface="Arial MT"/>
                <a:cs typeface="Arial MT"/>
              </a:rPr>
              <a:t>0.42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6" name="object 29">
            <a:extLst>
              <a:ext uri="{FF2B5EF4-FFF2-40B4-BE49-F238E27FC236}">
                <a16:creationId xmlns:a16="http://schemas.microsoft.com/office/drawing/2014/main" id="{325AE233-388D-12CB-0DD6-683FDC8F9433}"/>
              </a:ext>
            </a:extLst>
          </p:cNvPr>
          <p:cNvGrpSpPr/>
          <p:nvPr/>
        </p:nvGrpSpPr>
        <p:grpSpPr>
          <a:xfrm>
            <a:off x="640080" y="1891141"/>
            <a:ext cx="1828800" cy="1176655"/>
            <a:chOff x="640080" y="1891141"/>
            <a:chExt cx="1828800" cy="1176655"/>
          </a:xfrm>
        </p:grpSpPr>
        <p:pic>
          <p:nvPicPr>
            <p:cNvPr id="27" name="object 30">
              <a:extLst>
                <a:ext uri="{FF2B5EF4-FFF2-40B4-BE49-F238E27FC236}">
                  <a16:creationId xmlns:a16="http://schemas.microsoft.com/office/drawing/2014/main" id="{21E9F943-7476-E65E-AD93-794FB33BFCF9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080" y="1891141"/>
              <a:ext cx="1828800" cy="1176251"/>
            </a:xfrm>
            <a:prstGeom prst="rect">
              <a:avLst/>
            </a:prstGeom>
          </p:spPr>
        </p:pic>
        <p:sp>
          <p:nvSpPr>
            <p:cNvPr id="28" name="object 31">
              <a:extLst>
                <a:ext uri="{FF2B5EF4-FFF2-40B4-BE49-F238E27FC236}">
                  <a16:creationId xmlns:a16="http://schemas.microsoft.com/office/drawing/2014/main" id="{CC3A2BD6-21A9-161D-F6F3-EF492D1EF626}"/>
                </a:ext>
              </a:extLst>
            </p:cNvPr>
            <p:cNvSpPr/>
            <p:nvPr/>
          </p:nvSpPr>
          <p:spPr>
            <a:xfrm>
              <a:off x="685098" y="1944939"/>
              <a:ext cx="1738630" cy="1028065"/>
            </a:xfrm>
            <a:custGeom>
              <a:avLst/>
              <a:gdLst/>
              <a:ahLst/>
              <a:cxnLst/>
              <a:rect l="l" t="t" r="r" b="b"/>
              <a:pathLst>
                <a:path w="1738630" h="1028064">
                  <a:moveTo>
                    <a:pt x="0" y="1024969"/>
                  </a:moveTo>
                  <a:lnTo>
                    <a:pt x="43924" y="1026416"/>
                  </a:lnTo>
                  <a:lnTo>
                    <a:pt x="96700" y="1026277"/>
                  </a:lnTo>
                  <a:lnTo>
                    <a:pt x="154304" y="1023268"/>
                  </a:lnTo>
                  <a:lnTo>
                    <a:pt x="212713" y="1016105"/>
                  </a:lnTo>
                  <a:lnTo>
                    <a:pt x="267903" y="1003505"/>
                  </a:lnTo>
                  <a:lnTo>
                    <a:pt x="315851" y="984185"/>
                  </a:lnTo>
                  <a:lnTo>
                    <a:pt x="355605" y="960244"/>
                  </a:lnTo>
                  <a:lnTo>
                    <a:pt x="390194" y="933132"/>
                  </a:lnTo>
                  <a:lnTo>
                    <a:pt x="421563" y="900583"/>
                  </a:lnTo>
                  <a:lnTo>
                    <a:pt x="451661" y="860330"/>
                  </a:lnTo>
                  <a:lnTo>
                    <a:pt x="482434" y="810109"/>
                  </a:lnTo>
                  <a:lnTo>
                    <a:pt x="515828" y="747654"/>
                  </a:lnTo>
                  <a:lnTo>
                    <a:pt x="532559" y="712404"/>
                  </a:lnTo>
                  <a:lnTo>
                    <a:pt x="550004" y="671380"/>
                  </a:lnTo>
                  <a:lnTo>
                    <a:pt x="567992" y="625678"/>
                  </a:lnTo>
                  <a:lnTo>
                    <a:pt x="586352" y="576392"/>
                  </a:lnTo>
                  <a:lnTo>
                    <a:pt x="604912" y="524617"/>
                  </a:lnTo>
                  <a:lnTo>
                    <a:pt x="623502" y="471448"/>
                  </a:lnTo>
                  <a:lnTo>
                    <a:pt x="641951" y="417982"/>
                  </a:lnTo>
                  <a:lnTo>
                    <a:pt x="660087" y="365312"/>
                  </a:lnTo>
                  <a:lnTo>
                    <a:pt x="677741" y="314535"/>
                  </a:lnTo>
                  <a:lnTo>
                    <a:pt x="694740" y="266745"/>
                  </a:lnTo>
                  <a:lnTo>
                    <a:pt x="710914" y="223037"/>
                  </a:lnTo>
                  <a:lnTo>
                    <a:pt x="726092" y="184507"/>
                  </a:lnTo>
                  <a:lnTo>
                    <a:pt x="778737" y="76018"/>
                  </a:lnTo>
                  <a:lnTo>
                    <a:pt x="809954" y="29736"/>
                  </a:lnTo>
                  <a:lnTo>
                    <a:pt x="863452" y="0"/>
                  </a:lnTo>
                  <a:lnTo>
                    <a:pt x="889092" y="3695"/>
                  </a:lnTo>
                  <a:lnTo>
                    <a:pt x="943175" y="61044"/>
                  </a:lnTo>
                  <a:lnTo>
                    <a:pt x="979328" y="130500"/>
                  </a:lnTo>
                  <a:lnTo>
                    <a:pt x="1009819" y="203226"/>
                  </a:lnTo>
                  <a:lnTo>
                    <a:pt x="1026986" y="248680"/>
                  </a:lnTo>
                  <a:lnTo>
                    <a:pt x="1045088" y="298457"/>
                  </a:lnTo>
                  <a:lnTo>
                    <a:pt x="1063864" y="351255"/>
                  </a:lnTo>
                  <a:lnTo>
                    <a:pt x="1083055" y="405772"/>
                  </a:lnTo>
                  <a:lnTo>
                    <a:pt x="1102403" y="460704"/>
                  </a:lnTo>
                  <a:lnTo>
                    <a:pt x="1121646" y="514748"/>
                  </a:lnTo>
                  <a:lnTo>
                    <a:pt x="1140526" y="566602"/>
                  </a:lnTo>
                  <a:lnTo>
                    <a:pt x="1158783" y="614964"/>
                  </a:lnTo>
                  <a:lnTo>
                    <a:pt x="1176157" y="658530"/>
                  </a:lnTo>
                  <a:lnTo>
                    <a:pt x="1192388" y="695997"/>
                  </a:lnTo>
                  <a:lnTo>
                    <a:pt x="1221815" y="757949"/>
                  </a:lnTo>
                  <a:lnTo>
                    <a:pt x="1248594" y="809178"/>
                  </a:lnTo>
                  <a:lnTo>
                    <a:pt x="1273920" y="851645"/>
                  </a:lnTo>
                  <a:lnTo>
                    <a:pt x="1298986" y="887316"/>
                  </a:lnTo>
                  <a:lnTo>
                    <a:pt x="1324986" y="918154"/>
                  </a:lnTo>
                  <a:lnTo>
                    <a:pt x="1353114" y="946122"/>
                  </a:lnTo>
                  <a:lnTo>
                    <a:pt x="1399432" y="979172"/>
                  </a:lnTo>
                  <a:lnTo>
                    <a:pt x="1448434" y="999817"/>
                  </a:lnTo>
                  <a:lnTo>
                    <a:pt x="1498368" y="1012644"/>
                  </a:lnTo>
                  <a:lnTo>
                    <a:pt x="1547485" y="1022242"/>
                  </a:lnTo>
                  <a:lnTo>
                    <a:pt x="1604345" y="1027598"/>
                  </a:lnTo>
                  <a:lnTo>
                    <a:pt x="1666867" y="1027003"/>
                  </a:lnTo>
                  <a:lnTo>
                    <a:pt x="1717357" y="1024028"/>
                  </a:lnTo>
                  <a:lnTo>
                    <a:pt x="1738119" y="1022242"/>
                  </a:lnTo>
                </a:path>
              </a:pathLst>
            </a:custGeom>
            <a:ln w="57083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32">
            <a:extLst>
              <a:ext uri="{FF2B5EF4-FFF2-40B4-BE49-F238E27FC236}">
                <a16:creationId xmlns:a16="http://schemas.microsoft.com/office/drawing/2014/main" id="{0C441BA7-A1FC-0A5C-B1F4-7ABAD2BA7677}"/>
              </a:ext>
            </a:extLst>
          </p:cNvPr>
          <p:cNvGrpSpPr/>
          <p:nvPr/>
        </p:nvGrpSpPr>
        <p:grpSpPr>
          <a:xfrm>
            <a:off x="5176304" y="2050610"/>
            <a:ext cx="3956685" cy="3855720"/>
            <a:chOff x="5176304" y="2050610"/>
            <a:chExt cx="3956685" cy="3855720"/>
          </a:xfrm>
        </p:grpSpPr>
        <p:pic>
          <p:nvPicPr>
            <p:cNvPr id="30" name="object 33">
              <a:extLst>
                <a:ext uri="{FF2B5EF4-FFF2-40B4-BE49-F238E27FC236}">
                  <a16:creationId xmlns:a16="http://schemas.microsoft.com/office/drawing/2014/main" id="{552A72A1-9494-983D-22DB-D2EE204F187D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46165" y="5348604"/>
              <a:ext cx="837342" cy="557107"/>
            </a:xfrm>
            <a:prstGeom prst="rect">
              <a:avLst/>
            </a:prstGeom>
          </p:spPr>
        </p:pic>
        <p:pic>
          <p:nvPicPr>
            <p:cNvPr id="31" name="object 34">
              <a:extLst>
                <a:ext uri="{FF2B5EF4-FFF2-40B4-BE49-F238E27FC236}">
                  <a16:creationId xmlns:a16="http://schemas.microsoft.com/office/drawing/2014/main" id="{C81ADFF7-C06E-6A6C-CB14-A27D7A30FBB2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04263" y="4634890"/>
              <a:ext cx="928687" cy="502297"/>
            </a:xfrm>
            <a:prstGeom prst="rect">
              <a:avLst/>
            </a:prstGeom>
          </p:spPr>
        </p:pic>
        <p:pic>
          <p:nvPicPr>
            <p:cNvPr id="32" name="object 35">
              <a:extLst>
                <a:ext uri="{FF2B5EF4-FFF2-40B4-BE49-F238E27FC236}">
                  <a16:creationId xmlns:a16="http://schemas.microsoft.com/office/drawing/2014/main" id="{5494F5D6-3747-6036-ED96-8C52930D2EA5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96390" y="3643797"/>
              <a:ext cx="837342" cy="557108"/>
            </a:xfrm>
            <a:prstGeom prst="rect">
              <a:avLst/>
            </a:prstGeom>
          </p:spPr>
        </p:pic>
        <p:pic>
          <p:nvPicPr>
            <p:cNvPr id="33" name="object 36">
              <a:extLst>
                <a:ext uri="{FF2B5EF4-FFF2-40B4-BE49-F238E27FC236}">
                  <a16:creationId xmlns:a16="http://schemas.microsoft.com/office/drawing/2014/main" id="{CFBCCB27-841B-9AA3-F00B-4D69FC0603D2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46888" y="2138557"/>
              <a:ext cx="788619" cy="590595"/>
            </a:xfrm>
            <a:prstGeom prst="rect">
              <a:avLst/>
            </a:prstGeom>
          </p:spPr>
        </p:pic>
        <p:pic>
          <p:nvPicPr>
            <p:cNvPr id="34" name="object 37">
              <a:extLst>
                <a:ext uri="{FF2B5EF4-FFF2-40B4-BE49-F238E27FC236}">
                  <a16:creationId xmlns:a16="http://schemas.microsoft.com/office/drawing/2014/main" id="{C3064DFA-E8C0-2DA4-C49D-AB3F5CFA9F8F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73164" y="2984198"/>
              <a:ext cx="886061" cy="526665"/>
            </a:xfrm>
            <a:prstGeom prst="rect">
              <a:avLst/>
            </a:prstGeom>
          </p:spPr>
        </p:pic>
        <p:pic>
          <p:nvPicPr>
            <p:cNvPr id="35" name="object 38">
              <a:extLst>
                <a:ext uri="{FF2B5EF4-FFF2-40B4-BE49-F238E27FC236}">
                  <a16:creationId xmlns:a16="http://schemas.microsoft.com/office/drawing/2014/main" id="{7F58B616-25E4-E700-254B-B93959CDDBAF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544536" y="3237890"/>
              <a:ext cx="837342" cy="557098"/>
            </a:xfrm>
            <a:prstGeom prst="rect">
              <a:avLst/>
            </a:prstGeom>
          </p:spPr>
        </p:pic>
        <p:pic>
          <p:nvPicPr>
            <p:cNvPr id="36" name="object 39">
              <a:extLst>
                <a:ext uri="{FF2B5EF4-FFF2-40B4-BE49-F238E27FC236}">
                  <a16:creationId xmlns:a16="http://schemas.microsoft.com/office/drawing/2014/main" id="{ABFD8981-5747-4429-D5F0-C1048B0C6CEA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58140" y="5115205"/>
              <a:ext cx="788624" cy="590595"/>
            </a:xfrm>
            <a:prstGeom prst="rect">
              <a:avLst/>
            </a:prstGeom>
          </p:spPr>
        </p:pic>
        <p:pic>
          <p:nvPicPr>
            <p:cNvPr id="37" name="object 40">
              <a:extLst>
                <a:ext uri="{FF2B5EF4-FFF2-40B4-BE49-F238E27FC236}">
                  <a16:creationId xmlns:a16="http://schemas.microsoft.com/office/drawing/2014/main" id="{4ADBC327-CD89-1702-871E-1455F1BC95CC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321245" y="4668710"/>
              <a:ext cx="788624" cy="590588"/>
            </a:xfrm>
            <a:prstGeom prst="rect">
              <a:avLst/>
            </a:prstGeom>
          </p:spPr>
        </p:pic>
        <p:pic>
          <p:nvPicPr>
            <p:cNvPr id="38" name="object 41">
              <a:extLst>
                <a:ext uri="{FF2B5EF4-FFF2-40B4-BE49-F238E27FC236}">
                  <a16:creationId xmlns:a16="http://schemas.microsoft.com/office/drawing/2014/main" id="{9CBD6E61-781C-EFB3-1D1A-AE1FA9D8CFFF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20600" y="3691153"/>
              <a:ext cx="837342" cy="557098"/>
            </a:xfrm>
            <a:prstGeom prst="rect">
              <a:avLst/>
            </a:prstGeom>
          </p:spPr>
        </p:pic>
        <p:pic>
          <p:nvPicPr>
            <p:cNvPr id="39" name="object 42">
              <a:extLst>
                <a:ext uri="{FF2B5EF4-FFF2-40B4-BE49-F238E27FC236}">
                  <a16:creationId xmlns:a16="http://schemas.microsoft.com/office/drawing/2014/main" id="{356CBFBC-5CD5-E5C6-36E6-81A4CC5D8A03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766407" y="2544462"/>
              <a:ext cx="788619" cy="590595"/>
            </a:xfrm>
            <a:prstGeom prst="rect">
              <a:avLst/>
            </a:prstGeom>
          </p:spPr>
        </p:pic>
        <p:pic>
          <p:nvPicPr>
            <p:cNvPr id="40" name="object 43">
              <a:extLst>
                <a:ext uri="{FF2B5EF4-FFF2-40B4-BE49-F238E27FC236}">
                  <a16:creationId xmlns:a16="http://schemas.microsoft.com/office/drawing/2014/main" id="{9355DB28-CE9C-A310-9530-7CD0806D7DEB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951055" y="4577384"/>
              <a:ext cx="840384" cy="557098"/>
            </a:xfrm>
            <a:prstGeom prst="rect">
              <a:avLst/>
            </a:prstGeom>
          </p:spPr>
        </p:pic>
        <p:pic>
          <p:nvPicPr>
            <p:cNvPr id="41" name="object 44">
              <a:extLst>
                <a:ext uri="{FF2B5EF4-FFF2-40B4-BE49-F238E27FC236}">
                  <a16:creationId xmlns:a16="http://schemas.microsoft.com/office/drawing/2014/main" id="{5AD6C62E-93F9-44D3-4182-5A08F2D96D77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77014" y="4919019"/>
              <a:ext cx="788619" cy="590595"/>
            </a:xfrm>
            <a:prstGeom prst="rect">
              <a:avLst/>
            </a:prstGeom>
          </p:spPr>
        </p:pic>
        <p:pic>
          <p:nvPicPr>
            <p:cNvPr id="42" name="object 45">
              <a:extLst>
                <a:ext uri="{FF2B5EF4-FFF2-40B4-BE49-F238E27FC236}">
                  <a16:creationId xmlns:a16="http://schemas.microsoft.com/office/drawing/2014/main" id="{F448EA38-7003-D679-2C93-298E732EF621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618971" y="5152415"/>
              <a:ext cx="1044394" cy="447512"/>
            </a:xfrm>
            <a:prstGeom prst="rect">
              <a:avLst/>
            </a:prstGeom>
          </p:spPr>
        </p:pic>
        <p:pic>
          <p:nvPicPr>
            <p:cNvPr id="43" name="object 46">
              <a:extLst>
                <a:ext uri="{FF2B5EF4-FFF2-40B4-BE49-F238E27FC236}">
                  <a16:creationId xmlns:a16="http://schemas.microsoft.com/office/drawing/2014/main" id="{D653C2F7-74D6-B93B-F07D-5C09E3AE2054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240054" y="2053986"/>
              <a:ext cx="837336" cy="557108"/>
            </a:xfrm>
            <a:prstGeom prst="rect">
              <a:avLst/>
            </a:prstGeom>
          </p:spPr>
        </p:pic>
        <p:pic>
          <p:nvPicPr>
            <p:cNvPr id="44" name="object 47">
              <a:extLst>
                <a:ext uri="{FF2B5EF4-FFF2-40B4-BE49-F238E27FC236}">
                  <a16:creationId xmlns:a16="http://schemas.microsoft.com/office/drawing/2014/main" id="{08F074D5-AFA9-7B61-06F1-73B537A9B3F5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828724" y="4178238"/>
              <a:ext cx="837342" cy="557108"/>
            </a:xfrm>
            <a:prstGeom prst="rect">
              <a:avLst/>
            </a:prstGeom>
          </p:spPr>
        </p:pic>
        <p:pic>
          <p:nvPicPr>
            <p:cNvPr id="45" name="object 48">
              <a:extLst>
                <a:ext uri="{FF2B5EF4-FFF2-40B4-BE49-F238E27FC236}">
                  <a16:creationId xmlns:a16="http://schemas.microsoft.com/office/drawing/2014/main" id="{DC290A57-E14C-51F0-CEDD-D6B842FE47E7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834073" y="4245891"/>
              <a:ext cx="837336" cy="557108"/>
            </a:xfrm>
            <a:prstGeom prst="rect">
              <a:avLst/>
            </a:prstGeom>
          </p:spPr>
        </p:pic>
        <p:pic>
          <p:nvPicPr>
            <p:cNvPr id="46" name="object 49">
              <a:extLst>
                <a:ext uri="{FF2B5EF4-FFF2-40B4-BE49-F238E27FC236}">
                  <a16:creationId xmlns:a16="http://schemas.microsoft.com/office/drawing/2014/main" id="{A600BD4B-BA5B-37E8-94FB-AFBD0929A94D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467248" y="3911020"/>
              <a:ext cx="788624" cy="590595"/>
            </a:xfrm>
            <a:prstGeom prst="rect">
              <a:avLst/>
            </a:prstGeom>
          </p:spPr>
        </p:pic>
        <p:pic>
          <p:nvPicPr>
            <p:cNvPr id="47" name="object 50">
              <a:extLst>
                <a:ext uri="{FF2B5EF4-FFF2-40B4-BE49-F238E27FC236}">
                  <a16:creationId xmlns:a16="http://schemas.microsoft.com/office/drawing/2014/main" id="{FBB10D5A-ED00-3E06-7A9F-3725576ACD22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271033" y="2050610"/>
              <a:ext cx="788619" cy="590595"/>
            </a:xfrm>
            <a:prstGeom prst="rect">
              <a:avLst/>
            </a:prstGeom>
          </p:spPr>
        </p:pic>
        <p:pic>
          <p:nvPicPr>
            <p:cNvPr id="48" name="object 51">
              <a:extLst>
                <a:ext uri="{FF2B5EF4-FFF2-40B4-BE49-F238E27FC236}">
                  <a16:creationId xmlns:a16="http://schemas.microsoft.com/office/drawing/2014/main" id="{916F2B77-CD6C-FB0E-FA29-CF97F3BA73F0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979551" y="3471284"/>
              <a:ext cx="867790" cy="538841"/>
            </a:xfrm>
            <a:prstGeom prst="rect">
              <a:avLst/>
            </a:prstGeom>
          </p:spPr>
        </p:pic>
        <p:pic>
          <p:nvPicPr>
            <p:cNvPr id="49" name="object 52">
              <a:extLst>
                <a:ext uri="{FF2B5EF4-FFF2-40B4-BE49-F238E27FC236}">
                  <a16:creationId xmlns:a16="http://schemas.microsoft.com/office/drawing/2014/main" id="{382D57ED-9726-9DAC-7697-EAF378451567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852934" y="2872574"/>
              <a:ext cx="837342" cy="557098"/>
            </a:xfrm>
            <a:prstGeom prst="rect">
              <a:avLst/>
            </a:prstGeom>
          </p:spPr>
        </p:pic>
        <p:pic>
          <p:nvPicPr>
            <p:cNvPr id="50" name="object 53">
              <a:extLst>
                <a:ext uri="{FF2B5EF4-FFF2-40B4-BE49-F238E27FC236}">
                  <a16:creationId xmlns:a16="http://schemas.microsoft.com/office/drawing/2014/main" id="{6CAE353A-FA22-CE2F-073B-BCF817EF1F4A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184493" y="3170237"/>
              <a:ext cx="837336" cy="557098"/>
            </a:xfrm>
            <a:prstGeom prst="rect">
              <a:avLst/>
            </a:prstGeom>
          </p:spPr>
        </p:pic>
        <p:pic>
          <p:nvPicPr>
            <p:cNvPr id="51" name="object 54">
              <a:extLst>
                <a:ext uri="{FF2B5EF4-FFF2-40B4-BE49-F238E27FC236}">
                  <a16:creationId xmlns:a16="http://schemas.microsoft.com/office/drawing/2014/main" id="{D5D1A02C-826A-88C6-0D70-E63872A6B701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240054" y="3873807"/>
              <a:ext cx="837336" cy="557108"/>
            </a:xfrm>
            <a:prstGeom prst="rect">
              <a:avLst/>
            </a:prstGeom>
          </p:spPr>
        </p:pic>
        <p:pic>
          <p:nvPicPr>
            <p:cNvPr id="52" name="object 55">
              <a:extLst>
                <a:ext uri="{FF2B5EF4-FFF2-40B4-BE49-F238E27FC236}">
                  <a16:creationId xmlns:a16="http://schemas.microsoft.com/office/drawing/2014/main" id="{A82D585D-2E2D-F37B-AD36-DED88234DA36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882864" y="2256944"/>
              <a:ext cx="837336" cy="557108"/>
            </a:xfrm>
            <a:prstGeom prst="rect">
              <a:avLst/>
            </a:prstGeom>
          </p:spPr>
        </p:pic>
        <p:pic>
          <p:nvPicPr>
            <p:cNvPr id="53" name="object 56">
              <a:extLst>
                <a:ext uri="{FF2B5EF4-FFF2-40B4-BE49-F238E27FC236}">
                  <a16:creationId xmlns:a16="http://schemas.microsoft.com/office/drawing/2014/main" id="{0BB22A50-7517-0744-3228-2FC3D9DBE5DB}"/>
                </a:ext>
              </a:extLst>
            </p:cNvPr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461912" y="4820922"/>
              <a:ext cx="837342" cy="557108"/>
            </a:xfrm>
            <a:prstGeom prst="rect">
              <a:avLst/>
            </a:prstGeom>
          </p:spPr>
        </p:pic>
        <p:pic>
          <p:nvPicPr>
            <p:cNvPr id="54" name="object 57">
              <a:extLst>
                <a:ext uri="{FF2B5EF4-FFF2-40B4-BE49-F238E27FC236}">
                  <a16:creationId xmlns:a16="http://schemas.microsoft.com/office/drawing/2014/main" id="{10BCAFD4-3074-04C1-55AA-5FBF5C8ECB8E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052016" y="2754185"/>
              <a:ext cx="812982" cy="575373"/>
            </a:xfrm>
            <a:prstGeom prst="rect">
              <a:avLst/>
            </a:prstGeom>
          </p:spPr>
        </p:pic>
        <p:pic>
          <p:nvPicPr>
            <p:cNvPr id="55" name="object 58">
              <a:extLst>
                <a:ext uri="{FF2B5EF4-FFF2-40B4-BE49-F238E27FC236}">
                  <a16:creationId xmlns:a16="http://schemas.microsoft.com/office/drawing/2014/main" id="{301A1EB6-0780-9082-B2AE-10A6D89E1D01}"/>
                </a:ext>
              </a:extLst>
            </p:cNvPr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213515" y="3339363"/>
              <a:ext cx="913460" cy="511441"/>
            </a:xfrm>
            <a:prstGeom prst="rect">
              <a:avLst/>
            </a:prstGeom>
          </p:spPr>
        </p:pic>
        <p:pic>
          <p:nvPicPr>
            <p:cNvPr id="56" name="object 59">
              <a:extLst>
                <a:ext uri="{FF2B5EF4-FFF2-40B4-BE49-F238E27FC236}">
                  <a16:creationId xmlns:a16="http://schemas.microsoft.com/office/drawing/2014/main" id="{1E4ED4FD-A2C5-62CD-34E9-DA77EF98EEAD}"/>
                </a:ext>
              </a:extLst>
            </p:cNvPr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421323" y="3961758"/>
              <a:ext cx="837336" cy="560152"/>
            </a:xfrm>
            <a:prstGeom prst="rect">
              <a:avLst/>
            </a:prstGeom>
          </p:spPr>
        </p:pic>
        <p:pic>
          <p:nvPicPr>
            <p:cNvPr id="57" name="object 60">
              <a:extLst>
                <a:ext uri="{FF2B5EF4-FFF2-40B4-BE49-F238E27FC236}">
                  <a16:creationId xmlns:a16="http://schemas.microsoft.com/office/drawing/2014/main" id="{A6AF8707-F5A7-01AA-6437-AFB04F7EB48E}"/>
                </a:ext>
              </a:extLst>
            </p:cNvPr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176304" y="4377814"/>
              <a:ext cx="861694" cy="541886"/>
            </a:xfrm>
            <a:prstGeom prst="rect">
              <a:avLst/>
            </a:prstGeom>
          </p:spPr>
        </p:pic>
        <p:pic>
          <p:nvPicPr>
            <p:cNvPr id="58" name="object 61">
              <a:extLst>
                <a:ext uri="{FF2B5EF4-FFF2-40B4-BE49-F238E27FC236}">
                  <a16:creationId xmlns:a16="http://schemas.microsoft.com/office/drawing/2014/main" id="{38F6FAF3-9A5F-D9C6-3E28-F49B5C7B0CE4}"/>
                </a:ext>
              </a:extLst>
            </p:cNvPr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700699" y="2385479"/>
              <a:ext cx="913460" cy="5114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65953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6C845-9223-F527-1850-448AE2304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FBB688-AA8F-11DB-2A78-D22ED0B03C1C}"/>
              </a:ext>
            </a:extLst>
          </p:cNvPr>
          <p:cNvSpPr txBox="1">
            <a:spLocks/>
          </p:cNvSpPr>
          <p:nvPr/>
        </p:nvSpPr>
        <p:spPr>
          <a:xfrm>
            <a:off x="205516" y="532142"/>
            <a:ext cx="10606405" cy="63436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95"/>
              </a:spcBef>
            </a:pPr>
            <a:r>
              <a:rPr lang="en-US" sz="4000" spc="90">
                <a:solidFill>
                  <a:schemeClr val="bg1"/>
                </a:solidFill>
              </a:rPr>
              <a:t>What</a:t>
            </a:r>
            <a:r>
              <a:rPr lang="en-US" sz="4000" spc="-80">
                <a:solidFill>
                  <a:schemeClr val="bg1"/>
                </a:solidFill>
              </a:rPr>
              <a:t> </a:t>
            </a:r>
            <a:r>
              <a:rPr lang="en-US" sz="4000" spc="160">
                <a:solidFill>
                  <a:schemeClr val="bg1"/>
                </a:solidFill>
              </a:rPr>
              <a:t>if</a:t>
            </a:r>
            <a:r>
              <a:rPr lang="en-US" sz="4000" spc="-75">
                <a:solidFill>
                  <a:schemeClr val="bg1"/>
                </a:solidFill>
              </a:rPr>
              <a:t> </a:t>
            </a:r>
            <a:r>
              <a:rPr lang="en-US" sz="4000" spc="85">
                <a:solidFill>
                  <a:schemeClr val="bg1"/>
                </a:solidFill>
              </a:rPr>
              <a:t>image</a:t>
            </a:r>
            <a:r>
              <a:rPr lang="en-US" sz="4000" spc="-75">
                <a:solidFill>
                  <a:schemeClr val="bg1"/>
                </a:solidFill>
              </a:rPr>
              <a:t> </a:t>
            </a:r>
            <a:r>
              <a:rPr lang="en-US" sz="4000" spc="55">
                <a:solidFill>
                  <a:schemeClr val="bg1"/>
                </a:solidFill>
              </a:rPr>
              <a:t>types</a:t>
            </a:r>
            <a:r>
              <a:rPr lang="en-US" sz="4000" spc="-75">
                <a:solidFill>
                  <a:schemeClr val="bg1"/>
                </a:solidFill>
              </a:rPr>
              <a:t> </a:t>
            </a:r>
            <a:r>
              <a:rPr lang="en-US" sz="4000" spc="240">
                <a:solidFill>
                  <a:schemeClr val="bg1"/>
                </a:solidFill>
              </a:rPr>
              <a:t>not</a:t>
            </a:r>
            <a:r>
              <a:rPr lang="en-US" sz="4000" spc="-75">
                <a:solidFill>
                  <a:schemeClr val="bg1"/>
                </a:solidFill>
              </a:rPr>
              <a:t> </a:t>
            </a:r>
            <a:r>
              <a:rPr lang="en-US" sz="4000" spc="70">
                <a:solidFill>
                  <a:schemeClr val="bg1"/>
                </a:solidFill>
              </a:rPr>
              <a:t>equally</a:t>
            </a:r>
            <a:r>
              <a:rPr lang="en-US" sz="4000" spc="-75">
                <a:solidFill>
                  <a:schemeClr val="bg1"/>
                </a:solidFill>
              </a:rPr>
              <a:t> </a:t>
            </a:r>
            <a:r>
              <a:rPr lang="en-US" sz="4000" spc="-10">
                <a:solidFill>
                  <a:schemeClr val="bg1"/>
                </a:solidFill>
              </a:rPr>
              <a:t>represented?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543CC7F-939E-4A10-1FCC-59E6240CBA07}"/>
              </a:ext>
            </a:extLst>
          </p:cNvPr>
          <p:cNvSpPr txBox="1"/>
          <p:nvPr/>
        </p:nvSpPr>
        <p:spPr>
          <a:xfrm>
            <a:off x="243577" y="1635391"/>
            <a:ext cx="4956810" cy="995044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885825" marR="5080" indent="-873760">
              <a:lnSpc>
                <a:spcPts val="3800"/>
              </a:lnSpc>
              <a:spcBef>
                <a:spcPts val="229"/>
              </a:spcBef>
            </a:pPr>
            <a:r>
              <a:rPr sz="3200" spc="-25" dirty="0">
                <a:solidFill>
                  <a:srgbClr val="2B2728"/>
                </a:solidFill>
                <a:latin typeface="Arial MT"/>
                <a:cs typeface="Arial MT"/>
              </a:rPr>
              <a:t>e.g.,</a:t>
            </a:r>
            <a:r>
              <a:rPr sz="3200" spc="-8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65" dirty="0">
                <a:solidFill>
                  <a:srgbClr val="008000"/>
                </a:solidFill>
                <a:latin typeface="Arial MT"/>
                <a:cs typeface="Arial MT"/>
              </a:rPr>
              <a:t>forest</a:t>
            </a:r>
            <a:r>
              <a:rPr sz="3200" spc="-7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images</a:t>
            </a:r>
            <a:r>
              <a:rPr sz="3200" spc="-8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are</a:t>
            </a:r>
            <a:r>
              <a:rPr sz="3200" spc="-7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2B2728"/>
                </a:solidFill>
                <a:latin typeface="Arial MT"/>
                <a:cs typeface="Arial MT"/>
              </a:rPr>
              <a:t>very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likely</a:t>
            </a:r>
            <a:r>
              <a:rPr sz="3200" spc="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70" dirty="0">
                <a:solidFill>
                  <a:srgbClr val="2B2728"/>
                </a:solidFill>
                <a:latin typeface="Arial MT"/>
                <a:cs typeface="Arial MT"/>
              </a:rPr>
              <a:t>in</a:t>
            </a:r>
            <a:r>
              <a:rPr sz="3200" spc="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85" dirty="0">
                <a:solidFill>
                  <a:srgbClr val="2B2728"/>
                </a:solidFill>
                <a:latin typeface="Arial MT"/>
                <a:cs typeface="Arial MT"/>
              </a:rPr>
              <a:t>the</a:t>
            </a:r>
            <a:r>
              <a:rPr sz="3200" spc="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05" dirty="0">
                <a:solidFill>
                  <a:srgbClr val="2B2728"/>
                </a:solidFill>
                <a:latin typeface="Arial MT"/>
                <a:cs typeface="Arial MT"/>
              </a:rPr>
              <a:t>collection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99578CC-247E-1344-EF99-8D21D92E40EF}"/>
              </a:ext>
            </a:extLst>
          </p:cNvPr>
          <p:cNvGrpSpPr/>
          <p:nvPr/>
        </p:nvGrpSpPr>
        <p:grpSpPr>
          <a:xfrm>
            <a:off x="527857" y="4713314"/>
            <a:ext cx="4568190" cy="394970"/>
            <a:chOff x="527857" y="4713314"/>
            <a:chExt cx="4568190" cy="39497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015BE081-C665-6991-82E1-6F7E0225B0B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857" y="4713314"/>
              <a:ext cx="4567847" cy="39485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E29D494-A677-DACA-070B-12728DBBCCC9}"/>
                </a:ext>
              </a:extLst>
            </p:cNvPr>
            <p:cNvSpPr/>
            <p:nvPr/>
          </p:nvSpPr>
          <p:spPr>
            <a:xfrm>
              <a:off x="573321" y="4891328"/>
              <a:ext cx="4288790" cy="0"/>
            </a:xfrm>
            <a:custGeom>
              <a:avLst/>
              <a:gdLst/>
              <a:ahLst/>
              <a:cxnLst/>
              <a:rect l="l" t="t" r="r" b="b"/>
              <a:pathLst>
                <a:path w="4288790">
                  <a:moveTo>
                    <a:pt x="0" y="0"/>
                  </a:moveTo>
                  <a:lnTo>
                    <a:pt x="4288168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D7F371B2-29A1-4658-A546-9034EA5B377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8424" y="4805854"/>
              <a:ext cx="170828" cy="170935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04B33637-2F57-CB6D-C9DB-316A78DAD8B2}"/>
              </a:ext>
            </a:extLst>
          </p:cNvPr>
          <p:cNvSpPr txBox="1"/>
          <p:nvPr/>
        </p:nvSpPr>
        <p:spPr>
          <a:xfrm>
            <a:off x="4261049" y="4869383"/>
            <a:ext cx="727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30" dirty="0">
                <a:solidFill>
                  <a:srgbClr val="0000FF"/>
                </a:solidFill>
                <a:latin typeface="Arial MT"/>
                <a:cs typeface="Arial MT"/>
              </a:rPr>
              <a:t>blue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9" name="object 9">
            <a:extLst>
              <a:ext uri="{FF2B5EF4-FFF2-40B4-BE49-F238E27FC236}">
                <a16:creationId xmlns:a16="http://schemas.microsoft.com/office/drawing/2014/main" id="{DE86AD36-1549-46AE-70F1-03A0229FD9F0}"/>
              </a:ext>
            </a:extLst>
          </p:cNvPr>
          <p:cNvGrpSpPr/>
          <p:nvPr/>
        </p:nvGrpSpPr>
        <p:grpSpPr>
          <a:xfrm>
            <a:off x="423948" y="4085700"/>
            <a:ext cx="1297305" cy="827405"/>
            <a:chOff x="423948" y="4085700"/>
            <a:chExt cx="1297305" cy="827405"/>
          </a:xfrm>
        </p:grpSpPr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A212F6D4-8958-79BB-CFAC-2D972C0435E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948" y="4085700"/>
              <a:ext cx="1296784" cy="827116"/>
            </a:xfrm>
            <a:prstGeom prst="rect">
              <a:avLst/>
            </a:prstGeom>
          </p:spPr>
        </p:pic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19D1D722-347F-F2A6-97B2-288A9F01B64D}"/>
                </a:ext>
              </a:extLst>
            </p:cNvPr>
            <p:cNvSpPr/>
            <p:nvPr/>
          </p:nvSpPr>
          <p:spPr>
            <a:xfrm>
              <a:off x="469419" y="4139360"/>
              <a:ext cx="1205865" cy="679450"/>
            </a:xfrm>
            <a:custGeom>
              <a:avLst/>
              <a:gdLst/>
              <a:ahLst/>
              <a:cxnLst/>
              <a:rect l="l" t="t" r="r" b="b"/>
              <a:pathLst>
                <a:path w="1205864" h="679450">
                  <a:moveTo>
                    <a:pt x="0" y="677142"/>
                  </a:moveTo>
                  <a:lnTo>
                    <a:pt x="48163" y="678236"/>
                  </a:lnTo>
                  <a:lnTo>
                    <a:pt x="106999" y="676019"/>
                  </a:lnTo>
                  <a:lnTo>
                    <a:pt x="167090" y="667628"/>
                  </a:lnTo>
                  <a:lnTo>
                    <a:pt x="219021" y="650200"/>
                  </a:lnTo>
                  <a:lnTo>
                    <a:pt x="258943" y="625784"/>
                  </a:lnTo>
                  <a:lnTo>
                    <a:pt x="292325" y="594969"/>
                  </a:lnTo>
                  <a:lnTo>
                    <a:pt x="323722" y="552704"/>
                  </a:lnTo>
                  <a:lnTo>
                    <a:pt x="357691" y="493937"/>
                  </a:lnTo>
                  <a:lnTo>
                    <a:pt x="376803" y="454111"/>
                  </a:lnTo>
                  <a:lnTo>
                    <a:pt x="397027" y="405407"/>
                  </a:lnTo>
                  <a:lnTo>
                    <a:pt x="417852" y="350928"/>
                  </a:lnTo>
                  <a:lnTo>
                    <a:pt x="438771" y="293780"/>
                  </a:lnTo>
                  <a:lnTo>
                    <a:pt x="459275" y="237067"/>
                  </a:lnTo>
                  <a:lnTo>
                    <a:pt x="478856" y="183893"/>
                  </a:lnTo>
                  <a:lnTo>
                    <a:pt x="497003" y="137364"/>
                  </a:lnTo>
                  <a:lnTo>
                    <a:pt x="513209" y="100583"/>
                  </a:lnTo>
                  <a:lnTo>
                    <a:pt x="540000" y="50221"/>
                  </a:lnTo>
                  <a:lnTo>
                    <a:pt x="580459" y="4392"/>
                  </a:lnTo>
                  <a:lnTo>
                    <a:pt x="598744" y="0"/>
                  </a:lnTo>
                  <a:lnTo>
                    <a:pt x="616523" y="2441"/>
                  </a:lnTo>
                  <a:lnTo>
                    <a:pt x="654026" y="40328"/>
                  </a:lnTo>
                  <a:lnTo>
                    <a:pt x="679095" y="86214"/>
                  </a:lnTo>
                  <a:lnTo>
                    <a:pt x="712143" y="164290"/>
                  </a:lnTo>
                  <a:lnTo>
                    <a:pt x="731157" y="214420"/>
                  </a:lnTo>
                  <a:lnTo>
                    <a:pt x="751023" y="268072"/>
                  </a:lnTo>
                  <a:lnTo>
                    <a:pt x="771131" y="322342"/>
                  </a:lnTo>
                  <a:lnTo>
                    <a:pt x="790874" y="374325"/>
                  </a:lnTo>
                  <a:lnTo>
                    <a:pt x="809646" y="421116"/>
                  </a:lnTo>
                  <a:lnTo>
                    <a:pt x="826838" y="459810"/>
                  </a:lnTo>
                  <a:lnTo>
                    <a:pt x="856706" y="518465"/>
                  </a:lnTo>
                  <a:lnTo>
                    <a:pt x="883375" y="562638"/>
                  </a:lnTo>
                  <a:lnTo>
                    <a:pt x="909639" y="596709"/>
                  </a:lnTo>
                  <a:lnTo>
                    <a:pt x="938293" y="625054"/>
                  </a:lnTo>
                  <a:lnTo>
                    <a:pt x="970408" y="646888"/>
                  </a:lnTo>
                  <a:lnTo>
                    <a:pt x="1039012" y="669003"/>
                  </a:lnTo>
                  <a:lnTo>
                    <a:pt x="1112497" y="678882"/>
                  </a:lnTo>
                  <a:lnTo>
                    <a:pt x="1155853" y="678489"/>
                  </a:lnTo>
                  <a:lnTo>
                    <a:pt x="1190867" y="676524"/>
                  </a:lnTo>
                  <a:lnTo>
                    <a:pt x="1205265" y="675346"/>
                  </a:lnTo>
                </a:path>
              </a:pathLst>
            </a:custGeom>
            <a:ln w="5708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C80D4329-F2BD-68EB-259B-47192D9B697A}"/>
              </a:ext>
            </a:extLst>
          </p:cNvPr>
          <p:cNvSpPr txBox="1"/>
          <p:nvPr/>
        </p:nvSpPr>
        <p:spPr>
          <a:xfrm>
            <a:off x="3614682" y="4849177"/>
            <a:ext cx="47434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30" dirty="0">
                <a:latin typeface="Arial MT"/>
                <a:cs typeface="Arial MT"/>
              </a:rPr>
              <a:t>0.8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5BF941D0-7175-4D44-DD08-D0E5399552CE}"/>
              </a:ext>
            </a:extLst>
          </p:cNvPr>
          <p:cNvGrpSpPr/>
          <p:nvPr/>
        </p:nvGrpSpPr>
        <p:grpSpPr>
          <a:xfrm>
            <a:off x="1083468" y="2054837"/>
            <a:ext cx="8049895" cy="3851910"/>
            <a:chOff x="1083468" y="2054837"/>
            <a:chExt cx="8049895" cy="3851910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4815792B-2DB3-0132-DC5E-1768595847F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39784" y="4351714"/>
              <a:ext cx="2793072" cy="552796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46A421E-2766-1E92-6EFA-177FA69853DB}"/>
                </a:ext>
              </a:extLst>
            </p:cNvPr>
            <p:cNvSpPr/>
            <p:nvPr/>
          </p:nvSpPr>
          <p:spPr>
            <a:xfrm>
              <a:off x="2486647" y="4405733"/>
              <a:ext cx="2702560" cy="406400"/>
            </a:xfrm>
            <a:custGeom>
              <a:avLst/>
              <a:gdLst/>
              <a:ahLst/>
              <a:cxnLst/>
              <a:rect l="l" t="t" r="r" b="b"/>
              <a:pathLst>
                <a:path w="2702560" h="406400">
                  <a:moveTo>
                    <a:pt x="0" y="405207"/>
                  </a:moveTo>
                  <a:lnTo>
                    <a:pt x="38973" y="405597"/>
                  </a:lnTo>
                  <a:lnTo>
                    <a:pt x="83801" y="405835"/>
                  </a:lnTo>
                  <a:lnTo>
                    <a:pt x="133133" y="405810"/>
                  </a:lnTo>
                  <a:lnTo>
                    <a:pt x="185618" y="405414"/>
                  </a:lnTo>
                  <a:lnTo>
                    <a:pt x="239904" y="404535"/>
                  </a:lnTo>
                  <a:lnTo>
                    <a:pt x="294641" y="403066"/>
                  </a:lnTo>
                  <a:lnTo>
                    <a:pt x="348477" y="400896"/>
                  </a:lnTo>
                  <a:lnTo>
                    <a:pt x="400061" y="397916"/>
                  </a:lnTo>
                  <a:lnTo>
                    <a:pt x="448042" y="394015"/>
                  </a:lnTo>
                  <a:lnTo>
                    <a:pt x="491069" y="389085"/>
                  </a:lnTo>
                  <a:lnTo>
                    <a:pt x="552876" y="379621"/>
                  </a:lnTo>
                  <a:lnTo>
                    <a:pt x="606652" y="368902"/>
                  </a:lnTo>
                  <a:lnTo>
                    <a:pt x="655424" y="356034"/>
                  </a:lnTo>
                  <a:lnTo>
                    <a:pt x="702218" y="340121"/>
                  </a:lnTo>
                  <a:lnTo>
                    <a:pt x="750062" y="320267"/>
                  </a:lnTo>
                  <a:lnTo>
                    <a:pt x="801982" y="295575"/>
                  </a:lnTo>
                  <a:lnTo>
                    <a:pt x="844833" y="271744"/>
                  </a:lnTo>
                  <a:lnTo>
                    <a:pt x="890176" y="242599"/>
                  </a:lnTo>
                  <a:lnTo>
                    <a:pt x="936869" y="209998"/>
                  </a:lnTo>
                  <a:lnTo>
                    <a:pt x="983772" y="175800"/>
                  </a:lnTo>
                  <a:lnTo>
                    <a:pt x="1029745" y="141862"/>
                  </a:lnTo>
                  <a:lnTo>
                    <a:pt x="1073646" y="110043"/>
                  </a:lnTo>
                  <a:lnTo>
                    <a:pt x="1114335" y="82199"/>
                  </a:lnTo>
                  <a:lnTo>
                    <a:pt x="1150671" y="60190"/>
                  </a:lnTo>
                  <a:lnTo>
                    <a:pt x="1210738" y="30053"/>
                  </a:lnTo>
                  <a:lnTo>
                    <a:pt x="1259272" y="11755"/>
                  </a:lnTo>
                  <a:lnTo>
                    <a:pt x="1301449" y="2628"/>
                  </a:lnTo>
                  <a:lnTo>
                    <a:pt x="1342445" y="0"/>
                  </a:lnTo>
                  <a:lnTo>
                    <a:pt x="1382310" y="1461"/>
                  </a:lnTo>
                  <a:lnTo>
                    <a:pt x="1421629" y="8464"/>
                  </a:lnTo>
                  <a:lnTo>
                    <a:pt x="1466394" y="24133"/>
                  </a:lnTo>
                  <a:lnTo>
                    <a:pt x="1522600" y="51591"/>
                  </a:lnTo>
                  <a:lnTo>
                    <a:pt x="1557335" y="72160"/>
                  </a:lnTo>
                  <a:lnTo>
                    <a:pt x="1596700" y="98312"/>
                  </a:lnTo>
                  <a:lnTo>
                    <a:pt x="1639334" y="128311"/>
                  </a:lnTo>
                  <a:lnTo>
                    <a:pt x="1683874" y="160417"/>
                  </a:lnTo>
                  <a:lnTo>
                    <a:pt x="1728958" y="192892"/>
                  </a:lnTo>
                  <a:lnTo>
                    <a:pt x="1773226" y="223999"/>
                  </a:lnTo>
                  <a:lnTo>
                    <a:pt x="1815314" y="251999"/>
                  </a:lnTo>
                  <a:lnTo>
                    <a:pt x="1853861" y="275154"/>
                  </a:lnTo>
                  <a:lnTo>
                    <a:pt x="1908207" y="304011"/>
                  </a:lnTo>
                  <a:lnTo>
                    <a:pt x="1957163" y="326986"/>
                  </a:lnTo>
                  <a:lnTo>
                    <a:pt x="2003934" y="345422"/>
                  </a:lnTo>
                  <a:lnTo>
                    <a:pt x="2051730" y="360658"/>
                  </a:lnTo>
                  <a:lnTo>
                    <a:pt x="2103755" y="374038"/>
                  </a:lnTo>
                  <a:lnTo>
                    <a:pt x="2151158" y="383383"/>
                  </a:lnTo>
                  <a:lnTo>
                    <a:pt x="2200824" y="390279"/>
                  </a:lnTo>
                  <a:lnTo>
                    <a:pt x="2251943" y="395265"/>
                  </a:lnTo>
                  <a:lnTo>
                    <a:pt x="2303709" y="398878"/>
                  </a:lnTo>
                  <a:lnTo>
                    <a:pt x="2355312" y="401655"/>
                  </a:lnTo>
                  <a:lnTo>
                    <a:pt x="2405945" y="404133"/>
                  </a:lnTo>
                  <a:lnTo>
                    <a:pt x="2494345" y="406249"/>
                  </a:lnTo>
                  <a:lnTo>
                    <a:pt x="2591552" y="406014"/>
                  </a:lnTo>
                  <a:lnTo>
                    <a:pt x="2670051" y="404838"/>
                  </a:lnTo>
                  <a:lnTo>
                    <a:pt x="2702332" y="404133"/>
                  </a:lnTo>
                </a:path>
              </a:pathLst>
            </a:custGeom>
            <a:ln w="57080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B99D3CD3-DB58-C68C-4221-C7810A67579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46165" y="5349455"/>
              <a:ext cx="837342" cy="557102"/>
            </a:xfrm>
            <a:prstGeom prst="rect">
              <a:avLst/>
            </a:prstGeom>
          </p:spPr>
        </p:pic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0F018E1A-BF87-A50D-413B-3B96F1C0DEDE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04263" y="4635728"/>
              <a:ext cx="928687" cy="502310"/>
            </a:xfrm>
            <a:prstGeom prst="rect">
              <a:avLst/>
            </a:prstGeom>
          </p:spPr>
        </p:pic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623BCD9D-7995-BF94-29B3-277AC84C4DF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46888" y="2139403"/>
              <a:ext cx="788619" cy="590588"/>
            </a:xfrm>
            <a:prstGeom prst="rect">
              <a:avLst/>
            </a:prstGeom>
          </p:spPr>
        </p:pic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4E6ACB01-59BA-C392-6328-3050FDDD8F9F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73163" y="2985037"/>
              <a:ext cx="886061" cy="526665"/>
            </a:xfrm>
            <a:prstGeom prst="rect">
              <a:avLst/>
            </a:prstGeom>
          </p:spPr>
        </p:pic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F9BF631B-A952-C525-27C3-59C992F176BB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44536" y="3238731"/>
              <a:ext cx="837342" cy="557108"/>
            </a:xfrm>
            <a:prstGeom prst="rect">
              <a:avLst/>
            </a:prstGeom>
          </p:spPr>
        </p:pic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98F60308-CAFC-49FE-AA94-04A5388AFFC2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8140" y="5116055"/>
              <a:ext cx="788624" cy="590591"/>
            </a:xfrm>
            <a:prstGeom prst="rect">
              <a:avLst/>
            </a:prstGeom>
          </p:spPr>
        </p:pic>
        <p:pic>
          <p:nvPicPr>
            <p:cNvPr id="22" name="object 22">
              <a:extLst>
                <a:ext uri="{FF2B5EF4-FFF2-40B4-BE49-F238E27FC236}">
                  <a16:creationId xmlns:a16="http://schemas.microsoft.com/office/drawing/2014/main" id="{2E8D95BF-7766-9B19-5473-C906C06CC299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21245" y="4669561"/>
              <a:ext cx="788624" cy="590588"/>
            </a:xfrm>
            <a:prstGeom prst="rect">
              <a:avLst/>
            </a:prstGeom>
          </p:spPr>
        </p:pic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16B10F92-57AD-3320-4A2A-722793E55259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20600" y="3691994"/>
              <a:ext cx="837342" cy="557108"/>
            </a:xfrm>
            <a:prstGeom prst="rect">
              <a:avLst/>
            </a:prstGeom>
          </p:spPr>
        </p:pic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F29D15CA-F6DC-2887-0E1B-5C9EABE0F94B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66407" y="2545308"/>
              <a:ext cx="788619" cy="590588"/>
            </a:xfrm>
            <a:prstGeom prst="rect">
              <a:avLst/>
            </a:prstGeom>
          </p:spPr>
        </p:pic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BF566499-E29F-E14F-9634-BA8C8B2C5E86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951054" y="4578225"/>
              <a:ext cx="840384" cy="557108"/>
            </a:xfrm>
            <a:prstGeom prst="rect">
              <a:avLst/>
            </a:prstGeom>
          </p:spPr>
        </p:pic>
        <p:pic>
          <p:nvPicPr>
            <p:cNvPr id="26" name="object 26">
              <a:extLst>
                <a:ext uri="{FF2B5EF4-FFF2-40B4-BE49-F238E27FC236}">
                  <a16:creationId xmlns:a16="http://schemas.microsoft.com/office/drawing/2014/main" id="{5CBE2C00-C8D3-D5F4-0B93-C2C1F3D263A2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18971" y="5153266"/>
              <a:ext cx="1044394" cy="447507"/>
            </a:xfrm>
            <a:prstGeom prst="rect">
              <a:avLst/>
            </a:prstGeom>
          </p:spPr>
        </p:pic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54109E80-E093-241E-5AFE-6431A30B45EA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40054" y="2054837"/>
              <a:ext cx="837336" cy="557108"/>
            </a:xfrm>
            <a:prstGeom prst="rect">
              <a:avLst/>
            </a:prstGeom>
          </p:spPr>
        </p:pic>
        <p:pic>
          <p:nvPicPr>
            <p:cNvPr id="28" name="object 28">
              <a:extLst>
                <a:ext uri="{FF2B5EF4-FFF2-40B4-BE49-F238E27FC236}">
                  <a16:creationId xmlns:a16="http://schemas.microsoft.com/office/drawing/2014/main" id="{A1D06B1E-42D6-640C-B3FE-FDDBAA7526E1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28724" y="4179087"/>
              <a:ext cx="837342" cy="557098"/>
            </a:xfrm>
            <a:prstGeom prst="rect">
              <a:avLst/>
            </a:prstGeom>
          </p:spPr>
        </p:pic>
        <p:pic>
          <p:nvPicPr>
            <p:cNvPr id="29" name="object 29">
              <a:extLst>
                <a:ext uri="{FF2B5EF4-FFF2-40B4-BE49-F238E27FC236}">
                  <a16:creationId xmlns:a16="http://schemas.microsoft.com/office/drawing/2014/main" id="{6BCFEA5C-217D-1EA9-970A-F7D6684DBDE1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67248" y="3911866"/>
              <a:ext cx="788624" cy="590588"/>
            </a:xfrm>
            <a:prstGeom prst="rect">
              <a:avLst/>
            </a:prstGeom>
          </p:spPr>
        </p:pic>
        <p:pic>
          <p:nvPicPr>
            <p:cNvPr id="30" name="object 30">
              <a:extLst>
                <a:ext uri="{FF2B5EF4-FFF2-40B4-BE49-F238E27FC236}">
                  <a16:creationId xmlns:a16="http://schemas.microsoft.com/office/drawing/2014/main" id="{2C0570B2-EF20-48C2-7C3D-3BB7D29BD3CC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979551" y="3472129"/>
              <a:ext cx="867790" cy="538835"/>
            </a:xfrm>
            <a:prstGeom prst="rect">
              <a:avLst/>
            </a:prstGeom>
          </p:spPr>
        </p:pic>
        <p:pic>
          <p:nvPicPr>
            <p:cNvPr id="31" name="object 31">
              <a:extLst>
                <a:ext uri="{FF2B5EF4-FFF2-40B4-BE49-F238E27FC236}">
                  <a16:creationId xmlns:a16="http://schemas.microsoft.com/office/drawing/2014/main" id="{DD62B719-4A17-F114-E049-1C2D1CA3B760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852934" y="2873415"/>
              <a:ext cx="837342" cy="557108"/>
            </a:xfrm>
            <a:prstGeom prst="rect">
              <a:avLst/>
            </a:prstGeom>
          </p:spPr>
        </p:pic>
        <p:pic>
          <p:nvPicPr>
            <p:cNvPr id="32" name="object 32">
              <a:extLst>
                <a:ext uri="{FF2B5EF4-FFF2-40B4-BE49-F238E27FC236}">
                  <a16:creationId xmlns:a16="http://schemas.microsoft.com/office/drawing/2014/main" id="{0E163D52-D024-5BAC-F995-E226E7B0550E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184493" y="3171078"/>
              <a:ext cx="837336" cy="557108"/>
            </a:xfrm>
            <a:prstGeom prst="rect">
              <a:avLst/>
            </a:prstGeom>
          </p:spPr>
        </p:pic>
        <p:pic>
          <p:nvPicPr>
            <p:cNvPr id="33" name="object 33">
              <a:extLst>
                <a:ext uri="{FF2B5EF4-FFF2-40B4-BE49-F238E27FC236}">
                  <a16:creationId xmlns:a16="http://schemas.microsoft.com/office/drawing/2014/main" id="{2852BF99-C4DF-4256-4633-7E29A85B5214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240054" y="3874658"/>
              <a:ext cx="837336" cy="557108"/>
            </a:xfrm>
            <a:prstGeom prst="rect">
              <a:avLst/>
            </a:prstGeom>
          </p:spPr>
        </p:pic>
        <p:pic>
          <p:nvPicPr>
            <p:cNvPr id="34" name="object 34">
              <a:extLst>
                <a:ext uri="{FF2B5EF4-FFF2-40B4-BE49-F238E27FC236}">
                  <a16:creationId xmlns:a16="http://schemas.microsoft.com/office/drawing/2014/main" id="{3503B768-64A6-53AC-DC81-40BFC18C5157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882864" y="2257793"/>
              <a:ext cx="837336" cy="557098"/>
            </a:xfrm>
            <a:prstGeom prst="rect">
              <a:avLst/>
            </a:prstGeom>
          </p:spPr>
        </p:pic>
        <p:pic>
          <p:nvPicPr>
            <p:cNvPr id="35" name="object 35">
              <a:extLst>
                <a:ext uri="{FF2B5EF4-FFF2-40B4-BE49-F238E27FC236}">
                  <a16:creationId xmlns:a16="http://schemas.microsoft.com/office/drawing/2014/main" id="{C1A93A4F-6954-2EFA-9003-A63B1D812BF1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176304" y="4378655"/>
              <a:ext cx="861694" cy="541883"/>
            </a:xfrm>
            <a:prstGeom prst="rect">
              <a:avLst/>
            </a:prstGeom>
          </p:spPr>
        </p:pic>
        <p:pic>
          <p:nvPicPr>
            <p:cNvPr id="36" name="object 36">
              <a:extLst>
                <a:ext uri="{FF2B5EF4-FFF2-40B4-BE49-F238E27FC236}">
                  <a16:creationId xmlns:a16="http://schemas.microsoft.com/office/drawing/2014/main" id="{DEF925A7-D162-B951-24AA-555E9A36CD74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700700" y="2386330"/>
              <a:ext cx="913460" cy="511441"/>
            </a:xfrm>
            <a:prstGeom prst="rect">
              <a:avLst/>
            </a:prstGeom>
          </p:spPr>
        </p:pic>
        <p:pic>
          <p:nvPicPr>
            <p:cNvPr id="37" name="object 37">
              <a:extLst>
                <a:ext uri="{FF2B5EF4-FFF2-40B4-BE49-F238E27FC236}">
                  <a16:creationId xmlns:a16="http://schemas.microsoft.com/office/drawing/2014/main" id="{9F67F853-F7DF-6C8E-B275-0AC1B427E3F3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458534" y="4084375"/>
              <a:ext cx="819073" cy="569285"/>
            </a:xfrm>
            <a:prstGeom prst="rect">
              <a:avLst/>
            </a:prstGeom>
          </p:spPr>
        </p:pic>
        <p:pic>
          <p:nvPicPr>
            <p:cNvPr id="38" name="object 38">
              <a:extLst>
                <a:ext uri="{FF2B5EF4-FFF2-40B4-BE49-F238E27FC236}">
                  <a16:creationId xmlns:a16="http://schemas.microsoft.com/office/drawing/2014/main" id="{8F27A6D0-6D9A-08BB-58BE-C7092E9AECC3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223662" y="5017963"/>
              <a:ext cx="837342" cy="557108"/>
            </a:xfrm>
            <a:prstGeom prst="rect">
              <a:avLst/>
            </a:prstGeom>
          </p:spPr>
        </p:pic>
        <p:pic>
          <p:nvPicPr>
            <p:cNvPr id="39" name="object 39">
              <a:extLst>
                <a:ext uri="{FF2B5EF4-FFF2-40B4-BE49-F238E27FC236}">
                  <a16:creationId xmlns:a16="http://schemas.microsoft.com/office/drawing/2014/main" id="{D5C96E96-D0B6-7FD3-142B-341729277A57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248243" y="3631110"/>
              <a:ext cx="837342" cy="557108"/>
            </a:xfrm>
            <a:prstGeom prst="rect">
              <a:avLst/>
            </a:prstGeom>
          </p:spPr>
        </p:pic>
        <p:pic>
          <p:nvPicPr>
            <p:cNvPr id="40" name="object 40">
              <a:extLst>
                <a:ext uri="{FF2B5EF4-FFF2-40B4-BE49-F238E27FC236}">
                  <a16:creationId xmlns:a16="http://schemas.microsoft.com/office/drawing/2014/main" id="{7885F84A-4679-44B0-9E32-1A1C772FF208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288845" y="2873415"/>
              <a:ext cx="837336" cy="557108"/>
            </a:xfrm>
            <a:prstGeom prst="rect">
              <a:avLst/>
            </a:prstGeom>
          </p:spPr>
        </p:pic>
        <p:pic>
          <p:nvPicPr>
            <p:cNvPr id="41" name="object 41">
              <a:extLst>
                <a:ext uri="{FF2B5EF4-FFF2-40B4-BE49-F238E27FC236}">
                  <a16:creationId xmlns:a16="http://schemas.microsoft.com/office/drawing/2014/main" id="{7EAA97D9-4388-A085-DE39-0FD42873673E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213515" y="3191372"/>
              <a:ext cx="840384" cy="557108"/>
            </a:xfrm>
            <a:prstGeom prst="rect">
              <a:avLst/>
            </a:prstGeom>
          </p:spPr>
        </p:pic>
        <p:pic>
          <p:nvPicPr>
            <p:cNvPr id="42" name="object 42">
              <a:extLst>
                <a:ext uri="{FF2B5EF4-FFF2-40B4-BE49-F238E27FC236}">
                  <a16:creationId xmlns:a16="http://schemas.microsoft.com/office/drawing/2014/main" id="{B62BE1A8-2CC5-7895-ED0D-EE665C4F5D48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83468" y="3280376"/>
              <a:ext cx="172897" cy="173832"/>
            </a:xfrm>
            <a:prstGeom prst="rect">
              <a:avLst/>
            </a:prstGeom>
          </p:spPr>
        </p:pic>
      </p:grpSp>
      <p:sp>
        <p:nvSpPr>
          <p:cNvPr id="43" name="object 43">
            <a:extLst>
              <a:ext uri="{FF2B5EF4-FFF2-40B4-BE49-F238E27FC236}">
                <a16:creationId xmlns:a16="http://schemas.microsoft.com/office/drawing/2014/main" id="{361610D4-5890-6937-D1A0-9A87F7980E3A}"/>
              </a:ext>
            </a:extLst>
          </p:cNvPr>
          <p:cNvSpPr txBox="1"/>
          <p:nvPr/>
        </p:nvSpPr>
        <p:spPr>
          <a:xfrm>
            <a:off x="855002" y="4861864"/>
            <a:ext cx="93408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67" baseline="1157" dirty="0">
                <a:latin typeface="Arial MT"/>
                <a:cs typeface="Arial MT"/>
              </a:rPr>
              <a:t>0.</a:t>
            </a:r>
            <a:r>
              <a:rPr sz="3600" spc="-1679" baseline="1157" dirty="0">
                <a:latin typeface="Arial MT"/>
                <a:cs typeface="Arial MT"/>
              </a:rPr>
              <a:t>3</a:t>
            </a:r>
            <a:r>
              <a:rPr sz="2400" spc="45" dirty="0">
                <a:latin typeface="Arial MT"/>
                <a:cs typeface="Arial MT"/>
              </a:rPr>
              <a:t>0.42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4" name="object 44">
            <a:extLst>
              <a:ext uri="{FF2B5EF4-FFF2-40B4-BE49-F238E27FC236}">
                <a16:creationId xmlns:a16="http://schemas.microsoft.com/office/drawing/2014/main" id="{C93052B2-F328-E6FD-7706-F68CD39D4482}"/>
              </a:ext>
            </a:extLst>
          </p:cNvPr>
          <p:cNvGrpSpPr/>
          <p:nvPr/>
        </p:nvGrpSpPr>
        <p:grpSpPr>
          <a:xfrm>
            <a:off x="635923" y="2019998"/>
            <a:ext cx="1833245" cy="2884805"/>
            <a:chOff x="635923" y="2019998"/>
            <a:chExt cx="1833245" cy="2884805"/>
          </a:xfrm>
        </p:grpSpPr>
        <p:pic>
          <p:nvPicPr>
            <p:cNvPr id="45" name="object 45">
              <a:extLst>
                <a:ext uri="{FF2B5EF4-FFF2-40B4-BE49-F238E27FC236}">
                  <a16:creationId xmlns:a16="http://schemas.microsoft.com/office/drawing/2014/main" id="{14D966E2-D177-C251-0E82-1EE79AF86D98}"/>
                </a:ext>
              </a:extLst>
            </p:cNvPr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35923" y="3121431"/>
              <a:ext cx="1832952" cy="1783080"/>
            </a:xfrm>
            <a:prstGeom prst="rect">
              <a:avLst/>
            </a:prstGeom>
          </p:spPr>
        </p:pic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7586EC28-54C7-1D62-1B80-CB458EB2234C}"/>
                </a:ext>
              </a:extLst>
            </p:cNvPr>
            <p:cNvSpPr/>
            <p:nvPr/>
          </p:nvSpPr>
          <p:spPr>
            <a:xfrm>
              <a:off x="685098" y="3175362"/>
              <a:ext cx="1738630" cy="1636395"/>
            </a:xfrm>
            <a:custGeom>
              <a:avLst/>
              <a:gdLst/>
              <a:ahLst/>
              <a:cxnLst/>
              <a:rect l="l" t="t" r="r" b="b"/>
              <a:pathLst>
                <a:path w="1738630" h="1636395">
                  <a:moveTo>
                    <a:pt x="0" y="1632080"/>
                  </a:moveTo>
                  <a:lnTo>
                    <a:pt x="37013" y="1634160"/>
                  </a:lnTo>
                  <a:lnTo>
                    <a:pt x="80953" y="1634599"/>
                  </a:lnTo>
                  <a:lnTo>
                    <a:pt x="129284" y="1632111"/>
                  </a:lnTo>
                  <a:lnTo>
                    <a:pt x="179473" y="1625409"/>
                  </a:lnTo>
                  <a:lnTo>
                    <a:pt x="228986" y="1613204"/>
                  </a:lnTo>
                  <a:lnTo>
                    <a:pt x="275290" y="1594210"/>
                  </a:lnTo>
                  <a:lnTo>
                    <a:pt x="315851" y="1567139"/>
                  </a:lnTo>
                  <a:lnTo>
                    <a:pt x="367613" y="1515369"/>
                  </a:lnTo>
                  <a:lnTo>
                    <a:pt x="411344" y="1452481"/>
                  </a:lnTo>
                  <a:lnTo>
                    <a:pt x="431641" y="1414195"/>
                  </a:lnTo>
                  <a:lnTo>
                    <a:pt x="451661" y="1369924"/>
                  </a:lnTo>
                  <a:lnTo>
                    <a:pt x="471981" y="1318598"/>
                  </a:lnTo>
                  <a:lnTo>
                    <a:pt x="493178" y="1259148"/>
                  </a:lnTo>
                  <a:lnTo>
                    <a:pt x="515828" y="1190506"/>
                  </a:lnTo>
                  <a:lnTo>
                    <a:pt x="527191" y="1153178"/>
                  </a:lnTo>
                  <a:lnTo>
                    <a:pt x="538913" y="1111288"/>
                  </a:lnTo>
                  <a:lnTo>
                    <a:pt x="550939" y="1065395"/>
                  </a:lnTo>
                  <a:lnTo>
                    <a:pt x="563215" y="1016056"/>
                  </a:lnTo>
                  <a:lnTo>
                    <a:pt x="575687" y="963832"/>
                  </a:lnTo>
                  <a:lnTo>
                    <a:pt x="588299" y="909279"/>
                  </a:lnTo>
                  <a:lnTo>
                    <a:pt x="600996" y="852958"/>
                  </a:lnTo>
                  <a:lnTo>
                    <a:pt x="613724" y="795426"/>
                  </a:lnTo>
                  <a:lnTo>
                    <a:pt x="626429" y="737242"/>
                  </a:lnTo>
                  <a:lnTo>
                    <a:pt x="639054" y="678964"/>
                  </a:lnTo>
                  <a:lnTo>
                    <a:pt x="651546" y="621152"/>
                  </a:lnTo>
                  <a:lnTo>
                    <a:pt x="663850" y="564364"/>
                  </a:lnTo>
                  <a:lnTo>
                    <a:pt x="675910" y="509157"/>
                  </a:lnTo>
                  <a:lnTo>
                    <a:pt x="687673" y="456092"/>
                  </a:lnTo>
                  <a:lnTo>
                    <a:pt x="699083" y="405726"/>
                  </a:lnTo>
                  <a:lnTo>
                    <a:pt x="710086" y="358619"/>
                  </a:lnTo>
                  <a:lnTo>
                    <a:pt x="720627" y="315327"/>
                  </a:lnTo>
                  <a:lnTo>
                    <a:pt x="730650" y="276411"/>
                  </a:lnTo>
                  <a:lnTo>
                    <a:pt x="766847" y="155677"/>
                  </a:lnTo>
                  <a:lnTo>
                    <a:pt x="789802" y="91712"/>
                  </a:lnTo>
                  <a:lnTo>
                    <a:pt x="809954" y="47349"/>
                  </a:lnTo>
                  <a:lnTo>
                    <a:pt x="845792" y="4679"/>
                  </a:lnTo>
                  <a:lnTo>
                    <a:pt x="863452" y="0"/>
                  </a:lnTo>
                  <a:lnTo>
                    <a:pt x="884115" y="3324"/>
                  </a:lnTo>
                  <a:lnTo>
                    <a:pt x="925262" y="54442"/>
                  </a:lnTo>
                  <a:lnTo>
                    <a:pt x="949693" y="115119"/>
                  </a:lnTo>
                  <a:lnTo>
                    <a:pt x="979328" y="207797"/>
                  </a:lnTo>
                  <a:lnTo>
                    <a:pt x="999022" y="280198"/>
                  </a:lnTo>
                  <a:lnTo>
                    <a:pt x="1009819" y="323601"/>
                  </a:lnTo>
                  <a:lnTo>
                    <a:pt x="1021147" y="370985"/>
                  </a:lnTo>
                  <a:lnTo>
                    <a:pt x="1032929" y="421736"/>
                  </a:lnTo>
                  <a:lnTo>
                    <a:pt x="1045088" y="475240"/>
                  </a:lnTo>
                  <a:lnTo>
                    <a:pt x="1057546" y="530881"/>
                  </a:lnTo>
                  <a:lnTo>
                    <a:pt x="1070228" y="588046"/>
                  </a:lnTo>
                  <a:lnTo>
                    <a:pt x="1083055" y="646120"/>
                  </a:lnTo>
                  <a:lnTo>
                    <a:pt x="1095952" y="704487"/>
                  </a:lnTo>
                  <a:lnTo>
                    <a:pt x="1108842" y="762534"/>
                  </a:lnTo>
                  <a:lnTo>
                    <a:pt x="1121646" y="819646"/>
                  </a:lnTo>
                  <a:lnTo>
                    <a:pt x="1134289" y="875208"/>
                  </a:lnTo>
                  <a:lnTo>
                    <a:pt x="1146693" y="928605"/>
                  </a:lnTo>
                  <a:lnTo>
                    <a:pt x="1158783" y="979223"/>
                  </a:lnTo>
                  <a:lnTo>
                    <a:pt x="1170479" y="1026447"/>
                  </a:lnTo>
                  <a:lnTo>
                    <a:pt x="1181707" y="1069663"/>
                  </a:lnTo>
                  <a:lnTo>
                    <a:pt x="1192388" y="1108256"/>
                  </a:lnTo>
                  <a:lnTo>
                    <a:pt x="1212359" y="1176073"/>
                  </a:lnTo>
                  <a:lnTo>
                    <a:pt x="1230976" y="1235837"/>
                  </a:lnTo>
                  <a:lnTo>
                    <a:pt x="1248594" y="1288475"/>
                  </a:lnTo>
                  <a:lnTo>
                    <a:pt x="1265566" y="1334913"/>
                  </a:lnTo>
                  <a:lnTo>
                    <a:pt x="1282245" y="1376078"/>
                  </a:lnTo>
                  <a:lnTo>
                    <a:pt x="1298986" y="1412895"/>
                  </a:lnTo>
                  <a:lnTo>
                    <a:pt x="1334066" y="1477196"/>
                  </a:lnTo>
                  <a:lnTo>
                    <a:pt x="1389897" y="1550448"/>
                  </a:lnTo>
                  <a:lnTo>
                    <a:pt x="1428623" y="1580785"/>
                  </a:lnTo>
                  <a:lnTo>
                    <a:pt x="1468394" y="1601286"/>
                  </a:lnTo>
                  <a:lnTo>
                    <a:pt x="1508313" y="1615693"/>
                  </a:lnTo>
                  <a:lnTo>
                    <a:pt x="1547485" y="1627746"/>
                  </a:lnTo>
                  <a:lnTo>
                    <a:pt x="1604345" y="1636270"/>
                  </a:lnTo>
                  <a:lnTo>
                    <a:pt x="1666867" y="1635323"/>
                  </a:lnTo>
                  <a:lnTo>
                    <a:pt x="1717357" y="1630587"/>
                  </a:lnTo>
                  <a:lnTo>
                    <a:pt x="1738119" y="1627746"/>
                  </a:lnTo>
                </a:path>
              </a:pathLst>
            </a:custGeom>
            <a:ln w="57085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>
              <a:extLst>
                <a:ext uri="{FF2B5EF4-FFF2-40B4-BE49-F238E27FC236}">
                  <a16:creationId xmlns:a16="http://schemas.microsoft.com/office/drawing/2014/main" id="{E3059583-0245-87C9-A1B2-CD42041F1FD8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56705" y="2019998"/>
              <a:ext cx="798022" cy="1650072"/>
            </a:xfrm>
            <a:prstGeom prst="rect">
              <a:avLst/>
            </a:prstGeom>
          </p:spPr>
        </p:pic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DC822126-F42F-1B0F-77F6-372A3C7E4F9D}"/>
                </a:ext>
              </a:extLst>
            </p:cNvPr>
            <p:cNvSpPr/>
            <p:nvPr/>
          </p:nvSpPr>
          <p:spPr>
            <a:xfrm>
              <a:off x="721377" y="2059063"/>
              <a:ext cx="508634" cy="1368425"/>
            </a:xfrm>
            <a:custGeom>
              <a:avLst/>
              <a:gdLst/>
              <a:ahLst/>
              <a:cxnLst/>
              <a:rect l="l" t="t" r="r" b="b"/>
              <a:pathLst>
                <a:path w="508634" h="1368425">
                  <a:moveTo>
                    <a:pt x="395287" y="0"/>
                  </a:moveTo>
                  <a:lnTo>
                    <a:pt x="317499" y="80153"/>
                  </a:lnTo>
                  <a:lnTo>
                    <a:pt x="242094" y="160307"/>
                  </a:lnTo>
                  <a:lnTo>
                    <a:pt x="173037" y="241254"/>
                  </a:lnTo>
                  <a:lnTo>
                    <a:pt x="111918" y="322994"/>
                  </a:lnTo>
                  <a:lnTo>
                    <a:pt x="61118" y="404735"/>
                  </a:lnTo>
                  <a:lnTo>
                    <a:pt x="23812" y="488063"/>
                  </a:lnTo>
                  <a:lnTo>
                    <a:pt x="3174" y="572978"/>
                  </a:lnTo>
                  <a:lnTo>
                    <a:pt x="0" y="615833"/>
                  </a:lnTo>
                  <a:lnTo>
                    <a:pt x="1587" y="659481"/>
                  </a:lnTo>
                  <a:lnTo>
                    <a:pt x="11112" y="706303"/>
                  </a:lnTo>
                  <a:lnTo>
                    <a:pt x="30956" y="757886"/>
                  </a:lnTo>
                  <a:lnTo>
                    <a:pt x="59531" y="813439"/>
                  </a:lnTo>
                  <a:lnTo>
                    <a:pt x="95249" y="872165"/>
                  </a:lnTo>
                  <a:lnTo>
                    <a:pt x="135731" y="933273"/>
                  </a:lnTo>
                  <a:lnTo>
                    <a:pt x="180974" y="994379"/>
                  </a:lnTo>
                  <a:lnTo>
                    <a:pt x="277018" y="1114217"/>
                  </a:lnTo>
                  <a:lnTo>
                    <a:pt x="325437" y="1171348"/>
                  </a:lnTo>
                  <a:lnTo>
                    <a:pt x="372268" y="1223734"/>
                  </a:lnTo>
                  <a:lnTo>
                    <a:pt x="415925" y="1271346"/>
                  </a:lnTo>
                  <a:lnTo>
                    <a:pt x="454818" y="1312616"/>
                  </a:lnTo>
                  <a:lnTo>
                    <a:pt x="488156" y="1347534"/>
                  </a:lnTo>
                  <a:lnTo>
                    <a:pt x="508506" y="1368219"/>
                  </a:lnTo>
                </a:path>
              </a:pathLst>
            </a:custGeom>
            <a:ln w="38060">
              <a:solidFill>
                <a:srgbClr val="008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481093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FBD65-DDB0-9BCC-476D-947E78519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18BE73D-5751-0DA2-948B-41040CF94F2F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38760" algn="l">
              <a:spcBef>
                <a:spcPts val="95"/>
              </a:spcBef>
            </a:pPr>
            <a:r>
              <a:rPr lang="en-US" spc="175">
                <a:solidFill>
                  <a:schemeClr val="bg1"/>
                </a:solidFill>
              </a:rPr>
              <a:t>Combination</a:t>
            </a:r>
            <a:r>
              <a:rPr lang="en-US" spc="-65">
                <a:solidFill>
                  <a:schemeClr val="bg1"/>
                </a:solidFill>
              </a:rPr>
              <a:t> </a:t>
            </a:r>
            <a:r>
              <a:rPr lang="en-US" spc="254">
                <a:solidFill>
                  <a:schemeClr val="bg1"/>
                </a:solidFill>
              </a:rPr>
              <a:t>of</a:t>
            </a:r>
            <a:r>
              <a:rPr lang="en-US" spc="-65">
                <a:solidFill>
                  <a:schemeClr val="bg1"/>
                </a:solidFill>
              </a:rPr>
              <a:t> </a:t>
            </a:r>
            <a:r>
              <a:rPr lang="en-US" spc="150">
                <a:solidFill>
                  <a:schemeClr val="bg1"/>
                </a:solidFill>
              </a:rPr>
              <a:t>weighted</a:t>
            </a:r>
            <a:r>
              <a:rPr lang="en-US" spc="-65">
                <a:solidFill>
                  <a:schemeClr val="bg1"/>
                </a:solidFill>
              </a:rPr>
              <a:t> </a:t>
            </a:r>
            <a:r>
              <a:rPr lang="en-US" spc="-40">
                <a:solidFill>
                  <a:schemeClr val="bg1"/>
                </a:solidFill>
              </a:rPr>
              <a:t>Gaussians</a:t>
            </a:r>
            <a:endParaRPr lang="en-US" spc="-40" dirty="0">
              <a:solidFill>
                <a:schemeClr val="bg1"/>
              </a:solidFill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2F5D2B1-72D5-8699-37D0-1F1D157B7323}"/>
              </a:ext>
            </a:extLst>
          </p:cNvPr>
          <p:cNvGrpSpPr/>
          <p:nvPr/>
        </p:nvGrpSpPr>
        <p:grpSpPr>
          <a:xfrm>
            <a:off x="1375752" y="3362496"/>
            <a:ext cx="7419340" cy="2938780"/>
            <a:chOff x="1375752" y="3362496"/>
            <a:chExt cx="7419340" cy="293878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56AC463-F5E9-DFE6-EA5D-9B61F2CB97F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5752" y="5910348"/>
              <a:ext cx="7419111" cy="390697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BBAC219-9005-422C-3996-8C99C13C9CD0}"/>
                </a:ext>
              </a:extLst>
            </p:cNvPr>
            <p:cNvSpPr/>
            <p:nvPr/>
          </p:nvSpPr>
          <p:spPr>
            <a:xfrm>
              <a:off x="1420939" y="6085985"/>
              <a:ext cx="7140575" cy="0"/>
            </a:xfrm>
            <a:custGeom>
              <a:avLst/>
              <a:gdLst/>
              <a:ahLst/>
              <a:cxnLst/>
              <a:rect l="l" t="t" r="r" b="b"/>
              <a:pathLst>
                <a:path w="7140575">
                  <a:moveTo>
                    <a:pt x="0" y="0"/>
                  </a:moveTo>
                  <a:lnTo>
                    <a:pt x="7140107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AF41D527-1C91-5795-9F53-4D6B7EE12E5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27996" y="6000517"/>
              <a:ext cx="170830" cy="170939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B3D74721-4C5B-1311-3745-8D3A7A7A9FA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9537" y="4892039"/>
              <a:ext cx="1924392" cy="1184563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DC57E5F2-707D-11DB-0D7E-9819DFEE98A5}"/>
                </a:ext>
              </a:extLst>
            </p:cNvPr>
            <p:cNvSpPr/>
            <p:nvPr/>
          </p:nvSpPr>
          <p:spPr>
            <a:xfrm>
              <a:off x="1575308" y="4947842"/>
              <a:ext cx="1833245" cy="1032510"/>
            </a:xfrm>
            <a:custGeom>
              <a:avLst/>
              <a:gdLst/>
              <a:ahLst/>
              <a:cxnLst/>
              <a:rect l="l" t="t" r="r" b="b"/>
              <a:pathLst>
                <a:path w="1833245" h="1032510">
                  <a:moveTo>
                    <a:pt x="0" y="1029823"/>
                  </a:moveTo>
                  <a:lnTo>
                    <a:pt x="39034" y="1031135"/>
                  </a:lnTo>
                  <a:lnTo>
                    <a:pt x="85372" y="1031413"/>
                  </a:lnTo>
                  <a:lnTo>
                    <a:pt x="136341" y="1029844"/>
                  </a:lnTo>
                  <a:lnTo>
                    <a:pt x="189270" y="1025616"/>
                  </a:lnTo>
                  <a:lnTo>
                    <a:pt x="241487" y="1017915"/>
                  </a:lnTo>
                  <a:lnTo>
                    <a:pt x="290319" y="1005930"/>
                  </a:lnTo>
                  <a:lnTo>
                    <a:pt x="333094" y="988847"/>
                  </a:lnTo>
                  <a:lnTo>
                    <a:pt x="375019" y="964793"/>
                  </a:lnTo>
                  <a:lnTo>
                    <a:pt x="411495" y="937553"/>
                  </a:lnTo>
                  <a:lnTo>
                    <a:pt x="444578" y="904849"/>
                  </a:lnTo>
                  <a:lnTo>
                    <a:pt x="476319" y="864406"/>
                  </a:lnTo>
                  <a:lnTo>
                    <a:pt x="508772" y="813947"/>
                  </a:lnTo>
                  <a:lnTo>
                    <a:pt x="543989" y="751195"/>
                  </a:lnTo>
                  <a:lnTo>
                    <a:pt x="561634" y="715778"/>
                  </a:lnTo>
                  <a:lnTo>
                    <a:pt x="580031" y="674560"/>
                  </a:lnTo>
                  <a:lnTo>
                    <a:pt x="599001" y="628641"/>
                  </a:lnTo>
                  <a:lnTo>
                    <a:pt x="618362" y="579121"/>
                  </a:lnTo>
                  <a:lnTo>
                    <a:pt x="637936" y="527101"/>
                  </a:lnTo>
                  <a:lnTo>
                    <a:pt x="657541" y="473681"/>
                  </a:lnTo>
                  <a:lnTo>
                    <a:pt x="676996" y="419961"/>
                  </a:lnTo>
                  <a:lnTo>
                    <a:pt x="696123" y="367042"/>
                  </a:lnTo>
                  <a:lnTo>
                    <a:pt x="714740" y="316024"/>
                  </a:lnTo>
                  <a:lnTo>
                    <a:pt x="732667" y="268008"/>
                  </a:lnTo>
                  <a:lnTo>
                    <a:pt x="749724" y="224093"/>
                  </a:lnTo>
                  <a:lnTo>
                    <a:pt x="765731" y="185380"/>
                  </a:lnTo>
                  <a:lnTo>
                    <a:pt x="821250" y="76378"/>
                  </a:lnTo>
                  <a:lnTo>
                    <a:pt x="854171" y="29877"/>
                  </a:lnTo>
                  <a:lnTo>
                    <a:pt x="910590" y="0"/>
                  </a:lnTo>
                  <a:lnTo>
                    <a:pt x="937630" y="3713"/>
                  </a:lnTo>
                  <a:lnTo>
                    <a:pt x="994665" y="61333"/>
                  </a:lnTo>
                  <a:lnTo>
                    <a:pt x="1032792" y="131118"/>
                  </a:lnTo>
                  <a:lnTo>
                    <a:pt x="1064946" y="204188"/>
                  </a:lnTo>
                  <a:lnTo>
                    <a:pt x="1083049" y="249857"/>
                  </a:lnTo>
                  <a:lnTo>
                    <a:pt x="1102138" y="299871"/>
                  </a:lnTo>
                  <a:lnTo>
                    <a:pt x="1121938" y="352919"/>
                  </a:lnTo>
                  <a:lnTo>
                    <a:pt x="1142177" y="407694"/>
                  </a:lnTo>
                  <a:lnTo>
                    <a:pt x="1162581" y="462886"/>
                  </a:lnTo>
                  <a:lnTo>
                    <a:pt x="1182874" y="517186"/>
                  </a:lnTo>
                  <a:lnTo>
                    <a:pt x="1202785" y="569286"/>
                  </a:lnTo>
                  <a:lnTo>
                    <a:pt x="1222039" y="617877"/>
                  </a:lnTo>
                  <a:lnTo>
                    <a:pt x="1240363" y="661649"/>
                  </a:lnTo>
                  <a:lnTo>
                    <a:pt x="1257482" y="699294"/>
                  </a:lnTo>
                  <a:lnTo>
                    <a:pt x="1288517" y="761540"/>
                  </a:lnTo>
                  <a:lnTo>
                    <a:pt x="1316759" y="813011"/>
                  </a:lnTo>
                  <a:lnTo>
                    <a:pt x="1343467" y="855680"/>
                  </a:lnTo>
                  <a:lnTo>
                    <a:pt x="1369902" y="891519"/>
                  </a:lnTo>
                  <a:lnTo>
                    <a:pt x="1397323" y="922503"/>
                  </a:lnTo>
                  <a:lnTo>
                    <a:pt x="1426988" y="950603"/>
                  </a:lnTo>
                  <a:lnTo>
                    <a:pt x="1475832" y="983808"/>
                  </a:lnTo>
                  <a:lnTo>
                    <a:pt x="1527508" y="1004552"/>
                  </a:lnTo>
                  <a:lnTo>
                    <a:pt x="1580169" y="1017441"/>
                  </a:lnTo>
                  <a:lnTo>
                    <a:pt x="1631968" y="1027086"/>
                  </a:lnTo>
                  <a:lnTo>
                    <a:pt x="1691930" y="1032467"/>
                  </a:lnTo>
                  <a:lnTo>
                    <a:pt x="1757867" y="1031869"/>
                  </a:lnTo>
                  <a:lnTo>
                    <a:pt x="1811115" y="1028880"/>
                  </a:lnTo>
                  <a:lnTo>
                    <a:pt x="1833012" y="1027086"/>
                  </a:lnTo>
                </a:path>
              </a:pathLst>
            </a:custGeom>
            <a:ln w="5708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62A91037-886A-305A-8F5B-3ADED4A496C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85008" y="4892039"/>
              <a:ext cx="5419902" cy="1213657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3B66CE9-13D7-D63C-3035-6CA83148A7C6}"/>
                </a:ext>
              </a:extLst>
            </p:cNvPr>
            <p:cNvSpPr/>
            <p:nvPr/>
          </p:nvSpPr>
          <p:spPr>
            <a:xfrm>
              <a:off x="2732989" y="4947843"/>
              <a:ext cx="5325745" cy="1061720"/>
            </a:xfrm>
            <a:custGeom>
              <a:avLst/>
              <a:gdLst/>
              <a:ahLst/>
              <a:cxnLst/>
              <a:rect l="l" t="t" r="r" b="b"/>
              <a:pathLst>
                <a:path w="5325745" h="1061720">
                  <a:moveTo>
                    <a:pt x="0" y="1058677"/>
                  </a:moveTo>
                  <a:lnTo>
                    <a:pt x="38821" y="1059246"/>
                  </a:lnTo>
                  <a:lnTo>
                    <a:pt x="81187" y="1059742"/>
                  </a:lnTo>
                  <a:lnTo>
                    <a:pt x="126711" y="1060123"/>
                  </a:lnTo>
                  <a:lnTo>
                    <a:pt x="175005" y="1060347"/>
                  </a:lnTo>
                  <a:lnTo>
                    <a:pt x="225679" y="1060374"/>
                  </a:lnTo>
                  <a:lnTo>
                    <a:pt x="278346" y="1060160"/>
                  </a:lnTo>
                  <a:lnTo>
                    <a:pt x="332618" y="1059665"/>
                  </a:lnTo>
                  <a:lnTo>
                    <a:pt x="388106" y="1058846"/>
                  </a:lnTo>
                  <a:lnTo>
                    <a:pt x="444422" y="1057662"/>
                  </a:lnTo>
                  <a:lnTo>
                    <a:pt x="501178" y="1056071"/>
                  </a:lnTo>
                  <a:lnTo>
                    <a:pt x="557986" y="1054031"/>
                  </a:lnTo>
                  <a:lnTo>
                    <a:pt x="614457" y="1051501"/>
                  </a:lnTo>
                  <a:lnTo>
                    <a:pt x="670204" y="1048439"/>
                  </a:lnTo>
                  <a:lnTo>
                    <a:pt x="724838" y="1044802"/>
                  </a:lnTo>
                  <a:lnTo>
                    <a:pt x="777971" y="1040550"/>
                  </a:lnTo>
                  <a:lnTo>
                    <a:pt x="829214" y="1035640"/>
                  </a:lnTo>
                  <a:lnTo>
                    <a:pt x="878180" y="1030031"/>
                  </a:lnTo>
                  <a:lnTo>
                    <a:pt x="924481" y="1023681"/>
                  </a:lnTo>
                  <a:lnTo>
                    <a:pt x="967728" y="1016548"/>
                  </a:lnTo>
                  <a:lnTo>
                    <a:pt x="1026289" y="1005394"/>
                  </a:lnTo>
                  <a:lnTo>
                    <a:pt x="1080796" y="993811"/>
                  </a:lnTo>
                  <a:lnTo>
                    <a:pt x="1131834" y="981568"/>
                  </a:lnTo>
                  <a:lnTo>
                    <a:pt x="1179989" y="968435"/>
                  </a:lnTo>
                  <a:lnTo>
                    <a:pt x="1225849" y="954182"/>
                  </a:lnTo>
                  <a:lnTo>
                    <a:pt x="1269999" y="938580"/>
                  </a:lnTo>
                  <a:lnTo>
                    <a:pt x="1313025" y="921398"/>
                  </a:lnTo>
                  <a:lnTo>
                    <a:pt x="1355514" y="902405"/>
                  </a:lnTo>
                  <a:lnTo>
                    <a:pt x="1398053" y="881373"/>
                  </a:lnTo>
                  <a:lnTo>
                    <a:pt x="1441228" y="858071"/>
                  </a:lnTo>
                  <a:lnTo>
                    <a:pt x="1485625" y="832268"/>
                  </a:lnTo>
                  <a:lnTo>
                    <a:pt x="1531831" y="803736"/>
                  </a:lnTo>
                  <a:lnTo>
                    <a:pt x="1580431" y="772243"/>
                  </a:lnTo>
                  <a:lnTo>
                    <a:pt x="1617213" y="746594"/>
                  </a:lnTo>
                  <a:lnTo>
                    <a:pt x="1655211" y="717670"/>
                  </a:lnTo>
                  <a:lnTo>
                    <a:pt x="1694228" y="685898"/>
                  </a:lnTo>
                  <a:lnTo>
                    <a:pt x="1734067" y="651704"/>
                  </a:lnTo>
                  <a:lnTo>
                    <a:pt x="1774530" y="615513"/>
                  </a:lnTo>
                  <a:lnTo>
                    <a:pt x="1815420" y="577752"/>
                  </a:lnTo>
                  <a:lnTo>
                    <a:pt x="1856539" y="538847"/>
                  </a:lnTo>
                  <a:lnTo>
                    <a:pt x="1897691" y="499223"/>
                  </a:lnTo>
                  <a:lnTo>
                    <a:pt x="1938678" y="459309"/>
                  </a:lnTo>
                  <a:lnTo>
                    <a:pt x="1979303" y="419528"/>
                  </a:lnTo>
                  <a:lnTo>
                    <a:pt x="2019367" y="380308"/>
                  </a:lnTo>
                  <a:lnTo>
                    <a:pt x="2058675" y="342075"/>
                  </a:lnTo>
                  <a:lnTo>
                    <a:pt x="2097029" y="305254"/>
                  </a:lnTo>
                  <a:lnTo>
                    <a:pt x="2134231" y="270272"/>
                  </a:lnTo>
                  <a:lnTo>
                    <a:pt x="2170084" y="237555"/>
                  </a:lnTo>
                  <a:lnTo>
                    <a:pt x="2204391" y="207529"/>
                  </a:lnTo>
                  <a:lnTo>
                    <a:pt x="2236955" y="180621"/>
                  </a:lnTo>
                  <a:lnTo>
                    <a:pt x="2267577" y="157256"/>
                  </a:lnTo>
                  <a:lnTo>
                    <a:pt x="2330240" y="113584"/>
                  </a:lnTo>
                  <a:lnTo>
                    <a:pt x="2385948" y="78518"/>
                  </a:lnTo>
                  <a:lnTo>
                    <a:pt x="2435974" y="51185"/>
                  </a:lnTo>
                  <a:lnTo>
                    <a:pt x="2481594" y="30714"/>
                  </a:lnTo>
                  <a:lnTo>
                    <a:pt x="2524084" y="16231"/>
                  </a:lnTo>
                  <a:lnTo>
                    <a:pt x="2564716" y="6866"/>
                  </a:lnTo>
                  <a:lnTo>
                    <a:pt x="2604767" y="1746"/>
                  </a:lnTo>
                  <a:lnTo>
                    <a:pt x="2645510" y="0"/>
                  </a:lnTo>
                  <a:lnTo>
                    <a:pt x="2685661" y="608"/>
                  </a:lnTo>
                  <a:lnTo>
                    <a:pt x="2724066" y="3817"/>
                  </a:lnTo>
                  <a:lnTo>
                    <a:pt x="2762202" y="10645"/>
                  </a:lnTo>
                  <a:lnTo>
                    <a:pt x="2801546" y="22114"/>
                  </a:lnTo>
                  <a:lnTo>
                    <a:pt x="2843573" y="39242"/>
                  </a:lnTo>
                  <a:lnTo>
                    <a:pt x="2889762" y="63052"/>
                  </a:lnTo>
                  <a:lnTo>
                    <a:pt x="2941588" y="94561"/>
                  </a:lnTo>
                  <a:lnTo>
                    <a:pt x="3000527" y="134791"/>
                  </a:lnTo>
                  <a:lnTo>
                    <a:pt x="3031429" y="157974"/>
                  </a:lnTo>
                  <a:lnTo>
                    <a:pt x="3064668" y="184921"/>
                  </a:lnTo>
                  <a:lnTo>
                    <a:pt x="3099962" y="215157"/>
                  </a:lnTo>
                  <a:lnTo>
                    <a:pt x="3137033" y="248210"/>
                  </a:lnTo>
                  <a:lnTo>
                    <a:pt x="3175600" y="283607"/>
                  </a:lnTo>
                  <a:lnTo>
                    <a:pt x="3215384" y="320874"/>
                  </a:lnTo>
                  <a:lnTo>
                    <a:pt x="3256105" y="359537"/>
                  </a:lnTo>
                  <a:lnTo>
                    <a:pt x="3297484" y="399125"/>
                  </a:lnTo>
                  <a:lnTo>
                    <a:pt x="3339240" y="439162"/>
                  </a:lnTo>
                  <a:lnTo>
                    <a:pt x="3381095" y="479177"/>
                  </a:lnTo>
                  <a:lnTo>
                    <a:pt x="3422767" y="518696"/>
                  </a:lnTo>
                  <a:lnTo>
                    <a:pt x="3463978" y="557246"/>
                  </a:lnTo>
                  <a:lnTo>
                    <a:pt x="3504447" y="594352"/>
                  </a:lnTo>
                  <a:lnTo>
                    <a:pt x="3543896" y="629543"/>
                  </a:lnTo>
                  <a:lnTo>
                    <a:pt x="3582044" y="662345"/>
                  </a:lnTo>
                  <a:lnTo>
                    <a:pt x="3618611" y="692284"/>
                  </a:lnTo>
                  <a:lnTo>
                    <a:pt x="3653318" y="718887"/>
                  </a:lnTo>
                  <a:lnTo>
                    <a:pt x="3703723" y="755286"/>
                  </a:lnTo>
                  <a:lnTo>
                    <a:pt x="3751219" y="788114"/>
                  </a:lnTo>
                  <a:lnTo>
                    <a:pt x="3796400" y="817702"/>
                  </a:lnTo>
                  <a:lnTo>
                    <a:pt x="3839861" y="844379"/>
                  </a:lnTo>
                  <a:lnTo>
                    <a:pt x="3882194" y="868473"/>
                  </a:lnTo>
                  <a:lnTo>
                    <a:pt x="3923994" y="890314"/>
                  </a:lnTo>
                  <a:lnTo>
                    <a:pt x="3965854" y="910230"/>
                  </a:lnTo>
                  <a:lnTo>
                    <a:pt x="4008369" y="928552"/>
                  </a:lnTo>
                  <a:lnTo>
                    <a:pt x="4052131" y="945608"/>
                  </a:lnTo>
                  <a:lnTo>
                    <a:pt x="4097735" y="961726"/>
                  </a:lnTo>
                  <a:lnTo>
                    <a:pt x="4145774" y="977238"/>
                  </a:lnTo>
                  <a:lnTo>
                    <a:pt x="4191827" y="990332"/>
                  </a:lnTo>
                  <a:lnTo>
                    <a:pt x="4239194" y="1001652"/>
                  </a:lnTo>
                  <a:lnTo>
                    <a:pt x="4287673" y="1011374"/>
                  </a:lnTo>
                  <a:lnTo>
                    <a:pt x="4337068" y="1019672"/>
                  </a:lnTo>
                  <a:lnTo>
                    <a:pt x="4387178" y="1026722"/>
                  </a:lnTo>
                  <a:lnTo>
                    <a:pt x="4437806" y="1032700"/>
                  </a:lnTo>
                  <a:lnTo>
                    <a:pt x="4488752" y="1037781"/>
                  </a:lnTo>
                  <a:lnTo>
                    <a:pt x="4539817" y="1042140"/>
                  </a:lnTo>
                  <a:lnTo>
                    <a:pt x="4590803" y="1045953"/>
                  </a:lnTo>
                  <a:lnTo>
                    <a:pt x="4641510" y="1049396"/>
                  </a:lnTo>
                  <a:lnTo>
                    <a:pt x="4691740" y="1052643"/>
                  </a:lnTo>
                  <a:lnTo>
                    <a:pt x="4741294" y="1055870"/>
                  </a:lnTo>
                  <a:lnTo>
                    <a:pt x="4915495" y="1061399"/>
                  </a:lnTo>
                  <a:lnTo>
                    <a:pt x="5107054" y="1060784"/>
                  </a:lnTo>
                  <a:lnTo>
                    <a:pt x="5261751" y="1057713"/>
                  </a:lnTo>
                  <a:lnTo>
                    <a:pt x="5325366" y="1055870"/>
                  </a:lnTo>
                </a:path>
              </a:pathLst>
            </a:custGeom>
            <a:ln w="57081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FC7F88E0-9F5B-49CB-F549-EEBFAF3835C5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23897" y="3487187"/>
              <a:ext cx="2739047" cy="2635135"/>
            </a:xfrm>
            <a:prstGeom prst="rect">
              <a:avLst/>
            </a:prstGeom>
          </p:spPr>
        </p:pic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581AAEB5-8B7F-FD3F-9BA2-489D30F3B18D}"/>
                </a:ext>
              </a:extLst>
            </p:cNvPr>
            <p:cNvSpPr/>
            <p:nvPr/>
          </p:nvSpPr>
          <p:spPr>
            <a:xfrm>
              <a:off x="2173439" y="3539641"/>
              <a:ext cx="2643505" cy="2488565"/>
            </a:xfrm>
            <a:custGeom>
              <a:avLst/>
              <a:gdLst/>
              <a:ahLst/>
              <a:cxnLst/>
              <a:rect l="l" t="t" r="r" b="b"/>
              <a:pathLst>
                <a:path w="2643504" h="2488565">
                  <a:moveTo>
                    <a:pt x="0" y="2482118"/>
                  </a:moveTo>
                  <a:lnTo>
                    <a:pt x="38122" y="2484506"/>
                  </a:lnTo>
                  <a:lnTo>
                    <a:pt x="81973" y="2485960"/>
                  </a:lnTo>
                  <a:lnTo>
                    <a:pt x="130229" y="2485807"/>
                  </a:lnTo>
                  <a:lnTo>
                    <a:pt x="181569" y="2483377"/>
                  </a:lnTo>
                  <a:lnTo>
                    <a:pt x="234671" y="2477998"/>
                  </a:lnTo>
                  <a:lnTo>
                    <a:pt x="288214" y="2468999"/>
                  </a:lnTo>
                  <a:lnTo>
                    <a:pt x="340876" y="2455706"/>
                  </a:lnTo>
                  <a:lnTo>
                    <a:pt x="391335" y="2437450"/>
                  </a:lnTo>
                  <a:lnTo>
                    <a:pt x="438269" y="2413558"/>
                  </a:lnTo>
                  <a:lnTo>
                    <a:pt x="480358" y="2383358"/>
                  </a:lnTo>
                  <a:lnTo>
                    <a:pt x="509427" y="2357206"/>
                  </a:lnTo>
                  <a:lnTo>
                    <a:pt x="536483" y="2330046"/>
                  </a:lnTo>
                  <a:lnTo>
                    <a:pt x="561817" y="2301340"/>
                  </a:lnTo>
                  <a:lnTo>
                    <a:pt x="585720" y="2270549"/>
                  </a:lnTo>
                  <a:lnTo>
                    <a:pt x="608483" y="2237132"/>
                  </a:lnTo>
                  <a:lnTo>
                    <a:pt x="630398" y="2200550"/>
                  </a:lnTo>
                  <a:lnTo>
                    <a:pt x="651755" y="2160265"/>
                  </a:lnTo>
                  <a:lnTo>
                    <a:pt x="672846" y="2115736"/>
                  </a:lnTo>
                  <a:lnTo>
                    <a:pt x="693961" y="2066424"/>
                  </a:lnTo>
                  <a:lnTo>
                    <a:pt x="715392" y="2011791"/>
                  </a:lnTo>
                  <a:lnTo>
                    <a:pt x="737430" y="1951296"/>
                  </a:lnTo>
                  <a:lnTo>
                    <a:pt x="760365" y="1884400"/>
                  </a:lnTo>
                  <a:lnTo>
                    <a:pt x="784490" y="1810564"/>
                  </a:lnTo>
                  <a:lnTo>
                    <a:pt x="807248" y="1734724"/>
                  </a:lnTo>
                  <a:lnTo>
                    <a:pt x="818975" y="1692388"/>
                  </a:lnTo>
                  <a:lnTo>
                    <a:pt x="830901" y="1647425"/>
                  </a:lnTo>
                  <a:lnTo>
                    <a:pt x="843004" y="1600076"/>
                  </a:lnTo>
                  <a:lnTo>
                    <a:pt x="855260" y="1550578"/>
                  </a:lnTo>
                  <a:lnTo>
                    <a:pt x="867646" y="1499171"/>
                  </a:lnTo>
                  <a:lnTo>
                    <a:pt x="880138" y="1446093"/>
                  </a:lnTo>
                  <a:lnTo>
                    <a:pt x="892713" y="1391584"/>
                  </a:lnTo>
                  <a:lnTo>
                    <a:pt x="905348" y="1335882"/>
                  </a:lnTo>
                  <a:lnTo>
                    <a:pt x="918019" y="1279227"/>
                  </a:lnTo>
                  <a:lnTo>
                    <a:pt x="930703" y="1221857"/>
                  </a:lnTo>
                  <a:lnTo>
                    <a:pt x="943376" y="1164010"/>
                  </a:lnTo>
                  <a:lnTo>
                    <a:pt x="956015" y="1105927"/>
                  </a:lnTo>
                  <a:lnTo>
                    <a:pt x="968597" y="1047846"/>
                  </a:lnTo>
                  <a:lnTo>
                    <a:pt x="981097" y="990006"/>
                  </a:lnTo>
                  <a:lnTo>
                    <a:pt x="993493" y="932645"/>
                  </a:lnTo>
                  <a:lnTo>
                    <a:pt x="1005761" y="876003"/>
                  </a:lnTo>
                  <a:lnTo>
                    <a:pt x="1017878" y="820318"/>
                  </a:lnTo>
                  <a:lnTo>
                    <a:pt x="1029820" y="765830"/>
                  </a:lnTo>
                  <a:lnTo>
                    <a:pt x="1041565" y="712777"/>
                  </a:lnTo>
                  <a:lnTo>
                    <a:pt x="1053087" y="661399"/>
                  </a:lnTo>
                  <a:lnTo>
                    <a:pt x="1064365" y="611933"/>
                  </a:lnTo>
                  <a:lnTo>
                    <a:pt x="1075375" y="564620"/>
                  </a:lnTo>
                  <a:lnTo>
                    <a:pt x="1086092" y="519698"/>
                  </a:lnTo>
                  <a:lnTo>
                    <a:pt x="1096495" y="477405"/>
                  </a:lnTo>
                  <a:lnTo>
                    <a:pt x="1106559" y="437981"/>
                  </a:lnTo>
                  <a:lnTo>
                    <a:pt x="1125577" y="368696"/>
                  </a:lnTo>
                  <a:lnTo>
                    <a:pt x="1153407" y="276648"/>
                  </a:lnTo>
                  <a:lnTo>
                    <a:pt x="1178453" y="200722"/>
                  </a:lnTo>
                  <a:lnTo>
                    <a:pt x="1201161" y="139480"/>
                  </a:lnTo>
                  <a:lnTo>
                    <a:pt x="1221973" y="91487"/>
                  </a:lnTo>
                  <a:lnTo>
                    <a:pt x="1241336" y="55308"/>
                  </a:lnTo>
                  <a:lnTo>
                    <a:pt x="1277485" y="12644"/>
                  </a:lnTo>
                  <a:lnTo>
                    <a:pt x="1313165" y="0"/>
                  </a:lnTo>
                  <a:lnTo>
                    <a:pt x="1333095" y="1427"/>
                  </a:lnTo>
                  <a:lnTo>
                    <a:pt x="1371091" y="24959"/>
                  </a:lnTo>
                  <a:lnTo>
                    <a:pt x="1411485" y="92007"/>
                  </a:lnTo>
                  <a:lnTo>
                    <a:pt x="1434413" y="147828"/>
                  </a:lnTo>
                  <a:lnTo>
                    <a:pt x="1460138" y="221703"/>
                  </a:lnTo>
                  <a:lnTo>
                    <a:pt x="1489394" y="316025"/>
                  </a:lnTo>
                  <a:lnTo>
                    <a:pt x="1508176" y="383212"/>
                  </a:lnTo>
                  <a:lnTo>
                    <a:pt x="1518207" y="421676"/>
                  </a:lnTo>
                  <a:lnTo>
                    <a:pt x="1528623" y="463058"/>
                  </a:lnTo>
                  <a:lnTo>
                    <a:pt x="1539394" y="507107"/>
                  </a:lnTo>
                  <a:lnTo>
                    <a:pt x="1550488" y="553576"/>
                  </a:lnTo>
                  <a:lnTo>
                    <a:pt x="1561874" y="602217"/>
                  </a:lnTo>
                  <a:lnTo>
                    <a:pt x="1573521" y="652780"/>
                  </a:lnTo>
                  <a:lnTo>
                    <a:pt x="1585398" y="705019"/>
                  </a:lnTo>
                  <a:lnTo>
                    <a:pt x="1597474" y="758684"/>
                  </a:lnTo>
                  <a:lnTo>
                    <a:pt x="1609718" y="813526"/>
                  </a:lnTo>
                  <a:lnTo>
                    <a:pt x="1622098" y="869299"/>
                  </a:lnTo>
                  <a:lnTo>
                    <a:pt x="1634584" y="925753"/>
                  </a:lnTo>
                  <a:lnTo>
                    <a:pt x="1647145" y="982640"/>
                  </a:lnTo>
                  <a:lnTo>
                    <a:pt x="1659749" y="1039712"/>
                  </a:lnTo>
                  <a:lnTo>
                    <a:pt x="1672366" y="1096720"/>
                  </a:lnTo>
                  <a:lnTo>
                    <a:pt x="1684964" y="1153417"/>
                  </a:lnTo>
                  <a:lnTo>
                    <a:pt x="1697512" y="1209553"/>
                  </a:lnTo>
                  <a:lnTo>
                    <a:pt x="1709980" y="1264880"/>
                  </a:lnTo>
                  <a:lnTo>
                    <a:pt x="1722335" y="1319151"/>
                  </a:lnTo>
                  <a:lnTo>
                    <a:pt x="1734548" y="1372116"/>
                  </a:lnTo>
                  <a:lnTo>
                    <a:pt x="1746586" y="1423528"/>
                  </a:lnTo>
                  <a:lnTo>
                    <a:pt x="1758420" y="1473138"/>
                  </a:lnTo>
                  <a:lnTo>
                    <a:pt x="1770017" y="1520697"/>
                  </a:lnTo>
                  <a:lnTo>
                    <a:pt x="1781347" y="1565958"/>
                  </a:lnTo>
                  <a:lnTo>
                    <a:pt x="1792379" y="1608672"/>
                  </a:lnTo>
                  <a:lnTo>
                    <a:pt x="1803081" y="1648590"/>
                  </a:lnTo>
                  <a:lnTo>
                    <a:pt x="1813422" y="1685465"/>
                  </a:lnTo>
                  <a:lnTo>
                    <a:pt x="1834694" y="1758238"/>
                  </a:lnTo>
                  <a:lnTo>
                    <a:pt x="1854899" y="1824934"/>
                  </a:lnTo>
                  <a:lnTo>
                    <a:pt x="1874217" y="1886020"/>
                  </a:lnTo>
                  <a:lnTo>
                    <a:pt x="1892826" y="1941963"/>
                  </a:lnTo>
                  <a:lnTo>
                    <a:pt x="1910904" y="1993232"/>
                  </a:lnTo>
                  <a:lnTo>
                    <a:pt x="1928631" y="2040294"/>
                  </a:lnTo>
                  <a:lnTo>
                    <a:pt x="1946184" y="2083615"/>
                  </a:lnTo>
                  <a:lnTo>
                    <a:pt x="1963743" y="2123664"/>
                  </a:lnTo>
                  <a:lnTo>
                    <a:pt x="1981485" y="2160908"/>
                  </a:lnTo>
                  <a:lnTo>
                    <a:pt x="1999589" y="2195814"/>
                  </a:lnTo>
                  <a:lnTo>
                    <a:pt x="2037599" y="2260483"/>
                  </a:lnTo>
                  <a:lnTo>
                    <a:pt x="2097456" y="2341242"/>
                  </a:lnTo>
                  <a:lnTo>
                    <a:pt x="2138757" y="2379939"/>
                  </a:lnTo>
                  <a:lnTo>
                    <a:pt x="2181268" y="2409345"/>
                  </a:lnTo>
                  <a:lnTo>
                    <a:pt x="2224492" y="2431534"/>
                  </a:lnTo>
                  <a:lnTo>
                    <a:pt x="2267932" y="2448579"/>
                  </a:lnTo>
                  <a:lnTo>
                    <a:pt x="2311090" y="2462552"/>
                  </a:lnTo>
                  <a:lnTo>
                    <a:pt x="2353469" y="2475526"/>
                  </a:lnTo>
                  <a:lnTo>
                    <a:pt x="2439941" y="2488492"/>
                  </a:lnTo>
                  <a:lnTo>
                    <a:pt x="2535027" y="2487051"/>
                  </a:lnTo>
                  <a:lnTo>
                    <a:pt x="2611815" y="2479848"/>
                  </a:lnTo>
                  <a:lnTo>
                    <a:pt x="2643392" y="2475526"/>
                  </a:lnTo>
                </a:path>
              </a:pathLst>
            </a:custGeom>
            <a:ln w="57085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84F43A5B-D04B-50B9-6FCB-65BBB40CE7D4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82984" y="4771499"/>
              <a:ext cx="390697" cy="1334198"/>
            </a:xfrm>
            <a:prstGeom prst="rect">
              <a:avLst/>
            </a:prstGeom>
          </p:spPr>
        </p:pic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DCEE201D-E01F-7256-E53C-5BEE47CC6727}"/>
                </a:ext>
              </a:extLst>
            </p:cNvPr>
            <p:cNvSpPr/>
            <p:nvPr/>
          </p:nvSpPr>
          <p:spPr>
            <a:xfrm>
              <a:off x="5378524" y="4985610"/>
              <a:ext cx="1270" cy="1056640"/>
            </a:xfrm>
            <a:custGeom>
              <a:avLst/>
              <a:gdLst/>
              <a:ahLst/>
              <a:cxnLst/>
              <a:rect l="l" t="t" r="r" b="b"/>
              <a:pathLst>
                <a:path w="1270" h="1056639">
                  <a:moveTo>
                    <a:pt x="763" y="1056417"/>
                  </a:moveTo>
                  <a:lnTo>
                    <a:pt x="0" y="0"/>
                  </a:lnTo>
                </a:path>
              </a:pathLst>
            </a:custGeom>
            <a:ln w="38061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58582551-46EC-2F89-E884-B7E2E894E43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93125" y="4947843"/>
              <a:ext cx="170958" cy="170846"/>
            </a:xfrm>
            <a:prstGeom prst="rect">
              <a:avLst/>
            </a:prstGeom>
          </p:spPr>
        </p:pic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ADD2BFB1-9038-0778-6077-09DFD8AD9D33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87687" y="3362496"/>
              <a:ext cx="394854" cy="2772295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9B638B7E-90E1-2FF9-10BB-F0C10C7D8B2C}"/>
                </a:ext>
              </a:extLst>
            </p:cNvPr>
            <p:cNvSpPr/>
            <p:nvPr/>
          </p:nvSpPr>
          <p:spPr>
            <a:xfrm>
              <a:off x="3486650" y="3577400"/>
              <a:ext cx="2540" cy="2490470"/>
            </a:xfrm>
            <a:custGeom>
              <a:avLst/>
              <a:gdLst/>
              <a:ahLst/>
              <a:cxnLst/>
              <a:rect l="l" t="t" r="r" b="b"/>
              <a:pathLst>
                <a:path w="2539" h="2490470">
                  <a:moveTo>
                    <a:pt x="2280" y="2489997"/>
                  </a:moveTo>
                  <a:lnTo>
                    <a:pt x="0" y="0"/>
                  </a:lnTo>
                </a:path>
              </a:pathLst>
            </a:custGeom>
            <a:ln w="38061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A5CBAE99-D4FB-5930-B435-54F0AA74149B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01263" y="3539642"/>
              <a:ext cx="170971" cy="170859"/>
            </a:xfrm>
            <a:prstGeom prst="rect">
              <a:avLst/>
            </a:prstGeom>
          </p:spPr>
        </p:pic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70470550-F7B6-FDF6-DCDA-110C93D1FDBF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90152" y="4771506"/>
              <a:ext cx="390697" cy="1388224"/>
            </a:xfrm>
            <a:prstGeom prst="rect">
              <a:avLst/>
            </a:prstGeom>
          </p:spPr>
        </p:pic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942DCB72-77DE-EF2C-C01A-D8FB2B8762FA}"/>
                </a:ext>
              </a:extLst>
            </p:cNvPr>
            <p:cNvSpPr/>
            <p:nvPr/>
          </p:nvSpPr>
          <p:spPr>
            <a:xfrm>
              <a:off x="2473972" y="4985361"/>
              <a:ext cx="12065" cy="1107440"/>
            </a:xfrm>
            <a:custGeom>
              <a:avLst/>
              <a:gdLst/>
              <a:ahLst/>
              <a:cxnLst/>
              <a:rect l="l" t="t" r="r" b="b"/>
              <a:pathLst>
                <a:path w="12064" h="1107439">
                  <a:moveTo>
                    <a:pt x="0" y="1107405"/>
                  </a:moveTo>
                  <a:lnTo>
                    <a:pt x="11513" y="0"/>
                  </a:lnTo>
                </a:path>
              </a:pathLst>
            </a:custGeom>
            <a:ln w="38061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CD7798C3-6F22-B241-31A1-442184ACA84B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8835" y="4947602"/>
              <a:ext cx="170966" cy="171508"/>
            </a:xfrm>
            <a:prstGeom prst="rect">
              <a:avLst/>
            </a:prstGeom>
          </p:spPr>
        </p:pic>
      </p:grpSp>
      <p:sp>
        <p:nvSpPr>
          <p:cNvPr id="22" name="object 22">
            <a:extLst>
              <a:ext uri="{FF2B5EF4-FFF2-40B4-BE49-F238E27FC236}">
                <a16:creationId xmlns:a16="http://schemas.microsoft.com/office/drawing/2014/main" id="{7F61AC1A-F30D-711B-B023-B61DE9227D31}"/>
              </a:ext>
            </a:extLst>
          </p:cNvPr>
          <p:cNvSpPr txBox="1"/>
          <p:nvPr/>
        </p:nvSpPr>
        <p:spPr>
          <a:xfrm>
            <a:off x="2260224" y="4433201"/>
            <a:ext cx="302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4C4383ED-C1DC-339F-36B6-ADE601ACB196}"/>
              </a:ext>
            </a:extLst>
          </p:cNvPr>
          <p:cNvSpPr txBox="1"/>
          <p:nvPr/>
        </p:nvSpPr>
        <p:spPr>
          <a:xfrm>
            <a:off x="2537406" y="4640383"/>
            <a:ext cx="159385" cy="3098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50" spc="-50" dirty="0">
                <a:solidFill>
                  <a:srgbClr val="FF6C00"/>
                </a:solidFill>
                <a:latin typeface="Arial MT"/>
                <a:cs typeface="Arial MT"/>
              </a:rPr>
              <a:t>2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9F6B8C0-E3EC-E8FF-0A9E-14FCD8F9F359}"/>
              </a:ext>
            </a:extLst>
          </p:cNvPr>
          <p:cNvSpPr txBox="1"/>
          <p:nvPr/>
        </p:nvSpPr>
        <p:spPr>
          <a:xfrm>
            <a:off x="3299593" y="3025216"/>
            <a:ext cx="302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9475D3D8-9612-E07C-7738-FDF155054819}"/>
              </a:ext>
            </a:extLst>
          </p:cNvPr>
          <p:cNvSpPr txBox="1"/>
          <p:nvPr/>
        </p:nvSpPr>
        <p:spPr>
          <a:xfrm>
            <a:off x="3576774" y="3232397"/>
            <a:ext cx="135890" cy="3098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50" spc="-105" dirty="0">
                <a:solidFill>
                  <a:srgbClr val="FF6C00"/>
                </a:solidFill>
                <a:latin typeface="Arial MT"/>
                <a:cs typeface="Arial MT"/>
              </a:rPr>
              <a:t>1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90961858-F04B-CDF3-E559-AE442CB8FB5A}"/>
              </a:ext>
            </a:extLst>
          </p:cNvPr>
          <p:cNvSpPr txBox="1"/>
          <p:nvPr/>
        </p:nvSpPr>
        <p:spPr>
          <a:xfrm>
            <a:off x="5115133" y="4357103"/>
            <a:ext cx="487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775" spc="-37" baseline="-21021" dirty="0">
                <a:solidFill>
                  <a:srgbClr val="FF6C00"/>
                </a:solidFill>
                <a:latin typeface="Arial MT"/>
                <a:cs typeface="Arial MT"/>
              </a:rPr>
              <a:t>3</a:t>
            </a:r>
            <a:endParaRPr sz="2775" baseline="-21021">
              <a:latin typeface="Arial MT"/>
              <a:cs typeface="Arial MT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603A04B4-1F98-03DD-8B99-A2939A185445}"/>
              </a:ext>
            </a:extLst>
          </p:cNvPr>
          <p:cNvSpPr txBox="1"/>
          <p:nvPr/>
        </p:nvSpPr>
        <p:spPr>
          <a:xfrm>
            <a:off x="5280317" y="2751632"/>
            <a:ext cx="35344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12925" algn="l"/>
                <a:tab pos="2725420" algn="l"/>
              </a:tabLst>
            </a:pPr>
            <a:r>
              <a:rPr sz="2800" b="1" spc="620" dirty="0">
                <a:solidFill>
                  <a:srgbClr val="FC5507"/>
                </a:solidFill>
                <a:latin typeface="Trebuchet MS"/>
                <a:cs typeface="Trebuchet MS"/>
              </a:rPr>
              <a:t>π</a:t>
            </a:r>
            <a:r>
              <a:rPr sz="2800" b="1" spc="30" dirty="0">
                <a:solidFill>
                  <a:srgbClr val="FC5507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C5507"/>
                </a:solidFill>
                <a:latin typeface="Lucida Sans Unicode"/>
                <a:cs typeface="Lucida Sans Unicode"/>
              </a:rPr>
              <a:t>=</a:t>
            </a:r>
            <a:r>
              <a:rPr sz="2800" spc="-15" dirty="0">
                <a:solidFill>
                  <a:srgbClr val="FC5507"/>
                </a:solidFill>
                <a:latin typeface="Lucida Sans Unicode"/>
                <a:cs typeface="Lucida Sans Unicode"/>
              </a:rPr>
              <a:t> </a:t>
            </a:r>
            <a:r>
              <a:rPr sz="2800" spc="-20" dirty="0">
                <a:solidFill>
                  <a:srgbClr val="FC5507"/>
                </a:solidFill>
                <a:latin typeface="Arial MT"/>
                <a:cs typeface="Arial MT"/>
              </a:rPr>
              <a:t>[0.47</a:t>
            </a:r>
            <a:r>
              <a:rPr sz="2800" dirty="0">
                <a:solidFill>
                  <a:srgbClr val="FC5507"/>
                </a:solidFill>
                <a:latin typeface="Arial MT"/>
                <a:cs typeface="Arial MT"/>
              </a:rPr>
              <a:t>	</a:t>
            </a:r>
            <a:r>
              <a:rPr sz="2800" spc="30" dirty="0">
                <a:solidFill>
                  <a:srgbClr val="FC5507"/>
                </a:solidFill>
                <a:latin typeface="Arial MT"/>
                <a:cs typeface="Arial MT"/>
              </a:rPr>
              <a:t>0.26</a:t>
            </a:r>
            <a:r>
              <a:rPr sz="2800" dirty="0">
                <a:solidFill>
                  <a:srgbClr val="FC5507"/>
                </a:solidFill>
                <a:latin typeface="Arial MT"/>
                <a:cs typeface="Arial MT"/>
              </a:rPr>
              <a:t>	</a:t>
            </a:r>
            <a:r>
              <a:rPr sz="2800" spc="-10" dirty="0">
                <a:solidFill>
                  <a:srgbClr val="FC5507"/>
                </a:solidFill>
                <a:latin typeface="Arial MT"/>
                <a:cs typeface="Arial MT"/>
              </a:rPr>
              <a:t>0.27]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4BD380DD-87E2-5696-DB88-FA49DD8A7A7D}"/>
              </a:ext>
            </a:extLst>
          </p:cNvPr>
          <p:cNvSpPr txBox="1"/>
          <p:nvPr/>
        </p:nvSpPr>
        <p:spPr>
          <a:xfrm>
            <a:off x="465945" y="1408263"/>
            <a:ext cx="10026650" cy="1364615"/>
          </a:xfrm>
          <a:prstGeom prst="rect">
            <a:avLst/>
          </a:prstGeom>
        </p:spPr>
        <p:txBody>
          <a:bodyPr vert="horz" wrap="square" lIns="0" tIns="23939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885"/>
              </a:spcBef>
            </a:pP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Associate</a:t>
            </a:r>
            <a:r>
              <a:rPr sz="3200" spc="-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a</a:t>
            </a:r>
            <a:r>
              <a:rPr sz="3200" spc="-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05" dirty="0">
                <a:solidFill>
                  <a:srgbClr val="2B2728"/>
                </a:solidFill>
                <a:latin typeface="Arial MT"/>
                <a:cs typeface="Arial MT"/>
              </a:rPr>
              <a:t>weight</a:t>
            </a:r>
            <a:r>
              <a:rPr sz="3200" spc="-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3150" baseline="-21164" dirty="0">
                <a:solidFill>
                  <a:srgbClr val="FF6C00"/>
                </a:solidFill>
                <a:latin typeface="Arial MT"/>
                <a:cs typeface="Arial MT"/>
              </a:rPr>
              <a:t>k</a:t>
            </a:r>
            <a:r>
              <a:rPr sz="3150" spc="359" baseline="-21164" dirty="0">
                <a:solidFill>
                  <a:srgbClr val="FF6C00"/>
                </a:solidFill>
                <a:latin typeface="Arial MT"/>
                <a:cs typeface="Arial MT"/>
              </a:rPr>
              <a:t> </a:t>
            </a:r>
            <a:r>
              <a:rPr sz="3200" spc="140" dirty="0">
                <a:solidFill>
                  <a:srgbClr val="2B2728"/>
                </a:solidFill>
                <a:latin typeface="Arial MT"/>
                <a:cs typeface="Arial MT"/>
              </a:rPr>
              <a:t>with</a:t>
            </a:r>
            <a:r>
              <a:rPr sz="3200" spc="-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each</a:t>
            </a:r>
            <a:r>
              <a:rPr sz="3200" spc="-6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35" dirty="0">
                <a:solidFill>
                  <a:srgbClr val="2B2728"/>
                </a:solidFill>
                <a:latin typeface="Arial MT"/>
                <a:cs typeface="Arial MT"/>
              </a:rPr>
              <a:t>Gaussian</a:t>
            </a:r>
            <a:r>
              <a:rPr sz="3200" spc="-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30" dirty="0">
                <a:solidFill>
                  <a:srgbClr val="2B2728"/>
                </a:solidFill>
                <a:latin typeface="Arial MT"/>
                <a:cs typeface="Arial MT"/>
              </a:rPr>
              <a:t>component</a:t>
            </a:r>
            <a:endParaRPr sz="3200">
              <a:latin typeface="Arial MT"/>
              <a:cs typeface="Arial MT"/>
            </a:endParaRPr>
          </a:p>
          <a:p>
            <a:pPr marL="5840095">
              <a:lnSpc>
                <a:spcPct val="100000"/>
              </a:lnSpc>
              <a:spcBef>
                <a:spcPts val="1560"/>
              </a:spcBef>
              <a:tabLst>
                <a:tab pos="6767195" algn="l"/>
                <a:tab pos="7706359" algn="l"/>
              </a:tabLst>
            </a:pPr>
            <a:r>
              <a:rPr sz="28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775" spc="-37" baseline="-21021" dirty="0">
                <a:solidFill>
                  <a:srgbClr val="FF6C00"/>
                </a:solidFill>
                <a:latin typeface="Arial MT"/>
                <a:cs typeface="Arial MT"/>
              </a:rPr>
              <a:t>1</a:t>
            </a:r>
            <a:r>
              <a:rPr sz="2775" baseline="-21021" dirty="0">
                <a:solidFill>
                  <a:srgbClr val="FF6C00"/>
                </a:solidFill>
                <a:latin typeface="Arial MT"/>
                <a:cs typeface="Arial MT"/>
              </a:rPr>
              <a:t>	</a:t>
            </a:r>
            <a:r>
              <a:rPr sz="28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775" spc="-37" baseline="-21021" dirty="0">
                <a:solidFill>
                  <a:srgbClr val="FF6C00"/>
                </a:solidFill>
                <a:latin typeface="Arial MT"/>
                <a:cs typeface="Arial MT"/>
              </a:rPr>
              <a:t>2</a:t>
            </a:r>
            <a:r>
              <a:rPr sz="2775" baseline="-21021" dirty="0">
                <a:solidFill>
                  <a:srgbClr val="FF6C00"/>
                </a:solidFill>
                <a:latin typeface="Arial MT"/>
                <a:cs typeface="Arial MT"/>
              </a:rPr>
              <a:t>	</a:t>
            </a:r>
            <a:r>
              <a:rPr sz="28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775" spc="-37" baseline="-21021" dirty="0">
                <a:solidFill>
                  <a:srgbClr val="FF6C00"/>
                </a:solidFill>
                <a:latin typeface="Arial MT"/>
                <a:cs typeface="Arial MT"/>
              </a:rPr>
              <a:t>3</a:t>
            </a:r>
            <a:endParaRPr sz="2775" baseline="-21021">
              <a:latin typeface="Arial MT"/>
              <a:cs typeface="Arial MT"/>
            </a:endParaRPr>
          </a:p>
        </p:txBody>
      </p:sp>
      <p:grpSp>
        <p:nvGrpSpPr>
          <p:cNvPr id="29" name="object 29">
            <a:extLst>
              <a:ext uri="{FF2B5EF4-FFF2-40B4-BE49-F238E27FC236}">
                <a16:creationId xmlns:a16="http://schemas.microsoft.com/office/drawing/2014/main" id="{F8A805E3-4CE7-9EBE-67FE-C7B03228CCC4}"/>
              </a:ext>
            </a:extLst>
          </p:cNvPr>
          <p:cNvGrpSpPr/>
          <p:nvPr/>
        </p:nvGrpSpPr>
        <p:grpSpPr>
          <a:xfrm>
            <a:off x="6259486" y="3013364"/>
            <a:ext cx="2311400" cy="981075"/>
            <a:chOff x="6259486" y="3013364"/>
            <a:chExt cx="2311400" cy="981075"/>
          </a:xfrm>
        </p:grpSpPr>
        <p:pic>
          <p:nvPicPr>
            <p:cNvPr id="30" name="object 30">
              <a:extLst>
                <a:ext uri="{FF2B5EF4-FFF2-40B4-BE49-F238E27FC236}">
                  <a16:creationId xmlns:a16="http://schemas.microsoft.com/office/drawing/2014/main" id="{B0DE3C98-57BE-B88E-5BC9-AB89FCCD6BA4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59486" y="3050773"/>
              <a:ext cx="777239" cy="939337"/>
            </a:xfrm>
            <a:prstGeom prst="rect">
              <a:avLst/>
            </a:prstGeom>
          </p:spPr>
        </p:pic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3E221A10-1AFC-9CA6-0F98-EBD3B4F64023}"/>
                </a:ext>
              </a:extLst>
            </p:cNvPr>
            <p:cNvSpPr/>
            <p:nvPr/>
          </p:nvSpPr>
          <p:spPr>
            <a:xfrm>
              <a:off x="6480521" y="3256122"/>
              <a:ext cx="497840" cy="655320"/>
            </a:xfrm>
            <a:custGeom>
              <a:avLst/>
              <a:gdLst/>
              <a:ahLst/>
              <a:cxnLst/>
              <a:rect l="l" t="t" r="r" b="b"/>
              <a:pathLst>
                <a:path w="497840" h="655320">
                  <a:moveTo>
                    <a:pt x="497328" y="654893"/>
                  </a:moveTo>
                  <a:lnTo>
                    <a:pt x="0" y="0"/>
                  </a:lnTo>
                </a:path>
              </a:pathLst>
            </a:custGeom>
            <a:ln w="38058">
              <a:solidFill>
                <a:srgbClr val="3934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>
              <a:extLst>
                <a:ext uri="{FF2B5EF4-FFF2-40B4-BE49-F238E27FC236}">
                  <a16:creationId xmlns:a16="http://schemas.microsoft.com/office/drawing/2014/main" id="{D83D4041-D2C5-0D22-14F9-8C19F6BB3C1B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57683" y="3226041"/>
              <a:ext cx="163977" cy="180162"/>
            </a:xfrm>
            <a:prstGeom prst="rect">
              <a:avLst/>
            </a:prstGeom>
          </p:spPr>
        </p:pic>
        <p:pic>
          <p:nvPicPr>
            <p:cNvPr id="33" name="object 33">
              <a:extLst>
                <a:ext uri="{FF2B5EF4-FFF2-40B4-BE49-F238E27FC236}">
                  <a16:creationId xmlns:a16="http://schemas.microsoft.com/office/drawing/2014/main" id="{26D42867-076C-54FD-7319-EB82483759C2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028408" y="3013364"/>
              <a:ext cx="602672" cy="947651"/>
            </a:xfrm>
            <a:prstGeom prst="rect">
              <a:avLst/>
            </a:prstGeom>
          </p:spPr>
        </p:pic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6DD34F35-6055-0591-F523-14D81466E8C2}"/>
                </a:ext>
              </a:extLst>
            </p:cNvPr>
            <p:cNvSpPr/>
            <p:nvPr/>
          </p:nvSpPr>
          <p:spPr>
            <a:xfrm>
              <a:off x="7092035" y="3221956"/>
              <a:ext cx="326390" cy="664210"/>
            </a:xfrm>
            <a:custGeom>
              <a:avLst/>
              <a:gdLst/>
              <a:ahLst/>
              <a:cxnLst/>
              <a:rect l="l" t="t" r="r" b="b"/>
              <a:pathLst>
                <a:path w="326390" h="664210">
                  <a:moveTo>
                    <a:pt x="0" y="663684"/>
                  </a:moveTo>
                  <a:lnTo>
                    <a:pt x="326240" y="0"/>
                  </a:lnTo>
                </a:path>
              </a:pathLst>
            </a:custGeom>
            <a:ln w="38059">
              <a:solidFill>
                <a:srgbClr val="3934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>
              <a:extLst>
                <a:ext uri="{FF2B5EF4-FFF2-40B4-BE49-F238E27FC236}">
                  <a16:creationId xmlns:a16="http://schemas.microsoft.com/office/drawing/2014/main" id="{0BFC6AE3-56C9-7364-BF03-5E58033B4F3D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89430" y="3188068"/>
              <a:ext cx="157239" cy="184696"/>
            </a:xfrm>
            <a:prstGeom prst="rect">
              <a:avLst/>
            </a:prstGeom>
          </p:spPr>
        </p:pic>
        <p:pic>
          <p:nvPicPr>
            <p:cNvPr id="36" name="object 36">
              <a:extLst>
                <a:ext uri="{FF2B5EF4-FFF2-40B4-BE49-F238E27FC236}">
                  <a16:creationId xmlns:a16="http://schemas.microsoft.com/office/drawing/2014/main" id="{7DFA5A72-B788-8137-1B90-59AB621D7AF8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161415" y="3038300"/>
              <a:ext cx="1409001" cy="955963"/>
            </a:xfrm>
            <a:prstGeom prst="rect">
              <a:avLst/>
            </a:prstGeom>
          </p:spPr>
        </p:pic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17D7DE9D-2373-49BA-7E4D-9E5AA3B4B94C}"/>
                </a:ext>
              </a:extLst>
            </p:cNvPr>
            <p:cNvSpPr/>
            <p:nvPr/>
          </p:nvSpPr>
          <p:spPr>
            <a:xfrm>
              <a:off x="7218908" y="3232967"/>
              <a:ext cx="1122680" cy="678180"/>
            </a:xfrm>
            <a:custGeom>
              <a:avLst/>
              <a:gdLst/>
              <a:ahLst/>
              <a:cxnLst/>
              <a:rect l="l" t="t" r="r" b="b"/>
              <a:pathLst>
                <a:path w="1122679" h="678179">
                  <a:moveTo>
                    <a:pt x="0" y="678048"/>
                  </a:moveTo>
                  <a:lnTo>
                    <a:pt x="1122580" y="0"/>
                  </a:lnTo>
                </a:path>
              </a:pathLst>
            </a:custGeom>
            <a:ln w="38055">
              <a:solidFill>
                <a:srgbClr val="3934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>
              <a:extLst>
                <a:ext uri="{FF2B5EF4-FFF2-40B4-BE49-F238E27FC236}">
                  <a16:creationId xmlns:a16="http://schemas.microsoft.com/office/drawing/2014/main" id="{80FB671E-1ABF-4345-1FC0-7FCA4E1BA1CB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190280" y="3213442"/>
              <a:ext cx="183527" cy="154491"/>
            </a:xfrm>
            <a:prstGeom prst="rect">
              <a:avLst/>
            </a:prstGeom>
          </p:spPr>
        </p:pic>
      </p:grpSp>
      <p:sp>
        <p:nvSpPr>
          <p:cNvPr id="39" name="object 39">
            <a:extLst>
              <a:ext uri="{FF2B5EF4-FFF2-40B4-BE49-F238E27FC236}">
                <a16:creationId xmlns:a16="http://schemas.microsoft.com/office/drawing/2014/main" id="{C14B829F-BB8E-F423-D8D9-7C4887F762DB}"/>
              </a:ext>
            </a:extLst>
          </p:cNvPr>
          <p:cNvSpPr txBox="1"/>
          <p:nvPr/>
        </p:nvSpPr>
        <p:spPr>
          <a:xfrm>
            <a:off x="5914669" y="3905923"/>
            <a:ext cx="3420110" cy="11137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8800"/>
              </a:lnSpc>
              <a:spcBef>
                <a:spcPts val="130"/>
              </a:spcBef>
            </a:pPr>
            <a:r>
              <a:rPr sz="2400" spc="-10" dirty="0">
                <a:latin typeface="Arial MT"/>
                <a:cs typeface="Arial MT"/>
              </a:rPr>
              <a:t>Relative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85" dirty="0">
                <a:latin typeface="Arial MT"/>
                <a:cs typeface="Arial MT"/>
              </a:rPr>
              <a:t>proportion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9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class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100" dirty="0">
                <a:latin typeface="Arial MT"/>
                <a:cs typeface="Arial MT"/>
              </a:rPr>
              <a:t>world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100" dirty="0">
                <a:latin typeface="Arial MT"/>
                <a:cs typeface="Arial MT"/>
              </a:rPr>
              <a:t>from </a:t>
            </a:r>
            <a:r>
              <a:rPr sz="2400" spc="85" dirty="0">
                <a:latin typeface="Arial MT"/>
                <a:cs typeface="Arial MT"/>
              </a:rPr>
              <a:t>which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75" dirty="0">
                <a:latin typeface="Arial MT"/>
                <a:cs typeface="Arial MT"/>
              </a:rPr>
              <a:t>we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55" dirty="0">
                <a:latin typeface="Arial MT"/>
                <a:cs typeface="Arial MT"/>
              </a:rPr>
              <a:t>get</a:t>
            </a:r>
            <a:r>
              <a:rPr sz="2400" spc="-20" dirty="0">
                <a:latin typeface="Arial MT"/>
                <a:cs typeface="Arial MT"/>
              </a:rPr>
              <a:t> data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962829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0339F-66AA-7DE0-1DFD-20FBC1813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3">
            <a:extLst>
              <a:ext uri="{FF2B5EF4-FFF2-40B4-BE49-F238E27FC236}">
                <a16:creationId xmlns:a16="http://schemas.microsoft.com/office/drawing/2014/main" id="{52F71163-73DC-9E5D-8490-F96EB2A25F42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38760" algn="l">
              <a:spcBef>
                <a:spcPts val="95"/>
              </a:spcBef>
            </a:pPr>
            <a:r>
              <a:rPr lang="en-US" spc="175">
                <a:solidFill>
                  <a:schemeClr val="bg1"/>
                </a:solidFill>
              </a:rPr>
              <a:t>Combination</a:t>
            </a:r>
            <a:r>
              <a:rPr lang="en-US" spc="-65">
                <a:solidFill>
                  <a:schemeClr val="bg1"/>
                </a:solidFill>
              </a:rPr>
              <a:t> </a:t>
            </a:r>
            <a:r>
              <a:rPr lang="en-US" spc="254">
                <a:solidFill>
                  <a:schemeClr val="bg1"/>
                </a:solidFill>
              </a:rPr>
              <a:t>of</a:t>
            </a:r>
            <a:r>
              <a:rPr lang="en-US" spc="-65">
                <a:solidFill>
                  <a:schemeClr val="bg1"/>
                </a:solidFill>
              </a:rPr>
              <a:t> </a:t>
            </a:r>
            <a:r>
              <a:rPr lang="en-US" spc="150">
                <a:solidFill>
                  <a:schemeClr val="bg1"/>
                </a:solidFill>
              </a:rPr>
              <a:t>weighted</a:t>
            </a:r>
            <a:r>
              <a:rPr lang="en-US" spc="-65">
                <a:solidFill>
                  <a:schemeClr val="bg1"/>
                </a:solidFill>
              </a:rPr>
              <a:t> </a:t>
            </a:r>
            <a:r>
              <a:rPr lang="en-US" spc="-40">
                <a:solidFill>
                  <a:schemeClr val="bg1"/>
                </a:solidFill>
              </a:rPr>
              <a:t>Gaussians</a:t>
            </a:r>
            <a:endParaRPr lang="en-US" spc="-40" dirty="0">
              <a:solidFill>
                <a:schemeClr val="bg1"/>
              </a:solidFill>
            </a:endParaRP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106B6ACB-A156-1622-2B92-146735F42B6C}"/>
              </a:ext>
            </a:extLst>
          </p:cNvPr>
          <p:cNvGrpSpPr/>
          <p:nvPr/>
        </p:nvGrpSpPr>
        <p:grpSpPr>
          <a:xfrm>
            <a:off x="1375752" y="3362496"/>
            <a:ext cx="7419340" cy="2938780"/>
            <a:chOff x="1375752" y="3362496"/>
            <a:chExt cx="7419340" cy="2938780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E1ADCCCF-8E11-3BC2-9EB2-CAE18A8F7D82}"/>
                </a:ext>
              </a:extLst>
            </p:cNvPr>
            <p:cNvSpPr/>
            <p:nvPr/>
          </p:nvSpPr>
          <p:spPr>
            <a:xfrm>
              <a:off x="6889038" y="3517798"/>
              <a:ext cx="1877695" cy="1814195"/>
            </a:xfrm>
            <a:custGeom>
              <a:avLst/>
              <a:gdLst/>
              <a:ahLst/>
              <a:cxnLst/>
              <a:rect l="l" t="t" r="r" b="b"/>
              <a:pathLst>
                <a:path w="1877695" h="1814195">
                  <a:moveTo>
                    <a:pt x="1877682" y="0"/>
                  </a:moveTo>
                  <a:lnTo>
                    <a:pt x="0" y="0"/>
                  </a:lnTo>
                  <a:lnTo>
                    <a:pt x="0" y="1813890"/>
                  </a:lnTo>
                  <a:lnTo>
                    <a:pt x="1877682" y="1813890"/>
                  </a:lnTo>
                  <a:lnTo>
                    <a:pt x="1877682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03EB086E-604F-7000-2202-5E4726E02232}"/>
                </a:ext>
              </a:extLst>
            </p:cNvPr>
            <p:cNvSpPr/>
            <p:nvPr/>
          </p:nvSpPr>
          <p:spPr>
            <a:xfrm>
              <a:off x="6889038" y="3517798"/>
              <a:ext cx="1877695" cy="1814195"/>
            </a:xfrm>
            <a:custGeom>
              <a:avLst/>
              <a:gdLst/>
              <a:ahLst/>
              <a:cxnLst/>
              <a:rect l="l" t="t" r="r" b="b"/>
              <a:pathLst>
                <a:path w="1877695" h="1814195">
                  <a:moveTo>
                    <a:pt x="0" y="0"/>
                  </a:moveTo>
                  <a:lnTo>
                    <a:pt x="1877677" y="0"/>
                  </a:lnTo>
                  <a:lnTo>
                    <a:pt x="1877677" y="1813898"/>
                  </a:lnTo>
                  <a:lnTo>
                    <a:pt x="0" y="1813898"/>
                  </a:lnTo>
                  <a:lnTo>
                    <a:pt x="0" y="0"/>
                  </a:lnTo>
                  <a:close/>
                </a:path>
              </a:pathLst>
            </a:custGeom>
            <a:ln w="28542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0F52D609-2522-89E5-D86D-6EAF75FDBD8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5752" y="5910348"/>
              <a:ext cx="7419111" cy="390697"/>
            </a:xfrm>
            <a:prstGeom prst="rect">
              <a:avLst/>
            </a:prstGeom>
          </p:spPr>
        </p:pic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6842EA22-4F8A-E984-1491-692818AE94B4}"/>
                </a:ext>
              </a:extLst>
            </p:cNvPr>
            <p:cNvSpPr/>
            <p:nvPr/>
          </p:nvSpPr>
          <p:spPr>
            <a:xfrm>
              <a:off x="1420939" y="6085985"/>
              <a:ext cx="7140575" cy="0"/>
            </a:xfrm>
            <a:custGeom>
              <a:avLst/>
              <a:gdLst/>
              <a:ahLst/>
              <a:cxnLst/>
              <a:rect l="l" t="t" r="r" b="b"/>
              <a:pathLst>
                <a:path w="7140575">
                  <a:moveTo>
                    <a:pt x="0" y="0"/>
                  </a:moveTo>
                  <a:lnTo>
                    <a:pt x="7140107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F5C67702-11F1-5ADF-788B-0BE4031E727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27996" y="6000517"/>
              <a:ext cx="170830" cy="170939"/>
            </a:xfrm>
            <a:prstGeom prst="rect">
              <a:avLst/>
            </a:prstGeom>
          </p:spPr>
        </p:pic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41380EFC-40B3-7ECB-EF70-EAE80D02CC7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9537" y="4892039"/>
              <a:ext cx="1924392" cy="1184563"/>
            </a:xfrm>
            <a:prstGeom prst="rect">
              <a:avLst/>
            </a:prstGeom>
          </p:spPr>
        </p:pic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81A6E9D9-6D5F-60A8-4FF4-C224E883CD27}"/>
                </a:ext>
              </a:extLst>
            </p:cNvPr>
            <p:cNvSpPr/>
            <p:nvPr/>
          </p:nvSpPr>
          <p:spPr>
            <a:xfrm>
              <a:off x="1575308" y="4947842"/>
              <a:ext cx="1833245" cy="1032510"/>
            </a:xfrm>
            <a:custGeom>
              <a:avLst/>
              <a:gdLst/>
              <a:ahLst/>
              <a:cxnLst/>
              <a:rect l="l" t="t" r="r" b="b"/>
              <a:pathLst>
                <a:path w="1833245" h="1032510">
                  <a:moveTo>
                    <a:pt x="0" y="1029823"/>
                  </a:moveTo>
                  <a:lnTo>
                    <a:pt x="39034" y="1031135"/>
                  </a:lnTo>
                  <a:lnTo>
                    <a:pt x="85372" y="1031413"/>
                  </a:lnTo>
                  <a:lnTo>
                    <a:pt x="136341" y="1029844"/>
                  </a:lnTo>
                  <a:lnTo>
                    <a:pt x="189270" y="1025616"/>
                  </a:lnTo>
                  <a:lnTo>
                    <a:pt x="241487" y="1017915"/>
                  </a:lnTo>
                  <a:lnTo>
                    <a:pt x="290319" y="1005930"/>
                  </a:lnTo>
                  <a:lnTo>
                    <a:pt x="333094" y="988847"/>
                  </a:lnTo>
                  <a:lnTo>
                    <a:pt x="375019" y="964793"/>
                  </a:lnTo>
                  <a:lnTo>
                    <a:pt x="411495" y="937553"/>
                  </a:lnTo>
                  <a:lnTo>
                    <a:pt x="444578" y="904849"/>
                  </a:lnTo>
                  <a:lnTo>
                    <a:pt x="476319" y="864406"/>
                  </a:lnTo>
                  <a:lnTo>
                    <a:pt x="508772" y="813947"/>
                  </a:lnTo>
                  <a:lnTo>
                    <a:pt x="543989" y="751195"/>
                  </a:lnTo>
                  <a:lnTo>
                    <a:pt x="561634" y="715778"/>
                  </a:lnTo>
                  <a:lnTo>
                    <a:pt x="580031" y="674560"/>
                  </a:lnTo>
                  <a:lnTo>
                    <a:pt x="599001" y="628641"/>
                  </a:lnTo>
                  <a:lnTo>
                    <a:pt x="618362" y="579121"/>
                  </a:lnTo>
                  <a:lnTo>
                    <a:pt x="637936" y="527101"/>
                  </a:lnTo>
                  <a:lnTo>
                    <a:pt x="657541" y="473681"/>
                  </a:lnTo>
                  <a:lnTo>
                    <a:pt x="676996" y="419961"/>
                  </a:lnTo>
                  <a:lnTo>
                    <a:pt x="696123" y="367042"/>
                  </a:lnTo>
                  <a:lnTo>
                    <a:pt x="714740" y="316024"/>
                  </a:lnTo>
                  <a:lnTo>
                    <a:pt x="732667" y="268008"/>
                  </a:lnTo>
                  <a:lnTo>
                    <a:pt x="749724" y="224093"/>
                  </a:lnTo>
                  <a:lnTo>
                    <a:pt x="765731" y="185380"/>
                  </a:lnTo>
                  <a:lnTo>
                    <a:pt x="821250" y="76378"/>
                  </a:lnTo>
                  <a:lnTo>
                    <a:pt x="854171" y="29877"/>
                  </a:lnTo>
                  <a:lnTo>
                    <a:pt x="910590" y="0"/>
                  </a:lnTo>
                  <a:lnTo>
                    <a:pt x="937630" y="3713"/>
                  </a:lnTo>
                  <a:lnTo>
                    <a:pt x="994665" y="61333"/>
                  </a:lnTo>
                  <a:lnTo>
                    <a:pt x="1032792" y="131118"/>
                  </a:lnTo>
                  <a:lnTo>
                    <a:pt x="1064946" y="204188"/>
                  </a:lnTo>
                  <a:lnTo>
                    <a:pt x="1083049" y="249857"/>
                  </a:lnTo>
                  <a:lnTo>
                    <a:pt x="1102138" y="299871"/>
                  </a:lnTo>
                  <a:lnTo>
                    <a:pt x="1121938" y="352919"/>
                  </a:lnTo>
                  <a:lnTo>
                    <a:pt x="1142177" y="407694"/>
                  </a:lnTo>
                  <a:lnTo>
                    <a:pt x="1162581" y="462886"/>
                  </a:lnTo>
                  <a:lnTo>
                    <a:pt x="1182874" y="517186"/>
                  </a:lnTo>
                  <a:lnTo>
                    <a:pt x="1202785" y="569286"/>
                  </a:lnTo>
                  <a:lnTo>
                    <a:pt x="1222039" y="617877"/>
                  </a:lnTo>
                  <a:lnTo>
                    <a:pt x="1240363" y="661649"/>
                  </a:lnTo>
                  <a:lnTo>
                    <a:pt x="1257482" y="699294"/>
                  </a:lnTo>
                  <a:lnTo>
                    <a:pt x="1288517" y="761540"/>
                  </a:lnTo>
                  <a:lnTo>
                    <a:pt x="1316759" y="813011"/>
                  </a:lnTo>
                  <a:lnTo>
                    <a:pt x="1343467" y="855680"/>
                  </a:lnTo>
                  <a:lnTo>
                    <a:pt x="1369902" y="891519"/>
                  </a:lnTo>
                  <a:lnTo>
                    <a:pt x="1397323" y="922503"/>
                  </a:lnTo>
                  <a:lnTo>
                    <a:pt x="1426988" y="950603"/>
                  </a:lnTo>
                  <a:lnTo>
                    <a:pt x="1475832" y="983808"/>
                  </a:lnTo>
                  <a:lnTo>
                    <a:pt x="1527508" y="1004552"/>
                  </a:lnTo>
                  <a:lnTo>
                    <a:pt x="1580169" y="1017441"/>
                  </a:lnTo>
                  <a:lnTo>
                    <a:pt x="1631968" y="1027086"/>
                  </a:lnTo>
                  <a:lnTo>
                    <a:pt x="1691930" y="1032467"/>
                  </a:lnTo>
                  <a:lnTo>
                    <a:pt x="1757867" y="1031869"/>
                  </a:lnTo>
                  <a:lnTo>
                    <a:pt x="1811115" y="1028880"/>
                  </a:lnTo>
                  <a:lnTo>
                    <a:pt x="1833012" y="1027086"/>
                  </a:lnTo>
                </a:path>
              </a:pathLst>
            </a:custGeom>
            <a:ln w="5708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5B42A39A-60DE-496D-77AF-137DBFED64F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85008" y="4892039"/>
              <a:ext cx="5419902" cy="1213657"/>
            </a:xfrm>
            <a:prstGeom prst="rect">
              <a:avLst/>
            </a:prstGeom>
          </p:spPr>
        </p:pic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E491C2D4-176F-2152-A9A9-64282DC3871A}"/>
                </a:ext>
              </a:extLst>
            </p:cNvPr>
            <p:cNvSpPr/>
            <p:nvPr/>
          </p:nvSpPr>
          <p:spPr>
            <a:xfrm>
              <a:off x="2732989" y="4947843"/>
              <a:ext cx="5325745" cy="1061720"/>
            </a:xfrm>
            <a:custGeom>
              <a:avLst/>
              <a:gdLst/>
              <a:ahLst/>
              <a:cxnLst/>
              <a:rect l="l" t="t" r="r" b="b"/>
              <a:pathLst>
                <a:path w="5325745" h="1061720">
                  <a:moveTo>
                    <a:pt x="0" y="1058677"/>
                  </a:moveTo>
                  <a:lnTo>
                    <a:pt x="38821" y="1059246"/>
                  </a:lnTo>
                  <a:lnTo>
                    <a:pt x="81187" y="1059742"/>
                  </a:lnTo>
                  <a:lnTo>
                    <a:pt x="126711" y="1060123"/>
                  </a:lnTo>
                  <a:lnTo>
                    <a:pt x="175005" y="1060347"/>
                  </a:lnTo>
                  <a:lnTo>
                    <a:pt x="225679" y="1060374"/>
                  </a:lnTo>
                  <a:lnTo>
                    <a:pt x="278346" y="1060160"/>
                  </a:lnTo>
                  <a:lnTo>
                    <a:pt x="332618" y="1059665"/>
                  </a:lnTo>
                  <a:lnTo>
                    <a:pt x="388106" y="1058846"/>
                  </a:lnTo>
                  <a:lnTo>
                    <a:pt x="444422" y="1057662"/>
                  </a:lnTo>
                  <a:lnTo>
                    <a:pt x="501178" y="1056071"/>
                  </a:lnTo>
                  <a:lnTo>
                    <a:pt x="557986" y="1054031"/>
                  </a:lnTo>
                  <a:lnTo>
                    <a:pt x="614457" y="1051501"/>
                  </a:lnTo>
                  <a:lnTo>
                    <a:pt x="670204" y="1048439"/>
                  </a:lnTo>
                  <a:lnTo>
                    <a:pt x="724838" y="1044802"/>
                  </a:lnTo>
                  <a:lnTo>
                    <a:pt x="777971" y="1040550"/>
                  </a:lnTo>
                  <a:lnTo>
                    <a:pt x="829214" y="1035640"/>
                  </a:lnTo>
                  <a:lnTo>
                    <a:pt x="878180" y="1030031"/>
                  </a:lnTo>
                  <a:lnTo>
                    <a:pt x="924481" y="1023681"/>
                  </a:lnTo>
                  <a:lnTo>
                    <a:pt x="967728" y="1016548"/>
                  </a:lnTo>
                  <a:lnTo>
                    <a:pt x="1026289" y="1005394"/>
                  </a:lnTo>
                  <a:lnTo>
                    <a:pt x="1080796" y="993811"/>
                  </a:lnTo>
                  <a:lnTo>
                    <a:pt x="1131834" y="981568"/>
                  </a:lnTo>
                  <a:lnTo>
                    <a:pt x="1179989" y="968435"/>
                  </a:lnTo>
                  <a:lnTo>
                    <a:pt x="1225849" y="954182"/>
                  </a:lnTo>
                  <a:lnTo>
                    <a:pt x="1269999" y="938580"/>
                  </a:lnTo>
                  <a:lnTo>
                    <a:pt x="1313025" y="921398"/>
                  </a:lnTo>
                  <a:lnTo>
                    <a:pt x="1355514" y="902405"/>
                  </a:lnTo>
                  <a:lnTo>
                    <a:pt x="1398053" y="881373"/>
                  </a:lnTo>
                  <a:lnTo>
                    <a:pt x="1441228" y="858071"/>
                  </a:lnTo>
                  <a:lnTo>
                    <a:pt x="1485625" y="832268"/>
                  </a:lnTo>
                  <a:lnTo>
                    <a:pt x="1531831" y="803736"/>
                  </a:lnTo>
                  <a:lnTo>
                    <a:pt x="1580431" y="772243"/>
                  </a:lnTo>
                  <a:lnTo>
                    <a:pt x="1617213" y="746594"/>
                  </a:lnTo>
                  <a:lnTo>
                    <a:pt x="1655211" y="717670"/>
                  </a:lnTo>
                  <a:lnTo>
                    <a:pt x="1694228" y="685898"/>
                  </a:lnTo>
                  <a:lnTo>
                    <a:pt x="1734067" y="651704"/>
                  </a:lnTo>
                  <a:lnTo>
                    <a:pt x="1774530" y="615513"/>
                  </a:lnTo>
                  <a:lnTo>
                    <a:pt x="1815420" y="577752"/>
                  </a:lnTo>
                  <a:lnTo>
                    <a:pt x="1856539" y="538847"/>
                  </a:lnTo>
                  <a:lnTo>
                    <a:pt x="1897691" y="499223"/>
                  </a:lnTo>
                  <a:lnTo>
                    <a:pt x="1938678" y="459309"/>
                  </a:lnTo>
                  <a:lnTo>
                    <a:pt x="1979303" y="419528"/>
                  </a:lnTo>
                  <a:lnTo>
                    <a:pt x="2019367" y="380308"/>
                  </a:lnTo>
                  <a:lnTo>
                    <a:pt x="2058675" y="342075"/>
                  </a:lnTo>
                  <a:lnTo>
                    <a:pt x="2097029" y="305254"/>
                  </a:lnTo>
                  <a:lnTo>
                    <a:pt x="2134231" y="270272"/>
                  </a:lnTo>
                  <a:lnTo>
                    <a:pt x="2170084" y="237555"/>
                  </a:lnTo>
                  <a:lnTo>
                    <a:pt x="2204391" y="207529"/>
                  </a:lnTo>
                  <a:lnTo>
                    <a:pt x="2236955" y="180621"/>
                  </a:lnTo>
                  <a:lnTo>
                    <a:pt x="2267577" y="157256"/>
                  </a:lnTo>
                  <a:lnTo>
                    <a:pt x="2330240" y="113584"/>
                  </a:lnTo>
                  <a:lnTo>
                    <a:pt x="2385948" y="78518"/>
                  </a:lnTo>
                  <a:lnTo>
                    <a:pt x="2435974" y="51185"/>
                  </a:lnTo>
                  <a:lnTo>
                    <a:pt x="2481594" y="30714"/>
                  </a:lnTo>
                  <a:lnTo>
                    <a:pt x="2524084" y="16231"/>
                  </a:lnTo>
                  <a:lnTo>
                    <a:pt x="2564716" y="6866"/>
                  </a:lnTo>
                  <a:lnTo>
                    <a:pt x="2604767" y="1746"/>
                  </a:lnTo>
                  <a:lnTo>
                    <a:pt x="2645510" y="0"/>
                  </a:lnTo>
                  <a:lnTo>
                    <a:pt x="2685661" y="608"/>
                  </a:lnTo>
                  <a:lnTo>
                    <a:pt x="2724066" y="3817"/>
                  </a:lnTo>
                  <a:lnTo>
                    <a:pt x="2762202" y="10645"/>
                  </a:lnTo>
                  <a:lnTo>
                    <a:pt x="2801546" y="22114"/>
                  </a:lnTo>
                  <a:lnTo>
                    <a:pt x="2843573" y="39242"/>
                  </a:lnTo>
                  <a:lnTo>
                    <a:pt x="2889762" y="63052"/>
                  </a:lnTo>
                  <a:lnTo>
                    <a:pt x="2941588" y="94561"/>
                  </a:lnTo>
                  <a:lnTo>
                    <a:pt x="3000527" y="134791"/>
                  </a:lnTo>
                  <a:lnTo>
                    <a:pt x="3031429" y="157974"/>
                  </a:lnTo>
                  <a:lnTo>
                    <a:pt x="3064668" y="184921"/>
                  </a:lnTo>
                  <a:lnTo>
                    <a:pt x="3099962" y="215157"/>
                  </a:lnTo>
                  <a:lnTo>
                    <a:pt x="3137033" y="248210"/>
                  </a:lnTo>
                  <a:lnTo>
                    <a:pt x="3175600" y="283607"/>
                  </a:lnTo>
                  <a:lnTo>
                    <a:pt x="3215384" y="320874"/>
                  </a:lnTo>
                  <a:lnTo>
                    <a:pt x="3256105" y="359537"/>
                  </a:lnTo>
                  <a:lnTo>
                    <a:pt x="3297484" y="399125"/>
                  </a:lnTo>
                  <a:lnTo>
                    <a:pt x="3339240" y="439162"/>
                  </a:lnTo>
                  <a:lnTo>
                    <a:pt x="3381095" y="479177"/>
                  </a:lnTo>
                  <a:lnTo>
                    <a:pt x="3422767" y="518696"/>
                  </a:lnTo>
                  <a:lnTo>
                    <a:pt x="3463978" y="557246"/>
                  </a:lnTo>
                  <a:lnTo>
                    <a:pt x="3504447" y="594352"/>
                  </a:lnTo>
                  <a:lnTo>
                    <a:pt x="3543896" y="629543"/>
                  </a:lnTo>
                  <a:lnTo>
                    <a:pt x="3582044" y="662345"/>
                  </a:lnTo>
                  <a:lnTo>
                    <a:pt x="3618611" y="692284"/>
                  </a:lnTo>
                  <a:lnTo>
                    <a:pt x="3653318" y="718887"/>
                  </a:lnTo>
                  <a:lnTo>
                    <a:pt x="3703723" y="755286"/>
                  </a:lnTo>
                  <a:lnTo>
                    <a:pt x="3751219" y="788114"/>
                  </a:lnTo>
                  <a:lnTo>
                    <a:pt x="3796400" y="817702"/>
                  </a:lnTo>
                  <a:lnTo>
                    <a:pt x="3839861" y="844379"/>
                  </a:lnTo>
                  <a:lnTo>
                    <a:pt x="3882194" y="868473"/>
                  </a:lnTo>
                  <a:lnTo>
                    <a:pt x="3923994" y="890314"/>
                  </a:lnTo>
                  <a:lnTo>
                    <a:pt x="3965854" y="910230"/>
                  </a:lnTo>
                  <a:lnTo>
                    <a:pt x="4008369" y="928552"/>
                  </a:lnTo>
                  <a:lnTo>
                    <a:pt x="4052131" y="945608"/>
                  </a:lnTo>
                  <a:lnTo>
                    <a:pt x="4097735" y="961726"/>
                  </a:lnTo>
                  <a:lnTo>
                    <a:pt x="4145774" y="977238"/>
                  </a:lnTo>
                  <a:lnTo>
                    <a:pt x="4191827" y="990332"/>
                  </a:lnTo>
                  <a:lnTo>
                    <a:pt x="4239194" y="1001652"/>
                  </a:lnTo>
                  <a:lnTo>
                    <a:pt x="4287673" y="1011374"/>
                  </a:lnTo>
                  <a:lnTo>
                    <a:pt x="4337068" y="1019672"/>
                  </a:lnTo>
                  <a:lnTo>
                    <a:pt x="4387178" y="1026722"/>
                  </a:lnTo>
                  <a:lnTo>
                    <a:pt x="4437806" y="1032700"/>
                  </a:lnTo>
                  <a:lnTo>
                    <a:pt x="4488752" y="1037781"/>
                  </a:lnTo>
                  <a:lnTo>
                    <a:pt x="4539817" y="1042140"/>
                  </a:lnTo>
                  <a:lnTo>
                    <a:pt x="4590803" y="1045953"/>
                  </a:lnTo>
                  <a:lnTo>
                    <a:pt x="4641510" y="1049396"/>
                  </a:lnTo>
                  <a:lnTo>
                    <a:pt x="4691740" y="1052643"/>
                  </a:lnTo>
                  <a:lnTo>
                    <a:pt x="4741294" y="1055870"/>
                  </a:lnTo>
                  <a:lnTo>
                    <a:pt x="4915495" y="1061399"/>
                  </a:lnTo>
                  <a:lnTo>
                    <a:pt x="5107054" y="1060784"/>
                  </a:lnTo>
                  <a:lnTo>
                    <a:pt x="5261751" y="1057713"/>
                  </a:lnTo>
                  <a:lnTo>
                    <a:pt x="5325366" y="1055870"/>
                  </a:lnTo>
                </a:path>
              </a:pathLst>
            </a:custGeom>
            <a:ln w="57081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2">
              <a:extLst>
                <a:ext uri="{FF2B5EF4-FFF2-40B4-BE49-F238E27FC236}">
                  <a16:creationId xmlns:a16="http://schemas.microsoft.com/office/drawing/2014/main" id="{A88299E2-A75D-4C9A-7E5C-E4C5448D775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23897" y="3487187"/>
              <a:ext cx="2739047" cy="2635135"/>
            </a:xfrm>
            <a:prstGeom prst="rect">
              <a:avLst/>
            </a:prstGeom>
          </p:spPr>
        </p:pic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0899C621-5738-500E-731A-257F7BB91076}"/>
                </a:ext>
              </a:extLst>
            </p:cNvPr>
            <p:cNvSpPr/>
            <p:nvPr/>
          </p:nvSpPr>
          <p:spPr>
            <a:xfrm>
              <a:off x="2173439" y="3539641"/>
              <a:ext cx="2643505" cy="2488565"/>
            </a:xfrm>
            <a:custGeom>
              <a:avLst/>
              <a:gdLst/>
              <a:ahLst/>
              <a:cxnLst/>
              <a:rect l="l" t="t" r="r" b="b"/>
              <a:pathLst>
                <a:path w="2643504" h="2488565">
                  <a:moveTo>
                    <a:pt x="0" y="2482118"/>
                  </a:moveTo>
                  <a:lnTo>
                    <a:pt x="38122" y="2484506"/>
                  </a:lnTo>
                  <a:lnTo>
                    <a:pt x="81973" y="2485960"/>
                  </a:lnTo>
                  <a:lnTo>
                    <a:pt x="130229" y="2485807"/>
                  </a:lnTo>
                  <a:lnTo>
                    <a:pt x="181569" y="2483377"/>
                  </a:lnTo>
                  <a:lnTo>
                    <a:pt x="234671" y="2477998"/>
                  </a:lnTo>
                  <a:lnTo>
                    <a:pt x="288214" y="2468999"/>
                  </a:lnTo>
                  <a:lnTo>
                    <a:pt x="340876" y="2455706"/>
                  </a:lnTo>
                  <a:lnTo>
                    <a:pt x="391335" y="2437450"/>
                  </a:lnTo>
                  <a:lnTo>
                    <a:pt x="438269" y="2413558"/>
                  </a:lnTo>
                  <a:lnTo>
                    <a:pt x="480358" y="2383358"/>
                  </a:lnTo>
                  <a:lnTo>
                    <a:pt x="509427" y="2357206"/>
                  </a:lnTo>
                  <a:lnTo>
                    <a:pt x="536483" y="2330046"/>
                  </a:lnTo>
                  <a:lnTo>
                    <a:pt x="561817" y="2301340"/>
                  </a:lnTo>
                  <a:lnTo>
                    <a:pt x="585720" y="2270549"/>
                  </a:lnTo>
                  <a:lnTo>
                    <a:pt x="608483" y="2237132"/>
                  </a:lnTo>
                  <a:lnTo>
                    <a:pt x="630398" y="2200550"/>
                  </a:lnTo>
                  <a:lnTo>
                    <a:pt x="651755" y="2160265"/>
                  </a:lnTo>
                  <a:lnTo>
                    <a:pt x="672846" y="2115736"/>
                  </a:lnTo>
                  <a:lnTo>
                    <a:pt x="693961" y="2066424"/>
                  </a:lnTo>
                  <a:lnTo>
                    <a:pt x="715392" y="2011791"/>
                  </a:lnTo>
                  <a:lnTo>
                    <a:pt x="737430" y="1951296"/>
                  </a:lnTo>
                  <a:lnTo>
                    <a:pt x="760365" y="1884400"/>
                  </a:lnTo>
                  <a:lnTo>
                    <a:pt x="784490" y="1810564"/>
                  </a:lnTo>
                  <a:lnTo>
                    <a:pt x="807248" y="1734724"/>
                  </a:lnTo>
                  <a:lnTo>
                    <a:pt x="818975" y="1692388"/>
                  </a:lnTo>
                  <a:lnTo>
                    <a:pt x="830901" y="1647425"/>
                  </a:lnTo>
                  <a:lnTo>
                    <a:pt x="843004" y="1600076"/>
                  </a:lnTo>
                  <a:lnTo>
                    <a:pt x="855260" y="1550578"/>
                  </a:lnTo>
                  <a:lnTo>
                    <a:pt x="867646" y="1499171"/>
                  </a:lnTo>
                  <a:lnTo>
                    <a:pt x="880138" y="1446093"/>
                  </a:lnTo>
                  <a:lnTo>
                    <a:pt x="892713" y="1391584"/>
                  </a:lnTo>
                  <a:lnTo>
                    <a:pt x="905348" y="1335882"/>
                  </a:lnTo>
                  <a:lnTo>
                    <a:pt x="918019" y="1279227"/>
                  </a:lnTo>
                  <a:lnTo>
                    <a:pt x="930703" y="1221857"/>
                  </a:lnTo>
                  <a:lnTo>
                    <a:pt x="943376" y="1164010"/>
                  </a:lnTo>
                  <a:lnTo>
                    <a:pt x="956015" y="1105927"/>
                  </a:lnTo>
                  <a:lnTo>
                    <a:pt x="968597" y="1047846"/>
                  </a:lnTo>
                  <a:lnTo>
                    <a:pt x="981097" y="990006"/>
                  </a:lnTo>
                  <a:lnTo>
                    <a:pt x="993493" y="932645"/>
                  </a:lnTo>
                  <a:lnTo>
                    <a:pt x="1005761" y="876003"/>
                  </a:lnTo>
                  <a:lnTo>
                    <a:pt x="1017878" y="820318"/>
                  </a:lnTo>
                  <a:lnTo>
                    <a:pt x="1029820" y="765830"/>
                  </a:lnTo>
                  <a:lnTo>
                    <a:pt x="1041565" y="712777"/>
                  </a:lnTo>
                  <a:lnTo>
                    <a:pt x="1053087" y="661399"/>
                  </a:lnTo>
                  <a:lnTo>
                    <a:pt x="1064365" y="611933"/>
                  </a:lnTo>
                  <a:lnTo>
                    <a:pt x="1075375" y="564620"/>
                  </a:lnTo>
                  <a:lnTo>
                    <a:pt x="1086092" y="519698"/>
                  </a:lnTo>
                  <a:lnTo>
                    <a:pt x="1096495" y="477405"/>
                  </a:lnTo>
                  <a:lnTo>
                    <a:pt x="1106559" y="437981"/>
                  </a:lnTo>
                  <a:lnTo>
                    <a:pt x="1125577" y="368696"/>
                  </a:lnTo>
                  <a:lnTo>
                    <a:pt x="1153407" y="276648"/>
                  </a:lnTo>
                  <a:lnTo>
                    <a:pt x="1178453" y="200722"/>
                  </a:lnTo>
                  <a:lnTo>
                    <a:pt x="1201161" y="139480"/>
                  </a:lnTo>
                  <a:lnTo>
                    <a:pt x="1221973" y="91487"/>
                  </a:lnTo>
                  <a:lnTo>
                    <a:pt x="1241336" y="55308"/>
                  </a:lnTo>
                  <a:lnTo>
                    <a:pt x="1277485" y="12644"/>
                  </a:lnTo>
                  <a:lnTo>
                    <a:pt x="1313165" y="0"/>
                  </a:lnTo>
                  <a:lnTo>
                    <a:pt x="1333095" y="1427"/>
                  </a:lnTo>
                  <a:lnTo>
                    <a:pt x="1371091" y="24959"/>
                  </a:lnTo>
                  <a:lnTo>
                    <a:pt x="1411485" y="92007"/>
                  </a:lnTo>
                  <a:lnTo>
                    <a:pt x="1434413" y="147828"/>
                  </a:lnTo>
                  <a:lnTo>
                    <a:pt x="1460138" y="221703"/>
                  </a:lnTo>
                  <a:lnTo>
                    <a:pt x="1489394" y="316025"/>
                  </a:lnTo>
                  <a:lnTo>
                    <a:pt x="1508176" y="383212"/>
                  </a:lnTo>
                  <a:lnTo>
                    <a:pt x="1518207" y="421676"/>
                  </a:lnTo>
                  <a:lnTo>
                    <a:pt x="1528623" y="463058"/>
                  </a:lnTo>
                  <a:lnTo>
                    <a:pt x="1539394" y="507107"/>
                  </a:lnTo>
                  <a:lnTo>
                    <a:pt x="1550488" y="553576"/>
                  </a:lnTo>
                  <a:lnTo>
                    <a:pt x="1561874" y="602217"/>
                  </a:lnTo>
                  <a:lnTo>
                    <a:pt x="1573521" y="652780"/>
                  </a:lnTo>
                  <a:lnTo>
                    <a:pt x="1585398" y="705019"/>
                  </a:lnTo>
                  <a:lnTo>
                    <a:pt x="1597474" y="758684"/>
                  </a:lnTo>
                  <a:lnTo>
                    <a:pt x="1609718" y="813526"/>
                  </a:lnTo>
                  <a:lnTo>
                    <a:pt x="1622098" y="869299"/>
                  </a:lnTo>
                  <a:lnTo>
                    <a:pt x="1634584" y="925753"/>
                  </a:lnTo>
                  <a:lnTo>
                    <a:pt x="1647145" y="982640"/>
                  </a:lnTo>
                  <a:lnTo>
                    <a:pt x="1659749" y="1039712"/>
                  </a:lnTo>
                  <a:lnTo>
                    <a:pt x="1672366" y="1096720"/>
                  </a:lnTo>
                  <a:lnTo>
                    <a:pt x="1684964" y="1153417"/>
                  </a:lnTo>
                  <a:lnTo>
                    <a:pt x="1697512" y="1209553"/>
                  </a:lnTo>
                  <a:lnTo>
                    <a:pt x="1709980" y="1264880"/>
                  </a:lnTo>
                  <a:lnTo>
                    <a:pt x="1722335" y="1319151"/>
                  </a:lnTo>
                  <a:lnTo>
                    <a:pt x="1734548" y="1372116"/>
                  </a:lnTo>
                  <a:lnTo>
                    <a:pt x="1746586" y="1423528"/>
                  </a:lnTo>
                  <a:lnTo>
                    <a:pt x="1758420" y="1473138"/>
                  </a:lnTo>
                  <a:lnTo>
                    <a:pt x="1770017" y="1520697"/>
                  </a:lnTo>
                  <a:lnTo>
                    <a:pt x="1781347" y="1565958"/>
                  </a:lnTo>
                  <a:lnTo>
                    <a:pt x="1792379" y="1608672"/>
                  </a:lnTo>
                  <a:lnTo>
                    <a:pt x="1803081" y="1648590"/>
                  </a:lnTo>
                  <a:lnTo>
                    <a:pt x="1813422" y="1685465"/>
                  </a:lnTo>
                  <a:lnTo>
                    <a:pt x="1834694" y="1758238"/>
                  </a:lnTo>
                  <a:lnTo>
                    <a:pt x="1854899" y="1824934"/>
                  </a:lnTo>
                  <a:lnTo>
                    <a:pt x="1874217" y="1886020"/>
                  </a:lnTo>
                  <a:lnTo>
                    <a:pt x="1892826" y="1941963"/>
                  </a:lnTo>
                  <a:lnTo>
                    <a:pt x="1910904" y="1993232"/>
                  </a:lnTo>
                  <a:lnTo>
                    <a:pt x="1928631" y="2040294"/>
                  </a:lnTo>
                  <a:lnTo>
                    <a:pt x="1946184" y="2083615"/>
                  </a:lnTo>
                  <a:lnTo>
                    <a:pt x="1963743" y="2123664"/>
                  </a:lnTo>
                  <a:lnTo>
                    <a:pt x="1981485" y="2160908"/>
                  </a:lnTo>
                  <a:lnTo>
                    <a:pt x="1999589" y="2195814"/>
                  </a:lnTo>
                  <a:lnTo>
                    <a:pt x="2037599" y="2260483"/>
                  </a:lnTo>
                  <a:lnTo>
                    <a:pt x="2097456" y="2341242"/>
                  </a:lnTo>
                  <a:lnTo>
                    <a:pt x="2138757" y="2379939"/>
                  </a:lnTo>
                  <a:lnTo>
                    <a:pt x="2181268" y="2409345"/>
                  </a:lnTo>
                  <a:lnTo>
                    <a:pt x="2224492" y="2431534"/>
                  </a:lnTo>
                  <a:lnTo>
                    <a:pt x="2267932" y="2448579"/>
                  </a:lnTo>
                  <a:lnTo>
                    <a:pt x="2311090" y="2462552"/>
                  </a:lnTo>
                  <a:lnTo>
                    <a:pt x="2353469" y="2475526"/>
                  </a:lnTo>
                  <a:lnTo>
                    <a:pt x="2439941" y="2488492"/>
                  </a:lnTo>
                  <a:lnTo>
                    <a:pt x="2535027" y="2487051"/>
                  </a:lnTo>
                  <a:lnTo>
                    <a:pt x="2611815" y="2479848"/>
                  </a:lnTo>
                  <a:lnTo>
                    <a:pt x="2643392" y="2475526"/>
                  </a:lnTo>
                </a:path>
              </a:pathLst>
            </a:custGeom>
            <a:ln w="57085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9BAF72E2-2896-44AB-5C2C-CD6041A684F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82984" y="4771499"/>
              <a:ext cx="390697" cy="1334198"/>
            </a:xfrm>
            <a:prstGeom prst="rect">
              <a:avLst/>
            </a:prstGeom>
          </p:spPr>
        </p:pic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F0661D73-1468-F83A-6C59-1B3231D3234A}"/>
                </a:ext>
              </a:extLst>
            </p:cNvPr>
            <p:cNvSpPr/>
            <p:nvPr/>
          </p:nvSpPr>
          <p:spPr>
            <a:xfrm>
              <a:off x="5378524" y="4985610"/>
              <a:ext cx="1270" cy="1056640"/>
            </a:xfrm>
            <a:custGeom>
              <a:avLst/>
              <a:gdLst/>
              <a:ahLst/>
              <a:cxnLst/>
              <a:rect l="l" t="t" r="r" b="b"/>
              <a:pathLst>
                <a:path w="1270" h="1056639">
                  <a:moveTo>
                    <a:pt x="763" y="1056417"/>
                  </a:moveTo>
                  <a:lnTo>
                    <a:pt x="0" y="0"/>
                  </a:lnTo>
                </a:path>
              </a:pathLst>
            </a:custGeom>
            <a:ln w="38061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6">
              <a:extLst>
                <a:ext uri="{FF2B5EF4-FFF2-40B4-BE49-F238E27FC236}">
                  <a16:creationId xmlns:a16="http://schemas.microsoft.com/office/drawing/2014/main" id="{0B8629A1-86D3-E671-8798-01FAC8750E3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93125" y="4947843"/>
              <a:ext cx="170958" cy="170846"/>
            </a:xfrm>
            <a:prstGeom prst="rect">
              <a:avLst/>
            </a:prstGeom>
          </p:spPr>
        </p:pic>
        <p:pic>
          <p:nvPicPr>
            <p:cNvPr id="18" name="object 17">
              <a:extLst>
                <a:ext uri="{FF2B5EF4-FFF2-40B4-BE49-F238E27FC236}">
                  <a16:creationId xmlns:a16="http://schemas.microsoft.com/office/drawing/2014/main" id="{95D1050B-4BBC-1027-A372-9403EA398701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87687" y="3362496"/>
              <a:ext cx="394854" cy="2772295"/>
            </a:xfrm>
            <a:prstGeom prst="rect">
              <a:avLst/>
            </a:prstGeom>
          </p:spPr>
        </p:pic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F1932948-BA5E-FC94-05F8-113469413318}"/>
                </a:ext>
              </a:extLst>
            </p:cNvPr>
            <p:cNvSpPr/>
            <p:nvPr/>
          </p:nvSpPr>
          <p:spPr>
            <a:xfrm>
              <a:off x="3486650" y="3577400"/>
              <a:ext cx="2540" cy="2490470"/>
            </a:xfrm>
            <a:custGeom>
              <a:avLst/>
              <a:gdLst/>
              <a:ahLst/>
              <a:cxnLst/>
              <a:rect l="l" t="t" r="r" b="b"/>
              <a:pathLst>
                <a:path w="2539" h="2490470">
                  <a:moveTo>
                    <a:pt x="2280" y="2489997"/>
                  </a:moveTo>
                  <a:lnTo>
                    <a:pt x="0" y="0"/>
                  </a:lnTo>
                </a:path>
              </a:pathLst>
            </a:custGeom>
            <a:ln w="38061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19">
              <a:extLst>
                <a:ext uri="{FF2B5EF4-FFF2-40B4-BE49-F238E27FC236}">
                  <a16:creationId xmlns:a16="http://schemas.microsoft.com/office/drawing/2014/main" id="{3DA4B608-6373-8917-140E-F8DADDCD68AF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01263" y="3539642"/>
              <a:ext cx="170971" cy="170859"/>
            </a:xfrm>
            <a:prstGeom prst="rect">
              <a:avLst/>
            </a:prstGeom>
          </p:spPr>
        </p:pic>
        <p:pic>
          <p:nvPicPr>
            <p:cNvPr id="21" name="object 20">
              <a:extLst>
                <a:ext uri="{FF2B5EF4-FFF2-40B4-BE49-F238E27FC236}">
                  <a16:creationId xmlns:a16="http://schemas.microsoft.com/office/drawing/2014/main" id="{DC04317D-E4FF-9AEB-D21F-2B26D0E348AD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90152" y="4771506"/>
              <a:ext cx="390697" cy="1388224"/>
            </a:xfrm>
            <a:prstGeom prst="rect">
              <a:avLst/>
            </a:prstGeom>
          </p:spPr>
        </p:pic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CF74E5A7-F737-D8AE-00D5-2FCB98BB5B6C}"/>
                </a:ext>
              </a:extLst>
            </p:cNvPr>
            <p:cNvSpPr/>
            <p:nvPr/>
          </p:nvSpPr>
          <p:spPr>
            <a:xfrm>
              <a:off x="2473972" y="4985361"/>
              <a:ext cx="12065" cy="1107440"/>
            </a:xfrm>
            <a:custGeom>
              <a:avLst/>
              <a:gdLst/>
              <a:ahLst/>
              <a:cxnLst/>
              <a:rect l="l" t="t" r="r" b="b"/>
              <a:pathLst>
                <a:path w="12064" h="1107439">
                  <a:moveTo>
                    <a:pt x="0" y="1107405"/>
                  </a:moveTo>
                  <a:lnTo>
                    <a:pt x="11513" y="0"/>
                  </a:lnTo>
                </a:path>
              </a:pathLst>
            </a:custGeom>
            <a:ln w="38061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2">
              <a:extLst>
                <a:ext uri="{FF2B5EF4-FFF2-40B4-BE49-F238E27FC236}">
                  <a16:creationId xmlns:a16="http://schemas.microsoft.com/office/drawing/2014/main" id="{B322273C-46C6-429A-013A-6D115728BC4B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8835" y="4947602"/>
              <a:ext cx="170966" cy="171508"/>
            </a:xfrm>
            <a:prstGeom prst="rect">
              <a:avLst/>
            </a:prstGeom>
          </p:spPr>
        </p:pic>
      </p:grpSp>
      <p:sp>
        <p:nvSpPr>
          <p:cNvPr id="24" name="object 24">
            <a:extLst>
              <a:ext uri="{FF2B5EF4-FFF2-40B4-BE49-F238E27FC236}">
                <a16:creationId xmlns:a16="http://schemas.microsoft.com/office/drawing/2014/main" id="{5C15D4B2-B63E-277C-046B-12F54432A123}"/>
              </a:ext>
            </a:extLst>
          </p:cNvPr>
          <p:cNvSpPr txBox="1"/>
          <p:nvPr/>
        </p:nvSpPr>
        <p:spPr>
          <a:xfrm>
            <a:off x="2234824" y="4433201"/>
            <a:ext cx="4876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775" spc="-37" baseline="-21021" dirty="0">
                <a:solidFill>
                  <a:srgbClr val="FF6C00"/>
                </a:solidFill>
                <a:latin typeface="Arial MT"/>
                <a:cs typeface="Arial MT"/>
              </a:rPr>
              <a:t>2</a:t>
            </a:r>
            <a:endParaRPr sz="2775" baseline="-21021">
              <a:latin typeface="Arial MT"/>
              <a:cs typeface="Arial MT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F23880BE-175A-7D4B-6330-3CFCD544CEFF}"/>
              </a:ext>
            </a:extLst>
          </p:cNvPr>
          <p:cNvSpPr txBox="1"/>
          <p:nvPr/>
        </p:nvSpPr>
        <p:spPr>
          <a:xfrm>
            <a:off x="3299593" y="3025216"/>
            <a:ext cx="302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C8B40D25-711F-88A7-551E-F4927107A0A4}"/>
              </a:ext>
            </a:extLst>
          </p:cNvPr>
          <p:cNvSpPr txBox="1"/>
          <p:nvPr/>
        </p:nvSpPr>
        <p:spPr>
          <a:xfrm>
            <a:off x="3576774" y="3232397"/>
            <a:ext cx="135890" cy="3098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50" spc="-105" dirty="0">
                <a:solidFill>
                  <a:srgbClr val="FF6C00"/>
                </a:solidFill>
                <a:latin typeface="Arial MT"/>
                <a:cs typeface="Arial MT"/>
              </a:rPr>
              <a:t>1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4B0BB7F8-6D07-BA66-6BB3-30F2E9024FF7}"/>
              </a:ext>
            </a:extLst>
          </p:cNvPr>
          <p:cNvSpPr txBox="1"/>
          <p:nvPr/>
        </p:nvSpPr>
        <p:spPr>
          <a:xfrm>
            <a:off x="5115133" y="4357103"/>
            <a:ext cx="487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775" spc="-37" baseline="-21021" dirty="0">
                <a:solidFill>
                  <a:srgbClr val="FF6C00"/>
                </a:solidFill>
                <a:latin typeface="Arial MT"/>
                <a:cs typeface="Arial MT"/>
              </a:rPr>
              <a:t>3</a:t>
            </a:r>
            <a:endParaRPr sz="2775" baseline="-21021">
              <a:latin typeface="Arial MT"/>
              <a:cs typeface="Arial MT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0538E678-24B9-4DD7-311B-6A4E9FE66DF2}"/>
              </a:ext>
            </a:extLst>
          </p:cNvPr>
          <p:cNvSpPr txBox="1"/>
          <p:nvPr/>
        </p:nvSpPr>
        <p:spPr>
          <a:xfrm>
            <a:off x="5280317" y="2751632"/>
            <a:ext cx="35344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12925" algn="l"/>
                <a:tab pos="2725420" algn="l"/>
              </a:tabLst>
            </a:pPr>
            <a:r>
              <a:rPr sz="2800" b="1" spc="620" dirty="0">
                <a:solidFill>
                  <a:srgbClr val="FC5507"/>
                </a:solidFill>
                <a:latin typeface="Trebuchet MS"/>
                <a:cs typeface="Trebuchet MS"/>
              </a:rPr>
              <a:t>π</a:t>
            </a:r>
            <a:r>
              <a:rPr sz="2800" b="1" spc="30" dirty="0">
                <a:solidFill>
                  <a:srgbClr val="FC5507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C5507"/>
                </a:solidFill>
                <a:latin typeface="Lucida Sans Unicode"/>
                <a:cs typeface="Lucida Sans Unicode"/>
              </a:rPr>
              <a:t>=</a:t>
            </a:r>
            <a:r>
              <a:rPr sz="2800" spc="-15" dirty="0">
                <a:solidFill>
                  <a:srgbClr val="FC5507"/>
                </a:solidFill>
                <a:latin typeface="Lucida Sans Unicode"/>
                <a:cs typeface="Lucida Sans Unicode"/>
              </a:rPr>
              <a:t> </a:t>
            </a:r>
            <a:r>
              <a:rPr sz="2800" spc="-20" dirty="0">
                <a:solidFill>
                  <a:srgbClr val="FC5507"/>
                </a:solidFill>
                <a:latin typeface="Arial MT"/>
                <a:cs typeface="Arial MT"/>
              </a:rPr>
              <a:t>[0.47</a:t>
            </a:r>
            <a:r>
              <a:rPr sz="2800" dirty="0">
                <a:solidFill>
                  <a:srgbClr val="FC5507"/>
                </a:solidFill>
                <a:latin typeface="Arial MT"/>
                <a:cs typeface="Arial MT"/>
              </a:rPr>
              <a:t>	</a:t>
            </a:r>
            <a:r>
              <a:rPr sz="2800" spc="30" dirty="0">
                <a:solidFill>
                  <a:srgbClr val="FC5507"/>
                </a:solidFill>
                <a:latin typeface="Arial MT"/>
                <a:cs typeface="Arial MT"/>
              </a:rPr>
              <a:t>0.26</a:t>
            </a:r>
            <a:r>
              <a:rPr sz="2800" dirty="0">
                <a:solidFill>
                  <a:srgbClr val="FC5507"/>
                </a:solidFill>
                <a:latin typeface="Arial MT"/>
                <a:cs typeface="Arial MT"/>
              </a:rPr>
              <a:t>	</a:t>
            </a:r>
            <a:r>
              <a:rPr sz="2800" spc="-10" dirty="0">
                <a:solidFill>
                  <a:srgbClr val="FC5507"/>
                </a:solidFill>
                <a:latin typeface="Arial MT"/>
                <a:cs typeface="Arial MT"/>
              </a:rPr>
              <a:t>0.27]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20B2314-9CB4-566B-BEFF-184CD05C0C0C}"/>
              </a:ext>
            </a:extLst>
          </p:cNvPr>
          <p:cNvSpPr txBox="1"/>
          <p:nvPr/>
        </p:nvSpPr>
        <p:spPr>
          <a:xfrm>
            <a:off x="465945" y="1408263"/>
            <a:ext cx="10026650" cy="1364615"/>
          </a:xfrm>
          <a:prstGeom prst="rect">
            <a:avLst/>
          </a:prstGeom>
        </p:spPr>
        <p:txBody>
          <a:bodyPr vert="horz" wrap="square" lIns="0" tIns="23939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885"/>
              </a:spcBef>
            </a:pP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Associate</a:t>
            </a:r>
            <a:r>
              <a:rPr sz="3200" spc="-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a</a:t>
            </a:r>
            <a:r>
              <a:rPr sz="3200" spc="-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05" dirty="0">
                <a:solidFill>
                  <a:srgbClr val="2B2728"/>
                </a:solidFill>
                <a:latin typeface="Arial MT"/>
                <a:cs typeface="Arial MT"/>
              </a:rPr>
              <a:t>weight</a:t>
            </a:r>
            <a:r>
              <a:rPr sz="3200" spc="-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3150" baseline="-21164" dirty="0">
                <a:solidFill>
                  <a:srgbClr val="FF6C00"/>
                </a:solidFill>
                <a:latin typeface="Arial MT"/>
                <a:cs typeface="Arial MT"/>
              </a:rPr>
              <a:t>k</a:t>
            </a:r>
            <a:r>
              <a:rPr sz="3150" spc="359" baseline="-21164" dirty="0">
                <a:solidFill>
                  <a:srgbClr val="FF6C00"/>
                </a:solidFill>
                <a:latin typeface="Arial MT"/>
                <a:cs typeface="Arial MT"/>
              </a:rPr>
              <a:t> </a:t>
            </a:r>
            <a:r>
              <a:rPr sz="3200" spc="140" dirty="0">
                <a:solidFill>
                  <a:srgbClr val="2B2728"/>
                </a:solidFill>
                <a:latin typeface="Arial MT"/>
                <a:cs typeface="Arial MT"/>
              </a:rPr>
              <a:t>with</a:t>
            </a:r>
            <a:r>
              <a:rPr sz="3200" spc="-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each</a:t>
            </a:r>
            <a:r>
              <a:rPr sz="3200" spc="-6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35" dirty="0">
                <a:solidFill>
                  <a:srgbClr val="2B2728"/>
                </a:solidFill>
                <a:latin typeface="Arial MT"/>
                <a:cs typeface="Arial MT"/>
              </a:rPr>
              <a:t>Gaussian</a:t>
            </a:r>
            <a:r>
              <a:rPr sz="3200" spc="-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30" dirty="0">
                <a:solidFill>
                  <a:srgbClr val="2B2728"/>
                </a:solidFill>
                <a:latin typeface="Arial MT"/>
                <a:cs typeface="Arial MT"/>
              </a:rPr>
              <a:t>component</a:t>
            </a:r>
            <a:endParaRPr sz="3200">
              <a:latin typeface="Arial MT"/>
              <a:cs typeface="Arial MT"/>
            </a:endParaRPr>
          </a:p>
          <a:p>
            <a:pPr marL="5840095">
              <a:lnSpc>
                <a:spcPct val="100000"/>
              </a:lnSpc>
              <a:spcBef>
                <a:spcPts val="1560"/>
              </a:spcBef>
              <a:tabLst>
                <a:tab pos="6767195" algn="l"/>
                <a:tab pos="7706359" algn="l"/>
              </a:tabLst>
            </a:pPr>
            <a:r>
              <a:rPr sz="28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775" spc="-37" baseline="-21021" dirty="0">
                <a:solidFill>
                  <a:srgbClr val="FF6C00"/>
                </a:solidFill>
                <a:latin typeface="Arial MT"/>
                <a:cs typeface="Arial MT"/>
              </a:rPr>
              <a:t>1</a:t>
            </a:r>
            <a:r>
              <a:rPr sz="2775" baseline="-21021" dirty="0">
                <a:solidFill>
                  <a:srgbClr val="FF6C00"/>
                </a:solidFill>
                <a:latin typeface="Arial MT"/>
                <a:cs typeface="Arial MT"/>
              </a:rPr>
              <a:t>	</a:t>
            </a:r>
            <a:r>
              <a:rPr sz="28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775" spc="-37" baseline="-21021" dirty="0">
                <a:solidFill>
                  <a:srgbClr val="FF6C00"/>
                </a:solidFill>
                <a:latin typeface="Arial MT"/>
                <a:cs typeface="Arial MT"/>
              </a:rPr>
              <a:t>2</a:t>
            </a:r>
            <a:r>
              <a:rPr sz="2775" baseline="-21021" dirty="0">
                <a:solidFill>
                  <a:srgbClr val="FF6C00"/>
                </a:solidFill>
                <a:latin typeface="Arial MT"/>
                <a:cs typeface="Arial MT"/>
              </a:rPr>
              <a:t>	</a:t>
            </a:r>
            <a:r>
              <a:rPr sz="28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775" spc="-37" baseline="-21021" dirty="0">
                <a:solidFill>
                  <a:srgbClr val="FF6C00"/>
                </a:solidFill>
                <a:latin typeface="Arial MT"/>
                <a:cs typeface="Arial MT"/>
              </a:rPr>
              <a:t>3</a:t>
            </a:r>
            <a:endParaRPr sz="2775" baseline="-21021">
              <a:latin typeface="Arial MT"/>
              <a:cs typeface="Arial MT"/>
            </a:endParaRPr>
          </a:p>
        </p:txBody>
      </p:sp>
      <p:pic>
        <p:nvPicPr>
          <p:cNvPr id="30" name="object 30">
            <a:extLst>
              <a:ext uri="{FF2B5EF4-FFF2-40B4-BE49-F238E27FC236}">
                <a16:creationId xmlns:a16="http://schemas.microsoft.com/office/drawing/2014/main" id="{A8217040-7841-95F7-9140-A69E7BBAFFA1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053974" y="4152023"/>
            <a:ext cx="516577" cy="1052817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82ECABBB-44D2-37CC-6CC3-846F85432952}"/>
              </a:ext>
            </a:extLst>
          </p:cNvPr>
          <p:cNvSpPr txBox="1"/>
          <p:nvPr/>
        </p:nvSpPr>
        <p:spPr>
          <a:xfrm>
            <a:off x="6993039" y="3601491"/>
            <a:ext cx="1640839" cy="1289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95"/>
              </a:spcBef>
            </a:pPr>
            <a:r>
              <a:rPr sz="2800" spc="170" dirty="0">
                <a:solidFill>
                  <a:srgbClr val="FC5507"/>
                </a:solidFill>
                <a:latin typeface="Arial MT"/>
                <a:cs typeface="Arial MT"/>
              </a:rPr>
              <a:t>0</a:t>
            </a:r>
            <a:r>
              <a:rPr sz="2800" spc="-35" dirty="0">
                <a:solidFill>
                  <a:srgbClr val="FC5507"/>
                </a:solidFill>
                <a:latin typeface="Arial MT"/>
                <a:cs typeface="Arial MT"/>
              </a:rPr>
              <a:t> </a:t>
            </a:r>
            <a:r>
              <a:rPr sz="2800" spc="150" dirty="0">
                <a:solidFill>
                  <a:srgbClr val="FC5507"/>
                </a:solidFill>
                <a:latin typeface="Arial MT"/>
                <a:cs typeface="Arial MT"/>
              </a:rPr>
              <a:t>≤</a:t>
            </a:r>
            <a:r>
              <a:rPr sz="2800" spc="-30" dirty="0">
                <a:solidFill>
                  <a:srgbClr val="FC5507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775" baseline="-21021" dirty="0">
                <a:solidFill>
                  <a:srgbClr val="FF6C00"/>
                </a:solidFill>
                <a:latin typeface="Arial MT"/>
                <a:cs typeface="Arial MT"/>
              </a:rPr>
              <a:t>k</a:t>
            </a:r>
            <a:r>
              <a:rPr sz="2775" spc="-22" baseline="-21021" dirty="0">
                <a:solidFill>
                  <a:srgbClr val="FF6C00"/>
                </a:solidFill>
                <a:latin typeface="Arial MT"/>
                <a:cs typeface="Arial MT"/>
              </a:rPr>
              <a:t> </a:t>
            </a:r>
            <a:r>
              <a:rPr sz="2800" spc="150" dirty="0">
                <a:solidFill>
                  <a:srgbClr val="FC5507"/>
                </a:solidFill>
                <a:latin typeface="Arial MT"/>
                <a:cs typeface="Arial MT"/>
              </a:rPr>
              <a:t>≤</a:t>
            </a:r>
            <a:r>
              <a:rPr sz="2800" spc="-30" dirty="0">
                <a:solidFill>
                  <a:srgbClr val="FC5507"/>
                </a:solidFill>
                <a:latin typeface="Arial MT"/>
                <a:cs typeface="Arial MT"/>
              </a:rPr>
              <a:t> </a:t>
            </a:r>
            <a:r>
              <a:rPr sz="2800" spc="-320" dirty="0">
                <a:solidFill>
                  <a:srgbClr val="FC5507"/>
                </a:solidFill>
                <a:latin typeface="Arial MT"/>
                <a:cs typeface="Arial MT"/>
              </a:rPr>
              <a:t>1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00">
              <a:latin typeface="Arial MT"/>
              <a:cs typeface="Arial MT"/>
            </a:endParaRPr>
          </a:p>
          <a:p>
            <a:pPr marR="85090" algn="r">
              <a:lnSpc>
                <a:spcPct val="100000"/>
              </a:lnSpc>
            </a:pPr>
            <a:r>
              <a:rPr sz="2800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775" baseline="-21021" dirty="0">
                <a:solidFill>
                  <a:srgbClr val="FF6C00"/>
                </a:solidFill>
                <a:latin typeface="Arial MT"/>
                <a:cs typeface="Arial MT"/>
              </a:rPr>
              <a:t>k</a:t>
            </a:r>
            <a:r>
              <a:rPr sz="2775" spc="-30" baseline="-21021" dirty="0">
                <a:solidFill>
                  <a:srgbClr val="FF6C00"/>
                </a:solidFill>
                <a:latin typeface="Arial MT"/>
                <a:cs typeface="Arial MT"/>
              </a:rPr>
              <a:t> </a:t>
            </a:r>
            <a:r>
              <a:rPr sz="2800" spc="260" dirty="0">
                <a:solidFill>
                  <a:srgbClr val="FC5507"/>
                </a:solidFill>
                <a:latin typeface="Arial MT"/>
                <a:cs typeface="Arial MT"/>
              </a:rPr>
              <a:t>=</a:t>
            </a:r>
            <a:r>
              <a:rPr sz="2800" spc="-40" dirty="0">
                <a:solidFill>
                  <a:srgbClr val="FC5507"/>
                </a:solidFill>
                <a:latin typeface="Arial MT"/>
                <a:cs typeface="Arial MT"/>
              </a:rPr>
              <a:t> </a:t>
            </a:r>
            <a:r>
              <a:rPr sz="2800" spc="-320" dirty="0">
                <a:solidFill>
                  <a:srgbClr val="FC5507"/>
                </a:solidFill>
                <a:latin typeface="Arial MT"/>
                <a:cs typeface="Arial MT"/>
              </a:rPr>
              <a:t>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98A66D3D-3E8A-C4C4-D51F-221E52B6BB59}"/>
              </a:ext>
            </a:extLst>
          </p:cNvPr>
          <p:cNvSpPr txBox="1"/>
          <p:nvPr/>
        </p:nvSpPr>
        <p:spPr>
          <a:xfrm>
            <a:off x="8316003" y="6023116"/>
            <a:ext cx="274955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430"/>
              </a:lnSpc>
            </a:pPr>
            <a:r>
              <a:rPr sz="4000" spc="-50" dirty="0">
                <a:solidFill>
                  <a:srgbClr val="0000FF"/>
                </a:solidFill>
                <a:latin typeface="Arial MT"/>
                <a:cs typeface="Arial MT"/>
              </a:rPr>
              <a:t>x</a:t>
            </a:r>
            <a:endParaRPr sz="4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1915980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F88FB-F3A9-BE00-EEB1-6B38633A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B0E1E99-D4B1-31C5-157B-8039CADA216C}"/>
              </a:ext>
            </a:extLst>
          </p:cNvPr>
          <p:cNvSpPr txBox="1">
            <a:spLocks/>
          </p:cNvSpPr>
          <p:nvPr/>
        </p:nvSpPr>
        <p:spPr>
          <a:xfrm>
            <a:off x="156582" y="400696"/>
            <a:ext cx="8027749" cy="73436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pc="120">
                <a:solidFill>
                  <a:schemeClr val="bg1"/>
                </a:solidFill>
              </a:rPr>
              <a:t>Mixture</a:t>
            </a:r>
            <a:r>
              <a:rPr lang="en-US" spc="-130">
                <a:solidFill>
                  <a:schemeClr val="bg1"/>
                </a:solidFill>
              </a:rPr>
              <a:t> </a:t>
            </a:r>
            <a:r>
              <a:rPr lang="en-US" spc="254">
                <a:solidFill>
                  <a:schemeClr val="bg1"/>
                </a:solidFill>
              </a:rPr>
              <a:t>of</a:t>
            </a:r>
            <a:r>
              <a:rPr lang="en-US" spc="-130">
                <a:solidFill>
                  <a:schemeClr val="bg1"/>
                </a:solidFill>
              </a:rPr>
              <a:t> </a:t>
            </a:r>
            <a:r>
              <a:rPr lang="en-US" spc="-55">
                <a:solidFill>
                  <a:schemeClr val="bg1"/>
                </a:solidFill>
              </a:rPr>
              <a:t>Gaussians</a:t>
            </a:r>
            <a:r>
              <a:rPr lang="en-US" spc="-125">
                <a:solidFill>
                  <a:schemeClr val="bg1"/>
                </a:solidFill>
              </a:rPr>
              <a:t> </a:t>
            </a:r>
            <a:r>
              <a:rPr lang="en-US" spc="-55">
                <a:solidFill>
                  <a:schemeClr val="bg1"/>
                </a:solidFill>
              </a:rPr>
              <a:t>(1D)</a:t>
            </a:r>
            <a:endParaRPr lang="en-US" spc="-55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4B5DAB3-6EFE-0BFD-3D65-7AF363C2F0BF}"/>
              </a:ext>
            </a:extLst>
          </p:cNvPr>
          <p:cNvSpPr txBox="1"/>
          <p:nvPr/>
        </p:nvSpPr>
        <p:spPr>
          <a:xfrm>
            <a:off x="478645" y="1635391"/>
            <a:ext cx="6788150" cy="995044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29"/>
              </a:spcBef>
            </a:pPr>
            <a:r>
              <a:rPr sz="3200" spc="-10" dirty="0">
                <a:solidFill>
                  <a:srgbClr val="2B2728"/>
                </a:solidFill>
                <a:latin typeface="Arial MT"/>
                <a:cs typeface="Arial MT"/>
              </a:rPr>
              <a:t>Each</a:t>
            </a:r>
            <a:r>
              <a:rPr sz="3200" spc="-8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70" dirty="0">
                <a:solidFill>
                  <a:srgbClr val="2B2728"/>
                </a:solidFill>
                <a:latin typeface="Arial MT"/>
                <a:cs typeface="Arial MT"/>
              </a:rPr>
              <a:t>mixture</a:t>
            </a:r>
            <a:r>
              <a:rPr sz="3200" spc="-7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40" dirty="0">
                <a:solidFill>
                  <a:srgbClr val="2B2728"/>
                </a:solidFill>
                <a:latin typeface="Arial MT"/>
                <a:cs typeface="Arial MT"/>
              </a:rPr>
              <a:t>component</a:t>
            </a:r>
            <a:r>
              <a:rPr sz="3200" spc="-8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B2728"/>
                </a:solidFill>
                <a:latin typeface="Arial MT"/>
                <a:cs typeface="Arial MT"/>
              </a:rPr>
              <a:t>represents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a</a:t>
            </a:r>
            <a:r>
              <a:rPr sz="32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60" dirty="0">
                <a:solidFill>
                  <a:srgbClr val="2B2728"/>
                </a:solidFill>
                <a:latin typeface="Arial MT"/>
                <a:cs typeface="Arial MT"/>
              </a:rPr>
              <a:t>unique</a:t>
            </a:r>
            <a:r>
              <a:rPr sz="3200" spc="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50" dirty="0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3200" spc="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specified</a:t>
            </a:r>
            <a:r>
              <a:rPr sz="3200" spc="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2B2728"/>
                </a:solidFill>
                <a:latin typeface="Arial MT"/>
                <a:cs typeface="Arial MT"/>
              </a:rPr>
              <a:t>by: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1636ECC-7583-88C3-BE4D-EEAC547EC8DD}"/>
              </a:ext>
            </a:extLst>
          </p:cNvPr>
          <p:cNvSpPr txBox="1"/>
          <p:nvPr/>
        </p:nvSpPr>
        <p:spPr>
          <a:xfrm>
            <a:off x="2846116" y="2696841"/>
            <a:ext cx="22752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{</a:t>
            </a:r>
            <a:r>
              <a:rPr sz="3200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3150" baseline="-21164" dirty="0">
                <a:solidFill>
                  <a:srgbClr val="FF6C00"/>
                </a:solidFill>
                <a:latin typeface="Arial MT"/>
                <a:cs typeface="Arial MT"/>
              </a:rPr>
              <a:t>k</a:t>
            </a:r>
            <a:r>
              <a:rPr sz="3150" spc="322" baseline="-21164" dirty="0">
                <a:solidFill>
                  <a:srgbClr val="FF6C00"/>
                </a:solidFill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,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Lucida Sans Unicode"/>
                <a:cs typeface="Lucida Sans Unicode"/>
              </a:rPr>
              <a:t>μ</a:t>
            </a:r>
            <a:r>
              <a:rPr sz="3150" baseline="-21164" dirty="0">
                <a:solidFill>
                  <a:srgbClr val="393435"/>
                </a:solidFill>
                <a:latin typeface="Arial MT"/>
                <a:cs typeface="Arial MT"/>
              </a:rPr>
              <a:t>k</a:t>
            </a:r>
            <a:r>
              <a:rPr sz="3150" spc="-82" baseline="-21164" dirty="0">
                <a:solidFill>
                  <a:srgbClr val="393435"/>
                </a:solidFill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,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Lucida Sans Unicode"/>
                <a:cs typeface="Lucida Sans Unicode"/>
              </a:rPr>
              <a:t>σ</a:t>
            </a:r>
            <a:r>
              <a:rPr sz="3150" baseline="-21164" dirty="0">
                <a:solidFill>
                  <a:srgbClr val="393435"/>
                </a:solidFill>
                <a:latin typeface="Arial MT"/>
                <a:cs typeface="Arial MT"/>
              </a:rPr>
              <a:t>k</a:t>
            </a:r>
            <a:r>
              <a:rPr sz="3150" spc="-82" baseline="-21164" dirty="0">
                <a:solidFill>
                  <a:srgbClr val="393435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2B2728"/>
                </a:solidFill>
                <a:latin typeface="Arial MT"/>
                <a:cs typeface="Arial MT"/>
              </a:rPr>
              <a:t>}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FF600842-7212-3917-66A4-C07DC9D91CF3}"/>
              </a:ext>
            </a:extLst>
          </p:cNvPr>
          <p:cNvGrpSpPr/>
          <p:nvPr/>
        </p:nvGrpSpPr>
        <p:grpSpPr>
          <a:xfrm>
            <a:off x="1375752" y="5910348"/>
            <a:ext cx="7419340" cy="391160"/>
            <a:chOff x="1375752" y="5910348"/>
            <a:chExt cx="7419340" cy="391160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29B7F292-3B9D-065F-420A-6CBD99B1519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5752" y="5910348"/>
              <a:ext cx="7419111" cy="390697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06CCBCC-1D29-04A2-D678-D24BAA77A562}"/>
                </a:ext>
              </a:extLst>
            </p:cNvPr>
            <p:cNvSpPr/>
            <p:nvPr/>
          </p:nvSpPr>
          <p:spPr>
            <a:xfrm>
              <a:off x="1420939" y="6085986"/>
              <a:ext cx="7140575" cy="0"/>
            </a:xfrm>
            <a:custGeom>
              <a:avLst/>
              <a:gdLst/>
              <a:ahLst/>
              <a:cxnLst/>
              <a:rect l="l" t="t" r="r" b="b"/>
              <a:pathLst>
                <a:path w="7140575">
                  <a:moveTo>
                    <a:pt x="0" y="0"/>
                  </a:moveTo>
                  <a:lnTo>
                    <a:pt x="7140107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50C8D181-3E20-A3B0-7578-E0D298E036B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27996" y="6000517"/>
              <a:ext cx="170830" cy="170939"/>
            </a:xfrm>
            <a:prstGeom prst="rect">
              <a:avLst/>
            </a:prstGeom>
          </p:spPr>
        </p:pic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31CEDFA5-DE96-6B35-D118-9E34B1CECA84}"/>
              </a:ext>
            </a:extLst>
          </p:cNvPr>
          <p:cNvSpPr txBox="1"/>
          <p:nvPr/>
        </p:nvSpPr>
        <p:spPr>
          <a:xfrm>
            <a:off x="8316003" y="5963752"/>
            <a:ext cx="27495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>
                <a:solidFill>
                  <a:srgbClr val="0000FF"/>
                </a:solidFill>
                <a:latin typeface="Arial MT"/>
                <a:cs typeface="Arial MT"/>
              </a:rPr>
              <a:t>x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42CD3D51-C6CE-26F4-57F4-35D8FEDD9494}"/>
              </a:ext>
            </a:extLst>
          </p:cNvPr>
          <p:cNvGrpSpPr/>
          <p:nvPr/>
        </p:nvGrpSpPr>
        <p:grpSpPr>
          <a:xfrm>
            <a:off x="1529537" y="3362496"/>
            <a:ext cx="6575425" cy="2797810"/>
            <a:chOff x="1529537" y="3362496"/>
            <a:chExt cx="6575425" cy="2797810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19DEA883-D3D8-0993-C814-A42F53BF1FC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9537" y="4892039"/>
              <a:ext cx="1924392" cy="1184563"/>
            </a:xfrm>
            <a:prstGeom prst="rect">
              <a:avLst/>
            </a:prstGeom>
          </p:spPr>
        </p:pic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084838BB-6B0C-CBB7-32E7-7769FB9189BB}"/>
                </a:ext>
              </a:extLst>
            </p:cNvPr>
            <p:cNvSpPr/>
            <p:nvPr/>
          </p:nvSpPr>
          <p:spPr>
            <a:xfrm>
              <a:off x="1575307" y="4947842"/>
              <a:ext cx="1833245" cy="1032510"/>
            </a:xfrm>
            <a:custGeom>
              <a:avLst/>
              <a:gdLst/>
              <a:ahLst/>
              <a:cxnLst/>
              <a:rect l="l" t="t" r="r" b="b"/>
              <a:pathLst>
                <a:path w="1833245" h="1032510">
                  <a:moveTo>
                    <a:pt x="0" y="1029823"/>
                  </a:moveTo>
                  <a:lnTo>
                    <a:pt x="39034" y="1031135"/>
                  </a:lnTo>
                  <a:lnTo>
                    <a:pt x="85372" y="1031413"/>
                  </a:lnTo>
                  <a:lnTo>
                    <a:pt x="136341" y="1029844"/>
                  </a:lnTo>
                  <a:lnTo>
                    <a:pt x="189270" y="1025616"/>
                  </a:lnTo>
                  <a:lnTo>
                    <a:pt x="241487" y="1017915"/>
                  </a:lnTo>
                  <a:lnTo>
                    <a:pt x="290319" y="1005930"/>
                  </a:lnTo>
                  <a:lnTo>
                    <a:pt x="333094" y="988847"/>
                  </a:lnTo>
                  <a:lnTo>
                    <a:pt x="375019" y="964793"/>
                  </a:lnTo>
                  <a:lnTo>
                    <a:pt x="411495" y="937553"/>
                  </a:lnTo>
                  <a:lnTo>
                    <a:pt x="444578" y="904849"/>
                  </a:lnTo>
                  <a:lnTo>
                    <a:pt x="476319" y="864406"/>
                  </a:lnTo>
                  <a:lnTo>
                    <a:pt x="508772" y="813947"/>
                  </a:lnTo>
                  <a:lnTo>
                    <a:pt x="543989" y="751195"/>
                  </a:lnTo>
                  <a:lnTo>
                    <a:pt x="561634" y="715778"/>
                  </a:lnTo>
                  <a:lnTo>
                    <a:pt x="580031" y="674560"/>
                  </a:lnTo>
                  <a:lnTo>
                    <a:pt x="599001" y="628641"/>
                  </a:lnTo>
                  <a:lnTo>
                    <a:pt x="618362" y="579121"/>
                  </a:lnTo>
                  <a:lnTo>
                    <a:pt x="637936" y="527101"/>
                  </a:lnTo>
                  <a:lnTo>
                    <a:pt x="657541" y="473681"/>
                  </a:lnTo>
                  <a:lnTo>
                    <a:pt x="676996" y="419961"/>
                  </a:lnTo>
                  <a:lnTo>
                    <a:pt x="696123" y="367042"/>
                  </a:lnTo>
                  <a:lnTo>
                    <a:pt x="714740" y="316024"/>
                  </a:lnTo>
                  <a:lnTo>
                    <a:pt x="732667" y="268008"/>
                  </a:lnTo>
                  <a:lnTo>
                    <a:pt x="749724" y="224093"/>
                  </a:lnTo>
                  <a:lnTo>
                    <a:pt x="765731" y="185380"/>
                  </a:lnTo>
                  <a:lnTo>
                    <a:pt x="821250" y="76378"/>
                  </a:lnTo>
                  <a:lnTo>
                    <a:pt x="854171" y="29877"/>
                  </a:lnTo>
                  <a:lnTo>
                    <a:pt x="910590" y="0"/>
                  </a:lnTo>
                  <a:lnTo>
                    <a:pt x="937630" y="3713"/>
                  </a:lnTo>
                  <a:lnTo>
                    <a:pt x="994665" y="61333"/>
                  </a:lnTo>
                  <a:lnTo>
                    <a:pt x="1032792" y="131118"/>
                  </a:lnTo>
                  <a:lnTo>
                    <a:pt x="1064946" y="204188"/>
                  </a:lnTo>
                  <a:lnTo>
                    <a:pt x="1083049" y="249857"/>
                  </a:lnTo>
                  <a:lnTo>
                    <a:pt x="1102138" y="299871"/>
                  </a:lnTo>
                  <a:lnTo>
                    <a:pt x="1121938" y="352919"/>
                  </a:lnTo>
                  <a:lnTo>
                    <a:pt x="1142177" y="407694"/>
                  </a:lnTo>
                  <a:lnTo>
                    <a:pt x="1162581" y="462886"/>
                  </a:lnTo>
                  <a:lnTo>
                    <a:pt x="1182874" y="517186"/>
                  </a:lnTo>
                  <a:lnTo>
                    <a:pt x="1202785" y="569286"/>
                  </a:lnTo>
                  <a:lnTo>
                    <a:pt x="1222039" y="617877"/>
                  </a:lnTo>
                  <a:lnTo>
                    <a:pt x="1240363" y="661649"/>
                  </a:lnTo>
                  <a:lnTo>
                    <a:pt x="1257482" y="699294"/>
                  </a:lnTo>
                  <a:lnTo>
                    <a:pt x="1288517" y="761540"/>
                  </a:lnTo>
                  <a:lnTo>
                    <a:pt x="1316759" y="813011"/>
                  </a:lnTo>
                  <a:lnTo>
                    <a:pt x="1343467" y="855680"/>
                  </a:lnTo>
                  <a:lnTo>
                    <a:pt x="1369902" y="891519"/>
                  </a:lnTo>
                  <a:lnTo>
                    <a:pt x="1397323" y="922503"/>
                  </a:lnTo>
                  <a:lnTo>
                    <a:pt x="1426988" y="950603"/>
                  </a:lnTo>
                  <a:lnTo>
                    <a:pt x="1475832" y="983808"/>
                  </a:lnTo>
                  <a:lnTo>
                    <a:pt x="1527508" y="1004552"/>
                  </a:lnTo>
                  <a:lnTo>
                    <a:pt x="1580169" y="1017441"/>
                  </a:lnTo>
                  <a:lnTo>
                    <a:pt x="1631968" y="1027086"/>
                  </a:lnTo>
                  <a:lnTo>
                    <a:pt x="1691930" y="1032467"/>
                  </a:lnTo>
                  <a:lnTo>
                    <a:pt x="1757867" y="1031869"/>
                  </a:lnTo>
                  <a:lnTo>
                    <a:pt x="1811115" y="1028880"/>
                  </a:lnTo>
                  <a:lnTo>
                    <a:pt x="1833012" y="1027086"/>
                  </a:lnTo>
                </a:path>
              </a:pathLst>
            </a:custGeom>
            <a:ln w="5708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503CC304-967C-ECAD-DB1F-C39B6AF7FC4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85008" y="4892039"/>
              <a:ext cx="5419902" cy="1213657"/>
            </a:xfrm>
            <a:prstGeom prst="rect">
              <a:avLst/>
            </a:prstGeom>
          </p:spPr>
        </p:pic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A1A65EB2-EAF6-676F-4AC8-A1DF13CC6012}"/>
                </a:ext>
              </a:extLst>
            </p:cNvPr>
            <p:cNvSpPr/>
            <p:nvPr/>
          </p:nvSpPr>
          <p:spPr>
            <a:xfrm>
              <a:off x="2732988" y="4947843"/>
              <a:ext cx="5325745" cy="1061720"/>
            </a:xfrm>
            <a:custGeom>
              <a:avLst/>
              <a:gdLst/>
              <a:ahLst/>
              <a:cxnLst/>
              <a:rect l="l" t="t" r="r" b="b"/>
              <a:pathLst>
                <a:path w="5325745" h="1061720">
                  <a:moveTo>
                    <a:pt x="0" y="1058677"/>
                  </a:moveTo>
                  <a:lnTo>
                    <a:pt x="38821" y="1059246"/>
                  </a:lnTo>
                  <a:lnTo>
                    <a:pt x="81187" y="1059742"/>
                  </a:lnTo>
                  <a:lnTo>
                    <a:pt x="126711" y="1060123"/>
                  </a:lnTo>
                  <a:lnTo>
                    <a:pt x="175005" y="1060347"/>
                  </a:lnTo>
                  <a:lnTo>
                    <a:pt x="225679" y="1060374"/>
                  </a:lnTo>
                  <a:lnTo>
                    <a:pt x="278346" y="1060160"/>
                  </a:lnTo>
                  <a:lnTo>
                    <a:pt x="332618" y="1059665"/>
                  </a:lnTo>
                  <a:lnTo>
                    <a:pt x="388106" y="1058846"/>
                  </a:lnTo>
                  <a:lnTo>
                    <a:pt x="444422" y="1057662"/>
                  </a:lnTo>
                  <a:lnTo>
                    <a:pt x="501178" y="1056071"/>
                  </a:lnTo>
                  <a:lnTo>
                    <a:pt x="557986" y="1054031"/>
                  </a:lnTo>
                  <a:lnTo>
                    <a:pt x="614457" y="1051501"/>
                  </a:lnTo>
                  <a:lnTo>
                    <a:pt x="670204" y="1048439"/>
                  </a:lnTo>
                  <a:lnTo>
                    <a:pt x="724838" y="1044802"/>
                  </a:lnTo>
                  <a:lnTo>
                    <a:pt x="777971" y="1040550"/>
                  </a:lnTo>
                  <a:lnTo>
                    <a:pt x="829214" y="1035640"/>
                  </a:lnTo>
                  <a:lnTo>
                    <a:pt x="878180" y="1030031"/>
                  </a:lnTo>
                  <a:lnTo>
                    <a:pt x="924481" y="1023681"/>
                  </a:lnTo>
                  <a:lnTo>
                    <a:pt x="967728" y="1016548"/>
                  </a:lnTo>
                  <a:lnTo>
                    <a:pt x="1026289" y="1005394"/>
                  </a:lnTo>
                  <a:lnTo>
                    <a:pt x="1080796" y="993811"/>
                  </a:lnTo>
                  <a:lnTo>
                    <a:pt x="1131834" y="981568"/>
                  </a:lnTo>
                  <a:lnTo>
                    <a:pt x="1179989" y="968435"/>
                  </a:lnTo>
                  <a:lnTo>
                    <a:pt x="1225849" y="954182"/>
                  </a:lnTo>
                  <a:lnTo>
                    <a:pt x="1269999" y="938580"/>
                  </a:lnTo>
                  <a:lnTo>
                    <a:pt x="1313025" y="921398"/>
                  </a:lnTo>
                  <a:lnTo>
                    <a:pt x="1355514" y="902405"/>
                  </a:lnTo>
                  <a:lnTo>
                    <a:pt x="1398053" y="881373"/>
                  </a:lnTo>
                  <a:lnTo>
                    <a:pt x="1441228" y="858071"/>
                  </a:lnTo>
                  <a:lnTo>
                    <a:pt x="1485625" y="832268"/>
                  </a:lnTo>
                  <a:lnTo>
                    <a:pt x="1531831" y="803736"/>
                  </a:lnTo>
                  <a:lnTo>
                    <a:pt x="1580431" y="772243"/>
                  </a:lnTo>
                  <a:lnTo>
                    <a:pt x="1617213" y="746594"/>
                  </a:lnTo>
                  <a:lnTo>
                    <a:pt x="1655211" y="717670"/>
                  </a:lnTo>
                  <a:lnTo>
                    <a:pt x="1694228" y="685898"/>
                  </a:lnTo>
                  <a:lnTo>
                    <a:pt x="1734067" y="651704"/>
                  </a:lnTo>
                  <a:lnTo>
                    <a:pt x="1774530" y="615513"/>
                  </a:lnTo>
                  <a:lnTo>
                    <a:pt x="1815420" y="577752"/>
                  </a:lnTo>
                  <a:lnTo>
                    <a:pt x="1856539" y="538847"/>
                  </a:lnTo>
                  <a:lnTo>
                    <a:pt x="1897691" y="499223"/>
                  </a:lnTo>
                  <a:lnTo>
                    <a:pt x="1938678" y="459309"/>
                  </a:lnTo>
                  <a:lnTo>
                    <a:pt x="1979303" y="419528"/>
                  </a:lnTo>
                  <a:lnTo>
                    <a:pt x="2019367" y="380308"/>
                  </a:lnTo>
                  <a:lnTo>
                    <a:pt x="2058675" y="342075"/>
                  </a:lnTo>
                  <a:lnTo>
                    <a:pt x="2097029" y="305254"/>
                  </a:lnTo>
                  <a:lnTo>
                    <a:pt x="2134231" y="270272"/>
                  </a:lnTo>
                  <a:lnTo>
                    <a:pt x="2170084" y="237555"/>
                  </a:lnTo>
                  <a:lnTo>
                    <a:pt x="2204391" y="207529"/>
                  </a:lnTo>
                  <a:lnTo>
                    <a:pt x="2236955" y="180621"/>
                  </a:lnTo>
                  <a:lnTo>
                    <a:pt x="2267577" y="157256"/>
                  </a:lnTo>
                  <a:lnTo>
                    <a:pt x="2330240" y="113584"/>
                  </a:lnTo>
                  <a:lnTo>
                    <a:pt x="2385948" y="78518"/>
                  </a:lnTo>
                  <a:lnTo>
                    <a:pt x="2435974" y="51185"/>
                  </a:lnTo>
                  <a:lnTo>
                    <a:pt x="2481594" y="30714"/>
                  </a:lnTo>
                  <a:lnTo>
                    <a:pt x="2524084" y="16231"/>
                  </a:lnTo>
                  <a:lnTo>
                    <a:pt x="2564716" y="6866"/>
                  </a:lnTo>
                  <a:lnTo>
                    <a:pt x="2604767" y="1746"/>
                  </a:lnTo>
                  <a:lnTo>
                    <a:pt x="2645510" y="0"/>
                  </a:lnTo>
                  <a:lnTo>
                    <a:pt x="2685661" y="608"/>
                  </a:lnTo>
                  <a:lnTo>
                    <a:pt x="2724066" y="3817"/>
                  </a:lnTo>
                  <a:lnTo>
                    <a:pt x="2762202" y="10645"/>
                  </a:lnTo>
                  <a:lnTo>
                    <a:pt x="2801546" y="22114"/>
                  </a:lnTo>
                  <a:lnTo>
                    <a:pt x="2843573" y="39242"/>
                  </a:lnTo>
                  <a:lnTo>
                    <a:pt x="2889762" y="63052"/>
                  </a:lnTo>
                  <a:lnTo>
                    <a:pt x="2941588" y="94561"/>
                  </a:lnTo>
                  <a:lnTo>
                    <a:pt x="3000527" y="134791"/>
                  </a:lnTo>
                  <a:lnTo>
                    <a:pt x="3031429" y="157974"/>
                  </a:lnTo>
                  <a:lnTo>
                    <a:pt x="3064668" y="184921"/>
                  </a:lnTo>
                  <a:lnTo>
                    <a:pt x="3099962" y="215157"/>
                  </a:lnTo>
                  <a:lnTo>
                    <a:pt x="3137033" y="248210"/>
                  </a:lnTo>
                  <a:lnTo>
                    <a:pt x="3175600" y="283607"/>
                  </a:lnTo>
                  <a:lnTo>
                    <a:pt x="3215384" y="320874"/>
                  </a:lnTo>
                  <a:lnTo>
                    <a:pt x="3256105" y="359537"/>
                  </a:lnTo>
                  <a:lnTo>
                    <a:pt x="3297484" y="399125"/>
                  </a:lnTo>
                  <a:lnTo>
                    <a:pt x="3339240" y="439162"/>
                  </a:lnTo>
                  <a:lnTo>
                    <a:pt x="3381095" y="479177"/>
                  </a:lnTo>
                  <a:lnTo>
                    <a:pt x="3422767" y="518696"/>
                  </a:lnTo>
                  <a:lnTo>
                    <a:pt x="3463978" y="557246"/>
                  </a:lnTo>
                  <a:lnTo>
                    <a:pt x="3504447" y="594352"/>
                  </a:lnTo>
                  <a:lnTo>
                    <a:pt x="3543896" y="629543"/>
                  </a:lnTo>
                  <a:lnTo>
                    <a:pt x="3582044" y="662345"/>
                  </a:lnTo>
                  <a:lnTo>
                    <a:pt x="3618611" y="692284"/>
                  </a:lnTo>
                  <a:lnTo>
                    <a:pt x="3653318" y="718887"/>
                  </a:lnTo>
                  <a:lnTo>
                    <a:pt x="3703723" y="755286"/>
                  </a:lnTo>
                  <a:lnTo>
                    <a:pt x="3751219" y="788114"/>
                  </a:lnTo>
                  <a:lnTo>
                    <a:pt x="3796400" y="817702"/>
                  </a:lnTo>
                  <a:lnTo>
                    <a:pt x="3839861" y="844379"/>
                  </a:lnTo>
                  <a:lnTo>
                    <a:pt x="3882194" y="868473"/>
                  </a:lnTo>
                  <a:lnTo>
                    <a:pt x="3923994" y="890314"/>
                  </a:lnTo>
                  <a:lnTo>
                    <a:pt x="3965854" y="910230"/>
                  </a:lnTo>
                  <a:lnTo>
                    <a:pt x="4008369" y="928552"/>
                  </a:lnTo>
                  <a:lnTo>
                    <a:pt x="4052131" y="945608"/>
                  </a:lnTo>
                  <a:lnTo>
                    <a:pt x="4097735" y="961726"/>
                  </a:lnTo>
                  <a:lnTo>
                    <a:pt x="4145774" y="977238"/>
                  </a:lnTo>
                  <a:lnTo>
                    <a:pt x="4191827" y="990332"/>
                  </a:lnTo>
                  <a:lnTo>
                    <a:pt x="4239194" y="1001652"/>
                  </a:lnTo>
                  <a:lnTo>
                    <a:pt x="4287673" y="1011374"/>
                  </a:lnTo>
                  <a:lnTo>
                    <a:pt x="4337068" y="1019672"/>
                  </a:lnTo>
                  <a:lnTo>
                    <a:pt x="4387178" y="1026722"/>
                  </a:lnTo>
                  <a:lnTo>
                    <a:pt x="4437806" y="1032700"/>
                  </a:lnTo>
                  <a:lnTo>
                    <a:pt x="4488752" y="1037781"/>
                  </a:lnTo>
                  <a:lnTo>
                    <a:pt x="4539817" y="1042140"/>
                  </a:lnTo>
                  <a:lnTo>
                    <a:pt x="4590803" y="1045953"/>
                  </a:lnTo>
                  <a:lnTo>
                    <a:pt x="4641510" y="1049396"/>
                  </a:lnTo>
                  <a:lnTo>
                    <a:pt x="4691740" y="1052643"/>
                  </a:lnTo>
                  <a:lnTo>
                    <a:pt x="4741294" y="1055870"/>
                  </a:lnTo>
                  <a:lnTo>
                    <a:pt x="4915495" y="1061399"/>
                  </a:lnTo>
                  <a:lnTo>
                    <a:pt x="5107054" y="1060784"/>
                  </a:lnTo>
                  <a:lnTo>
                    <a:pt x="5261751" y="1057713"/>
                  </a:lnTo>
                  <a:lnTo>
                    <a:pt x="5325366" y="1055870"/>
                  </a:lnTo>
                </a:path>
              </a:pathLst>
            </a:custGeom>
            <a:ln w="57081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8C873BD9-C2A4-1925-1E40-7825F3C2839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23897" y="3487187"/>
              <a:ext cx="2739047" cy="2635135"/>
            </a:xfrm>
            <a:prstGeom prst="rect">
              <a:avLst/>
            </a:prstGeom>
          </p:spPr>
        </p:pic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1347D76C-0DE4-D8DA-51DD-4E541A30903A}"/>
                </a:ext>
              </a:extLst>
            </p:cNvPr>
            <p:cNvSpPr/>
            <p:nvPr/>
          </p:nvSpPr>
          <p:spPr>
            <a:xfrm>
              <a:off x="2173439" y="3539641"/>
              <a:ext cx="2643505" cy="2488565"/>
            </a:xfrm>
            <a:custGeom>
              <a:avLst/>
              <a:gdLst/>
              <a:ahLst/>
              <a:cxnLst/>
              <a:rect l="l" t="t" r="r" b="b"/>
              <a:pathLst>
                <a:path w="2643504" h="2488565">
                  <a:moveTo>
                    <a:pt x="0" y="2482118"/>
                  </a:moveTo>
                  <a:lnTo>
                    <a:pt x="38122" y="2484506"/>
                  </a:lnTo>
                  <a:lnTo>
                    <a:pt x="81973" y="2485960"/>
                  </a:lnTo>
                  <a:lnTo>
                    <a:pt x="130229" y="2485807"/>
                  </a:lnTo>
                  <a:lnTo>
                    <a:pt x="181569" y="2483377"/>
                  </a:lnTo>
                  <a:lnTo>
                    <a:pt x="234671" y="2477998"/>
                  </a:lnTo>
                  <a:lnTo>
                    <a:pt x="288214" y="2468999"/>
                  </a:lnTo>
                  <a:lnTo>
                    <a:pt x="340876" y="2455706"/>
                  </a:lnTo>
                  <a:lnTo>
                    <a:pt x="391335" y="2437450"/>
                  </a:lnTo>
                  <a:lnTo>
                    <a:pt x="438269" y="2413558"/>
                  </a:lnTo>
                  <a:lnTo>
                    <a:pt x="480358" y="2383358"/>
                  </a:lnTo>
                  <a:lnTo>
                    <a:pt x="509427" y="2357206"/>
                  </a:lnTo>
                  <a:lnTo>
                    <a:pt x="536483" y="2330046"/>
                  </a:lnTo>
                  <a:lnTo>
                    <a:pt x="561817" y="2301340"/>
                  </a:lnTo>
                  <a:lnTo>
                    <a:pt x="585720" y="2270549"/>
                  </a:lnTo>
                  <a:lnTo>
                    <a:pt x="608483" y="2237132"/>
                  </a:lnTo>
                  <a:lnTo>
                    <a:pt x="630398" y="2200550"/>
                  </a:lnTo>
                  <a:lnTo>
                    <a:pt x="651755" y="2160265"/>
                  </a:lnTo>
                  <a:lnTo>
                    <a:pt x="672846" y="2115736"/>
                  </a:lnTo>
                  <a:lnTo>
                    <a:pt x="693961" y="2066424"/>
                  </a:lnTo>
                  <a:lnTo>
                    <a:pt x="715392" y="2011791"/>
                  </a:lnTo>
                  <a:lnTo>
                    <a:pt x="737430" y="1951296"/>
                  </a:lnTo>
                  <a:lnTo>
                    <a:pt x="760365" y="1884400"/>
                  </a:lnTo>
                  <a:lnTo>
                    <a:pt x="784490" y="1810564"/>
                  </a:lnTo>
                  <a:lnTo>
                    <a:pt x="807248" y="1734724"/>
                  </a:lnTo>
                  <a:lnTo>
                    <a:pt x="818975" y="1692388"/>
                  </a:lnTo>
                  <a:lnTo>
                    <a:pt x="830901" y="1647425"/>
                  </a:lnTo>
                  <a:lnTo>
                    <a:pt x="843004" y="1600076"/>
                  </a:lnTo>
                  <a:lnTo>
                    <a:pt x="855260" y="1550578"/>
                  </a:lnTo>
                  <a:lnTo>
                    <a:pt x="867646" y="1499171"/>
                  </a:lnTo>
                  <a:lnTo>
                    <a:pt x="880138" y="1446093"/>
                  </a:lnTo>
                  <a:lnTo>
                    <a:pt x="892713" y="1391584"/>
                  </a:lnTo>
                  <a:lnTo>
                    <a:pt x="905348" y="1335882"/>
                  </a:lnTo>
                  <a:lnTo>
                    <a:pt x="918019" y="1279227"/>
                  </a:lnTo>
                  <a:lnTo>
                    <a:pt x="930703" y="1221857"/>
                  </a:lnTo>
                  <a:lnTo>
                    <a:pt x="943376" y="1164010"/>
                  </a:lnTo>
                  <a:lnTo>
                    <a:pt x="956015" y="1105927"/>
                  </a:lnTo>
                  <a:lnTo>
                    <a:pt x="968597" y="1047846"/>
                  </a:lnTo>
                  <a:lnTo>
                    <a:pt x="981097" y="990006"/>
                  </a:lnTo>
                  <a:lnTo>
                    <a:pt x="993493" y="932645"/>
                  </a:lnTo>
                  <a:lnTo>
                    <a:pt x="1005761" y="876003"/>
                  </a:lnTo>
                  <a:lnTo>
                    <a:pt x="1017878" y="820318"/>
                  </a:lnTo>
                  <a:lnTo>
                    <a:pt x="1029820" y="765830"/>
                  </a:lnTo>
                  <a:lnTo>
                    <a:pt x="1041565" y="712777"/>
                  </a:lnTo>
                  <a:lnTo>
                    <a:pt x="1053087" y="661399"/>
                  </a:lnTo>
                  <a:lnTo>
                    <a:pt x="1064365" y="611933"/>
                  </a:lnTo>
                  <a:lnTo>
                    <a:pt x="1075375" y="564620"/>
                  </a:lnTo>
                  <a:lnTo>
                    <a:pt x="1086092" y="519698"/>
                  </a:lnTo>
                  <a:lnTo>
                    <a:pt x="1096495" y="477405"/>
                  </a:lnTo>
                  <a:lnTo>
                    <a:pt x="1106559" y="437981"/>
                  </a:lnTo>
                  <a:lnTo>
                    <a:pt x="1125577" y="368696"/>
                  </a:lnTo>
                  <a:lnTo>
                    <a:pt x="1153407" y="276648"/>
                  </a:lnTo>
                  <a:lnTo>
                    <a:pt x="1178453" y="200722"/>
                  </a:lnTo>
                  <a:lnTo>
                    <a:pt x="1201161" y="139480"/>
                  </a:lnTo>
                  <a:lnTo>
                    <a:pt x="1221973" y="91487"/>
                  </a:lnTo>
                  <a:lnTo>
                    <a:pt x="1241336" y="55308"/>
                  </a:lnTo>
                  <a:lnTo>
                    <a:pt x="1277485" y="12644"/>
                  </a:lnTo>
                  <a:lnTo>
                    <a:pt x="1313165" y="0"/>
                  </a:lnTo>
                  <a:lnTo>
                    <a:pt x="1333095" y="1427"/>
                  </a:lnTo>
                  <a:lnTo>
                    <a:pt x="1371091" y="24959"/>
                  </a:lnTo>
                  <a:lnTo>
                    <a:pt x="1411485" y="92007"/>
                  </a:lnTo>
                  <a:lnTo>
                    <a:pt x="1434413" y="147828"/>
                  </a:lnTo>
                  <a:lnTo>
                    <a:pt x="1460138" y="221703"/>
                  </a:lnTo>
                  <a:lnTo>
                    <a:pt x="1489394" y="316025"/>
                  </a:lnTo>
                  <a:lnTo>
                    <a:pt x="1508176" y="383212"/>
                  </a:lnTo>
                  <a:lnTo>
                    <a:pt x="1518207" y="421676"/>
                  </a:lnTo>
                  <a:lnTo>
                    <a:pt x="1528623" y="463058"/>
                  </a:lnTo>
                  <a:lnTo>
                    <a:pt x="1539394" y="507107"/>
                  </a:lnTo>
                  <a:lnTo>
                    <a:pt x="1550488" y="553576"/>
                  </a:lnTo>
                  <a:lnTo>
                    <a:pt x="1561874" y="602217"/>
                  </a:lnTo>
                  <a:lnTo>
                    <a:pt x="1573521" y="652780"/>
                  </a:lnTo>
                  <a:lnTo>
                    <a:pt x="1585398" y="705019"/>
                  </a:lnTo>
                  <a:lnTo>
                    <a:pt x="1597474" y="758684"/>
                  </a:lnTo>
                  <a:lnTo>
                    <a:pt x="1609718" y="813526"/>
                  </a:lnTo>
                  <a:lnTo>
                    <a:pt x="1622098" y="869299"/>
                  </a:lnTo>
                  <a:lnTo>
                    <a:pt x="1634584" y="925753"/>
                  </a:lnTo>
                  <a:lnTo>
                    <a:pt x="1647145" y="982640"/>
                  </a:lnTo>
                  <a:lnTo>
                    <a:pt x="1659749" y="1039712"/>
                  </a:lnTo>
                  <a:lnTo>
                    <a:pt x="1672366" y="1096720"/>
                  </a:lnTo>
                  <a:lnTo>
                    <a:pt x="1684964" y="1153417"/>
                  </a:lnTo>
                  <a:lnTo>
                    <a:pt x="1697512" y="1209553"/>
                  </a:lnTo>
                  <a:lnTo>
                    <a:pt x="1709980" y="1264880"/>
                  </a:lnTo>
                  <a:lnTo>
                    <a:pt x="1722335" y="1319151"/>
                  </a:lnTo>
                  <a:lnTo>
                    <a:pt x="1734548" y="1372116"/>
                  </a:lnTo>
                  <a:lnTo>
                    <a:pt x="1746586" y="1423528"/>
                  </a:lnTo>
                  <a:lnTo>
                    <a:pt x="1758420" y="1473138"/>
                  </a:lnTo>
                  <a:lnTo>
                    <a:pt x="1770017" y="1520697"/>
                  </a:lnTo>
                  <a:lnTo>
                    <a:pt x="1781347" y="1565958"/>
                  </a:lnTo>
                  <a:lnTo>
                    <a:pt x="1792379" y="1608672"/>
                  </a:lnTo>
                  <a:lnTo>
                    <a:pt x="1803081" y="1648590"/>
                  </a:lnTo>
                  <a:lnTo>
                    <a:pt x="1813422" y="1685465"/>
                  </a:lnTo>
                  <a:lnTo>
                    <a:pt x="1834694" y="1758238"/>
                  </a:lnTo>
                  <a:lnTo>
                    <a:pt x="1854899" y="1824934"/>
                  </a:lnTo>
                  <a:lnTo>
                    <a:pt x="1874217" y="1886020"/>
                  </a:lnTo>
                  <a:lnTo>
                    <a:pt x="1892826" y="1941963"/>
                  </a:lnTo>
                  <a:lnTo>
                    <a:pt x="1910904" y="1993232"/>
                  </a:lnTo>
                  <a:lnTo>
                    <a:pt x="1928631" y="2040294"/>
                  </a:lnTo>
                  <a:lnTo>
                    <a:pt x="1946184" y="2083615"/>
                  </a:lnTo>
                  <a:lnTo>
                    <a:pt x="1963743" y="2123664"/>
                  </a:lnTo>
                  <a:lnTo>
                    <a:pt x="1981485" y="2160908"/>
                  </a:lnTo>
                  <a:lnTo>
                    <a:pt x="1999589" y="2195814"/>
                  </a:lnTo>
                  <a:lnTo>
                    <a:pt x="2037599" y="2260483"/>
                  </a:lnTo>
                  <a:lnTo>
                    <a:pt x="2097456" y="2341242"/>
                  </a:lnTo>
                  <a:lnTo>
                    <a:pt x="2138757" y="2379939"/>
                  </a:lnTo>
                  <a:lnTo>
                    <a:pt x="2181268" y="2409345"/>
                  </a:lnTo>
                  <a:lnTo>
                    <a:pt x="2224492" y="2431534"/>
                  </a:lnTo>
                  <a:lnTo>
                    <a:pt x="2267932" y="2448579"/>
                  </a:lnTo>
                  <a:lnTo>
                    <a:pt x="2311090" y="2462552"/>
                  </a:lnTo>
                  <a:lnTo>
                    <a:pt x="2353469" y="2475526"/>
                  </a:lnTo>
                  <a:lnTo>
                    <a:pt x="2439941" y="2488492"/>
                  </a:lnTo>
                  <a:lnTo>
                    <a:pt x="2535027" y="2487051"/>
                  </a:lnTo>
                  <a:lnTo>
                    <a:pt x="2611815" y="2479848"/>
                  </a:lnTo>
                  <a:lnTo>
                    <a:pt x="2643392" y="2475526"/>
                  </a:lnTo>
                </a:path>
              </a:pathLst>
            </a:custGeom>
            <a:ln w="57085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F8DBE5D9-7F16-7887-3D81-02B718192EE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82984" y="4771499"/>
              <a:ext cx="390697" cy="1334198"/>
            </a:xfrm>
            <a:prstGeom prst="rect">
              <a:avLst/>
            </a:prstGeom>
          </p:spPr>
        </p:pic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7BB6EC6A-084D-F2EB-6C72-E109D47829CE}"/>
                </a:ext>
              </a:extLst>
            </p:cNvPr>
            <p:cNvSpPr/>
            <p:nvPr/>
          </p:nvSpPr>
          <p:spPr>
            <a:xfrm>
              <a:off x="5378523" y="4985610"/>
              <a:ext cx="1270" cy="1056640"/>
            </a:xfrm>
            <a:custGeom>
              <a:avLst/>
              <a:gdLst/>
              <a:ahLst/>
              <a:cxnLst/>
              <a:rect l="l" t="t" r="r" b="b"/>
              <a:pathLst>
                <a:path w="1270" h="1056639">
                  <a:moveTo>
                    <a:pt x="763" y="1056417"/>
                  </a:moveTo>
                  <a:lnTo>
                    <a:pt x="0" y="0"/>
                  </a:lnTo>
                </a:path>
              </a:pathLst>
            </a:custGeom>
            <a:ln w="38061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BEB330E3-E469-139F-65FC-F91BA050AB8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93124" y="4947843"/>
              <a:ext cx="170958" cy="170846"/>
            </a:xfrm>
            <a:prstGeom prst="rect">
              <a:avLst/>
            </a:prstGeom>
          </p:spPr>
        </p:pic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D5D1D887-E477-08EC-D904-778A1D53FBE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87687" y="3362496"/>
              <a:ext cx="394854" cy="2772295"/>
            </a:xfrm>
            <a:prstGeom prst="rect">
              <a:avLst/>
            </a:prstGeom>
          </p:spPr>
        </p:pic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286AB171-4CB6-2C84-502C-26716DEFA262}"/>
                </a:ext>
              </a:extLst>
            </p:cNvPr>
            <p:cNvSpPr/>
            <p:nvPr/>
          </p:nvSpPr>
          <p:spPr>
            <a:xfrm>
              <a:off x="3486650" y="3577400"/>
              <a:ext cx="2540" cy="2490470"/>
            </a:xfrm>
            <a:custGeom>
              <a:avLst/>
              <a:gdLst/>
              <a:ahLst/>
              <a:cxnLst/>
              <a:rect l="l" t="t" r="r" b="b"/>
              <a:pathLst>
                <a:path w="2539" h="2490470">
                  <a:moveTo>
                    <a:pt x="2280" y="2489997"/>
                  </a:moveTo>
                  <a:lnTo>
                    <a:pt x="0" y="0"/>
                  </a:lnTo>
                </a:path>
              </a:pathLst>
            </a:custGeom>
            <a:ln w="38061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>
              <a:extLst>
                <a:ext uri="{FF2B5EF4-FFF2-40B4-BE49-F238E27FC236}">
                  <a16:creationId xmlns:a16="http://schemas.microsoft.com/office/drawing/2014/main" id="{E698B1EE-0995-65BF-C208-7716D91498AB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01263" y="3539642"/>
              <a:ext cx="170971" cy="170859"/>
            </a:xfrm>
            <a:prstGeom prst="rect">
              <a:avLst/>
            </a:prstGeom>
          </p:spPr>
        </p:pic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283A88B6-4E1A-A747-A63D-7E0BD3F0E3A8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90152" y="4771506"/>
              <a:ext cx="390697" cy="1388224"/>
            </a:xfrm>
            <a:prstGeom prst="rect">
              <a:avLst/>
            </a:prstGeom>
          </p:spPr>
        </p:pic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FF6A79E9-5341-CCED-B7E5-4AD001E832A4}"/>
                </a:ext>
              </a:extLst>
            </p:cNvPr>
            <p:cNvSpPr/>
            <p:nvPr/>
          </p:nvSpPr>
          <p:spPr>
            <a:xfrm>
              <a:off x="2473972" y="4985361"/>
              <a:ext cx="12065" cy="1107440"/>
            </a:xfrm>
            <a:custGeom>
              <a:avLst/>
              <a:gdLst/>
              <a:ahLst/>
              <a:cxnLst/>
              <a:rect l="l" t="t" r="r" b="b"/>
              <a:pathLst>
                <a:path w="12064" h="1107439">
                  <a:moveTo>
                    <a:pt x="0" y="1107405"/>
                  </a:moveTo>
                  <a:lnTo>
                    <a:pt x="11513" y="0"/>
                  </a:lnTo>
                </a:path>
              </a:pathLst>
            </a:custGeom>
            <a:ln w="38061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009D620F-EB72-0545-26D5-BC683E57E12D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8835" y="4947602"/>
              <a:ext cx="170966" cy="171508"/>
            </a:xfrm>
            <a:prstGeom prst="rect">
              <a:avLst/>
            </a:prstGeom>
          </p:spPr>
        </p:pic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CC75CAE4-E087-D6E9-55D1-DD17DE54E19A}"/>
              </a:ext>
            </a:extLst>
          </p:cNvPr>
          <p:cNvSpPr txBox="1"/>
          <p:nvPr/>
        </p:nvSpPr>
        <p:spPr>
          <a:xfrm>
            <a:off x="2234824" y="4433201"/>
            <a:ext cx="4876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775" spc="-37" baseline="-21021" dirty="0">
                <a:solidFill>
                  <a:srgbClr val="FF6C00"/>
                </a:solidFill>
                <a:latin typeface="Arial MT"/>
                <a:cs typeface="Arial MT"/>
              </a:rPr>
              <a:t>2</a:t>
            </a:r>
            <a:endParaRPr sz="2775" baseline="-21021">
              <a:latin typeface="Arial MT"/>
              <a:cs typeface="Arial MT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170621E4-AD62-1552-C849-5224712B46F6}"/>
              </a:ext>
            </a:extLst>
          </p:cNvPr>
          <p:cNvSpPr txBox="1"/>
          <p:nvPr/>
        </p:nvSpPr>
        <p:spPr>
          <a:xfrm>
            <a:off x="3274193" y="3025216"/>
            <a:ext cx="46418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775" spc="-37" baseline="-21021" dirty="0">
                <a:solidFill>
                  <a:srgbClr val="FF6C00"/>
                </a:solidFill>
                <a:latin typeface="Arial MT"/>
                <a:cs typeface="Arial MT"/>
              </a:rPr>
              <a:t>1</a:t>
            </a:r>
            <a:endParaRPr sz="2775" baseline="-21021">
              <a:latin typeface="Arial MT"/>
              <a:cs typeface="Arial MT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6FAD12E-C80D-52B8-D4DA-B4DD359F09DC}"/>
              </a:ext>
            </a:extLst>
          </p:cNvPr>
          <p:cNvSpPr txBox="1"/>
          <p:nvPr/>
        </p:nvSpPr>
        <p:spPr>
          <a:xfrm>
            <a:off x="5115133" y="4357103"/>
            <a:ext cx="487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775" spc="-37" baseline="-21021" dirty="0">
                <a:solidFill>
                  <a:srgbClr val="FF6C00"/>
                </a:solidFill>
                <a:latin typeface="Arial MT"/>
                <a:cs typeface="Arial MT"/>
              </a:rPr>
              <a:t>3</a:t>
            </a:r>
            <a:endParaRPr sz="2775" baseline="-21021">
              <a:latin typeface="Arial MT"/>
              <a:cs typeface="Arial MT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330CACFA-EF7C-4429-D350-C568962BC9C3}"/>
              </a:ext>
            </a:extLst>
          </p:cNvPr>
          <p:cNvSpPr txBox="1"/>
          <p:nvPr/>
        </p:nvSpPr>
        <p:spPr>
          <a:xfrm>
            <a:off x="2300205" y="6031467"/>
            <a:ext cx="4330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Lucida Sans Unicode"/>
                <a:cs typeface="Lucida Sans Unicode"/>
              </a:rPr>
              <a:t>μ</a:t>
            </a:r>
            <a:r>
              <a:rPr sz="2775" spc="-37" baseline="-21021" dirty="0">
                <a:latin typeface="Arial MT"/>
                <a:cs typeface="Arial MT"/>
              </a:rPr>
              <a:t>2</a:t>
            </a:r>
            <a:endParaRPr sz="2775" baseline="-21021">
              <a:latin typeface="Arial MT"/>
              <a:cs typeface="Arial MT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4A37244E-96AD-7EAB-A2C9-869B47115F98}"/>
              </a:ext>
            </a:extLst>
          </p:cNvPr>
          <p:cNvSpPr txBox="1"/>
          <p:nvPr/>
        </p:nvSpPr>
        <p:spPr>
          <a:xfrm>
            <a:off x="3288824" y="6044152"/>
            <a:ext cx="409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Lucida Sans Unicode"/>
                <a:cs typeface="Lucida Sans Unicode"/>
              </a:rPr>
              <a:t>μ</a:t>
            </a:r>
            <a:r>
              <a:rPr sz="2775" spc="-37" baseline="-21021" dirty="0">
                <a:latin typeface="Arial MT"/>
                <a:cs typeface="Arial MT"/>
              </a:rPr>
              <a:t>1</a:t>
            </a:r>
            <a:endParaRPr sz="2775" baseline="-21021">
              <a:latin typeface="Arial MT"/>
              <a:cs typeface="Arial MT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C2333620-56EE-8BC8-D64E-AE7D0344542E}"/>
              </a:ext>
            </a:extLst>
          </p:cNvPr>
          <p:cNvSpPr txBox="1"/>
          <p:nvPr/>
        </p:nvSpPr>
        <p:spPr>
          <a:xfrm>
            <a:off x="5180514" y="6031467"/>
            <a:ext cx="43243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Lucida Sans Unicode"/>
                <a:cs typeface="Lucida Sans Unicode"/>
              </a:rPr>
              <a:t>μ</a:t>
            </a:r>
            <a:r>
              <a:rPr sz="2775" spc="-37" baseline="-21021" dirty="0">
                <a:latin typeface="Arial MT"/>
                <a:cs typeface="Arial MT"/>
              </a:rPr>
              <a:t>3</a:t>
            </a:r>
            <a:endParaRPr sz="2775" baseline="-21021">
              <a:latin typeface="Arial MT"/>
              <a:cs typeface="Arial MT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02347F6E-A810-AE20-F554-7056B205864A}"/>
              </a:ext>
            </a:extLst>
          </p:cNvPr>
          <p:cNvSpPr txBox="1"/>
          <p:nvPr/>
        </p:nvSpPr>
        <p:spPr>
          <a:xfrm>
            <a:off x="1591081" y="5104104"/>
            <a:ext cx="467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Lucida Sans Unicode"/>
                <a:cs typeface="Lucida Sans Unicode"/>
              </a:rPr>
              <a:t>σ</a:t>
            </a:r>
            <a:r>
              <a:rPr sz="2775" spc="-37" baseline="-21021" dirty="0">
                <a:latin typeface="Lucida Sans Unicode"/>
                <a:cs typeface="Lucida Sans Unicode"/>
              </a:rPr>
              <a:t>2</a:t>
            </a:r>
            <a:endParaRPr sz="2775" baseline="-21021">
              <a:latin typeface="Lucida Sans Unicode"/>
              <a:cs typeface="Lucida Sans Unicode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90F3F656-8686-C115-79BB-4463BB69DEEE}"/>
              </a:ext>
            </a:extLst>
          </p:cNvPr>
          <p:cNvSpPr txBox="1"/>
          <p:nvPr/>
        </p:nvSpPr>
        <p:spPr>
          <a:xfrm>
            <a:off x="3963542" y="4279608"/>
            <a:ext cx="467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Lucida Sans Unicode"/>
                <a:cs typeface="Lucida Sans Unicode"/>
              </a:rPr>
              <a:t>σ</a:t>
            </a:r>
            <a:r>
              <a:rPr sz="2775" spc="-37" baseline="-21021" dirty="0">
                <a:latin typeface="Lucida Sans Unicode"/>
                <a:cs typeface="Lucida Sans Unicode"/>
              </a:rPr>
              <a:t>1</a:t>
            </a:r>
            <a:endParaRPr sz="2775" baseline="-21021">
              <a:latin typeface="Lucida Sans Unicode"/>
              <a:cs typeface="Lucida Sans Unicode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9C9066E9-AC1D-9DBC-DA4A-312DB29412EC}"/>
              </a:ext>
            </a:extLst>
          </p:cNvPr>
          <p:cNvSpPr txBox="1"/>
          <p:nvPr/>
        </p:nvSpPr>
        <p:spPr>
          <a:xfrm>
            <a:off x="6285268" y="5104104"/>
            <a:ext cx="467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Lucida Sans Unicode"/>
                <a:cs typeface="Lucida Sans Unicode"/>
              </a:rPr>
              <a:t>σ</a:t>
            </a:r>
            <a:r>
              <a:rPr sz="2775" spc="-37" baseline="-21021" dirty="0">
                <a:latin typeface="Lucida Sans Unicode"/>
                <a:cs typeface="Lucida Sans Unicode"/>
              </a:rPr>
              <a:t>3</a:t>
            </a:r>
            <a:endParaRPr sz="2775" baseline="-21021">
              <a:latin typeface="Lucida Sans Unicode"/>
              <a:cs typeface="Lucida Sans Unicode"/>
            </a:endParaRPr>
          </a:p>
        </p:txBody>
      </p:sp>
      <p:grpSp>
        <p:nvGrpSpPr>
          <p:cNvPr id="35" name="object 35">
            <a:extLst>
              <a:ext uri="{FF2B5EF4-FFF2-40B4-BE49-F238E27FC236}">
                <a16:creationId xmlns:a16="http://schemas.microsoft.com/office/drawing/2014/main" id="{861B987D-1B77-ABA3-906D-893F9783FB96}"/>
              </a:ext>
            </a:extLst>
          </p:cNvPr>
          <p:cNvGrpSpPr/>
          <p:nvPr/>
        </p:nvGrpSpPr>
        <p:grpSpPr>
          <a:xfrm>
            <a:off x="1986737" y="4584475"/>
            <a:ext cx="4326890" cy="1180465"/>
            <a:chOff x="1986737" y="4584475"/>
            <a:chExt cx="4326890" cy="1180465"/>
          </a:xfrm>
        </p:grpSpPr>
        <p:pic>
          <p:nvPicPr>
            <p:cNvPr id="36" name="object 36">
              <a:extLst>
                <a:ext uri="{FF2B5EF4-FFF2-40B4-BE49-F238E27FC236}">
                  <a16:creationId xmlns:a16="http://schemas.microsoft.com/office/drawing/2014/main" id="{93C5252E-6DA0-58CE-9BF4-EF15DA79EEC7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86737" y="5370021"/>
              <a:ext cx="976745" cy="394854"/>
            </a:xfrm>
            <a:prstGeom prst="rect">
              <a:avLst/>
            </a:prstGeom>
          </p:spPr>
        </p:pic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1986E085-6555-5C78-308C-4267D2CFDFBC}"/>
                </a:ext>
              </a:extLst>
            </p:cNvPr>
            <p:cNvSpPr/>
            <p:nvPr/>
          </p:nvSpPr>
          <p:spPr>
            <a:xfrm>
              <a:off x="2219933" y="5547334"/>
              <a:ext cx="508634" cy="0"/>
            </a:xfrm>
            <a:custGeom>
              <a:avLst/>
              <a:gdLst/>
              <a:ahLst/>
              <a:cxnLst/>
              <a:rect l="l" t="t" r="r" b="b"/>
              <a:pathLst>
                <a:path w="508635">
                  <a:moveTo>
                    <a:pt x="508065" y="0"/>
                  </a:moveTo>
                  <a:lnTo>
                    <a:pt x="0" y="0"/>
                  </a:lnTo>
                </a:path>
              </a:pathLst>
            </a:custGeom>
            <a:ln w="38053">
              <a:solidFill>
                <a:srgbClr val="706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>
              <a:extLst>
                <a:ext uri="{FF2B5EF4-FFF2-40B4-BE49-F238E27FC236}">
                  <a16:creationId xmlns:a16="http://schemas.microsoft.com/office/drawing/2014/main" id="{49A9769D-3439-5574-4503-5F4B03138FF4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94937" y="5461860"/>
              <a:ext cx="170830" cy="170938"/>
            </a:xfrm>
            <a:prstGeom prst="rect">
              <a:avLst/>
            </a:prstGeom>
          </p:spPr>
        </p:pic>
        <p:pic>
          <p:nvPicPr>
            <p:cNvPr id="39" name="object 39">
              <a:extLst>
                <a:ext uri="{FF2B5EF4-FFF2-40B4-BE49-F238E27FC236}">
                  <a16:creationId xmlns:a16="http://schemas.microsoft.com/office/drawing/2014/main" id="{739AEB03-A6FA-4CA3-2F55-70F06A33172D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82164" y="5461860"/>
              <a:ext cx="170830" cy="170939"/>
            </a:xfrm>
            <a:prstGeom prst="rect">
              <a:avLst/>
            </a:prstGeom>
          </p:spPr>
        </p:pic>
        <p:pic>
          <p:nvPicPr>
            <p:cNvPr id="40" name="object 40">
              <a:extLst>
                <a:ext uri="{FF2B5EF4-FFF2-40B4-BE49-F238E27FC236}">
                  <a16:creationId xmlns:a16="http://schemas.microsoft.com/office/drawing/2014/main" id="{646B891E-3A56-097C-1B7C-167497A492A7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09455" y="4584475"/>
              <a:ext cx="1118061" cy="407323"/>
            </a:xfrm>
            <a:prstGeom prst="rect">
              <a:avLst/>
            </a:prstGeom>
          </p:spPr>
        </p:pic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6F5D31E5-D674-CAE1-140B-3FDC1EF9C508}"/>
                </a:ext>
              </a:extLst>
            </p:cNvPr>
            <p:cNvSpPr/>
            <p:nvPr/>
          </p:nvSpPr>
          <p:spPr>
            <a:xfrm>
              <a:off x="3146078" y="4761549"/>
              <a:ext cx="647700" cy="11430"/>
            </a:xfrm>
            <a:custGeom>
              <a:avLst/>
              <a:gdLst/>
              <a:ahLst/>
              <a:cxnLst/>
              <a:rect l="l" t="t" r="r" b="b"/>
              <a:pathLst>
                <a:path w="647700" h="11429">
                  <a:moveTo>
                    <a:pt x="647634" y="0"/>
                  </a:moveTo>
                  <a:lnTo>
                    <a:pt x="0" y="11359"/>
                  </a:lnTo>
                </a:path>
              </a:pathLst>
            </a:custGeom>
            <a:ln w="38053">
              <a:solidFill>
                <a:srgbClr val="706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>
              <a:extLst>
                <a:ext uri="{FF2B5EF4-FFF2-40B4-BE49-F238E27FC236}">
                  <a16:creationId xmlns:a16="http://schemas.microsoft.com/office/drawing/2014/main" id="{E781AFD9-8248-A7EA-AF6D-425324A9E70F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659459" y="4678050"/>
              <a:ext cx="172015" cy="170908"/>
            </a:xfrm>
            <a:prstGeom prst="rect">
              <a:avLst/>
            </a:prstGeom>
          </p:spPr>
        </p:pic>
        <p:pic>
          <p:nvPicPr>
            <p:cNvPr id="43" name="object 43">
              <a:extLst>
                <a:ext uri="{FF2B5EF4-FFF2-40B4-BE49-F238E27FC236}">
                  <a16:creationId xmlns:a16="http://schemas.microsoft.com/office/drawing/2014/main" id="{76257C13-34EE-9DA0-3A84-DE48A0B81CB2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108312" y="4685489"/>
              <a:ext cx="172021" cy="170915"/>
            </a:xfrm>
            <a:prstGeom prst="rect">
              <a:avLst/>
            </a:prstGeom>
          </p:spPr>
        </p:pic>
        <p:pic>
          <p:nvPicPr>
            <p:cNvPr id="44" name="object 44">
              <a:extLst>
                <a:ext uri="{FF2B5EF4-FFF2-40B4-BE49-F238E27FC236}">
                  <a16:creationId xmlns:a16="http://schemas.microsoft.com/office/drawing/2014/main" id="{C2250594-7308-F6E7-DBB6-90C3263239A8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09897" y="5332614"/>
              <a:ext cx="1903615" cy="407323"/>
            </a:xfrm>
            <a:prstGeom prst="rect">
              <a:avLst/>
            </a:prstGeom>
          </p:spPr>
        </p:pic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E87C15FF-90D6-C0C6-316F-A970294DAC27}"/>
                </a:ext>
              </a:extLst>
            </p:cNvPr>
            <p:cNvSpPr/>
            <p:nvPr/>
          </p:nvSpPr>
          <p:spPr>
            <a:xfrm>
              <a:off x="4643156" y="5509590"/>
              <a:ext cx="1434465" cy="12065"/>
            </a:xfrm>
            <a:custGeom>
              <a:avLst/>
              <a:gdLst/>
              <a:ahLst/>
              <a:cxnLst/>
              <a:rect l="l" t="t" r="r" b="b"/>
              <a:pathLst>
                <a:path w="1434464" h="12064">
                  <a:moveTo>
                    <a:pt x="1434214" y="0"/>
                  </a:moveTo>
                  <a:lnTo>
                    <a:pt x="0" y="12049"/>
                  </a:lnTo>
                </a:path>
              </a:pathLst>
            </a:custGeom>
            <a:ln w="38053">
              <a:solidFill>
                <a:srgbClr val="706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>
              <a:extLst>
                <a:ext uri="{FF2B5EF4-FFF2-40B4-BE49-F238E27FC236}">
                  <a16:creationId xmlns:a16="http://schemas.microsoft.com/office/drawing/2014/main" id="{600FFD3C-A170-ACE4-043F-A3B4CF4CF5C0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605388" y="5435233"/>
              <a:ext cx="171403" cy="170936"/>
            </a:xfrm>
            <a:prstGeom prst="rect">
              <a:avLst/>
            </a:prstGeom>
          </p:spPr>
        </p:pic>
        <p:pic>
          <p:nvPicPr>
            <p:cNvPr id="47" name="object 47">
              <a:extLst>
                <a:ext uri="{FF2B5EF4-FFF2-40B4-BE49-F238E27FC236}">
                  <a16:creationId xmlns:a16="http://schemas.microsoft.com/office/drawing/2014/main" id="{6AEEB926-2C2D-424B-E84E-CC602E188EFE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943733" y="5425065"/>
              <a:ext cx="171405" cy="170932"/>
            </a:xfrm>
            <a:prstGeom prst="rect">
              <a:avLst/>
            </a:prstGeom>
          </p:spPr>
        </p:pic>
      </p:grpSp>
      <p:sp>
        <p:nvSpPr>
          <p:cNvPr id="48" name="object 48">
            <a:extLst>
              <a:ext uri="{FF2B5EF4-FFF2-40B4-BE49-F238E27FC236}">
                <a16:creationId xmlns:a16="http://schemas.microsoft.com/office/drawing/2014/main" id="{65F9770A-B0D9-DA78-E9D6-C7F3B1A64FFD}"/>
              </a:ext>
            </a:extLst>
          </p:cNvPr>
          <p:cNvSpPr txBox="1"/>
          <p:nvPr/>
        </p:nvSpPr>
        <p:spPr>
          <a:xfrm>
            <a:off x="6479247" y="2700883"/>
            <a:ext cx="15494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5192811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190DA-4869-84A3-382B-94492FE1D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1B8D4AC-0A8A-B518-9C34-657794640EA9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38760" algn="l">
              <a:spcBef>
                <a:spcPts val="95"/>
              </a:spcBef>
            </a:pPr>
            <a:r>
              <a:rPr lang="en-US" spc="120">
                <a:solidFill>
                  <a:schemeClr val="bg1"/>
                </a:solidFill>
              </a:rPr>
              <a:t>Mixture</a:t>
            </a:r>
            <a:r>
              <a:rPr lang="en-US" spc="-130">
                <a:solidFill>
                  <a:schemeClr val="bg1"/>
                </a:solidFill>
              </a:rPr>
              <a:t> </a:t>
            </a:r>
            <a:r>
              <a:rPr lang="en-US" spc="254">
                <a:solidFill>
                  <a:schemeClr val="bg1"/>
                </a:solidFill>
              </a:rPr>
              <a:t>of</a:t>
            </a:r>
            <a:r>
              <a:rPr lang="en-US" spc="-130">
                <a:solidFill>
                  <a:schemeClr val="bg1"/>
                </a:solidFill>
              </a:rPr>
              <a:t> </a:t>
            </a:r>
            <a:r>
              <a:rPr lang="en-US" spc="-55">
                <a:solidFill>
                  <a:schemeClr val="bg1"/>
                </a:solidFill>
              </a:rPr>
              <a:t>Gaussians</a:t>
            </a:r>
            <a:r>
              <a:rPr lang="en-US" spc="-125">
                <a:solidFill>
                  <a:schemeClr val="bg1"/>
                </a:solidFill>
              </a:rPr>
              <a:t> </a:t>
            </a:r>
            <a:r>
              <a:rPr lang="en-US" spc="-10">
                <a:solidFill>
                  <a:schemeClr val="bg1"/>
                </a:solidFill>
              </a:rPr>
              <a:t>(general)</a:t>
            </a:r>
            <a:endParaRPr lang="en-US" spc="-10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35BBEB3-32BB-9874-F508-6017906E28CF}"/>
              </a:ext>
            </a:extLst>
          </p:cNvPr>
          <p:cNvSpPr txBox="1"/>
          <p:nvPr/>
        </p:nvSpPr>
        <p:spPr>
          <a:xfrm>
            <a:off x="4151147" y="1635391"/>
            <a:ext cx="5076190" cy="206883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38100" marR="30480">
              <a:lnSpc>
                <a:spcPts val="3800"/>
              </a:lnSpc>
              <a:spcBef>
                <a:spcPts val="254"/>
              </a:spcBef>
            </a:pPr>
            <a:r>
              <a:rPr sz="3200" spc="-10" dirty="0">
                <a:solidFill>
                  <a:srgbClr val="2B2728"/>
                </a:solidFill>
                <a:latin typeface="Arial MT"/>
                <a:cs typeface="Arial MT"/>
              </a:rPr>
              <a:t>Each</a:t>
            </a:r>
            <a:r>
              <a:rPr sz="3200" spc="-10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70" dirty="0">
                <a:solidFill>
                  <a:srgbClr val="2B2728"/>
                </a:solidFill>
                <a:latin typeface="Arial MT"/>
                <a:cs typeface="Arial MT"/>
              </a:rPr>
              <a:t>mixture</a:t>
            </a:r>
            <a:r>
              <a:rPr sz="3200" spc="-10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30" dirty="0">
                <a:solidFill>
                  <a:srgbClr val="2B2728"/>
                </a:solidFill>
                <a:latin typeface="Arial MT"/>
                <a:cs typeface="Arial MT"/>
              </a:rPr>
              <a:t>component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represents</a:t>
            </a:r>
            <a:r>
              <a:rPr sz="3200" spc="-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a</a:t>
            </a:r>
            <a:r>
              <a:rPr sz="3200" spc="-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60" dirty="0">
                <a:solidFill>
                  <a:srgbClr val="2B2728"/>
                </a:solidFill>
                <a:latin typeface="Arial MT"/>
                <a:cs typeface="Arial MT"/>
              </a:rPr>
              <a:t>unique</a:t>
            </a:r>
            <a:r>
              <a:rPr sz="3200" spc="-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40" dirty="0">
                <a:solidFill>
                  <a:srgbClr val="2B2728"/>
                </a:solidFill>
                <a:latin typeface="Arial MT"/>
                <a:cs typeface="Arial MT"/>
              </a:rPr>
              <a:t>cluster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specified</a:t>
            </a:r>
            <a:r>
              <a:rPr sz="3200" spc="2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2B2728"/>
                </a:solidFill>
                <a:latin typeface="Arial MT"/>
                <a:cs typeface="Arial MT"/>
              </a:rPr>
              <a:t>by:</a:t>
            </a:r>
            <a:endParaRPr sz="3200">
              <a:latin typeface="Arial MT"/>
              <a:cs typeface="Arial MT"/>
            </a:endParaRPr>
          </a:p>
          <a:p>
            <a:pPr marR="179705" algn="ctr">
              <a:lnSpc>
                <a:spcPct val="100000"/>
              </a:lnSpc>
              <a:spcBef>
                <a:spcPts val="695"/>
              </a:spcBef>
            </a:pP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{</a:t>
            </a:r>
            <a:r>
              <a:rPr sz="3200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3150" baseline="-21164" dirty="0">
                <a:solidFill>
                  <a:srgbClr val="FF6C00"/>
                </a:solidFill>
                <a:latin typeface="Arial MT"/>
                <a:cs typeface="Arial MT"/>
              </a:rPr>
              <a:t>k</a:t>
            </a:r>
            <a:r>
              <a:rPr sz="3150" spc="322" baseline="-21164" dirty="0">
                <a:solidFill>
                  <a:srgbClr val="FF6C00"/>
                </a:solidFill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,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b="1" spc="229" dirty="0">
                <a:solidFill>
                  <a:srgbClr val="2B2728"/>
                </a:solidFill>
                <a:latin typeface="Trebuchet MS"/>
                <a:cs typeface="Trebuchet MS"/>
              </a:rPr>
              <a:t>μ</a:t>
            </a:r>
            <a:r>
              <a:rPr sz="3150" spc="345" baseline="-21164" dirty="0">
                <a:solidFill>
                  <a:srgbClr val="393435"/>
                </a:solidFill>
                <a:latin typeface="Arial MT"/>
                <a:cs typeface="Arial MT"/>
              </a:rPr>
              <a:t>k</a:t>
            </a:r>
            <a:r>
              <a:rPr sz="3150" spc="-82" baseline="-21164" dirty="0">
                <a:solidFill>
                  <a:srgbClr val="393435"/>
                </a:solidFill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,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Lucida Sans Unicode"/>
                <a:cs typeface="Lucida Sans Unicode"/>
              </a:rPr>
              <a:t>Σ</a:t>
            </a:r>
            <a:r>
              <a:rPr sz="3150" baseline="-21164" dirty="0">
                <a:solidFill>
                  <a:srgbClr val="393435"/>
                </a:solidFill>
                <a:latin typeface="Arial MT"/>
                <a:cs typeface="Arial MT"/>
              </a:rPr>
              <a:t>k</a:t>
            </a:r>
            <a:r>
              <a:rPr sz="3150" spc="-82" baseline="-21164" dirty="0">
                <a:solidFill>
                  <a:srgbClr val="393435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2B2728"/>
                </a:solidFill>
                <a:latin typeface="Arial MT"/>
                <a:cs typeface="Arial MT"/>
              </a:rPr>
              <a:t>}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3A19D62C-5CE0-A1FF-F5E6-2DD301C0CAB3}"/>
              </a:ext>
            </a:extLst>
          </p:cNvPr>
          <p:cNvGrpSpPr/>
          <p:nvPr/>
        </p:nvGrpSpPr>
        <p:grpSpPr>
          <a:xfrm>
            <a:off x="405984" y="1518653"/>
            <a:ext cx="3738245" cy="4958080"/>
            <a:chOff x="405984" y="1518653"/>
            <a:chExt cx="3738245" cy="495808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FAF78117-3CBD-926A-7D32-97745A979E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984" y="1518653"/>
              <a:ext cx="3492068" cy="4957791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F0C8799A-D343-4F67-EFAE-97CD4962423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6857" y="2427325"/>
              <a:ext cx="1197032" cy="1271841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67B4A6B-7F09-CC47-3968-C01AE21A050F}"/>
                </a:ext>
              </a:extLst>
            </p:cNvPr>
            <p:cNvSpPr/>
            <p:nvPr/>
          </p:nvSpPr>
          <p:spPr>
            <a:xfrm>
              <a:off x="3006826" y="2631978"/>
              <a:ext cx="913765" cy="987425"/>
            </a:xfrm>
            <a:custGeom>
              <a:avLst/>
              <a:gdLst/>
              <a:ahLst/>
              <a:cxnLst/>
              <a:rect l="l" t="t" r="r" b="b"/>
              <a:pathLst>
                <a:path w="913764" h="987425">
                  <a:moveTo>
                    <a:pt x="0" y="987292"/>
                  </a:moveTo>
                  <a:lnTo>
                    <a:pt x="913360" y="0"/>
                  </a:lnTo>
                </a:path>
              </a:pathLst>
            </a:custGeom>
            <a:ln w="38057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29456F06-3049-C1A6-D8D0-924A3F3A545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74817" y="2604262"/>
              <a:ext cx="171009" cy="175465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A48F5F4C-B33E-41BD-27E2-59118196A05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11425" y="3520437"/>
              <a:ext cx="573577" cy="58189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95CFAB77-FF0D-CC05-94AD-1D5BA7A3479A}"/>
                </a:ext>
              </a:extLst>
            </p:cNvPr>
            <p:cNvSpPr/>
            <p:nvPr/>
          </p:nvSpPr>
          <p:spPr>
            <a:xfrm>
              <a:off x="2169477" y="3722258"/>
              <a:ext cx="291465" cy="303530"/>
            </a:xfrm>
            <a:custGeom>
              <a:avLst/>
              <a:gdLst/>
              <a:ahLst/>
              <a:cxnLst/>
              <a:rect l="l" t="t" r="r" b="b"/>
              <a:pathLst>
                <a:path w="291464" h="303529">
                  <a:moveTo>
                    <a:pt x="0" y="302917"/>
                  </a:moveTo>
                  <a:lnTo>
                    <a:pt x="291321" y="0"/>
                  </a:lnTo>
                </a:path>
              </a:pathLst>
            </a:custGeom>
            <a:ln w="38057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887C9392-BDA0-F085-8105-EC5F5ECA6394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14752" y="3695039"/>
              <a:ext cx="172225" cy="174447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2B388965-3510-1DCB-01B1-689AC7340B2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5552" y="2664225"/>
              <a:ext cx="610985" cy="739832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6EC3B600-EEB6-D928-9D9F-D0C5AA4271BF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7232" y="3183769"/>
              <a:ext cx="635923" cy="739832"/>
            </a:xfrm>
            <a:prstGeom prst="rect">
              <a:avLst/>
            </a:prstGeom>
          </p:spPr>
        </p:pic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8DFD57B3-CD68-03F6-433B-F18438190CAF}"/>
              </a:ext>
            </a:extLst>
          </p:cNvPr>
          <p:cNvSpPr txBox="1"/>
          <p:nvPr/>
        </p:nvSpPr>
        <p:spPr>
          <a:xfrm>
            <a:off x="1812174" y="3228174"/>
            <a:ext cx="5461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2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3150" spc="-37" baseline="-21164" dirty="0">
                <a:solidFill>
                  <a:srgbClr val="FF6C00"/>
                </a:solidFill>
                <a:latin typeface="Arial MT"/>
                <a:cs typeface="Arial MT"/>
              </a:rPr>
              <a:t>2</a:t>
            </a:r>
            <a:endParaRPr sz="3150" baseline="-21164">
              <a:latin typeface="Arial MT"/>
              <a:cs typeface="Arial MT"/>
            </a:endParaRPr>
          </a:p>
        </p:txBody>
      </p:sp>
      <p:pic>
        <p:nvPicPr>
          <p:cNvPr id="15" name="object 15">
            <a:extLst>
              <a:ext uri="{FF2B5EF4-FFF2-40B4-BE49-F238E27FC236}">
                <a16:creationId xmlns:a16="http://schemas.microsoft.com/office/drawing/2014/main" id="{8CE0F817-D2C3-2CA4-4A52-D4F88D3F1E81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83775" y="2132211"/>
            <a:ext cx="635923" cy="735676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5D40A272-64A3-0B64-E830-D5BE37EF3000}"/>
              </a:ext>
            </a:extLst>
          </p:cNvPr>
          <p:cNvSpPr txBox="1"/>
          <p:nvPr/>
        </p:nvSpPr>
        <p:spPr>
          <a:xfrm>
            <a:off x="3208145" y="2175345"/>
            <a:ext cx="5454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2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3150" spc="-37" baseline="-21164" dirty="0">
                <a:solidFill>
                  <a:srgbClr val="FF6C00"/>
                </a:solidFill>
                <a:latin typeface="Arial MT"/>
                <a:cs typeface="Arial MT"/>
              </a:rPr>
              <a:t>3</a:t>
            </a:r>
            <a:endParaRPr sz="3150" baseline="-21164">
              <a:latin typeface="Arial MT"/>
              <a:cs typeface="Arial MT"/>
            </a:endParaRPr>
          </a:p>
        </p:txBody>
      </p:sp>
      <p:grpSp>
        <p:nvGrpSpPr>
          <p:cNvPr id="17" name="object 17">
            <a:extLst>
              <a:ext uri="{FF2B5EF4-FFF2-40B4-BE49-F238E27FC236}">
                <a16:creationId xmlns:a16="http://schemas.microsoft.com/office/drawing/2014/main" id="{4D9A18A5-35B5-80BA-05A4-311D08FBD616}"/>
              </a:ext>
            </a:extLst>
          </p:cNvPr>
          <p:cNvGrpSpPr/>
          <p:nvPr/>
        </p:nvGrpSpPr>
        <p:grpSpPr>
          <a:xfrm>
            <a:off x="1022465" y="2630976"/>
            <a:ext cx="636270" cy="648970"/>
            <a:chOff x="1022465" y="2630976"/>
            <a:chExt cx="636270" cy="648970"/>
          </a:xfrm>
        </p:grpSpPr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80074785-600B-1F85-C704-E9A776B25DC9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22465" y="2630976"/>
              <a:ext cx="635923" cy="648392"/>
            </a:xfrm>
            <a:prstGeom prst="rect">
              <a:avLst/>
            </a:prstGeom>
          </p:spPr>
        </p:pic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9B21A37A-66DE-FF33-7355-F999F5E55B23}"/>
                </a:ext>
              </a:extLst>
            </p:cNvPr>
            <p:cNvSpPr/>
            <p:nvPr/>
          </p:nvSpPr>
          <p:spPr>
            <a:xfrm>
              <a:off x="1244216" y="2834591"/>
              <a:ext cx="354965" cy="366395"/>
            </a:xfrm>
            <a:custGeom>
              <a:avLst/>
              <a:gdLst/>
              <a:ahLst/>
              <a:cxnLst/>
              <a:rect l="l" t="t" r="r" b="b"/>
              <a:pathLst>
                <a:path w="354965" h="366394">
                  <a:moveTo>
                    <a:pt x="354345" y="366087"/>
                  </a:moveTo>
                  <a:lnTo>
                    <a:pt x="0" y="0"/>
                  </a:lnTo>
                </a:path>
              </a:pathLst>
            </a:custGeom>
            <a:ln w="38057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82D02154-E17F-76D3-1A17-9105E64CFAF7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17952" y="2807449"/>
              <a:ext cx="172422" cy="174282"/>
            </a:xfrm>
            <a:prstGeom prst="rect">
              <a:avLst/>
            </a:prstGeom>
          </p:spPr>
        </p:pic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0F73B78B-6FD3-929F-2572-817D11A69041}"/>
              </a:ext>
            </a:extLst>
          </p:cNvPr>
          <p:cNvSpPr txBox="1"/>
          <p:nvPr/>
        </p:nvSpPr>
        <p:spPr>
          <a:xfrm>
            <a:off x="512682" y="2135911"/>
            <a:ext cx="1224915" cy="1085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4655"/>
              </a:lnSpc>
              <a:spcBef>
                <a:spcPts val="95"/>
              </a:spcBef>
            </a:pPr>
            <a:r>
              <a:rPr sz="4000" b="1" spc="-10" dirty="0">
                <a:solidFill>
                  <a:srgbClr val="84005F"/>
                </a:solidFill>
                <a:latin typeface="Trebuchet MS"/>
                <a:cs typeface="Trebuchet MS"/>
              </a:rPr>
              <a:t>μ</a:t>
            </a:r>
            <a:r>
              <a:rPr sz="3975" spc="-15" baseline="-20964" dirty="0">
                <a:solidFill>
                  <a:srgbClr val="981C72"/>
                </a:solidFill>
                <a:latin typeface="Arial MT"/>
                <a:cs typeface="Arial MT"/>
              </a:rPr>
              <a:t>1</a:t>
            </a:r>
            <a:r>
              <a:rPr sz="4000" spc="-10" dirty="0">
                <a:solidFill>
                  <a:srgbClr val="981C72"/>
                </a:solidFill>
                <a:latin typeface="Arial MT"/>
                <a:cs typeface="Arial MT"/>
              </a:rPr>
              <a:t>,</a:t>
            </a:r>
            <a:r>
              <a:rPr sz="4000" spc="-10" dirty="0">
                <a:solidFill>
                  <a:srgbClr val="981C72"/>
                </a:solidFill>
                <a:latin typeface="Lucida Sans Unicode"/>
                <a:cs typeface="Lucida Sans Unicode"/>
              </a:rPr>
              <a:t>Σ</a:t>
            </a:r>
            <a:r>
              <a:rPr sz="3975" spc="-15" baseline="-20964" dirty="0">
                <a:solidFill>
                  <a:srgbClr val="981C72"/>
                </a:solidFill>
                <a:latin typeface="Lucida Sans Unicode"/>
                <a:cs typeface="Lucida Sans Unicode"/>
              </a:rPr>
              <a:t>1</a:t>
            </a:r>
            <a:endParaRPr sz="3975" baseline="-20964">
              <a:latin typeface="Lucida Sans Unicode"/>
              <a:cs typeface="Lucida Sans Unicode"/>
            </a:endParaRPr>
          </a:p>
          <a:p>
            <a:pPr marR="101600" algn="ctr">
              <a:lnSpc>
                <a:spcPts val="3695"/>
              </a:lnSpc>
            </a:pPr>
            <a:r>
              <a:rPr sz="32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3150" spc="-37" baseline="-21164" dirty="0">
                <a:solidFill>
                  <a:srgbClr val="FF6C00"/>
                </a:solidFill>
                <a:latin typeface="Arial MT"/>
                <a:cs typeface="Arial MT"/>
              </a:rPr>
              <a:t>1</a:t>
            </a:r>
            <a:endParaRPr sz="3150" baseline="-21164">
              <a:latin typeface="Arial MT"/>
              <a:cs typeface="Arial MT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2B520BC-D12A-920D-F664-06A751909DAC}"/>
              </a:ext>
            </a:extLst>
          </p:cNvPr>
          <p:cNvSpPr txBox="1"/>
          <p:nvPr/>
        </p:nvSpPr>
        <p:spPr>
          <a:xfrm>
            <a:off x="1667192" y="3873703"/>
            <a:ext cx="2981960" cy="2448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49425">
              <a:lnSpc>
                <a:spcPct val="100000"/>
              </a:lnSpc>
              <a:spcBef>
                <a:spcPts val="95"/>
              </a:spcBef>
            </a:pPr>
            <a:r>
              <a:rPr sz="4000" b="1" spc="70" dirty="0">
                <a:solidFill>
                  <a:srgbClr val="0D6993"/>
                </a:solidFill>
                <a:latin typeface="Trebuchet MS"/>
                <a:cs typeface="Trebuchet MS"/>
              </a:rPr>
              <a:t>μ</a:t>
            </a:r>
            <a:r>
              <a:rPr sz="3975" spc="104" baseline="-20964" dirty="0">
                <a:solidFill>
                  <a:srgbClr val="007DA4"/>
                </a:solidFill>
                <a:latin typeface="Arial MT"/>
                <a:cs typeface="Arial MT"/>
              </a:rPr>
              <a:t>3</a:t>
            </a:r>
            <a:r>
              <a:rPr sz="4000" spc="70" dirty="0">
                <a:solidFill>
                  <a:srgbClr val="007DA4"/>
                </a:solidFill>
                <a:latin typeface="Arial MT"/>
                <a:cs typeface="Arial MT"/>
              </a:rPr>
              <a:t>,</a:t>
            </a:r>
            <a:r>
              <a:rPr sz="4000" spc="70" dirty="0">
                <a:solidFill>
                  <a:srgbClr val="007DA4"/>
                </a:solidFill>
                <a:latin typeface="Lucida Sans Unicode"/>
                <a:cs typeface="Lucida Sans Unicode"/>
              </a:rPr>
              <a:t>Σ</a:t>
            </a:r>
            <a:r>
              <a:rPr sz="3975" spc="104" baseline="-20964" dirty="0">
                <a:solidFill>
                  <a:srgbClr val="007DA4"/>
                </a:solidFill>
                <a:latin typeface="Lucida Sans Unicode"/>
                <a:cs typeface="Lucida Sans Unicode"/>
              </a:rPr>
              <a:t>3</a:t>
            </a:r>
            <a:endParaRPr sz="3975" baseline="-20964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335"/>
              </a:spcBef>
            </a:pPr>
            <a:endParaRPr sz="40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</a:pPr>
            <a:r>
              <a:rPr sz="4000" b="1" spc="75" dirty="0">
                <a:solidFill>
                  <a:srgbClr val="648E04"/>
                </a:solidFill>
                <a:latin typeface="Trebuchet MS"/>
                <a:cs typeface="Trebuchet MS"/>
              </a:rPr>
              <a:t>μ</a:t>
            </a:r>
            <a:r>
              <a:rPr sz="3975" spc="112" baseline="-20964" dirty="0">
                <a:solidFill>
                  <a:srgbClr val="769C00"/>
                </a:solidFill>
                <a:latin typeface="Arial MT"/>
                <a:cs typeface="Arial MT"/>
              </a:rPr>
              <a:t>2</a:t>
            </a:r>
            <a:r>
              <a:rPr sz="4000" spc="75" dirty="0">
                <a:solidFill>
                  <a:srgbClr val="769C00"/>
                </a:solidFill>
                <a:latin typeface="Arial MT"/>
                <a:cs typeface="Arial MT"/>
              </a:rPr>
              <a:t>,</a:t>
            </a:r>
            <a:r>
              <a:rPr sz="4000" spc="75" dirty="0">
                <a:solidFill>
                  <a:srgbClr val="769C00"/>
                </a:solidFill>
                <a:latin typeface="Lucida Sans Unicode"/>
                <a:cs typeface="Lucida Sans Unicode"/>
              </a:rPr>
              <a:t>Σ</a:t>
            </a:r>
            <a:r>
              <a:rPr sz="3975" spc="112" baseline="-20964" dirty="0">
                <a:solidFill>
                  <a:srgbClr val="769C00"/>
                </a:solidFill>
                <a:latin typeface="Lucida Sans Unicode"/>
                <a:cs typeface="Lucida Sans Unicode"/>
              </a:rPr>
              <a:t>2</a:t>
            </a:r>
            <a:endParaRPr sz="3975" baseline="-20964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4365276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D7E1F-2F6B-6ED6-2A6A-529966BA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00BF30C-569C-3100-6D3A-3D366361EDFC}"/>
              </a:ext>
            </a:extLst>
          </p:cNvPr>
          <p:cNvSpPr/>
          <p:nvPr/>
        </p:nvSpPr>
        <p:spPr>
          <a:xfrm>
            <a:off x="0" y="5993394"/>
            <a:ext cx="12192000" cy="1321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BA1FEB4-828D-67A2-1558-69BFCA89629B}"/>
              </a:ext>
            </a:extLst>
          </p:cNvPr>
          <p:cNvSpPr txBox="1">
            <a:spLocks/>
          </p:cNvSpPr>
          <p:nvPr/>
        </p:nvSpPr>
        <p:spPr>
          <a:xfrm>
            <a:off x="307012" y="360603"/>
            <a:ext cx="8764560" cy="73436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95"/>
              </a:spcBef>
            </a:pPr>
            <a:r>
              <a:rPr lang="en-US" spc="150">
                <a:solidFill>
                  <a:schemeClr val="bg1"/>
                </a:solidFill>
              </a:rPr>
              <a:t>According</a:t>
            </a:r>
            <a:r>
              <a:rPr lang="en-US" spc="-85">
                <a:solidFill>
                  <a:schemeClr val="bg1"/>
                </a:solidFill>
              </a:rPr>
              <a:t> </a:t>
            </a:r>
            <a:r>
              <a:rPr lang="en-US" spc="310">
                <a:solidFill>
                  <a:schemeClr val="bg1"/>
                </a:solidFill>
              </a:rPr>
              <a:t>to</a:t>
            </a:r>
            <a:r>
              <a:rPr lang="en-US" spc="-85">
                <a:solidFill>
                  <a:schemeClr val="bg1"/>
                </a:solidFill>
              </a:rPr>
              <a:t> </a:t>
            </a:r>
            <a:r>
              <a:rPr lang="en-US" spc="160">
                <a:solidFill>
                  <a:schemeClr val="bg1"/>
                </a:solidFill>
              </a:rPr>
              <a:t>the</a:t>
            </a:r>
            <a:r>
              <a:rPr lang="en-US" spc="-80">
                <a:solidFill>
                  <a:schemeClr val="bg1"/>
                </a:solidFill>
              </a:rPr>
              <a:t> </a:t>
            </a:r>
            <a:r>
              <a:rPr lang="en-US" spc="-10">
                <a:solidFill>
                  <a:schemeClr val="bg1"/>
                </a:solidFill>
              </a:rPr>
              <a:t>model…</a:t>
            </a:r>
            <a:endParaRPr lang="en-US" spc="-10" dirty="0">
              <a:solidFill>
                <a:schemeClr val="bg1"/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C5B102A9-3899-0FDB-F1DD-764A96DBE97B}"/>
              </a:ext>
            </a:extLst>
          </p:cNvPr>
          <p:cNvSpPr txBox="1"/>
          <p:nvPr/>
        </p:nvSpPr>
        <p:spPr>
          <a:xfrm>
            <a:off x="7023108" y="6515068"/>
            <a:ext cx="27495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>
                <a:solidFill>
                  <a:srgbClr val="0000FF"/>
                </a:solidFill>
                <a:latin typeface="Arial MT"/>
                <a:cs typeface="Arial MT"/>
              </a:rPr>
              <a:t>x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5" name="object 8">
            <a:extLst>
              <a:ext uri="{FF2B5EF4-FFF2-40B4-BE49-F238E27FC236}">
                <a16:creationId xmlns:a16="http://schemas.microsoft.com/office/drawing/2014/main" id="{644D44BF-F31D-9B79-BB4E-51119812D01F}"/>
              </a:ext>
            </a:extLst>
          </p:cNvPr>
          <p:cNvGrpSpPr/>
          <p:nvPr/>
        </p:nvGrpSpPr>
        <p:grpSpPr>
          <a:xfrm>
            <a:off x="1874748" y="4969612"/>
            <a:ext cx="4684395" cy="2049145"/>
            <a:chOff x="1862048" y="4580313"/>
            <a:chExt cx="4684395" cy="2049145"/>
          </a:xfrm>
        </p:grpSpPr>
        <p:pic>
          <p:nvPicPr>
            <p:cNvPr id="6" name="object 9">
              <a:extLst>
                <a:ext uri="{FF2B5EF4-FFF2-40B4-BE49-F238E27FC236}">
                  <a16:creationId xmlns:a16="http://schemas.microsoft.com/office/drawing/2014/main" id="{91F42AF8-C569-3F10-FC4D-045FA7EB700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2048" y="5698374"/>
              <a:ext cx="1392377" cy="881148"/>
            </a:xfrm>
            <a:prstGeom prst="rect">
              <a:avLst/>
            </a:prstGeom>
          </p:spPr>
        </p:pic>
        <p:sp>
          <p:nvSpPr>
            <p:cNvPr id="7" name="object 10">
              <a:extLst>
                <a:ext uri="{FF2B5EF4-FFF2-40B4-BE49-F238E27FC236}">
                  <a16:creationId xmlns:a16="http://schemas.microsoft.com/office/drawing/2014/main" id="{968AC3A1-63F3-622D-00D0-237FAEF5D3FF}"/>
                </a:ext>
              </a:extLst>
            </p:cNvPr>
            <p:cNvSpPr/>
            <p:nvPr/>
          </p:nvSpPr>
          <p:spPr>
            <a:xfrm>
              <a:off x="1910803" y="5752283"/>
              <a:ext cx="1297940" cy="730885"/>
            </a:xfrm>
            <a:custGeom>
              <a:avLst/>
              <a:gdLst/>
              <a:ahLst/>
              <a:cxnLst/>
              <a:rect l="l" t="t" r="r" b="b"/>
              <a:pathLst>
                <a:path w="1297939" h="730885">
                  <a:moveTo>
                    <a:pt x="0" y="728868"/>
                  </a:moveTo>
                  <a:lnTo>
                    <a:pt x="40231" y="729997"/>
                  </a:lnTo>
                  <a:lnTo>
                    <a:pt x="89111" y="729239"/>
                  </a:lnTo>
                  <a:lnTo>
                    <a:pt x="141451" y="725017"/>
                  </a:lnTo>
                  <a:lnTo>
                    <a:pt x="192061" y="715752"/>
                  </a:lnTo>
                  <a:lnTo>
                    <a:pt x="235751" y="699868"/>
                  </a:lnTo>
                  <a:lnTo>
                    <a:pt x="270849" y="679220"/>
                  </a:lnTo>
                  <a:lnTo>
                    <a:pt x="300813" y="654860"/>
                  </a:lnTo>
                  <a:lnTo>
                    <a:pt x="328155" y="624003"/>
                  </a:lnTo>
                  <a:lnTo>
                    <a:pt x="355386" y="583867"/>
                  </a:lnTo>
                  <a:lnTo>
                    <a:pt x="385015" y="531667"/>
                  </a:lnTo>
                  <a:lnTo>
                    <a:pt x="403232" y="494096"/>
                  </a:lnTo>
                  <a:lnTo>
                    <a:pt x="422442" y="448679"/>
                  </a:lnTo>
                  <a:lnTo>
                    <a:pt x="442261" y="397766"/>
                  </a:lnTo>
                  <a:lnTo>
                    <a:pt x="462304" y="343701"/>
                  </a:lnTo>
                  <a:lnTo>
                    <a:pt x="482185" y="288833"/>
                  </a:lnTo>
                  <a:lnTo>
                    <a:pt x="501522" y="235508"/>
                  </a:lnTo>
                  <a:lnTo>
                    <a:pt x="519928" y="186074"/>
                  </a:lnTo>
                  <a:lnTo>
                    <a:pt x="537020" y="142878"/>
                  </a:lnTo>
                  <a:lnTo>
                    <a:pt x="581250" y="54057"/>
                  </a:lnTo>
                  <a:lnTo>
                    <a:pt x="604550" y="21145"/>
                  </a:lnTo>
                  <a:lnTo>
                    <a:pt x="644481" y="0"/>
                  </a:lnTo>
                  <a:lnTo>
                    <a:pt x="663619" y="2628"/>
                  </a:lnTo>
                  <a:lnTo>
                    <a:pt x="703986" y="43409"/>
                  </a:lnTo>
                  <a:lnTo>
                    <a:pt x="730971" y="92800"/>
                  </a:lnTo>
                  <a:lnTo>
                    <a:pt x="762185" y="165678"/>
                  </a:lnTo>
                  <a:lnTo>
                    <a:pt x="780053" y="212237"/>
                  </a:lnTo>
                  <a:lnTo>
                    <a:pt x="798818" y="262615"/>
                  </a:lnTo>
                  <a:lnTo>
                    <a:pt x="818019" y="314616"/>
                  </a:lnTo>
                  <a:lnTo>
                    <a:pt x="837196" y="366045"/>
                  </a:lnTo>
                  <a:lnTo>
                    <a:pt x="855892" y="414704"/>
                  </a:lnTo>
                  <a:lnTo>
                    <a:pt x="873646" y="458399"/>
                  </a:lnTo>
                  <a:lnTo>
                    <a:pt x="889999" y="494934"/>
                  </a:lnTo>
                  <a:lnTo>
                    <a:pt x="922149" y="558069"/>
                  </a:lnTo>
                  <a:lnTo>
                    <a:pt x="950855" y="605618"/>
                  </a:lnTo>
                  <a:lnTo>
                    <a:pt x="979124" y="642291"/>
                  </a:lnTo>
                  <a:lnTo>
                    <a:pt x="1009965" y="672801"/>
                  </a:lnTo>
                  <a:lnTo>
                    <a:pt x="1044536" y="696303"/>
                  </a:lnTo>
                  <a:lnTo>
                    <a:pt x="1081112" y="710984"/>
                  </a:lnTo>
                  <a:lnTo>
                    <a:pt x="1118386" y="720107"/>
                  </a:lnTo>
                  <a:lnTo>
                    <a:pt x="1197483" y="730741"/>
                  </a:lnTo>
                  <a:lnTo>
                    <a:pt x="1244148" y="730318"/>
                  </a:lnTo>
                  <a:lnTo>
                    <a:pt x="1281834" y="728203"/>
                  </a:lnTo>
                  <a:lnTo>
                    <a:pt x="1297331" y="726934"/>
                  </a:lnTo>
                </a:path>
              </a:pathLst>
            </a:custGeom>
            <a:ln w="5708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11">
              <a:extLst>
                <a:ext uri="{FF2B5EF4-FFF2-40B4-BE49-F238E27FC236}">
                  <a16:creationId xmlns:a16="http://schemas.microsoft.com/office/drawing/2014/main" id="{4420FFEF-496C-EDEB-77F1-23D50D002BA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5008" y="5698374"/>
              <a:ext cx="3861257" cy="897774"/>
            </a:xfrm>
            <a:prstGeom prst="rect">
              <a:avLst/>
            </a:prstGeom>
          </p:spPr>
        </p:pic>
        <p:sp>
          <p:nvSpPr>
            <p:cNvPr id="9" name="object 12">
              <a:extLst>
                <a:ext uri="{FF2B5EF4-FFF2-40B4-BE49-F238E27FC236}">
                  <a16:creationId xmlns:a16="http://schemas.microsoft.com/office/drawing/2014/main" id="{86556A2D-B83E-80B3-A729-CAA83071B90D}"/>
                </a:ext>
              </a:extLst>
            </p:cNvPr>
            <p:cNvSpPr/>
            <p:nvPr/>
          </p:nvSpPr>
          <p:spPr>
            <a:xfrm>
              <a:off x="2730169" y="5752284"/>
              <a:ext cx="3769360" cy="751840"/>
            </a:xfrm>
            <a:custGeom>
              <a:avLst/>
              <a:gdLst/>
              <a:ahLst/>
              <a:cxnLst/>
              <a:rect l="l" t="t" r="r" b="b"/>
              <a:pathLst>
                <a:path w="3769360" h="751840">
                  <a:moveTo>
                    <a:pt x="0" y="749290"/>
                  </a:moveTo>
                  <a:lnTo>
                    <a:pt x="37911" y="749825"/>
                  </a:lnTo>
                  <a:lnTo>
                    <a:pt x="80264" y="750246"/>
                  </a:lnTo>
                  <a:lnTo>
                    <a:pt x="126371" y="750479"/>
                  </a:lnTo>
                  <a:lnTo>
                    <a:pt x="175545" y="750449"/>
                  </a:lnTo>
                  <a:lnTo>
                    <a:pt x="227101" y="750083"/>
                  </a:lnTo>
                  <a:lnTo>
                    <a:pt x="280351" y="749308"/>
                  </a:lnTo>
                  <a:lnTo>
                    <a:pt x="334608" y="748048"/>
                  </a:lnTo>
                  <a:lnTo>
                    <a:pt x="389186" y="746231"/>
                  </a:lnTo>
                  <a:lnTo>
                    <a:pt x="443397" y="743782"/>
                  </a:lnTo>
                  <a:lnTo>
                    <a:pt x="496555" y="740627"/>
                  </a:lnTo>
                  <a:lnTo>
                    <a:pt x="547973" y="736694"/>
                  </a:lnTo>
                  <a:lnTo>
                    <a:pt x="596965" y="731907"/>
                  </a:lnTo>
                  <a:lnTo>
                    <a:pt x="642843" y="726193"/>
                  </a:lnTo>
                  <a:lnTo>
                    <a:pt x="684921" y="719477"/>
                  </a:lnTo>
                  <a:lnTo>
                    <a:pt x="743845" y="707986"/>
                  </a:lnTo>
                  <a:lnTo>
                    <a:pt x="797165" y="695709"/>
                  </a:lnTo>
                  <a:lnTo>
                    <a:pt x="846133" y="682156"/>
                  </a:lnTo>
                  <a:lnTo>
                    <a:pt x="891998" y="666837"/>
                  </a:lnTo>
                  <a:lnTo>
                    <a:pt x="936012" y="649260"/>
                  </a:lnTo>
                  <a:lnTo>
                    <a:pt x="979426" y="628935"/>
                  </a:lnTo>
                  <a:lnTo>
                    <a:pt x="1023490" y="605372"/>
                  </a:lnTo>
                  <a:lnTo>
                    <a:pt x="1069456" y="578078"/>
                  </a:lnTo>
                  <a:lnTo>
                    <a:pt x="1118574" y="546564"/>
                  </a:lnTo>
                  <a:lnTo>
                    <a:pt x="1154854" y="520795"/>
                  </a:lnTo>
                  <a:lnTo>
                    <a:pt x="1192681" y="490806"/>
                  </a:lnTo>
                  <a:lnTo>
                    <a:pt x="1231686" y="457395"/>
                  </a:lnTo>
                  <a:lnTo>
                    <a:pt x="1271498" y="421365"/>
                  </a:lnTo>
                  <a:lnTo>
                    <a:pt x="1311745" y="383515"/>
                  </a:lnTo>
                  <a:lnTo>
                    <a:pt x="1352056" y="344647"/>
                  </a:lnTo>
                  <a:lnTo>
                    <a:pt x="1392062" y="305561"/>
                  </a:lnTo>
                  <a:lnTo>
                    <a:pt x="1431391" y="267057"/>
                  </a:lnTo>
                  <a:lnTo>
                    <a:pt x="1469672" y="229937"/>
                  </a:lnTo>
                  <a:lnTo>
                    <a:pt x="1506535" y="195000"/>
                  </a:lnTo>
                  <a:lnTo>
                    <a:pt x="1541609" y="163048"/>
                  </a:lnTo>
                  <a:lnTo>
                    <a:pt x="1574523" y="134881"/>
                  </a:lnTo>
                  <a:lnTo>
                    <a:pt x="1604906" y="111300"/>
                  </a:lnTo>
                  <a:lnTo>
                    <a:pt x="1662903" y="71471"/>
                  </a:lnTo>
                  <a:lnTo>
                    <a:pt x="1712681" y="42105"/>
                  </a:lnTo>
                  <a:lnTo>
                    <a:pt x="1756379" y="21738"/>
                  </a:lnTo>
                  <a:lnTo>
                    <a:pt x="1796137" y="8906"/>
                  </a:lnTo>
                  <a:lnTo>
                    <a:pt x="1834095" y="2148"/>
                  </a:lnTo>
                  <a:lnTo>
                    <a:pt x="1872392" y="0"/>
                  </a:lnTo>
                  <a:lnTo>
                    <a:pt x="1909953" y="947"/>
                  </a:lnTo>
                  <a:lnTo>
                    <a:pt x="1982826" y="15651"/>
                  </a:lnTo>
                  <a:lnTo>
                    <a:pt x="2023092" y="32830"/>
                  </a:lnTo>
                  <a:lnTo>
                    <a:pt x="2069212" y="58843"/>
                  </a:lnTo>
                  <a:lnTo>
                    <a:pt x="2123665" y="95400"/>
                  </a:lnTo>
                  <a:lnTo>
                    <a:pt x="2155148" y="119450"/>
                  </a:lnTo>
                  <a:lnTo>
                    <a:pt x="2189784" y="148566"/>
                  </a:lnTo>
                  <a:lnTo>
                    <a:pt x="2227009" y="181794"/>
                  </a:lnTo>
                  <a:lnTo>
                    <a:pt x="2266261" y="218184"/>
                  </a:lnTo>
                  <a:lnTo>
                    <a:pt x="2306977" y="256781"/>
                  </a:lnTo>
                  <a:lnTo>
                    <a:pt x="2348593" y="296635"/>
                  </a:lnTo>
                  <a:lnTo>
                    <a:pt x="2390547" y="336792"/>
                  </a:lnTo>
                  <a:lnTo>
                    <a:pt x="2432276" y="376301"/>
                  </a:lnTo>
                  <a:lnTo>
                    <a:pt x="2473217" y="414208"/>
                  </a:lnTo>
                  <a:lnTo>
                    <a:pt x="2512807" y="449562"/>
                  </a:lnTo>
                  <a:lnTo>
                    <a:pt x="2550482" y="481411"/>
                  </a:lnTo>
                  <a:lnTo>
                    <a:pt x="2585681" y="508801"/>
                  </a:lnTo>
                  <a:lnTo>
                    <a:pt x="2634180" y="543560"/>
                  </a:lnTo>
                  <a:lnTo>
                    <a:pt x="2679085" y="573706"/>
                  </a:lnTo>
                  <a:lnTo>
                    <a:pt x="2721490" y="599847"/>
                  </a:lnTo>
                  <a:lnTo>
                    <a:pt x="2762485" y="622587"/>
                  </a:lnTo>
                  <a:lnTo>
                    <a:pt x="2803164" y="642532"/>
                  </a:lnTo>
                  <a:lnTo>
                    <a:pt x="2844619" y="660287"/>
                  </a:lnTo>
                  <a:lnTo>
                    <a:pt x="2887942" y="676459"/>
                  </a:lnTo>
                  <a:lnTo>
                    <a:pt x="2934224" y="691652"/>
                  </a:lnTo>
                  <a:lnTo>
                    <a:pt x="2983475" y="705076"/>
                  </a:lnTo>
                  <a:lnTo>
                    <a:pt x="3034657" y="715813"/>
                  </a:lnTo>
                  <a:lnTo>
                    <a:pt x="3087296" y="724283"/>
                  </a:lnTo>
                  <a:lnTo>
                    <a:pt x="3140915" y="730906"/>
                  </a:lnTo>
                  <a:lnTo>
                    <a:pt x="3195042" y="736100"/>
                  </a:lnTo>
                  <a:lnTo>
                    <a:pt x="3249200" y="740284"/>
                  </a:lnTo>
                  <a:lnTo>
                    <a:pt x="3302915" y="743879"/>
                  </a:lnTo>
                  <a:lnTo>
                    <a:pt x="3355713" y="747303"/>
                  </a:lnTo>
                  <a:lnTo>
                    <a:pt x="3479007" y="751215"/>
                  </a:lnTo>
                  <a:lnTo>
                    <a:pt x="3614586" y="750781"/>
                  </a:lnTo>
                  <a:lnTo>
                    <a:pt x="3724075" y="748607"/>
                  </a:lnTo>
                  <a:lnTo>
                    <a:pt x="3769099" y="747303"/>
                  </a:lnTo>
                </a:path>
              </a:pathLst>
            </a:custGeom>
            <a:ln w="57081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3">
              <a:extLst>
                <a:ext uri="{FF2B5EF4-FFF2-40B4-BE49-F238E27FC236}">
                  <a16:creationId xmlns:a16="http://schemas.microsoft.com/office/drawing/2014/main" id="{B237B463-F8ED-3217-68F0-D3F88AF8A44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5999" y="4700852"/>
              <a:ext cx="1965960" cy="1911921"/>
            </a:xfrm>
            <a:prstGeom prst="rect">
              <a:avLst/>
            </a:prstGeom>
          </p:spPr>
        </p:pic>
        <p:sp>
          <p:nvSpPr>
            <p:cNvPr id="11" name="object 14">
              <a:extLst>
                <a:ext uri="{FF2B5EF4-FFF2-40B4-BE49-F238E27FC236}">
                  <a16:creationId xmlns:a16="http://schemas.microsoft.com/office/drawing/2014/main" id="{C6F7FA04-F843-1519-F748-F53077BC8A3B}"/>
                </a:ext>
              </a:extLst>
            </p:cNvPr>
            <p:cNvSpPr/>
            <p:nvPr/>
          </p:nvSpPr>
          <p:spPr>
            <a:xfrm>
              <a:off x="2334145" y="4755615"/>
              <a:ext cx="1871345" cy="1761489"/>
            </a:xfrm>
            <a:custGeom>
              <a:avLst/>
              <a:gdLst/>
              <a:ahLst/>
              <a:cxnLst/>
              <a:rect l="l" t="t" r="r" b="b"/>
              <a:pathLst>
                <a:path w="1871345" h="1761490">
                  <a:moveTo>
                    <a:pt x="0" y="1756745"/>
                  </a:moveTo>
                  <a:lnTo>
                    <a:pt x="39841" y="1758986"/>
                  </a:lnTo>
                  <a:lnTo>
                    <a:pt x="87136" y="1759461"/>
                  </a:lnTo>
                  <a:lnTo>
                    <a:pt x="139159" y="1756785"/>
                  </a:lnTo>
                  <a:lnTo>
                    <a:pt x="193182" y="1749571"/>
                  </a:lnTo>
                  <a:lnTo>
                    <a:pt x="246478" y="1736435"/>
                  </a:lnTo>
                  <a:lnTo>
                    <a:pt x="296319" y="1715989"/>
                  </a:lnTo>
                  <a:lnTo>
                    <a:pt x="339978" y="1686849"/>
                  </a:lnTo>
                  <a:lnTo>
                    <a:pt x="369227" y="1659908"/>
                  </a:lnTo>
                  <a:lnTo>
                    <a:pt x="395694" y="1631124"/>
                  </a:lnTo>
                  <a:lnTo>
                    <a:pt x="420000" y="1599349"/>
                  </a:lnTo>
                  <a:lnTo>
                    <a:pt x="442766" y="1563432"/>
                  </a:lnTo>
                  <a:lnTo>
                    <a:pt x="464614" y="1522223"/>
                  </a:lnTo>
                  <a:lnTo>
                    <a:pt x="486163" y="1474570"/>
                  </a:lnTo>
                  <a:lnTo>
                    <a:pt x="508035" y="1419324"/>
                  </a:lnTo>
                  <a:lnTo>
                    <a:pt x="530851" y="1355335"/>
                  </a:lnTo>
                  <a:lnTo>
                    <a:pt x="555232" y="1281452"/>
                  </a:lnTo>
                  <a:lnTo>
                    <a:pt x="577649" y="1205121"/>
                  </a:lnTo>
                  <a:lnTo>
                    <a:pt x="589296" y="1161301"/>
                  </a:lnTo>
                  <a:lnTo>
                    <a:pt x="601177" y="1114305"/>
                  </a:lnTo>
                  <a:lnTo>
                    <a:pt x="613248" y="1064579"/>
                  </a:lnTo>
                  <a:lnTo>
                    <a:pt x="625466" y="1012567"/>
                  </a:lnTo>
                  <a:lnTo>
                    <a:pt x="637787" y="958715"/>
                  </a:lnTo>
                  <a:lnTo>
                    <a:pt x="650167" y="903468"/>
                  </a:lnTo>
                  <a:lnTo>
                    <a:pt x="662563" y="847272"/>
                  </a:lnTo>
                  <a:lnTo>
                    <a:pt x="674930" y="790572"/>
                  </a:lnTo>
                  <a:lnTo>
                    <a:pt x="687226" y="733812"/>
                  </a:lnTo>
                  <a:lnTo>
                    <a:pt x="699407" y="677440"/>
                  </a:lnTo>
                  <a:lnTo>
                    <a:pt x="711428" y="621899"/>
                  </a:lnTo>
                  <a:lnTo>
                    <a:pt x="723247" y="567635"/>
                  </a:lnTo>
                  <a:lnTo>
                    <a:pt x="734820" y="515093"/>
                  </a:lnTo>
                  <a:lnTo>
                    <a:pt x="746103" y="464719"/>
                  </a:lnTo>
                  <a:lnTo>
                    <a:pt x="757052" y="416958"/>
                  </a:lnTo>
                  <a:lnTo>
                    <a:pt x="767623" y="372255"/>
                  </a:lnTo>
                  <a:lnTo>
                    <a:pt x="777774" y="331056"/>
                  </a:lnTo>
                  <a:lnTo>
                    <a:pt x="787460" y="293805"/>
                  </a:lnTo>
                  <a:lnTo>
                    <a:pt x="825426" y="167569"/>
                  </a:lnTo>
                  <a:lnTo>
                    <a:pt x="850134" y="98718"/>
                  </a:lnTo>
                  <a:lnTo>
                    <a:pt x="871825" y="50966"/>
                  </a:lnTo>
                  <a:lnTo>
                    <a:pt x="910402" y="5037"/>
                  </a:lnTo>
                  <a:lnTo>
                    <a:pt x="929411" y="0"/>
                  </a:lnTo>
                  <a:lnTo>
                    <a:pt x="948056" y="2221"/>
                  </a:lnTo>
                  <a:lnTo>
                    <a:pt x="984230" y="36695"/>
                  </a:lnTo>
                  <a:lnTo>
                    <a:pt x="1004217" y="76973"/>
                  </a:lnTo>
                  <a:lnTo>
                    <a:pt x="1027111" y="137960"/>
                  </a:lnTo>
                  <a:lnTo>
                    <a:pt x="1054140" y="223670"/>
                  </a:lnTo>
                  <a:lnTo>
                    <a:pt x="1073090" y="292831"/>
                  </a:lnTo>
                  <a:lnTo>
                    <a:pt x="1083410" y="333825"/>
                  </a:lnTo>
                  <a:lnTo>
                    <a:pt x="1094213" y="378450"/>
                  </a:lnTo>
                  <a:lnTo>
                    <a:pt x="1105438" y="426226"/>
                  </a:lnTo>
                  <a:lnTo>
                    <a:pt x="1117025" y="476670"/>
                  </a:lnTo>
                  <a:lnTo>
                    <a:pt x="1128914" y="529299"/>
                  </a:lnTo>
                  <a:lnTo>
                    <a:pt x="1141044" y="583631"/>
                  </a:lnTo>
                  <a:lnTo>
                    <a:pt x="1153356" y="639184"/>
                  </a:lnTo>
                  <a:lnTo>
                    <a:pt x="1165788" y="695476"/>
                  </a:lnTo>
                  <a:lnTo>
                    <a:pt x="1178281" y="752024"/>
                  </a:lnTo>
                  <a:lnTo>
                    <a:pt x="1190773" y="808346"/>
                  </a:lnTo>
                  <a:lnTo>
                    <a:pt x="1203206" y="863959"/>
                  </a:lnTo>
                  <a:lnTo>
                    <a:pt x="1215518" y="918382"/>
                  </a:lnTo>
                  <a:lnTo>
                    <a:pt x="1227648" y="971132"/>
                  </a:lnTo>
                  <a:lnTo>
                    <a:pt x="1239538" y="1021727"/>
                  </a:lnTo>
                  <a:lnTo>
                    <a:pt x="1251125" y="1069685"/>
                  </a:lnTo>
                  <a:lnTo>
                    <a:pt x="1262351" y="1114522"/>
                  </a:lnTo>
                  <a:lnTo>
                    <a:pt x="1273154" y="1155758"/>
                  </a:lnTo>
                  <a:lnTo>
                    <a:pt x="1283475" y="1192909"/>
                  </a:lnTo>
                  <a:lnTo>
                    <a:pt x="1304970" y="1265906"/>
                  </a:lnTo>
                  <a:lnTo>
                    <a:pt x="1325009" y="1330235"/>
                  </a:lnTo>
                  <a:lnTo>
                    <a:pt x="1343972" y="1386895"/>
                  </a:lnTo>
                  <a:lnTo>
                    <a:pt x="1362239" y="1436882"/>
                  </a:lnTo>
                  <a:lnTo>
                    <a:pt x="1380193" y="1481194"/>
                  </a:lnTo>
                  <a:lnTo>
                    <a:pt x="1398212" y="1520826"/>
                  </a:lnTo>
                  <a:lnTo>
                    <a:pt x="1416679" y="1556776"/>
                  </a:lnTo>
                  <a:lnTo>
                    <a:pt x="1435974" y="1590041"/>
                  </a:lnTo>
                  <a:lnTo>
                    <a:pt x="1496068" y="1668884"/>
                  </a:lnTo>
                  <a:lnTo>
                    <a:pt x="1537750" y="1701539"/>
                  </a:lnTo>
                  <a:lnTo>
                    <a:pt x="1580559" y="1723609"/>
                  </a:lnTo>
                  <a:lnTo>
                    <a:pt x="1623528" y="1739118"/>
                  </a:lnTo>
                  <a:lnTo>
                    <a:pt x="1665694" y="1752090"/>
                  </a:lnTo>
                  <a:lnTo>
                    <a:pt x="1726895" y="1761263"/>
                  </a:lnTo>
                  <a:lnTo>
                    <a:pt x="1794195" y="1760244"/>
                  </a:lnTo>
                  <a:lnTo>
                    <a:pt x="1848544" y="1755148"/>
                  </a:lnTo>
                  <a:lnTo>
                    <a:pt x="1870894" y="1752090"/>
                  </a:lnTo>
                </a:path>
              </a:pathLst>
            </a:custGeom>
            <a:ln w="57085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5">
              <a:extLst>
                <a:ext uri="{FF2B5EF4-FFF2-40B4-BE49-F238E27FC236}">
                  <a16:creationId xmlns:a16="http://schemas.microsoft.com/office/drawing/2014/main" id="{6F79F352-8497-C725-960C-F69EB843DE4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05744" y="5573683"/>
              <a:ext cx="394854" cy="1018308"/>
            </a:xfrm>
            <a:prstGeom prst="rect">
              <a:avLst/>
            </a:prstGeom>
          </p:spPr>
        </p:pic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CEA5367A-F4D0-DDE6-B7C1-ABE45B60521F}"/>
                </a:ext>
              </a:extLst>
            </p:cNvPr>
            <p:cNvSpPr/>
            <p:nvPr/>
          </p:nvSpPr>
          <p:spPr>
            <a:xfrm>
              <a:off x="4602594" y="5790046"/>
              <a:ext cx="635" cy="737235"/>
            </a:xfrm>
            <a:custGeom>
              <a:avLst/>
              <a:gdLst/>
              <a:ahLst/>
              <a:cxnLst/>
              <a:rect l="l" t="t" r="r" b="b"/>
              <a:pathLst>
                <a:path w="635" h="737234">
                  <a:moveTo>
                    <a:pt x="532" y="736661"/>
                  </a:moveTo>
                  <a:lnTo>
                    <a:pt x="0" y="0"/>
                  </a:lnTo>
                </a:path>
              </a:pathLst>
            </a:custGeom>
            <a:ln w="38061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7">
              <a:extLst>
                <a:ext uri="{FF2B5EF4-FFF2-40B4-BE49-F238E27FC236}">
                  <a16:creationId xmlns:a16="http://schemas.microsoft.com/office/drawing/2014/main" id="{CB9EE9A8-1389-6BCD-08FC-9EE4FB4540B5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17185" y="5752285"/>
              <a:ext cx="170963" cy="170847"/>
            </a:xfrm>
            <a:prstGeom prst="rect">
              <a:avLst/>
            </a:prstGeom>
          </p:spPr>
        </p:pic>
        <p:pic>
          <p:nvPicPr>
            <p:cNvPr id="15" name="object 18">
              <a:extLst>
                <a:ext uri="{FF2B5EF4-FFF2-40B4-BE49-F238E27FC236}">
                  <a16:creationId xmlns:a16="http://schemas.microsoft.com/office/drawing/2014/main" id="{B255FD09-F291-0C4E-1ADC-65741B74918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67392" y="4580313"/>
              <a:ext cx="394854" cy="2028304"/>
            </a:xfrm>
            <a:prstGeom prst="rect">
              <a:avLst/>
            </a:prstGeom>
          </p:spPr>
        </p:pic>
        <p:sp>
          <p:nvSpPr>
            <p:cNvPr id="16" name="object 19">
              <a:extLst>
                <a:ext uri="{FF2B5EF4-FFF2-40B4-BE49-F238E27FC236}">
                  <a16:creationId xmlns:a16="http://schemas.microsoft.com/office/drawing/2014/main" id="{FC8C10DE-388E-6565-3D89-F9BF861FA631}"/>
                </a:ext>
              </a:extLst>
            </p:cNvPr>
            <p:cNvSpPr/>
            <p:nvPr/>
          </p:nvSpPr>
          <p:spPr>
            <a:xfrm>
              <a:off x="3263590" y="4793368"/>
              <a:ext cx="1905" cy="1751330"/>
            </a:xfrm>
            <a:custGeom>
              <a:avLst/>
              <a:gdLst/>
              <a:ahLst/>
              <a:cxnLst/>
              <a:rect l="l" t="t" r="r" b="b"/>
              <a:pathLst>
                <a:path w="1904" h="1751329">
                  <a:moveTo>
                    <a:pt x="1604" y="1751294"/>
                  </a:moveTo>
                  <a:lnTo>
                    <a:pt x="0" y="0"/>
                  </a:lnTo>
                </a:path>
              </a:pathLst>
            </a:custGeom>
            <a:ln w="38061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20">
              <a:extLst>
                <a:ext uri="{FF2B5EF4-FFF2-40B4-BE49-F238E27FC236}">
                  <a16:creationId xmlns:a16="http://schemas.microsoft.com/office/drawing/2014/main" id="{1FA30FF9-3F50-F6C1-EEA8-783797CE4353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78206" y="4755616"/>
              <a:ext cx="170971" cy="170859"/>
            </a:xfrm>
            <a:prstGeom prst="rect">
              <a:avLst/>
            </a:prstGeom>
          </p:spPr>
        </p:pic>
        <p:pic>
          <p:nvPicPr>
            <p:cNvPr id="18" name="object 21">
              <a:extLst>
                <a:ext uri="{FF2B5EF4-FFF2-40B4-BE49-F238E27FC236}">
                  <a16:creationId xmlns:a16="http://schemas.microsoft.com/office/drawing/2014/main" id="{D5460BD3-AA60-6875-1655-E09D734A404F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56662" y="5573683"/>
              <a:ext cx="394854" cy="1055716"/>
            </a:xfrm>
            <a:prstGeom prst="rect">
              <a:avLst/>
            </a:prstGeom>
          </p:spPr>
        </p:pic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ABF8A5E8-7C51-B48B-EBE2-D8DEA12B9A77}"/>
                </a:ext>
              </a:extLst>
            </p:cNvPr>
            <p:cNvSpPr/>
            <p:nvPr/>
          </p:nvSpPr>
          <p:spPr>
            <a:xfrm>
              <a:off x="2546845" y="5790114"/>
              <a:ext cx="8890" cy="772795"/>
            </a:xfrm>
            <a:custGeom>
              <a:avLst/>
              <a:gdLst/>
              <a:ahLst/>
              <a:cxnLst/>
              <a:rect l="l" t="t" r="r" b="b"/>
              <a:pathLst>
                <a:path w="8889" h="772795">
                  <a:moveTo>
                    <a:pt x="0" y="772505"/>
                  </a:moveTo>
                  <a:lnTo>
                    <a:pt x="8324" y="0"/>
                  </a:lnTo>
                </a:path>
              </a:pathLst>
            </a:custGeom>
            <a:ln w="38061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3">
              <a:extLst>
                <a:ext uri="{FF2B5EF4-FFF2-40B4-BE49-F238E27FC236}">
                  <a16:creationId xmlns:a16="http://schemas.microsoft.com/office/drawing/2014/main" id="{A2D314EE-5515-BC56-07D5-209C547A359B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68481" y="5752354"/>
              <a:ext cx="170959" cy="171530"/>
            </a:xfrm>
            <a:prstGeom prst="rect">
              <a:avLst/>
            </a:prstGeom>
          </p:spPr>
        </p:pic>
      </p:grpSp>
      <p:sp>
        <p:nvSpPr>
          <p:cNvPr id="21" name="object 24">
            <a:extLst>
              <a:ext uri="{FF2B5EF4-FFF2-40B4-BE49-F238E27FC236}">
                <a16:creationId xmlns:a16="http://schemas.microsoft.com/office/drawing/2014/main" id="{24E3880C-AD44-3EC4-BEBA-E8F28ED465E4}"/>
              </a:ext>
            </a:extLst>
          </p:cNvPr>
          <p:cNvSpPr txBox="1"/>
          <p:nvPr/>
        </p:nvSpPr>
        <p:spPr>
          <a:xfrm>
            <a:off x="2349181" y="5786976"/>
            <a:ext cx="42862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400" spc="-37" baseline="-20833" dirty="0">
                <a:solidFill>
                  <a:srgbClr val="FF6C00"/>
                </a:solidFill>
                <a:latin typeface="Arial MT"/>
                <a:cs typeface="Arial MT"/>
              </a:rPr>
              <a:t>2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22" name="object 25">
            <a:extLst>
              <a:ext uri="{FF2B5EF4-FFF2-40B4-BE49-F238E27FC236}">
                <a16:creationId xmlns:a16="http://schemas.microsoft.com/office/drawing/2014/main" id="{CF6C3677-9E60-B2EA-4203-BAD43F7EB629}"/>
              </a:ext>
            </a:extLst>
          </p:cNvPr>
          <p:cNvSpPr txBox="1"/>
          <p:nvPr/>
        </p:nvSpPr>
        <p:spPr>
          <a:xfrm>
            <a:off x="307012" y="1415814"/>
            <a:ext cx="8688705" cy="376555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5400" marR="17780">
              <a:lnSpc>
                <a:spcPts val="3300"/>
              </a:lnSpc>
              <a:spcBef>
                <a:spcPts val="254"/>
              </a:spcBef>
            </a:pPr>
            <a:r>
              <a:rPr sz="2800" spc="80" dirty="0">
                <a:solidFill>
                  <a:srgbClr val="2B2728"/>
                </a:solidFill>
                <a:latin typeface="Arial MT"/>
                <a:cs typeface="Arial MT"/>
              </a:rPr>
              <a:t>Without</a:t>
            </a:r>
            <a:r>
              <a:rPr sz="2800" spc="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observing</a:t>
            </a:r>
            <a:r>
              <a:rPr sz="28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75" dirty="0">
                <a:solidFill>
                  <a:srgbClr val="2B2728"/>
                </a:solidFill>
                <a:latin typeface="Arial MT"/>
                <a:cs typeface="Arial MT"/>
              </a:rPr>
              <a:t>the</a:t>
            </a:r>
            <a:r>
              <a:rPr sz="28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image</a:t>
            </a:r>
            <a:r>
              <a:rPr sz="28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85" dirty="0">
                <a:solidFill>
                  <a:srgbClr val="2B2728"/>
                </a:solidFill>
                <a:latin typeface="Arial MT"/>
                <a:cs typeface="Arial MT"/>
              </a:rPr>
              <a:t>content,</a:t>
            </a:r>
            <a:r>
              <a:rPr sz="2800" spc="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what’s</a:t>
            </a:r>
            <a:r>
              <a:rPr sz="28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50" dirty="0">
                <a:solidFill>
                  <a:srgbClr val="2B2728"/>
                </a:solidFill>
                <a:latin typeface="Arial MT"/>
                <a:cs typeface="Arial MT"/>
              </a:rPr>
              <a:t>the </a:t>
            </a:r>
            <a:r>
              <a:rPr sz="2800" spc="55" dirty="0">
                <a:solidFill>
                  <a:srgbClr val="2B2728"/>
                </a:solidFill>
                <a:latin typeface="Arial MT"/>
                <a:cs typeface="Arial MT"/>
              </a:rPr>
              <a:t>probability</a:t>
            </a:r>
            <a:r>
              <a:rPr sz="2800" spc="3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it’s</a:t>
            </a:r>
            <a:r>
              <a:rPr sz="2800" spc="4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40" dirty="0">
                <a:solidFill>
                  <a:srgbClr val="2B2728"/>
                </a:solidFill>
                <a:latin typeface="Arial MT"/>
                <a:cs typeface="Arial MT"/>
              </a:rPr>
              <a:t>from</a:t>
            </a:r>
            <a:r>
              <a:rPr sz="2800" spc="4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2800" spc="4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-80" dirty="0">
                <a:solidFill>
                  <a:srgbClr val="2B2728"/>
                </a:solidFill>
                <a:latin typeface="Arial MT"/>
                <a:cs typeface="Arial MT"/>
              </a:rPr>
              <a:t>k?</a:t>
            </a:r>
            <a:r>
              <a:rPr sz="2800" spc="4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1800" spc="-30" dirty="0">
                <a:solidFill>
                  <a:srgbClr val="B0007E"/>
                </a:solidFill>
                <a:latin typeface="Arial MT"/>
                <a:cs typeface="Arial MT"/>
              </a:rPr>
              <a:t>(e.g.,</a:t>
            </a:r>
            <a:r>
              <a:rPr sz="1800" spc="2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prob.</a:t>
            </a:r>
            <a:r>
              <a:rPr sz="1800" spc="2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B0007E"/>
                </a:solidFill>
                <a:latin typeface="Arial MT"/>
                <a:cs typeface="Arial MT"/>
              </a:rPr>
              <a:t>of</a:t>
            </a:r>
            <a:r>
              <a:rPr sz="1800" spc="2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seeing</a:t>
            </a:r>
            <a:r>
              <a:rPr sz="1800" spc="2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“clouds”</a:t>
            </a:r>
            <a:r>
              <a:rPr sz="1800" spc="2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B0007E"/>
                </a:solidFill>
                <a:latin typeface="Arial MT"/>
                <a:cs typeface="Arial MT"/>
              </a:rPr>
              <a:t>image)</a:t>
            </a:r>
            <a:endParaRPr sz="1800" dirty="0">
              <a:latin typeface="Arial MT"/>
              <a:cs typeface="Arial MT"/>
            </a:endParaRPr>
          </a:p>
          <a:p>
            <a:pPr marL="2646680">
              <a:lnSpc>
                <a:spcPts val="4195"/>
              </a:lnSpc>
              <a:tabLst>
                <a:tab pos="3542029" algn="l"/>
              </a:tabLst>
            </a:pPr>
            <a:r>
              <a:rPr sz="3550" i="1" spc="50" dirty="0">
                <a:latin typeface="Cambria"/>
                <a:cs typeface="Cambria"/>
              </a:rPr>
              <a:t>p</a:t>
            </a:r>
            <a:r>
              <a:rPr sz="3550" spc="50" dirty="0">
                <a:latin typeface="Cambria"/>
                <a:cs typeface="Cambria"/>
              </a:rPr>
              <a:t>(</a:t>
            </a:r>
            <a:r>
              <a:rPr sz="3550" i="1" spc="50" dirty="0">
                <a:latin typeface="Cambria"/>
                <a:cs typeface="Cambria"/>
              </a:rPr>
              <a:t>z</a:t>
            </a:r>
            <a:r>
              <a:rPr sz="3750" i="1" spc="75" baseline="-12222" dirty="0">
                <a:latin typeface="Georgia"/>
                <a:cs typeface="Georgia"/>
              </a:rPr>
              <a:t>i</a:t>
            </a:r>
            <a:r>
              <a:rPr sz="3750" i="1" baseline="-12222" dirty="0">
                <a:latin typeface="Georgia"/>
                <a:cs typeface="Georgia"/>
              </a:rPr>
              <a:t>	</a:t>
            </a:r>
            <a:r>
              <a:rPr sz="3550" spc="800" dirty="0">
                <a:latin typeface="Cambria"/>
                <a:cs typeface="Cambria"/>
              </a:rPr>
              <a:t>=</a:t>
            </a:r>
            <a:r>
              <a:rPr sz="3550" spc="215" dirty="0">
                <a:latin typeface="Cambria"/>
                <a:cs typeface="Cambria"/>
              </a:rPr>
              <a:t> </a:t>
            </a:r>
            <a:r>
              <a:rPr sz="3550" i="1" spc="110" dirty="0">
                <a:latin typeface="Cambria"/>
                <a:cs typeface="Cambria"/>
              </a:rPr>
              <a:t>k</a:t>
            </a:r>
            <a:r>
              <a:rPr sz="3550" spc="110" dirty="0">
                <a:latin typeface="Cambria"/>
                <a:cs typeface="Cambria"/>
              </a:rPr>
              <a:t>)</a:t>
            </a:r>
            <a:r>
              <a:rPr sz="3550" spc="220" dirty="0">
                <a:latin typeface="Cambria"/>
                <a:cs typeface="Cambria"/>
              </a:rPr>
              <a:t> </a:t>
            </a:r>
            <a:r>
              <a:rPr sz="3550" spc="800" dirty="0">
                <a:latin typeface="Cambria"/>
                <a:cs typeface="Cambria"/>
              </a:rPr>
              <a:t>=</a:t>
            </a:r>
            <a:r>
              <a:rPr sz="3550" spc="220" dirty="0">
                <a:latin typeface="Cambria"/>
                <a:cs typeface="Cambria"/>
              </a:rPr>
              <a:t> </a:t>
            </a:r>
            <a:r>
              <a:rPr sz="3550" spc="250" dirty="0">
                <a:latin typeface="Cambria"/>
                <a:cs typeface="Cambria"/>
              </a:rPr>
              <a:t>⇡</a:t>
            </a:r>
            <a:r>
              <a:rPr sz="3750" i="1" spc="375" baseline="-12222" dirty="0">
                <a:latin typeface="Georgia"/>
                <a:cs typeface="Georgia"/>
              </a:rPr>
              <a:t>k</a:t>
            </a:r>
            <a:endParaRPr sz="3750" baseline="-12222" dirty="0">
              <a:latin typeface="Georgia"/>
              <a:cs typeface="Georgia"/>
            </a:endParaRPr>
          </a:p>
          <a:p>
            <a:pPr marL="25400" marR="638810">
              <a:lnSpc>
                <a:spcPts val="3320"/>
              </a:lnSpc>
              <a:spcBef>
                <a:spcPts val="3444"/>
              </a:spcBef>
            </a:pP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Given</a:t>
            </a:r>
            <a:r>
              <a:rPr sz="2800" spc="5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observation</a:t>
            </a:r>
            <a:r>
              <a:rPr sz="2800" spc="5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x</a:t>
            </a:r>
            <a:r>
              <a:rPr sz="2775" baseline="-21021" dirty="0">
                <a:solidFill>
                  <a:srgbClr val="2B2728"/>
                </a:solidFill>
                <a:latin typeface="Arial MT"/>
                <a:cs typeface="Arial MT"/>
              </a:rPr>
              <a:t>i</a:t>
            </a:r>
            <a:r>
              <a:rPr sz="2775" spc="472" baseline="-21021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is</a:t>
            </a:r>
            <a:r>
              <a:rPr sz="2800" spc="5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40" dirty="0">
                <a:solidFill>
                  <a:srgbClr val="2B2728"/>
                </a:solidFill>
                <a:latin typeface="Arial MT"/>
                <a:cs typeface="Arial MT"/>
              </a:rPr>
              <a:t>from</a:t>
            </a:r>
            <a:r>
              <a:rPr sz="2800" spc="5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2800" spc="5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k,</a:t>
            </a:r>
            <a:r>
              <a:rPr sz="2800" spc="5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what’s</a:t>
            </a:r>
            <a:r>
              <a:rPr sz="2800" spc="5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50" dirty="0">
                <a:solidFill>
                  <a:srgbClr val="2B2728"/>
                </a:solidFill>
                <a:latin typeface="Arial MT"/>
                <a:cs typeface="Arial MT"/>
              </a:rPr>
              <a:t>the </a:t>
            </a:r>
            <a:r>
              <a:rPr sz="2800" spc="70" dirty="0">
                <a:solidFill>
                  <a:srgbClr val="2B2728"/>
                </a:solidFill>
                <a:latin typeface="Arial MT"/>
                <a:cs typeface="Arial MT"/>
              </a:rPr>
              <a:t>likelihood</a:t>
            </a:r>
            <a:r>
              <a:rPr sz="28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40" dirty="0">
                <a:solidFill>
                  <a:srgbClr val="2B2728"/>
                </a:solidFill>
                <a:latin typeface="Arial MT"/>
                <a:cs typeface="Arial MT"/>
              </a:rPr>
              <a:t>of</a:t>
            </a:r>
            <a:r>
              <a:rPr sz="28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seeing</a:t>
            </a:r>
            <a:r>
              <a:rPr sz="28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x</a:t>
            </a:r>
            <a:r>
              <a:rPr sz="2775" baseline="-21021" dirty="0">
                <a:solidFill>
                  <a:srgbClr val="2B2728"/>
                </a:solidFill>
                <a:latin typeface="Arial MT"/>
                <a:cs typeface="Arial MT"/>
              </a:rPr>
              <a:t>i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?</a:t>
            </a:r>
            <a:r>
              <a:rPr sz="28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1800" spc="-30" dirty="0">
                <a:solidFill>
                  <a:srgbClr val="B0007E"/>
                </a:solidFill>
                <a:latin typeface="Arial MT"/>
                <a:cs typeface="Arial MT"/>
              </a:rPr>
              <a:t>(e.g.,</a:t>
            </a:r>
            <a:r>
              <a:rPr sz="1800" spc="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just</a:t>
            </a:r>
            <a:r>
              <a:rPr sz="1800" spc="1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B0007E"/>
                </a:solidFill>
                <a:latin typeface="Arial MT"/>
                <a:cs typeface="Arial MT"/>
              </a:rPr>
              <a:t>look</a:t>
            </a:r>
            <a:r>
              <a:rPr sz="1800" spc="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at</a:t>
            </a:r>
            <a:r>
              <a:rPr sz="1800" spc="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distribution</a:t>
            </a:r>
            <a:r>
              <a:rPr sz="1800" spc="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B0007E"/>
                </a:solidFill>
                <a:latin typeface="Arial MT"/>
                <a:cs typeface="Arial MT"/>
              </a:rPr>
              <a:t>for</a:t>
            </a:r>
            <a:r>
              <a:rPr sz="1800" spc="1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B0007E"/>
                </a:solidFill>
                <a:latin typeface="Arial MT"/>
                <a:cs typeface="Arial MT"/>
              </a:rPr>
              <a:t>“clouds”)</a:t>
            </a:r>
            <a:endParaRPr sz="1800" dirty="0">
              <a:latin typeface="Arial MT"/>
              <a:cs typeface="Arial MT"/>
            </a:endParaRPr>
          </a:p>
          <a:p>
            <a:pPr marL="577215">
              <a:lnSpc>
                <a:spcPct val="100000"/>
              </a:lnSpc>
              <a:spcBef>
                <a:spcPts val="235"/>
              </a:spcBef>
              <a:tabLst>
                <a:tab pos="1520825" algn="l"/>
                <a:tab pos="2263140" algn="l"/>
              </a:tabLst>
            </a:pPr>
            <a:r>
              <a:rPr sz="3550" spc="90" dirty="0">
                <a:latin typeface="Cambria"/>
                <a:cs typeface="Cambria"/>
              </a:rPr>
              <a:t>p(x</a:t>
            </a:r>
            <a:r>
              <a:rPr sz="3750" i="1" spc="135" baseline="-12222" dirty="0">
                <a:latin typeface="Georgia"/>
                <a:cs typeface="Georgia"/>
              </a:rPr>
              <a:t>i</a:t>
            </a:r>
            <a:r>
              <a:rPr sz="3750" i="1" baseline="-12222" dirty="0">
                <a:latin typeface="Georgia"/>
                <a:cs typeface="Georgia"/>
              </a:rPr>
              <a:t>	</a:t>
            </a:r>
            <a:r>
              <a:rPr sz="3550" i="1" dirty="0">
                <a:latin typeface="Times New Roman"/>
                <a:cs typeface="Times New Roman"/>
              </a:rPr>
              <a:t>|</a:t>
            </a:r>
            <a:r>
              <a:rPr sz="3550" i="1" spc="114" dirty="0">
                <a:latin typeface="Times New Roman"/>
                <a:cs typeface="Times New Roman"/>
              </a:rPr>
              <a:t> </a:t>
            </a:r>
            <a:r>
              <a:rPr sz="3550" spc="125" dirty="0">
                <a:latin typeface="Cambria"/>
                <a:cs typeface="Cambria"/>
              </a:rPr>
              <a:t>z</a:t>
            </a:r>
            <a:r>
              <a:rPr sz="3750" i="1" spc="187" baseline="-12222" dirty="0">
                <a:latin typeface="Georgia"/>
                <a:cs typeface="Georgia"/>
              </a:rPr>
              <a:t>i</a:t>
            </a:r>
            <a:r>
              <a:rPr sz="3750" i="1" baseline="-12222" dirty="0">
                <a:latin typeface="Georgia"/>
                <a:cs typeface="Georgia"/>
              </a:rPr>
              <a:t>	</a:t>
            </a:r>
            <a:r>
              <a:rPr sz="3550" spc="800" dirty="0">
                <a:latin typeface="Cambria"/>
                <a:cs typeface="Cambria"/>
              </a:rPr>
              <a:t>=</a:t>
            </a:r>
            <a:r>
              <a:rPr sz="3550" spc="220" dirty="0">
                <a:latin typeface="Cambria"/>
                <a:cs typeface="Cambria"/>
              </a:rPr>
              <a:t> </a:t>
            </a:r>
            <a:r>
              <a:rPr sz="3550" spc="180" dirty="0">
                <a:latin typeface="Cambria"/>
                <a:cs typeface="Cambria"/>
              </a:rPr>
              <a:t>k,</a:t>
            </a:r>
            <a:r>
              <a:rPr sz="3550" spc="-175" dirty="0">
                <a:latin typeface="Cambria"/>
                <a:cs typeface="Cambria"/>
              </a:rPr>
              <a:t> </a:t>
            </a:r>
            <a:r>
              <a:rPr sz="3550" spc="305" dirty="0">
                <a:latin typeface="Cambria"/>
                <a:cs typeface="Cambria"/>
              </a:rPr>
              <a:t>µ</a:t>
            </a:r>
            <a:r>
              <a:rPr sz="3750" i="1" spc="457" baseline="-12222" dirty="0">
                <a:latin typeface="Georgia"/>
                <a:cs typeface="Georgia"/>
              </a:rPr>
              <a:t>k</a:t>
            </a:r>
            <a:r>
              <a:rPr sz="3550" spc="305" dirty="0">
                <a:latin typeface="Cambria"/>
                <a:cs typeface="Cambria"/>
              </a:rPr>
              <a:t>,</a:t>
            </a:r>
            <a:r>
              <a:rPr sz="3550" spc="-180" dirty="0">
                <a:latin typeface="Cambria"/>
                <a:cs typeface="Cambria"/>
              </a:rPr>
              <a:t> </a:t>
            </a:r>
            <a:r>
              <a:rPr sz="3550" spc="350" dirty="0">
                <a:latin typeface="Cambria"/>
                <a:cs typeface="Cambria"/>
              </a:rPr>
              <a:t>⌃</a:t>
            </a:r>
            <a:r>
              <a:rPr sz="3750" i="1" spc="525" baseline="-12222" dirty="0">
                <a:latin typeface="Georgia"/>
                <a:cs typeface="Georgia"/>
              </a:rPr>
              <a:t>k</a:t>
            </a:r>
            <a:r>
              <a:rPr sz="3550" spc="350" dirty="0">
                <a:latin typeface="Cambria"/>
                <a:cs typeface="Cambria"/>
              </a:rPr>
              <a:t>)</a:t>
            </a:r>
            <a:r>
              <a:rPr sz="3550" spc="225" dirty="0">
                <a:latin typeface="Cambria"/>
                <a:cs typeface="Cambria"/>
              </a:rPr>
              <a:t> </a:t>
            </a:r>
            <a:r>
              <a:rPr sz="3550" spc="800" dirty="0">
                <a:latin typeface="Cambria"/>
                <a:cs typeface="Cambria"/>
              </a:rPr>
              <a:t>=</a:t>
            </a:r>
            <a:r>
              <a:rPr sz="3550" spc="225" dirty="0">
                <a:latin typeface="Cambria"/>
                <a:cs typeface="Cambria"/>
              </a:rPr>
              <a:t> </a:t>
            </a:r>
            <a:r>
              <a:rPr sz="3550" spc="320" dirty="0">
                <a:latin typeface="Cambria"/>
                <a:cs typeface="Cambria"/>
              </a:rPr>
              <a:t>N(x</a:t>
            </a:r>
            <a:r>
              <a:rPr sz="3750" i="1" spc="480" baseline="-12222" dirty="0">
                <a:latin typeface="Georgia"/>
                <a:cs typeface="Georgia"/>
              </a:rPr>
              <a:t>i</a:t>
            </a:r>
            <a:r>
              <a:rPr sz="3550" i="1" spc="320" dirty="0">
                <a:latin typeface="Times New Roman"/>
                <a:cs typeface="Times New Roman"/>
              </a:rPr>
              <a:t>|</a:t>
            </a:r>
            <a:r>
              <a:rPr sz="3550" spc="320" dirty="0">
                <a:latin typeface="Cambria"/>
                <a:cs typeface="Cambria"/>
              </a:rPr>
              <a:t>µ</a:t>
            </a:r>
            <a:r>
              <a:rPr sz="3750" i="1" spc="480" baseline="-12222" dirty="0">
                <a:latin typeface="Georgia"/>
                <a:cs typeface="Georgia"/>
              </a:rPr>
              <a:t>k</a:t>
            </a:r>
            <a:r>
              <a:rPr sz="3550" spc="320" dirty="0">
                <a:latin typeface="Cambria"/>
                <a:cs typeface="Cambria"/>
              </a:rPr>
              <a:t>,</a:t>
            </a:r>
            <a:r>
              <a:rPr sz="3550" spc="-180" dirty="0">
                <a:latin typeface="Cambria"/>
                <a:cs typeface="Cambria"/>
              </a:rPr>
              <a:t> </a:t>
            </a:r>
            <a:r>
              <a:rPr sz="3550" spc="325" dirty="0">
                <a:latin typeface="Cambria"/>
                <a:cs typeface="Cambria"/>
              </a:rPr>
              <a:t>⌃</a:t>
            </a:r>
            <a:r>
              <a:rPr sz="3750" i="1" spc="487" baseline="-12222" dirty="0">
                <a:latin typeface="Georgia"/>
                <a:cs typeface="Georgia"/>
              </a:rPr>
              <a:t>k</a:t>
            </a:r>
            <a:r>
              <a:rPr sz="3550" spc="325" dirty="0">
                <a:latin typeface="Cambria"/>
                <a:cs typeface="Cambria"/>
              </a:rPr>
              <a:t>)</a:t>
            </a:r>
            <a:endParaRPr sz="3550" dirty="0">
              <a:latin typeface="Cambria"/>
              <a:cs typeface="Cambria"/>
            </a:endParaRPr>
          </a:p>
          <a:p>
            <a:pPr marL="2817495">
              <a:lnSpc>
                <a:spcPct val="100000"/>
              </a:lnSpc>
              <a:spcBef>
                <a:spcPts val="1035"/>
              </a:spcBef>
            </a:pPr>
            <a:r>
              <a:rPr sz="24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400" spc="-37" baseline="-20833" dirty="0">
                <a:solidFill>
                  <a:srgbClr val="FF6C00"/>
                </a:solidFill>
                <a:latin typeface="Arial MT"/>
                <a:cs typeface="Arial MT"/>
              </a:rPr>
              <a:t>1</a:t>
            </a:r>
            <a:endParaRPr sz="2400" baseline="-20833" dirty="0">
              <a:latin typeface="Arial MT"/>
              <a:cs typeface="Arial MT"/>
            </a:endParaRPr>
          </a:p>
        </p:txBody>
      </p:sp>
      <p:sp>
        <p:nvSpPr>
          <p:cNvPr id="23" name="object 26">
            <a:extLst>
              <a:ext uri="{FF2B5EF4-FFF2-40B4-BE49-F238E27FC236}">
                <a16:creationId xmlns:a16="http://schemas.microsoft.com/office/drawing/2014/main" id="{614050F8-ED72-E2A2-560C-6765E609B65B}"/>
              </a:ext>
            </a:extLst>
          </p:cNvPr>
          <p:cNvSpPr txBox="1"/>
          <p:nvPr/>
        </p:nvSpPr>
        <p:spPr>
          <a:xfrm>
            <a:off x="4387810" y="5733116"/>
            <a:ext cx="42799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400" spc="-37" baseline="-20833" dirty="0">
                <a:solidFill>
                  <a:srgbClr val="FF6C00"/>
                </a:solidFill>
                <a:latin typeface="Arial MT"/>
                <a:cs typeface="Arial MT"/>
              </a:rPr>
              <a:t>3</a:t>
            </a:r>
            <a:endParaRPr sz="2400" baseline="-20833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F1CD681-6B3C-76B6-C34B-4191F3B91C3C}"/>
                  </a:ext>
                </a:extLst>
              </p14:cNvPr>
              <p14:cNvContentPartPr/>
              <p14:nvPr/>
            </p14:nvContentPartPr>
            <p14:xfrm>
              <a:off x="6202562" y="4408928"/>
              <a:ext cx="39960" cy="79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F1CD681-6B3C-76B6-C34B-4191F3B91C3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87082" y="4393448"/>
                <a:ext cx="7020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24B41CA-DE86-22EE-1552-BC9267BF2777}"/>
                  </a:ext>
                </a:extLst>
              </p14:cNvPr>
              <p14:cNvContentPartPr/>
              <p14:nvPr/>
            </p14:nvContentPartPr>
            <p14:xfrm>
              <a:off x="5951282" y="4190048"/>
              <a:ext cx="588600" cy="10832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24B41CA-DE86-22EE-1552-BC9267BF277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40842" y="4179248"/>
                <a:ext cx="609840" cy="11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C9EBDFA-6865-F2BF-FCB7-C63A73B256E6}"/>
                  </a:ext>
                </a:extLst>
              </p14:cNvPr>
              <p14:cNvContentPartPr/>
              <p14:nvPr/>
            </p14:nvContentPartPr>
            <p14:xfrm>
              <a:off x="5969282" y="5406128"/>
              <a:ext cx="743040" cy="3416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C9EBDFA-6865-F2BF-FCB7-C63A73B256E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58842" y="5395328"/>
                <a:ext cx="76428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76303D2-EAF7-92B5-9D76-CADF385A54E5}"/>
                  </a:ext>
                </a:extLst>
              </p14:cNvPr>
              <p14:cNvContentPartPr/>
              <p14:nvPr/>
            </p14:nvContentPartPr>
            <p14:xfrm>
              <a:off x="6378242" y="4588208"/>
              <a:ext cx="1532160" cy="8611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76303D2-EAF7-92B5-9D76-CADF385A54E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367802" y="4577413"/>
                <a:ext cx="1553400" cy="8823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270DB53-7342-3F33-FD3C-7B0929423972}"/>
                  </a:ext>
                </a:extLst>
              </p14:cNvPr>
              <p14:cNvContentPartPr/>
              <p14:nvPr/>
            </p14:nvContentPartPr>
            <p14:xfrm>
              <a:off x="7198322" y="4093928"/>
              <a:ext cx="439560" cy="16750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270DB53-7342-3F33-FD3C-7B092942397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187522" y="4083130"/>
                <a:ext cx="460800" cy="16963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4068FAB-407B-88E0-1B53-2106344C8E32}"/>
                  </a:ext>
                </a:extLst>
              </p14:cNvPr>
              <p14:cNvContentPartPr/>
              <p14:nvPr/>
            </p14:nvContentPartPr>
            <p14:xfrm>
              <a:off x="548762" y="2693888"/>
              <a:ext cx="8057160" cy="37886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4068FAB-407B-88E0-1B53-2106344C8E3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37962" y="2683448"/>
                <a:ext cx="8078400" cy="380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96007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C8492-D738-437C-90F2-4B2AD85A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B8A73AD-3D1B-80F3-655B-EC4938A8D398}"/>
              </a:ext>
            </a:extLst>
          </p:cNvPr>
          <p:cNvSpPr txBox="1"/>
          <p:nvPr/>
        </p:nvSpPr>
        <p:spPr>
          <a:xfrm>
            <a:off x="204395" y="5951242"/>
            <a:ext cx="117581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This content includes adaptations from instructional materials originally created by Emily Fox and Carlos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Guestrin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for the University of Washington’s Machine Learning Specialization on Coursera. All rights reserved by the original authors.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F5D9C2-A087-5DA4-B713-25606926189A}"/>
              </a:ext>
            </a:extLst>
          </p:cNvPr>
          <p:cNvSpPr txBox="1"/>
          <p:nvPr/>
        </p:nvSpPr>
        <p:spPr>
          <a:xfrm>
            <a:off x="3894268" y="2724238"/>
            <a:ext cx="41655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88113703"/>
      </p:ext>
    </p:extLst>
  </p:cSld>
  <p:clrMapOvr>
    <a:masterClrMapping/>
  </p:clrMapOvr>
</p:sld>
</file>

<file path=ppt/theme/theme1.xml><?xml version="1.0" encoding="utf-8"?>
<a:theme xmlns:a="http://schemas.openxmlformats.org/drawingml/2006/main" name="NA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AU" id="{DAE4A878-DB02-6443-B627-294D35D61792}" vid="{8AE31013-5FBE-9447-AF68-0E5BDE2910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1498</TotalTime>
  <Words>962</Words>
  <Application>Microsoft Office PowerPoint</Application>
  <PresentationFormat>Custom</PresentationFormat>
  <Paragraphs>269</Paragraphs>
  <Slides>35</Slides>
  <Notes>35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NAU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Distribution over all sunset images</vt:lpstr>
      <vt:lpstr>Distribution over all forest images</vt:lpstr>
      <vt:lpstr>Distribution over all images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Fariha Hossain</cp:lastModifiedBy>
  <cp:revision>5</cp:revision>
  <dcterms:created xsi:type="dcterms:W3CDTF">2013-01-27T09:14:16Z</dcterms:created>
  <dcterms:modified xsi:type="dcterms:W3CDTF">2026-01-28T22:02:34Z</dcterms:modified>
  <cp:category/>
</cp:coreProperties>
</file>