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6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7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8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9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0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11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notesSlides/notesSlide12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3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14.xml" ContentType="application/vnd.openxmlformats-officedocument.presentationml.notesSlide+xml"/>
  <Override PartName="/ppt/ink/ink58.xml" ContentType="application/inkml+xml"/>
  <Override PartName="/ppt/ink/ink59.xml" ContentType="application/inkml+xml"/>
  <Override PartName="/ppt/ink/ink60.xml" ContentType="application/inkml+xml"/>
  <Override PartName="/ppt/notesSlides/notesSlide15.xml" ContentType="application/vnd.openxmlformats-officedocument.presentationml.notesSlide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16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82.xml" ContentType="application/inkml+xml"/>
  <Override PartName="/ppt/notesSlides/notesSlide26.xml" ContentType="application/vnd.openxmlformats-officedocument.presentationml.notesSlide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92.xml" ContentType="application/inkml+xml"/>
  <Override PartName="/ppt/ink/ink93.xml" ContentType="application/inkml+xml"/>
  <Override PartName="/ppt/ink/ink94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328" r:id="rId2"/>
    <p:sldId id="462" r:id="rId3"/>
    <p:sldId id="373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460" r:id="rId26"/>
    <p:sldId id="463" r:id="rId27"/>
    <p:sldId id="464" r:id="rId28"/>
    <p:sldId id="476" r:id="rId29"/>
    <p:sldId id="465" r:id="rId30"/>
    <p:sldId id="466" r:id="rId31"/>
    <p:sldId id="467" r:id="rId32"/>
    <p:sldId id="468" r:id="rId33"/>
    <p:sldId id="469" r:id="rId34"/>
    <p:sldId id="477" r:id="rId35"/>
    <p:sldId id="470" r:id="rId36"/>
    <p:sldId id="471" r:id="rId37"/>
    <p:sldId id="472" r:id="rId38"/>
    <p:sldId id="473" r:id="rId39"/>
    <p:sldId id="474" r:id="rId40"/>
    <p:sldId id="475" r:id="rId41"/>
    <p:sldId id="461" r:id="rId42"/>
    <p:sldId id="421" r:id="rId43"/>
    <p:sldId id="438" r:id="rId44"/>
  </p:sldIdLst>
  <p:sldSz cx="12192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B2FDEC-9036-E5B6-7928-998AE1AC6641}" v="14" dt="2026-02-01T22:28:30.971"/>
  </p1510:revLst>
</p1510:revInfo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33"/>
    <p:restoredTop sz="94620"/>
  </p:normalViewPr>
  <p:slideViewPr>
    <p:cSldViewPr snapToGrid="0">
      <p:cViewPr varScale="1">
        <p:scale>
          <a:sx n="92" d="100"/>
          <a:sy n="92" d="100"/>
        </p:scale>
        <p:origin x="1578" y="78"/>
      </p:cViewPr>
      <p:guideLst>
        <p:guide orient="horz" pos="23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ha Hossain" userId="6aa7d125-f4d1-4b59-9e05-e109224d2bd2" providerId="ADAL" clId="{907321D6-D07A-494C-A977-7A7DC7C5B0B5}"/>
    <pc:docChg chg="modSld">
      <pc:chgData name="Fariha Hossain" userId="6aa7d125-f4d1-4b59-9e05-e109224d2bd2" providerId="ADAL" clId="{907321D6-D07A-494C-A977-7A7DC7C5B0B5}" dt="2026-01-27T22:19:07.101" v="3" actId="1076"/>
      <pc:docMkLst>
        <pc:docMk/>
      </pc:docMkLst>
      <pc:sldChg chg="modSp mod">
        <pc:chgData name="Fariha Hossain" userId="6aa7d125-f4d1-4b59-9e05-e109224d2bd2" providerId="ADAL" clId="{907321D6-D07A-494C-A977-7A7DC7C5B0B5}" dt="2026-01-27T22:19:07.101" v="3" actId="1076"/>
        <pc:sldMkLst>
          <pc:docMk/>
          <pc:sldMk cId="2617864203" sldId="464"/>
        </pc:sldMkLst>
        <pc:spChg chg="mod">
          <ac:chgData name="Fariha Hossain" userId="6aa7d125-f4d1-4b59-9e05-e109224d2bd2" providerId="ADAL" clId="{907321D6-D07A-494C-A977-7A7DC7C5B0B5}" dt="2026-01-27T22:19:07.101" v="3" actId="1076"/>
          <ac:spMkLst>
            <pc:docMk/>
            <pc:sldMk cId="2617864203" sldId="464"/>
            <ac:spMk id="3" creationId="{5AE8AF43-21C2-E835-D7A1-F7BB3DB4FE34}"/>
          </ac:spMkLst>
        </pc:spChg>
      </pc:sldChg>
    </pc:docChg>
  </pc:docChgLst>
  <pc:docChgLst>
    <pc:chgData name="Fariha Hossain" userId="S::khondker-fariha.hossain@nau.edu::6aa7d125-f4d1-4b59-9e05-e109224d2bd2" providerId="AD" clId="Web-{3FB2FDEC-9036-E5B6-7928-998AE1AC6641}"/>
    <pc:docChg chg="modSld">
      <pc:chgData name="Fariha Hossain" userId="S::khondker-fariha.hossain@nau.edu::6aa7d125-f4d1-4b59-9e05-e109224d2bd2" providerId="AD" clId="Web-{3FB2FDEC-9036-E5B6-7928-998AE1AC6641}" dt="2026-02-01T22:28:30.971" v="12" actId="14100"/>
      <pc:docMkLst>
        <pc:docMk/>
      </pc:docMkLst>
      <pc:sldChg chg="modSp">
        <pc:chgData name="Fariha Hossain" userId="S::khondker-fariha.hossain@nau.edu::6aa7d125-f4d1-4b59-9e05-e109224d2bd2" providerId="AD" clId="Web-{3FB2FDEC-9036-E5B6-7928-998AE1AC6641}" dt="2026-02-01T22:25:46.779" v="6" actId="20577"/>
        <pc:sldMkLst>
          <pc:docMk/>
          <pc:sldMk cId="3038847088" sldId="328"/>
        </pc:sldMkLst>
        <pc:spChg chg="mod">
          <ac:chgData name="Fariha Hossain" userId="S::khondker-fariha.hossain@nau.edu::6aa7d125-f4d1-4b59-9e05-e109224d2bd2" providerId="AD" clId="Web-{3FB2FDEC-9036-E5B6-7928-998AE1AC6641}" dt="2026-02-01T22:25:46.779" v="6" actId="20577"/>
          <ac:spMkLst>
            <pc:docMk/>
            <pc:sldMk cId="3038847088" sldId="328"/>
            <ac:spMk id="7" creationId="{AAF5713D-B244-5594-9CF6-D3BAD5B04CA6}"/>
          </ac:spMkLst>
        </pc:spChg>
      </pc:sldChg>
      <pc:sldChg chg="modSp">
        <pc:chgData name="Fariha Hossain" userId="S::khondker-fariha.hossain@nau.edu::6aa7d125-f4d1-4b59-9e05-e109224d2bd2" providerId="AD" clId="Web-{3FB2FDEC-9036-E5B6-7928-998AE1AC6641}" dt="2026-02-01T22:26:29.530" v="11" actId="1076"/>
        <pc:sldMkLst>
          <pc:docMk/>
          <pc:sldMk cId="3430062821" sldId="447"/>
        </pc:sldMkLst>
        <pc:spChg chg="mod">
          <ac:chgData name="Fariha Hossain" userId="S::khondker-fariha.hossain@nau.edu::6aa7d125-f4d1-4b59-9e05-e109224d2bd2" providerId="AD" clId="Web-{3FB2FDEC-9036-E5B6-7928-998AE1AC6641}" dt="2026-02-01T22:26:29.530" v="11" actId="1076"/>
          <ac:spMkLst>
            <pc:docMk/>
            <pc:sldMk cId="3430062821" sldId="447"/>
            <ac:spMk id="5" creationId="{7147546D-7729-6223-BB64-51A198FAA9EE}"/>
          </ac:spMkLst>
        </pc:spChg>
        <pc:spChg chg="mod">
          <ac:chgData name="Fariha Hossain" userId="S::khondker-fariha.hossain@nau.edu::6aa7d125-f4d1-4b59-9e05-e109224d2bd2" providerId="AD" clId="Web-{3FB2FDEC-9036-E5B6-7928-998AE1AC6641}" dt="2026-02-01T22:26:26.514" v="10" actId="14100"/>
          <ac:spMkLst>
            <pc:docMk/>
            <pc:sldMk cId="3430062821" sldId="447"/>
            <ac:spMk id="6" creationId="{71260548-4841-C845-3F84-78E1CA3EEEE6}"/>
          </ac:spMkLst>
        </pc:spChg>
        <pc:spChg chg="mod">
          <ac:chgData name="Fariha Hossain" userId="S::khondker-fariha.hossain@nau.edu::6aa7d125-f4d1-4b59-9e05-e109224d2bd2" providerId="AD" clId="Web-{3FB2FDEC-9036-E5B6-7928-998AE1AC6641}" dt="2026-02-01T22:26:13.311" v="8" actId="1076"/>
          <ac:spMkLst>
            <pc:docMk/>
            <pc:sldMk cId="3430062821" sldId="447"/>
            <ac:spMk id="8" creationId="{A2F0C7AC-9F01-225F-1671-3E6B73BC28A3}"/>
          </ac:spMkLst>
        </pc:spChg>
      </pc:sldChg>
      <pc:sldChg chg="modSp">
        <pc:chgData name="Fariha Hossain" userId="S::khondker-fariha.hossain@nau.edu::6aa7d125-f4d1-4b59-9e05-e109224d2bd2" providerId="AD" clId="Web-{3FB2FDEC-9036-E5B6-7928-998AE1AC6641}" dt="2026-02-01T22:28:30.971" v="12" actId="14100"/>
        <pc:sldMkLst>
          <pc:docMk/>
          <pc:sldMk cId="3964821735" sldId="461"/>
        </pc:sldMkLst>
        <pc:spChg chg="mod">
          <ac:chgData name="Fariha Hossain" userId="S::khondker-fariha.hossain@nau.edu::6aa7d125-f4d1-4b59-9e05-e109224d2bd2" providerId="AD" clId="Web-{3FB2FDEC-9036-E5B6-7928-998AE1AC6641}" dt="2026-02-01T22:28:30.971" v="12" actId="14100"/>
          <ac:spMkLst>
            <pc:docMk/>
            <pc:sldMk cId="3964821735" sldId="461"/>
            <ac:spMk id="3" creationId="{0E0A88FA-3F8B-2BAD-E2FF-EEB3A87ADDE9}"/>
          </ac:spMkLst>
        </pc:spChg>
      </pc:sldChg>
    </pc:docChg>
  </pc:docChgLst>
  <pc:docChgLst>
    <pc:chgData name="Fariha Hossain" userId="6aa7d125-f4d1-4b59-9e05-e109224d2bd2" providerId="ADAL" clId="{24D189ED-3557-4501-ACFE-1E2F0A62EA70}"/>
    <pc:docChg chg="custSel modSld">
      <pc:chgData name="Fariha Hossain" userId="6aa7d125-f4d1-4b59-9e05-e109224d2bd2" providerId="ADAL" clId="{24D189ED-3557-4501-ACFE-1E2F0A62EA70}" dt="2026-02-02T22:15:27.459" v="852"/>
      <pc:docMkLst>
        <pc:docMk/>
      </pc:docMkLst>
      <pc:sldChg chg="addSp delSp mod">
        <pc:chgData name="Fariha Hossain" userId="6aa7d125-f4d1-4b59-9e05-e109224d2bd2" providerId="ADAL" clId="{24D189ED-3557-4501-ACFE-1E2F0A62EA70}" dt="2026-02-02T21:40:35.114" v="28"/>
        <pc:sldMkLst>
          <pc:docMk/>
          <pc:sldMk cId="1939944145" sldId="439"/>
        </pc:sldMkLst>
        <pc:inkChg chg="add del">
          <ac:chgData name="Fariha Hossain" userId="6aa7d125-f4d1-4b59-9e05-e109224d2bd2" providerId="ADAL" clId="{24D189ED-3557-4501-ACFE-1E2F0A62EA70}" dt="2026-02-02T21:40:16.781" v="4"/>
          <ac:inkMkLst>
            <pc:docMk/>
            <pc:sldMk cId="1939944145" sldId="439"/>
            <ac:inkMk id="3" creationId="{FE06A5A0-EA26-C28B-6739-DBDB5921E619}"/>
          </ac:inkMkLst>
        </pc:inkChg>
        <pc:inkChg chg="add del">
          <ac:chgData name="Fariha Hossain" userId="6aa7d125-f4d1-4b59-9e05-e109224d2bd2" providerId="ADAL" clId="{24D189ED-3557-4501-ACFE-1E2F0A62EA70}" dt="2026-02-02T21:40:16.781" v="4"/>
          <ac:inkMkLst>
            <pc:docMk/>
            <pc:sldMk cId="1939944145" sldId="439"/>
            <ac:inkMk id="4" creationId="{C4BD3B70-036A-1B86-6CAB-79E5BBA5D965}"/>
          </ac:inkMkLst>
        </pc:inkChg>
        <pc:inkChg chg="add del">
          <ac:chgData name="Fariha Hossain" userId="6aa7d125-f4d1-4b59-9e05-e109224d2bd2" providerId="ADAL" clId="{24D189ED-3557-4501-ACFE-1E2F0A62EA70}" dt="2026-02-02T21:40:16.781" v="4"/>
          <ac:inkMkLst>
            <pc:docMk/>
            <pc:sldMk cId="1939944145" sldId="439"/>
            <ac:inkMk id="5" creationId="{044D94C0-74F0-3958-7135-00E5163C260E}"/>
          </ac:inkMkLst>
        </pc:inkChg>
        <pc:inkChg chg="add del">
          <ac:chgData name="Fariha Hossain" userId="6aa7d125-f4d1-4b59-9e05-e109224d2bd2" providerId="ADAL" clId="{24D189ED-3557-4501-ACFE-1E2F0A62EA70}" dt="2026-02-02T21:40:16.781" v="4"/>
          <ac:inkMkLst>
            <pc:docMk/>
            <pc:sldMk cId="1939944145" sldId="439"/>
            <ac:inkMk id="6" creationId="{20780625-52DA-9E39-BDD1-9D92C78466B2}"/>
          </ac:inkMkLst>
        </pc:inkChg>
        <pc:inkChg chg="add reco">
          <ac:chgData name="Fariha Hossain" userId="6aa7d125-f4d1-4b59-9e05-e109224d2bd2" providerId="ADAL" clId="{24D189ED-3557-4501-ACFE-1E2F0A62EA70}" dt="2026-02-02T21:40:16.781" v="4"/>
          <ac:inkMkLst>
            <pc:docMk/>
            <pc:sldMk cId="1939944145" sldId="439"/>
            <ac:inkMk id="8" creationId="{5D1DDFAA-BDC7-CD48-92D1-04371F66BA66}"/>
          </ac:inkMkLst>
        </pc:inkChg>
        <pc:inkChg chg="add del">
          <ac:chgData name="Fariha Hossain" userId="6aa7d125-f4d1-4b59-9e05-e109224d2bd2" providerId="ADAL" clId="{24D189ED-3557-4501-ACFE-1E2F0A62EA70}" dt="2026-02-02T21:40:18.196" v="7"/>
          <ac:inkMkLst>
            <pc:docMk/>
            <pc:sldMk cId="1939944145" sldId="439"/>
            <ac:inkMk id="9" creationId="{0D955224-A811-D552-BA5B-5C8F147537DA}"/>
          </ac:inkMkLst>
        </pc:inkChg>
        <pc:inkChg chg="add del">
          <ac:chgData name="Fariha Hossain" userId="6aa7d125-f4d1-4b59-9e05-e109224d2bd2" providerId="ADAL" clId="{24D189ED-3557-4501-ACFE-1E2F0A62EA70}" dt="2026-02-02T21:40:18.196" v="7"/>
          <ac:inkMkLst>
            <pc:docMk/>
            <pc:sldMk cId="1939944145" sldId="439"/>
            <ac:inkMk id="10" creationId="{1BD5C9C8-67DA-FFCF-46CA-EE9CC79DB869}"/>
          </ac:inkMkLst>
        </pc:inkChg>
        <pc:inkChg chg="add reco">
          <ac:chgData name="Fariha Hossain" userId="6aa7d125-f4d1-4b59-9e05-e109224d2bd2" providerId="ADAL" clId="{24D189ED-3557-4501-ACFE-1E2F0A62EA70}" dt="2026-02-02T21:40:18.196" v="7"/>
          <ac:inkMkLst>
            <pc:docMk/>
            <pc:sldMk cId="1939944145" sldId="439"/>
            <ac:inkMk id="11" creationId="{B6F7CEF1-7D79-C706-6A22-CF075EEB10BB}"/>
          </ac:inkMkLst>
        </pc:inkChg>
        <pc:inkChg chg="add del">
          <ac:chgData name="Fariha Hossain" userId="6aa7d125-f4d1-4b59-9e05-e109224d2bd2" providerId="ADAL" clId="{24D189ED-3557-4501-ACFE-1E2F0A62EA70}" dt="2026-02-02T21:40:21.214" v="10"/>
          <ac:inkMkLst>
            <pc:docMk/>
            <pc:sldMk cId="1939944145" sldId="439"/>
            <ac:inkMk id="12" creationId="{F3F6D2B7-744B-D93E-5453-B9D98C646787}"/>
          </ac:inkMkLst>
        </pc:inkChg>
        <pc:inkChg chg="add del">
          <ac:chgData name="Fariha Hossain" userId="6aa7d125-f4d1-4b59-9e05-e109224d2bd2" providerId="ADAL" clId="{24D189ED-3557-4501-ACFE-1E2F0A62EA70}" dt="2026-02-02T21:40:21.214" v="10"/>
          <ac:inkMkLst>
            <pc:docMk/>
            <pc:sldMk cId="1939944145" sldId="439"/>
            <ac:inkMk id="13" creationId="{C97848BD-7A1E-426E-8988-0F39AAF18C4B}"/>
          </ac:inkMkLst>
        </pc:inkChg>
        <pc:inkChg chg="add reco">
          <ac:chgData name="Fariha Hossain" userId="6aa7d125-f4d1-4b59-9e05-e109224d2bd2" providerId="ADAL" clId="{24D189ED-3557-4501-ACFE-1E2F0A62EA70}" dt="2026-02-02T21:40:21.214" v="10"/>
          <ac:inkMkLst>
            <pc:docMk/>
            <pc:sldMk cId="1939944145" sldId="439"/>
            <ac:inkMk id="14" creationId="{32D521DF-1453-D1B6-5564-E5E0794B07C4}"/>
          </ac:inkMkLst>
        </pc:inkChg>
        <pc:inkChg chg="add">
          <ac:chgData name="Fariha Hossain" userId="6aa7d125-f4d1-4b59-9e05-e109224d2bd2" providerId="ADAL" clId="{24D189ED-3557-4501-ACFE-1E2F0A62EA70}" dt="2026-02-02T21:40:21.513" v="11"/>
          <ac:inkMkLst>
            <pc:docMk/>
            <pc:sldMk cId="1939944145" sldId="439"/>
            <ac:inkMk id="15" creationId="{E9D687C3-A433-6FFD-2F0C-10641FBE3D8C}"/>
          </ac:inkMkLst>
        </pc:inkChg>
        <pc:inkChg chg="add del">
          <ac:chgData name="Fariha Hossain" userId="6aa7d125-f4d1-4b59-9e05-e109224d2bd2" providerId="ADAL" clId="{24D189ED-3557-4501-ACFE-1E2F0A62EA70}" dt="2026-02-02T21:40:25.059" v="16"/>
          <ac:inkMkLst>
            <pc:docMk/>
            <pc:sldMk cId="1939944145" sldId="439"/>
            <ac:inkMk id="16" creationId="{FC84BD1E-F966-1354-2BB7-2B06F32634ED}"/>
          </ac:inkMkLst>
        </pc:inkChg>
        <pc:inkChg chg="add del">
          <ac:chgData name="Fariha Hossain" userId="6aa7d125-f4d1-4b59-9e05-e109224d2bd2" providerId="ADAL" clId="{24D189ED-3557-4501-ACFE-1E2F0A62EA70}" dt="2026-02-02T21:40:25.059" v="16"/>
          <ac:inkMkLst>
            <pc:docMk/>
            <pc:sldMk cId="1939944145" sldId="439"/>
            <ac:inkMk id="17" creationId="{9E1DCA36-223E-C4B3-F6F0-78E25C53FA50}"/>
          </ac:inkMkLst>
        </pc:inkChg>
        <pc:inkChg chg="add del">
          <ac:chgData name="Fariha Hossain" userId="6aa7d125-f4d1-4b59-9e05-e109224d2bd2" providerId="ADAL" clId="{24D189ED-3557-4501-ACFE-1E2F0A62EA70}" dt="2026-02-02T21:40:25.059" v="16"/>
          <ac:inkMkLst>
            <pc:docMk/>
            <pc:sldMk cId="1939944145" sldId="439"/>
            <ac:inkMk id="18" creationId="{53FBD904-7945-CA90-6388-9E32CCEEDA40}"/>
          </ac:inkMkLst>
        </pc:inkChg>
        <pc:inkChg chg="add del">
          <ac:chgData name="Fariha Hossain" userId="6aa7d125-f4d1-4b59-9e05-e109224d2bd2" providerId="ADAL" clId="{24D189ED-3557-4501-ACFE-1E2F0A62EA70}" dt="2026-02-02T21:40:25.059" v="16"/>
          <ac:inkMkLst>
            <pc:docMk/>
            <pc:sldMk cId="1939944145" sldId="439"/>
            <ac:inkMk id="20" creationId="{23DD3F9D-4270-7FB2-7557-9CE0B3EE6831}"/>
          </ac:inkMkLst>
        </pc:inkChg>
        <pc:inkChg chg="add reco">
          <ac:chgData name="Fariha Hossain" userId="6aa7d125-f4d1-4b59-9e05-e109224d2bd2" providerId="ADAL" clId="{24D189ED-3557-4501-ACFE-1E2F0A62EA70}" dt="2026-02-02T21:40:25.059" v="16"/>
          <ac:inkMkLst>
            <pc:docMk/>
            <pc:sldMk cId="1939944145" sldId="439"/>
            <ac:inkMk id="21" creationId="{62669168-0256-9280-7474-C41B453505A0}"/>
          </ac:inkMkLst>
        </pc:inkChg>
        <pc:inkChg chg="add del">
          <ac:chgData name="Fariha Hossain" userId="6aa7d125-f4d1-4b59-9e05-e109224d2bd2" providerId="ADAL" clId="{24D189ED-3557-4501-ACFE-1E2F0A62EA70}" dt="2026-02-02T21:40:28.378" v="21"/>
          <ac:inkMkLst>
            <pc:docMk/>
            <pc:sldMk cId="1939944145" sldId="439"/>
            <ac:inkMk id="22" creationId="{A7967E2B-5EEF-1C73-42B0-1DDCC98545E2}"/>
          </ac:inkMkLst>
        </pc:inkChg>
        <pc:inkChg chg="add del">
          <ac:chgData name="Fariha Hossain" userId="6aa7d125-f4d1-4b59-9e05-e109224d2bd2" providerId="ADAL" clId="{24D189ED-3557-4501-ACFE-1E2F0A62EA70}" dt="2026-02-02T21:40:28.378" v="21"/>
          <ac:inkMkLst>
            <pc:docMk/>
            <pc:sldMk cId="1939944145" sldId="439"/>
            <ac:inkMk id="23" creationId="{649AD268-5441-8C08-CF9A-21CD399C9408}"/>
          </ac:inkMkLst>
        </pc:inkChg>
        <pc:inkChg chg="add del">
          <ac:chgData name="Fariha Hossain" userId="6aa7d125-f4d1-4b59-9e05-e109224d2bd2" providerId="ADAL" clId="{24D189ED-3557-4501-ACFE-1E2F0A62EA70}" dt="2026-02-02T21:40:28.378" v="21"/>
          <ac:inkMkLst>
            <pc:docMk/>
            <pc:sldMk cId="1939944145" sldId="439"/>
            <ac:inkMk id="24" creationId="{A69839BB-2E13-C507-37DC-16B284992543}"/>
          </ac:inkMkLst>
        </pc:inkChg>
        <pc:inkChg chg="add del">
          <ac:chgData name="Fariha Hossain" userId="6aa7d125-f4d1-4b59-9e05-e109224d2bd2" providerId="ADAL" clId="{24D189ED-3557-4501-ACFE-1E2F0A62EA70}" dt="2026-02-02T21:40:28.378" v="21"/>
          <ac:inkMkLst>
            <pc:docMk/>
            <pc:sldMk cId="1939944145" sldId="439"/>
            <ac:inkMk id="25" creationId="{18F2B68D-10AD-FD5E-70A4-A7B0845C2CFF}"/>
          </ac:inkMkLst>
        </pc:inkChg>
        <pc:inkChg chg="add reco">
          <ac:chgData name="Fariha Hossain" userId="6aa7d125-f4d1-4b59-9e05-e109224d2bd2" providerId="ADAL" clId="{24D189ED-3557-4501-ACFE-1E2F0A62EA70}" dt="2026-02-02T21:40:28.378" v="21"/>
          <ac:inkMkLst>
            <pc:docMk/>
            <pc:sldMk cId="1939944145" sldId="439"/>
            <ac:inkMk id="26" creationId="{B8A93DFA-8EE8-B156-D7FC-3DD0D47AD055}"/>
          </ac:inkMkLst>
        </pc:inkChg>
        <pc:inkChg chg="add del">
          <ac:chgData name="Fariha Hossain" userId="6aa7d125-f4d1-4b59-9e05-e109224d2bd2" providerId="ADAL" clId="{24D189ED-3557-4501-ACFE-1E2F0A62EA70}" dt="2026-02-02T21:40:29.657" v="24"/>
          <ac:inkMkLst>
            <pc:docMk/>
            <pc:sldMk cId="1939944145" sldId="439"/>
            <ac:inkMk id="27" creationId="{9084C0B3-C7BC-1721-CE42-DB894FAE26A1}"/>
          </ac:inkMkLst>
        </pc:inkChg>
        <pc:inkChg chg="add del">
          <ac:chgData name="Fariha Hossain" userId="6aa7d125-f4d1-4b59-9e05-e109224d2bd2" providerId="ADAL" clId="{24D189ED-3557-4501-ACFE-1E2F0A62EA70}" dt="2026-02-02T21:40:29.657" v="24"/>
          <ac:inkMkLst>
            <pc:docMk/>
            <pc:sldMk cId="1939944145" sldId="439"/>
            <ac:inkMk id="28" creationId="{FA2033FA-683F-21C3-01F6-809A8E0C40C7}"/>
          </ac:inkMkLst>
        </pc:inkChg>
        <pc:inkChg chg="add reco">
          <ac:chgData name="Fariha Hossain" userId="6aa7d125-f4d1-4b59-9e05-e109224d2bd2" providerId="ADAL" clId="{24D189ED-3557-4501-ACFE-1E2F0A62EA70}" dt="2026-02-02T21:40:29.657" v="24"/>
          <ac:inkMkLst>
            <pc:docMk/>
            <pc:sldMk cId="1939944145" sldId="439"/>
            <ac:inkMk id="29" creationId="{4FDCA819-D45B-0636-4A85-0206B9693DDC}"/>
          </ac:inkMkLst>
        </pc:inkChg>
        <pc:inkChg chg="add del">
          <ac:chgData name="Fariha Hossain" userId="6aa7d125-f4d1-4b59-9e05-e109224d2bd2" providerId="ADAL" clId="{24D189ED-3557-4501-ACFE-1E2F0A62EA70}" dt="2026-02-02T21:40:35.114" v="28"/>
          <ac:inkMkLst>
            <pc:docMk/>
            <pc:sldMk cId="1939944145" sldId="439"/>
            <ac:inkMk id="30" creationId="{B27C8F32-C810-1715-35B9-0BBDA2D6C614}"/>
          </ac:inkMkLst>
        </pc:inkChg>
        <pc:inkChg chg="add del">
          <ac:chgData name="Fariha Hossain" userId="6aa7d125-f4d1-4b59-9e05-e109224d2bd2" providerId="ADAL" clId="{24D189ED-3557-4501-ACFE-1E2F0A62EA70}" dt="2026-02-02T21:40:35.114" v="28"/>
          <ac:inkMkLst>
            <pc:docMk/>
            <pc:sldMk cId="1939944145" sldId="439"/>
            <ac:inkMk id="31" creationId="{25E11571-6063-0A59-2DFD-E7662EB830AB}"/>
          </ac:inkMkLst>
        </pc:inkChg>
        <pc:inkChg chg="add del">
          <ac:chgData name="Fariha Hossain" userId="6aa7d125-f4d1-4b59-9e05-e109224d2bd2" providerId="ADAL" clId="{24D189ED-3557-4501-ACFE-1E2F0A62EA70}" dt="2026-02-02T21:40:35.114" v="28"/>
          <ac:inkMkLst>
            <pc:docMk/>
            <pc:sldMk cId="1939944145" sldId="439"/>
            <ac:inkMk id="33" creationId="{AB1C2DE0-0819-F48A-A020-B6EF4B3838E5}"/>
          </ac:inkMkLst>
        </pc:inkChg>
        <pc:inkChg chg="add reco">
          <ac:chgData name="Fariha Hossain" userId="6aa7d125-f4d1-4b59-9e05-e109224d2bd2" providerId="ADAL" clId="{24D189ED-3557-4501-ACFE-1E2F0A62EA70}" dt="2026-02-02T21:40:35.114" v="28"/>
          <ac:inkMkLst>
            <pc:docMk/>
            <pc:sldMk cId="1939944145" sldId="439"/>
            <ac:inkMk id="34" creationId="{259C80BB-D1EE-3136-66F5-BF7243323357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1:59:23.571" v="509"/>
        <pc:sldMkLst>
          <pc:docMk/>
          <pc:sldMk cId="187686364" sldId="440"/>
        </pc:sldMkLst>
        <pc:inkChg chg="add del">
          <ac:chgData name="Fariha Hossain" userId="6aa7d125-f4d1-4b59-9e05-e109224d2bd2" providerId="ADAL" clId="{24D189ED-3557-4501-ACFE-1E2F0A62EA70}" dt="2026-02-02T21:41:12.449" v="31"/>
          <ac:inkMkLst>
            <pc:docMk/>
            <pc:sldMk cId="187686364" sldId="440"/>
            <ac:inkMk id="28" creationId="{927DAAF2-24D9-26FB-9A53-F6F8C6F942A8}"/>
          </ac:inkMkLst>
        </pc:inkChg>
        <pc:inkChg chg="add del">
          <ac:chgData name="Fariha Hossain" userId="6aa7d125-f4d1-4b59-9e05-e109224d2bd2" providerId="ADAL" clId="{24D189ED-3557-4501-ACFE-1E2F0A62EA70}" dt="2026-02-02T21:41:12.449" v="31"/>
          <ac:inkMkLst>
            <pc:docMk/>
            <pc:sldMk cId="187686364" sldId="440"/>
            <ac:inkMk id="29" creationId="{8ED48003-A7EF-4820-B399-AC5D9DDBFE79}"/>
          </ac:inkMkLst>
        </pc:inkChg>
        <pc:inkChg chg="add del reco">
          <ac:chgData name="Fariha Hossain" userId="6aa7d125-f4d1-4b59-9e05-e109224d2bd2" providerId="ADAL" clId="{24D189ED-3557-4501-ACFE-1E2F0A62EA70}" dt="2026-02-02T21:41:40.306" v="48"/>
          <ac:inkMkLst>
            <pc:docMk/>
            <pc:sldMk cId="187686364" sldId="440"/>
            <ac:inkMk id="30" creationId="{FEB29982-EEB3-DA1B-D149-888B4735C4DA}"/>
          </ac:inkMkLst>
        </pc:inkChg>
        <pc:inkChg chg="add del">
          <ac:chgData name="Fariha Hossain" userId="6aa7d125-f4d1-4b59-9e05-e109224d2bd2" providerId="ADAL" clId="{24D189ED-3557-4501-ACFE-1E2F0A62EA70}" dt="2026-02-02T21:58:34.320" v="502"/>
          <ac:inkMkLst>
            <pc:docMk/>
            <pc:sldMk cId="187686364" sldId="440"/>
            <ac:inkMk id="31" creationId="{9AFA6D11-646D-DED6-9058-CAC6652B1116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33" creationId="{92502DE2-90C9-940C-54D4-B0FACE129814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34" creationId="{10E0537A-92C6-9495-5060-49ACA1BFA64C}"/>
          </ac:inkMkLst>
        </pc:inkChg>
        <pc:inkChg chg="add">
          <ac:chgData name="Fariha Hossain" userId="6aa7d125-f4d1-4b59-9e05-e109224d2bd2" providerId="ADAL" clId="{24D189ED-3557-4501-ACFE-1E2F0A62EA70}" dt="2026-02-02T21:41:24.765" v="35"/>
          <ac:inkMkLst>
            <pc:docMk/>
            <pc:sldMk cId="187686364" sldId="440"/>
            <ac:inkMk id="35" creationId="{D66087AA-3545-A531-DD7C-B8CCA465B22D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36" creationId="{9C0B3769-C9F9-BD07-3967-808F4D7C078B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37" creationId="{7DEB0F72-474B-1E8B-9C19-E2FE6DBE5D09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38" creationId="{1C1886D1-D429-446A-E0AC-4367AC4D2FFA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39" creationId="{160FED69-D8B6-0653-6A34-0136070A3808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40" creationId="{6AB63B2C-CAA7-F31C-DA0F-4A88D7AD6525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41" creationId="{A0DE4BE9-C51B-6C11-E8BA-52FC038925B5}"/>
          </ac:inkMkLst>
        </pc:inkChg>
        <pc:inkChg chg="add">
          <ac:chgData name="Fariha Hossain" userId="6aa7d125-f4d1-4b59-9e05-e109224d2bd2" providerId="ADAL" clId="{24D189ED-3557-4501-ACFE-1E2F0A62EA70}" dt="2026-02-02T21:41:28.147" v="42"/>
          <ac:inkMkLst>
            <pc:docMk/>
            <pc:sldMk cId="187686364" sldId="440"/>
            <ac:inkMk id="42" creationId="{1F4EE49F-B02C-2DFE-200F-26A623FEDD26}"/>
          </ac:inkMkLst>
        </pc:inkChg>
        <pc:inkChg chg="add">
          <ac:chgData name="Fariha Hossain" userId="6aa7d125-f4d1-4b59-9e05-e109224d2bd2" providerId="ADAL" clId="{24D189ED-3557-4501-ACFE-1E2F0A62EA70}" dt="2026-02-02T21:41:28.513" v="43"/>
          <ac:inkMkLst>
            <pc:docMk/>
            <pc:sldMk cId="187686364" sldId="440"/>
            <ac:inkMk id="43" creationId="{E796949B-E86B-8A5F-34CB-91441887B4BD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44" creationId="{C07254ED-68E3-B56D-0A55-84384497F47D}"/>
          </ac:inkMkLst>
        </pc:inkChg>
        <pc:inkChg chg="add">
          <ac:chgData name="Fariha Hossain" userId="6aa7d125-f4d1-4b59-9e05-e109224d2bd2" providerId="ADAL" clId="{24D189ED-3557-4501-ACFE-1E2F0A62EA70}" dt="2026-02-02T21:41:29.195" v="45"/>
          <ac:inkMkLst>
            <pc:docMk/>
            <pc:sldMk cId="187686364" sldId="440"/>
            <ac:inkMk id="45" creationId="{50237996-1F6B-D45B-C64E-111DD467C7BC}"/>
          </ac:inkMkLst>
        </pc:inkChg>
        <pc:inkChg chg="add del">
          <ac:chgData name="Fariha Hossain" userId="6aa7d125-f4d1-4b59-9e05-e109224d2bd2" providerId="ADAL" clId="{24D189ED-3557-4501-ACFE-1E2F0A62EA70}" dt="2026-02-02T21:41:30.652" v="47"/>
          <ac:inkMkLst>
            <pc:docMk/>
            <pc:sldMk cId="187686364" sldId="440"/>
            <ac:inkMk id="46" creationId="{AF0C392D-A4F3-C994-5F37-F87DDE06AE58}"/>
          </ac:inkMkLst>
        </pc:inkChg>
        <pc:inkChg chg="mod modStrokes">
          <ac:chgData name="Fariha Hossain" userId="6aa7d125-f4d1-4b59-9e05-e109224d2bd2" providerId="ADAL" clId="{24D189ED-3557-4501-ACFE-1E2F0A62EA70}" dt="2026-02-02T21:41:40.308" v="49"/>
          <ac:inkMkLst>
            <pc:docMk/>
            <pc:sldMk cId="187686364" sldId="440"/>
            <ac:inkMk id="47" creationId="{B1925D0E-A931-7B79-83B7-35EA8F04BB39}"/>
          </ac:inkMkLst>
        </pc:inkChg>
        <pc:inkChg chg="add">
          <ac:chgData name="Fariha Hossain" userId="6aa7d125-f4d1-4b59-9e05-e109224d2bd2" providerId="ADAL" clId="{24D189ED-3557-4501-ACFE-1E2F0A62EA70}" dt="2026-02-02T21:41:52.183" v="50"/>
          <ac:inkMkLst>
            <pc:docMk/>
            <pc:sldMk cId="187686364" sldId="440"/>
            <ac:inkMk id="48" creationId="{2B396195-FF19-FCAC-BA1A-FC4B929087E3}"/>
          </ac:inkMkLst>
        </pc:inkChg>
        <pc:inkChg chg="add del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49" creationId="{6C3C3A61-8B5E-AAC5-CBFB-8090FE94C29C}"/>
          </ac:inkMkLst>
        </pc:inkChg>
        <pc:inkChg chg="add del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0" creationId="{665B9ABB-EF87-A834-014E-EAD4F630FEBC}"/>
          </ac:inkMkLst>
        </pc:inkChg>
        <pc:inkChg chg="add del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1" creationId="{9B4FC55C-1C94-5558-465A-2E911A804471}"/>
          </ac:inkMkLst>
        </pc:inkChg>
        <pc:inkChg chg="add del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2" creationId="{F8646BB6-5AFE-3A10-76DB-312D63C8BE7A}"/>
          </ac:inkMkLst>
        </pc:inkChg>
        <pc:inkChg chg="add del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3" creationId="{6C1DD2DB-0D6A-96A6-FC79-89F09BC0513D}"/>
          </ac:inkMkLst>
        </pc:inkChg>
        <pc:inkChg chg="add del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4" creationId="{75D4B156-B49B-21E5-60B9-6A58BB29B849}"/>
          </ac:inkMkLst>
        </pc:inkChg>
        <pc:inkChg chg="add reco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5" creationId="{D0AE19C6-1988-12E4-78AC-9CD159F48CB2}"/>
          </ac:inkMkLst>
        </pc:inkChg>
        <pc:inkChg chg="add reco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6" creationId="{EB8A5DF9-8C52-485E-6B04-75C3906DC87C}"/>
          </ac:inkMkLst>
        </pc:inkChg>
        <pc:inkChg chg="add reco">
          <ac:chgData name="Fariha Hossain" userId="6aa7d125-f4d1-4b59-9e05-e109224d2bd2" providerId="ADAL" clId="{24D189ED-3557-4501-ACFE-1E2F0A62EA70}" dt="2026-02-02T21:41:59.736" v="57"/>
          <ac:inkMkLst>
            <pc:docMk/>
            <pc:sldMk cId="187686364" sldId="440"/>
            <ac:inkMk id="57" creationId="{9A571CF9-680A-BD83-E817-2D1E934FD8C0}"/>
          </ac:inkMkLst>
        </pc:inkChg>
        <pc:inkChg chg="add del">
          <ac:chgData name="Fariha Hossain" userId="6aa7d125-f4d1-4b59-9e05-e109224d2bd2" providerId="ADAL" clId="{24D189ED-3557-4501-ACFE-1E2F0A62EA70}" dt="2026-02-02T21:42:09.203" v="60"/>
          <ac:inkMkLst>
            <pc:docMk/>
            <pc:sldMk cId="187686364" sldId="440"/>
            <ac:inkMk id="58" creationId="{2EC2F338-0D6F-F01E-5475-266DF0D62319}"/>
          </ac:inkMkLst>
        </pc:inkChg>
        <pc:inkChg chg="add del">
          <ac:chgData name="Fariha Hossain" userId="6aa7d125-f4d1-4b59-9e05-e109224d2bd2" providerId="ADAL" clId="{24D189ED-3557-4501-ACFE-1E2F0A62EA70}" dt="2026-02-02T21:42:09.203" v="60"/>
          <ac:inkMkLst>
            <pc:docMk/>
            <pc:sldMk cId="187686364" sldId="440"/>
            <ac:inkMk id="59" creationId="{DE089B43-C3D6-19B6-47F7-05F116D7BF7F}"/>
          </ac:inkMkLst>
        </pc:inkChg>
        <pc:inkChg chg="add reco">
          <ac:chgData name="Fariha Hossain" userId="6aa7d125-f4d1-4b59-9e05-e109224d2bd2" providerId="ADAL" clId="{24D189ED-3557-4501-ACFE-1E2F0A62EA70}" dt="2026-02-02T21:42:09.203" v="60"/>
          <ac:inkMkLst>
            <pc:docMk/>
            <pc:sldMk cId="187686364" sldId="440"/>
            <ac:inkMk id="60" creationId="{B41922FE-073F-482F-17AA-9394AC087AD5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1" creationId="{CC2D1503-2511-D92A-BA4F-27BA9B33E67D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2" creationId="{DC1BF4E5-3AE3-64DC-4AAD-AA123BC17EB1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3" creationId="{41CECBBB-167F-867E-18A7-2EA004DDFE39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4" creationId="{EF0E1EC6-8FC4-5C0B-1B95-B7657B578D50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5" creationId="{14EB9BC6-316D-201F-E587-0AF60D2108B5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6" creationId="{933A577E-D477-D86E-E125-1C46743862AE}"/>
          </ac:inkMkLst>
        </pc:inkChg>
        <pc:inkChg chg="add del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7" creationId="{E1DF450E-F717-C6BC-EF0A-C5BF5BCF5B94}"/>
          </ac:inkMkLst>
        </pc:inkChg>
        <pc:inkChg chg="add reco">
          <ac:chgData name="Fariha Hossain" userId="6aa7d125-f4d1-4b59-9e05-e109224d2bd2" providerId="ADAL" clId="{24D189ED-3557-4501-ACFE-1E2F0A62EA70}" dt="2026-02-02T21:42:13.117" v="68"/>
          <ac:inkMkLst>
            <pc:docMk/>
            <pc:sldMk cId="187686364" sldId="440"/>
            <ac:inkMk id="68" creationId="{2BF240D0-5039-1E72-6E96-4E917A6432C1}"/>
          </ac:inkMkLst>
        </pc:inkChg>
        <pc:inkChg chg="add del">
          <ac:chgData name="Fariha Hossain" userId="6aa7d125-f4d1-4b59-9e05-e109224d2bd2" providerId="ADAL" clId="{24D189ED-3557-4501-ACFE-1E2F0A62EA70}" dt="2026-02-02T21:58:34.321" v="503"/>
          <ac:inkMkLst>
            <pc:docMk/>
            <pc:sldMk cId="187686364" sldId="440"/>
            <ac:inkMk id="69" creationId="{A343BB27-B780-954A-5B6D-B8A89709BC92}"/>
          </ac:inkMkLst>
        </pc:inkChg>
        <pc:inkChg chg="add del">
          <ac:chgData name="Fariha Hossain" userId="6aa7d125-f4d1-4b59-9e05-e109224d2bd2" providerId="ADAL" clId="{24D189ED-3557-4501-ACFE-1E2F0A62EA70}" dt="2026-02-02T21:58:42.869" v="505"/>
          <ac:inkMkLst>
            <pc:docMk/>
            <pc:sldMk cId="187686364" sldId="440"/>
            <ac:inkMk id="70" creationId="{8A820AE6-C0A8-BB09-9A05-8520381C8AA6}"/>
          </ac:inkMkLst>
        </pc:inkChg>
        <pc:inkChg chg="add del">
          <ac:chgData name="Fariha Hossain" userId="6aa7d125-f4d1-4b59-9e05-e109224d2bd2" providerId="ADAL" clId="{24D189ED-3557-4501-ACFE-1E2F0A62EA70}" dt="2026-02-02T21:59:23.571" v="509"/>
          <ac:inkMkLst>
            <pc:docMk/>
            <pc:sldMk cId="187686364" sldId="440"/>
            <ac:inkMk id="71" creationId="{218295FB-A29F-3726-B1EF-E0B8480FFC56}"/>
          </ac:inkMkLst>
        </pc:inkChg>
        <pc:inkChg chg="add">
          <ac:chgData name="Fariha Hossain" userId="6aa7d125-f4d1-4b59-9e05-e109224d2bd2" providerId="ADAL" clId="{24D189ED-3557-4501-ACFE-1E2F0A62EA70}" dt="2026-02-02T21:58:58.074" v="507"/>
          <ac:inkMkLst>
            <pc:docMk/>
            <pc:sldMk cId="187686364" sldId="440"/>
            <ac:inkMk id="72" creationId="{C83F119A-8E94-9624-4C93-1E0F798C5546}"/>
          </ac:inkMkLst>
        </pc:inkChg>
        <pc:inkChg chg="add">
          <ac:chgData name="Fariha Hossain" userId="6aa7d125-f4d1-4b59-9e05-e109224d2bd2" providerId="ADAL" clId="{24D189ED-3557-4501-ACFE-1E2F0A62EA70}" dt="2026-02-02T21:59:08.698" v="508"/>
          <ac:inkMkLst>
            <pc:docMk/>
            <pc:sldMk cId="187686364" sldId="440"/>
            <ac:inkMk id="73" creationId="{E4D05D76-938A-B9E2-8A08-79D9863F6070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1:49:39.987" v="290"/>
        <pc:sldMkLst>
          <pc:docMk/>
          <pc:sldMk cId="1403655137" sldId="441"/>
        </pc:sldMkLst>
        <pc:inkChg chg="add del">
          <ac:chgData name="Fariha Hossain" userId="6aa7d125-f4d1-4b59-9e05-e109224d2bd2" providerId="ADAL" clId="{24D189ED-3557-4501-ACFE-1E2F0A62EA70}" dt="2026-02-02T21:47:38.230" v="233"/>
          <ac:inkMkLst>
            <pc:docMk/>
            <pc:sldMk cId="1403655137" sldId="441"/>
            <ac:inkMk id="19" creationId="{5E8A83D3-A30A-DD54-6BC2-CB76540D36B1}"/>
          </ac:inkMkLst>
        </pc:inkChg>
        <pc:inkChg chg="add del">
          <ac:chgData name="Fariha Hossain" userId="6aa7d125-f4d1-4b59-9e05-e109224d2bd2" providerId="ADAL" clId="{24D189ED-3557-4501-ACFE-1E2F0A62EA70}" dt="2026-02-02T21:47:38.227" v="229"/>
          <ac:inkMkLst>
            <pc:docMk/>
            <pc:sldMk cId="1403655137" sldId="441"/>
            <ac:inkMk id="277" creationId="{404BCB2B-A667-C19C-D87C-7C78DF1C37D1}"/>
          </ac:inkMkLst>
        </pc:inkChg>
        <pc:inkChg chg="add del">
          <ac:chgData name="Fariha Hossain" userId="6aa7d125-f4d1-4b59-9e05-e109224d2bd2" providerId="ADAL" clId="{24D189ED-3557-4501-ACFE-1E2F0A62EA70}" dt="2026-02-02T21:42:45.961" v="73"/>
          <ac:inkMkLst>
            <pc:docMk/>
            <pc:sldMk cId="1403655137" sldId="441"/>
            <ac:inkMk id="278" creationId="{78FBDCA7-10CE-B55F-95AA-84F160BBB9F7}"/>
          </ac:inkMkLst>
        </pc:inkChg>
        <pc:inkChg chg="add del">
          <ac:chgData name="Fariha Hossain" userId="6aa7d125-f4d1-4b59-9e05-e109224d2bd2" providerId="ADAL" clId="{24D189ED-3557-4501-ACFE-1E2F0A62EA70}" dt="2026-02-02T21:42:45.961" v="73"/>
          <ac:inkMkLst>
            <pc:docMk/>
            <pc:sldMk cId="1403655137" sldId="441"/>
            <ac:inkMk id="279" creationId="{E83DCBD7-23DC-B489-A7D3-8FD4AD23E368}"/>
          </ac:inkMkLst>
        </pc:inkChg>
        <pc:inkChg chg="add del reco">
          <ac:chgData name="Fariha Hossain" userId="6aa7d125-f4d1-4b59-9e05-e109224d2bd2" providerId="ADAL" clId="{24D189ED-3557-4501-ACFE-1E2F0A62EA70}" dt="2026-02-02T21:47:38.224" v="226"/>
          <ac:inkMkLst>
            <pc:docMk/>
            <pc:sldMk cId="1403655137" sldId="441"/>
            <ac:inkMk id="280" creationId="{767BCB41-4953-8DBF-37C9-F4ABBD73F023}"/>
          </ac:inkMkLst>
        </pc:inkChg>
        <pc:inkChg chg="add del">
          <ac:chgData name="Fariha Hossain" userId="6aa7d125-f4d1-4b59-9e05-e109224d2bd2" providerId="ADAL" clId="{24D189ED-3557-4501-ACFE-1E2F0A62EA70}" dt="2026-02-02T21:42:47.807" v="77"/>
          <ac:inkMkLst>
            <pc:docMk/>
            <pc:sldMk cId="1403655137" sldId="441"/>
            <ac:inkMk id="281" creationId="{D93F10E7-300C-1552-2FC3-ACCD24A57006}"/>
          </ac:inkMkLst>
        </pc:inkChg>
        <pc:inkChg chg="add del">
          <ac:chgData name="Fariha Hossain" userId="6aa7d125-f4d1-4b59-9e05-e109224d2bd2" providerId="ADAL" clId="{24D189ED-3557-4501-ACFE-1E2F0A62EA70}" dt="2026-02-02T21:42:47.807" v="77"/>
          <ac:inkMkLst>
            <pc:docMk/>
            <pc:sldMk cId="1403655137" sldId="441"/>
            <ac:inkMk id="282" creationId="{D63A2CDF-2AA4-2202-16B0-45A3D21A0E32}"/>
          </ac:inkMkLst>
        </pc:inkChg>
        <pc:inkChg chg="add del">
          <ac:chgData name="Fariha Hossain" userId="6aa7d125-f4d1-4b59-9e05-e109224d2bd2" providerId="ADAL" clId="{24D189ED-3557-4501-ACFE-1E2F0A62EA70}" dt="2026-02-02T21:42:47.807" v="77"/>
          <ac:inkMkLst>
            <pc:docMk/>
            <pc:sldMk cId="1403655137" sldId="441"/>
            <ac:inkMk id="283" creationId="{E8EB3E13-29C4-5678-75BC-82EF4971432D}"/>
          </ac:inkMkLst>
        </pc:inkChg>
        <pc:inkChg chg="add del reco">
          <ac:chgData name="Fariha Hossain" userId="6aa7d125-f4d1-4b59-9e05-e109224d2bd2" providerId="ADAL" clId="{24D189ED-3557-4501-ACFE-1E2F0A62EA70}" dt="2026-02-02T21:47:38.232" v="235"/>
          <ac:inkMkLst>
            <pc:docMk/>
            <pc:sldMk cId="1403655137" sldId="441"/>
            <ac:inkMk id="284" creationId="{57CB221E-5B49-5F89-CE81-4B11763C7A0F}"/>
          </ac:inkMkLst>
        </pc:inkChg>
        <pc:inkChg chg="add del">
          <ac:chgData name="Fariha Hossain" userId="6aa7d125-f4d1-4b59-9e05-e109224d2bd2" providerId="ADAL" clId="{24D189ED-3557-4501-ACFE-1E2F0A62EA70}" dt="2026-02-02T21:47:38.230" v="232"/>
          <ac:inkMkLst>
            <pc:docMk/>
            <pc:sldMk cId="1403655137" sldId="441"/>
            <ac:inkMk id="285" creationId="{D0A6F41C-4604-8C72-2A06-77DE620DC897}"/>
          </ac:inkMkLst>
        </pc:inkChg>
        <pc:inkChg chg="add del">
          <ac:chgData name="Fariha Hossain" userId="6aa7d125-f4d1-4b59-9e05-e109224d2bd2" providerId="ADAL" clId="{24D189ED-3557-4501-ACFE-1E2F0A62EA70}" dt="2026-02-02T21:42:59.582" v="82"/>
          <ac:inkMkLst>
            <pc:docMk/>
            <pc:sldMk cId="1403655137" sldId="441"/>
            <ac:inkMk id="286" creationId="{40873E03-52C5-6719-9D05-84C87ACAED1A}"/>
          </ac:inkMkLst>
        </pc:inkChg>
        <pc:inkChg chg="add del">
          <ac:chgData name="Fariha Hossain" userId="6aa7d125-f4d1-4b59-9e05-e109224d2bd2" providerId="ADAL" clId="{24D189ED-3557-4501-ACFE-1E2F0A62EA70}" dt="2026-02-02T21:42:59.582" v="82"/>
          <ac:inkMkLst>
            <pc:docMk/>
            <pc:sldMk cId="1403655137" sldId="441"/>
            <ac:inkMk id="287" creationId="{75A52699-AEE9-265D-3E12-654E0E3D9F60}"/>
          </ac:inkMkLst>
        </pc:inkChg>
        <pc:inkChg chg="add del">
          <ac:chgData name="Fariha Hossain" userId="6aa7d125-f4d1-4b59-9e05-e109224d2bd2" providerId="ADAL" clId="{24D189ED-3557-4501-ACFE-1E2F0A62EA70}" dt="2026-02-02T21:42:59.582" v="82"/>
          <ac:inkMkLst>
            <pc:docMk/>
            <pc:sldMk cId="1403655137" sldId="441"/>
            <ac:inkMk id="288" creationId="{5CAFA0D6-A76F-B432-3D36-050203CABCBF}"/>
          </ac:inkMkLst>
        </pc:inkChg>
        <pc:inkChg chg="add del reco">
          <ac:chgData name="Fariha Hossain" userId="6aa7d125-f4d1-4b59-9e05-e109224d2bd2" providerId="ADAL" clId="{24D189ED-3557-4501-ACFE-1E2F0A62EA70}" dt="2026-02-02T21:47:38.226" v="228"/>
          <ac:inkMkLst>
            <pc:docMk/>
            <pc:sldMk cId="1403655137" sldId="441"/>
            <ac:inkMk id="289" creationId="{799A4F39-8320-1FF1-5EE7-571F64FAA85C}"/>
          </ac:inkMkLst>
        </pc:inkChg>
        <pc:inkChg chg="add del">
          <ac:chgData name="Fariha Hossain" userId="6aa7d125-f4d1-4b59-9e05-e109224d2bd2" providerId="ADAL" clId="{24D189ED-3557-4501-ACFE-1E2F0A62EA70}" dt="2026-02-02T21:48:42.867" v="278"/>
          <ac:inkMkLst>
            <pc:docMk/>
            <pc:sldMk cId="1403655137" sldId="441"/>
            <ac:inkMk id="290" creationId="{7D60CD16-A8B8-62B4-B2BD-F75F64E8B32D}"/>
          </ac:inkMkLst>
        </pc:inkChg>
        <pc:inkChg chg="add del">
          <ac:chgData name="Fariha Hossain" userId="6aa7d125-f4d1-4b59-9e05-e109224d2bd2" providerId="ADAL" clId="{24D189ED-3557-4501-ACFE-1E2F0A62EA70}" dt="2026-02-02T21:43:03.490" v="88"/>
          <ac:inkMkLst>
            <pc:docMk/>
            <pc:sldMk cId="1403655137" sldId="441"/>
            <ac:inkMk id="291" creationId="{4E9059BF-ECAA-88FA-2974-931D076487E3}"/>
          </ac:inkMkLst>
        </pc:inkChg>
        <pc:inkChg chg="add del">
          <ac:chgData name="Fariha Hossain" userId="6aa7d125-f4d1-4b59-9e05-e109224d2bd2" providerId="ADAL" clId="{24D189ED-3557-4501-ACFE-1E2F0A62EA70}" dt="2026-02-02T21:43:03.490" v="88"/>
          <ac:inkMkLst>
            <pc:docMk/>
            <pc:sldMk cId="1403655137" sldId="441"/>
            <ac:inkMk id="292" creationId="{9F1CA712-21B1-3B68-7058-84D5288AB49F}"/>
          </ac:inkMkLst>
        </pc:inkChg>
        <pc:inkChg chg="add del">
          <ac:chgData name="Fariha Hossain" userId="6aa7d125-f4d1-4b59-9e05-e109224d2bd2" providerId="ADAL" clId="{24D189ED-3557-4501-ACFE-1E2F0A62EA70}" dt="2026-02-02T21:43:03.490" v="88"/>
          <ac:inkMkLst>
            <pc:docMk/>
            <pc:sldMk cId="1403655137" sldId="441"/>
            <ac:inkMk id="293" creationId="{966D6A4B-F823-6B91-CC09-3C66A7865E30}"/>
          </ac:inkMkLst>
        </pc:inkChg>
        <pc:inkChg chg="add del">
          <ac:chgData name="Fariha Hossain" userId="6aa7d125-f4d1-4b59-9e05-e109224d2bd2" providerId="ADAL" clId="{24D189ED-3557-4501-ACFE-1E2F0A62EA70}" dt="2026-02-02T21:43:03.490" v="88"/>
          <ac:inkMkLst>
            <pc:docMk/>
            <pc:sldMk cId="1403655137" sldId="441"/>
            <ac:inkMk id="294" creationId="{DF0C3943-F0E0-3A95-89CF-8E2EBAED5123}"/>
          </ac:inkMkLst>
        </pc:inkChg>
        <pc:inkChg chg="add del reco">
          <ac:chgData name="Fariha Hossain" userId="6aa7d125-f4d1-4b59-9e05-e109224d2bd2" providerId="ADAL" clId="{24D189ED-3557-4501-ACFE-1E2F0A62EA70}" dt="2026-02-02T21:48:42.866" v="277"/>
          <ac:inkMkLst>
            <pc:docMk/>
            <pc:sldMk cId="1403655137" sldId="441"/>
            <ac:inkMk id="295" creationId="{CC7D89F3-88A1-2B20-183E-529CE0BB549B}"/>
          </ac:inkMkLst>
        </pc:inkChg>
        <pc:inkChg chg="add del">
          <ac:chgData name="Fariha Hossain" userId="6aa7d125-f4d1-4b59-9e05-e109224d2bd2" providerId="ADAL" clId="{24D189ED-3557-4501-ACFE-1E2F0A62EA70}" dt="2026-02-02T21:43:06.229" v="94"/>
          <ac:inkMkLst>
            <pc:docMk/>
            <pc:sldMk cId="1403655137" sldId="441"/>
            <ac:inkMk id="296" creationId="{82D45475-C27B-0389-8FD5-3DA7B28ECC58}"/>
          </ac:inkMkLst>
        </pc:inkChg>
        <pc:inkChg chg="add del">
          <ac:chgData name="Fariha Hossain" userId="6aa7d125-f4d1-4b59-9e05-e109224d2bd2" providerId="ADAL" clId="{24D189ED-3557-4501-ACFE-1E2F0A62EA70}" dt="2026-02-02T21:43:06.229" v="94"/>
          <ac:inkMkLst>
            <pc:docMk/>
            <pc:sldMk cId="1403655137" sldId="441"/>
            <ac:inkMk id="297" creationId="{C9BD6CFB-27E6-37A6-5AB5-EA14F95EEBE0}"/>
          </ac:inkMkLst>
        </pc:inkChg>
        <pc:inkChg chg="add del">
          <ac:chgData name="Fariha Hossain" userId="6aa7d125-f4d1-4b59-9e05-e109224d2bd2" providerId="ADAL" clId="{24D189ED-3557-4501-ACFE-1E2F0A62EA70}" dt="2026-02-02T21:43:06.229" v="94"/>
          <ac:inkMkLst>
            <pc:docMk/>
            <pc:sldMk cId="1403655137" sldId="441"/>
            <ac:inkMk id="298" creationId="{9172D3C0-18BA-C516-F034-4DAD82AE1833}"/>
          </ac:inkMkLst>
        </pc:inkChg>
        <pc:inkChg chg="add del">
          <ac:chgData name="Fariha Hossain" userId="6aa7d125-f4d1-4b59-9e05-e109224d2bd2" providerId="ADAL" clId="{24D189ED-3557-4501-ACFE-1E2F0A62EA70}" dt="2026-02-02T21:43:06.229" v="94"/>
          <ac:inkMkLst>
            <pc:docMk/>
            <pc:sldMk cId="1403655137" sldId="441"/>
            <ac:inkMk id="299" creationId="{64C1AAD8-6A25-0275-65C7-28060D09D05F}"/>
          </ac:inkMkLst>
        </pc:inkChg>
        <pc:inkChg chg="add del">
          <ac:chgData name="Fariha Hossain" userId="6aa7d125-f4d1-4b59-9e05-e109224d2bd2" providerId="ADAL" clId="{24D189ED-3557-4501-ACFE-1E2F0A62EA70}" dt="2026-02-02T21:43:06.229" v="94"/>
          <ac:inkMkLst>
            <pc:docMk/>
            <pc:sldMk cId="1403655137" sldId="441"/>
            <ac:inkMk id="300" creationId="{2184FC2F-9983-D80D-9263-533DD1E43C5D}"/>
          </ac:inkMkLst>
        </pc:inkChg>
        <pc:inkChg chg="add del reco">
          <ac:chgData name="Fariha Hossain" userId="6aa7d125-f4d1-4b59-9e05-e109224d2bd2" providerId="ADAL" clId="{24D189ED-3557-4501-ACFE-1E2F0A62EA70}" dt="2026-02-02T21:47:38.229" v="231"/>
          <ac:inkMkLst>
            <pc:docMk/>
            <pc:sldMk cId="1403655137" sldId="441"/>
            <ac:inkMk id="301" creationId="{67BF35A2-ADF6-6196-62AB-4DD326054775}"/>
          </ac:inkMkLst>
        </pc:inkChg>
        <pc:inkChg chg="add del">
          <ac:chgData name="Fariha Hossain" userId="6aa7d125-f4d1-4b59-9e05-e109224d2bd2" providerId="ADAL" clId="{24D189ED-3557-4501-ACFE-1E2F0A62EA70}" dt="2026-02-02T21:43:17.131" v="98"/>
          <ac:inkMkLst>
            <pc:docMk/>
            <pc:sldMk cId="1403655137" sldId="441"/>
            <ac:inkMk id="302" creationId="{16C66A6A-83AA-2B12-6F7F-3B41C919D064}"/>
          </ac:inkMkLst>
        </pc:inkChg>
        <pc:inkChg chg="add del">
          <ac:chgData name="Fariha Hossain" userId="6aa7d125-f4d1-4b59-9e05-e109224d2bd2" providerId="ADAL" clId="{24D189ED-3557-4501-ACFE-1E2F0A62EA70}" dt="2026-02-02T21:43:17.131" v="98"/>
          <ac:inkMkLst>
            <pc:docMk/>
            <pc:sldMk cId="1403655137" sldId="441"/>
            <ac:inkMk id="303" creationId="{C6764D98-AC5B-DDD9-1AA7-3664BD2AABB4}"/>
          </ac:inkMkLst>
        </pc:inkChg>
        <pc:inkChg chg="add del">
          <ac:chgData name="Fariha Hossain" userId="6aa7d125-f4d1-4b59-9e05-e109224d2bd2" providerId="ADAL" clId="{24D189ED-3557-4501-ACFE-1E2F0A62EA70}" dt="2026-02-02T21:43:17.131" v="98"/>
          <ac:inkMkLst>
            <pc:docMk/>
            <pc:sldMk cId="1403655137" sldId="441"/>
            <ac:inkMk id="304" creationId="{80FABDE3-CF9E-6B78-80FB-CBC712DEBF9A}"/>
          </ac:inkMkLst>
        </pc:inkChg>
        <pc:inkChg chg="add del reco">
          <ac:chgData name="Fariha Hossain" userId="6aa7d125-f4d1-4b59-9e05-e109224d2bd2" providerId="ADAL" clId="{24D189ED-3557-4501-ACFE-1E2F0A62EA70}" dt="2026-02-02T21:47:38.226" v="227"/>
          <ac:inkMkLst>
            <pc:docMk/>
            <pc:sldMk cId="1403655137" sldId="441"/>
            <ac:inkMk id="305" creationId="{5311B1E6-F4F0-2D09-EE3C-29EBDB1E77AB}"/>
          </ac:inkMkLst>
        </pc:inkChg>
        <pc:inkChg chg="add del">
          <ac:chgData name="Fariha Hossain" userId="6aa7d125-f4d1-4b59-9e05-e109224d2bd2" providerId="ADAL" clId="{24D189ED-3557-4501-ACFE-1E2F0A62EA70}" dt="2026-02-02T21:47:38.223" v="225"/>
          <ac:inkMkLst>
            <pc:docMk/>
            <pc:sldMk cId="1403655137" sldId="441"/>
            <ac:inkMk id="306" creationId="{F46DD797-35DE-88ED-FB2B-22425519E131}"/>
          </ac:inkMkLst>
        </pc:inkChg>
        <pc:inkChg chg="add del">
          <ac:chgData name="Fariha Hossain" userId="6aa7d125-f4d1-4b59-9e05-e109224d2bd2" providerId="ADAL" clId="{24D189ED-3557-4501-ACFE-1E2F0A62EA70}" dt="2026-02-02T21:47:38.231" v="234"/>
          <ac:inkMkLst>
            <pc:docMk/>
            <pc:sldMk cId="1403655137" sldId="441"/>
            <ac:inkMk id="307" creationId="{9306806A-549E-C952-6EC1-29C77437D062}"/>
          </ac:inkMkLst>
        </pc:inkChg>
        <pc:inkChg chg="add del">
          <ac:chgData name="Fariha Hossain" userId="6aa7d125-f4d1-4b59-9e05-e109224d2bd2" providerId="ADAL" clId="{24D189ED-3557-4501-ACFE-1E2F0A62EA70}" dt="2026-02-02T21:47:38.228" v="230"/>
          <ac:inkMkLst>
            <pc:docMk/>
            <pc:sldMk cId="1403655137" sldId="441"/>
            <ac:inkMk id="308" creationId="{28F70E20-5E21-5062-6E28-FF412A8425CB}"/>
          </ac:inkMkLst>
        </pc:inkChg>
        <pc:inkChg chg="add del">
          <ac:chgData name="Fariha Hossain" userId="6aa7d125-f4d1-4b59-9e05-e109224d2bd2" providerId="ADAL" clId="{24D189ED-3557-4501-ACFE-1E2F0A62EA70}" dt="2026-02-02T21:47:46.569" v="241"/>
          <ac:inkMkLst>
            <pc:docMk/>
            <pc:sldMk cId="1403655137" sldId="441"/>
            <ac:inkMk id="309" creationId="{CF48966E-E16B-AD0B-AA10-996C8EF6798E}"/>
          </ac:inkMkLst>
        </pc:inkChg>
        <pc:inkChg chg="add del">
          <ac:chgData name="Fariha Hossain" userId="6aa7d125-f4d1-4b59-9e05-e109224d2bd2" providerId="ADAL" clId="{24D189ED-3557-4501-ACFE-1E2F0A62EA70}" dt="2026-02-02T21:47:46.569" v="241"/>
          <ac:inkMkLst>
            <pc:docMk/>
            <pc:sldMk cId="1403655137" sldId="441"/>
            <ac:inkMk id="310" creationId="{596BACD0-C71C-CA8A-9A3D-96D16262ECC2}"/>
          </ac:inkMkLst>
        </pc:inkChg>
        <pc:inkChg chg="add del">
          <ac:chgData name="Fariha Hossain" userId="6aa7d125-f4d1-4b59-9e05-e109224d2bd2" providerId="ADAL" clId="{24D189ED-3557-4501-ACFE-1E2F0A62EA70}" dt="2026-02-02T21:47:46.569" v="241"/>
          <ac:inkMkLst>
            <pc:docMk/>
            <pc:sldMk cId="1403655137" sldId="441"/>
            <ac:inkMk id="311" creationId="{04E8F05A-9234-CAA8-1D5B-00BDF09919D8}"/>
          </ac:inkMkLst>
        </pc:inkChg>
        <pc:inkChg chg="add del">
          <ac:chgData name="Fariha Hossain" userId="6aa7d125-f4d1-4b59-9e05-e109224d2bd2" providerId="ADAL" clId="{24D189ED-3557-4501-ACFE-1E2F0A62EA70}" dt="2026-02-02T21:47:46.569" v="241"/>
          <ac:inkMkLst>
            <pc:docMk/>
            <pc:sldMk cId="1403655137" sldId="441"/>
            <ac:inkMk id="312" creationId="{90013CDA-81D0-FD42-EAE1-D127E250B28D}"/>
          </ac:inkMkLst>
        </pc:inkChg>
        <pc:inkChg chg="add del">
          <ac:chgData name="Fariha Hossain" userId="6aa7d125-f4d1-4b59-9e05-e109224d2bd2" providerId="ADAL" clId="{24D189ED-3557-4501-ACFE-1E2F0A62EA70}" dt="2026-02-02T21:47:46.569" v="241"/>
          <ac:inkMkLst>
            <pc:docMk/>
            <pc:sldMk cId="1403655137" sldId="441"/>
            <ac:inkMk id="313" creationId="{8F5B2CDF-4277-AA61-DAB3-5FA587EA655E}"/>
          </ac:inkMkLst>
        </pc:inkChg>
        <pc:inkChg chg="add del reco">
          <ac:chgData name="Fariha Hossain" userId="6aa7d125-f4d1-4b59-9e05-e109224d2bd2" providerId="ADAL" clId="{24D189ED-3557-4501-ACFE-1E2F0A62EA70}" dt="2026-02-02T21:48:39.768" v="271"/>
          <ac:inkMkLst>
            <pc:docMk/>
            <pc:sldMk cId="1403655137" sldId="441"/>
            <ac:inkMk id="314" creationId="{497F7175-8479-B8DF-1EAD-BA3EE6F614B8}"/>
          </ac:inkMkLst>
        </pc:inkChg>
        <pc:inkChg chg="add del">
          <ac:chgData name="Fariha Hossain" userId="6aa7d125-f4d1-4b59-9e05-e109224d2bd2" providerId="ADAL" clId="{24D189ED-3557-4501-ACFE-1E2F0A62EA70}" dt="2026-02-02T21:47:58.986" v="247"/>
          <ac:inkMkLst>
            <pc:docMk/>
            <pc:sldMk cId="1403655137" sldId="441"/>
            <ac:inkMk id="315" creationId="{04407CB8-C644-A467-439A-CA3D396E866F}"/>
          </ac:inkMkLst>
        </pc:inkChg>
        <pc:inkChg chg="add del">
          <ac:chgData name="Fariha Hossain" userId="6aa7d125-f4d1-4b59-9e05-e109224d2bd2" providerId="ADAL" clId="{24D189ED-3557-4501-ACFE-1E2F0A62EA70}" dt="2026-02-02T21:47:58.986" v="247"/>
          <ac:inkMkLst>
            <pc:docMk/>
            <pc:sldMk cId="1403655137" sldId="441"/>
            <ac:inkMk id="316" creationId="{D7F20FA3-0F79-1670-6794-D92A8E60AD73}"/>
          </ac:inkMkLst>
        </pc:inkChg>
        <pc:inkChg chg="add del">
          <ac:chgData name="Fariha Hossain" userId="6aa7d125-f4d1-4b59-9e05-e109224d2bd2" providerId="ADAL" clId="{24D189ED-3557-4501-ACFE-1E2F0A62EA70}" dt="2026-02-02T21:47:58.986" v="247"/>
          <ac:inkMkLst>
            <pc:docMk/>
            <pc:sldMk cId="1403655137" sldId="441"/>
            <ac:inkMk id="317" creationId="{E51DF98F-D1A2-6D0C-D3F5-A84490428A3B}"/>
          </ac:inkMkLst>
        </pc:inkChg>
        <pc:inkChg chg="add del">
          <ac:chgData name="Fariha Hossain" userId="6aa7d125-f4d1-4b59-9e05-e109224d2bd2" providerId="ADAL" clId="{24D189ED-3557-4501-ACFE-1E2F0A62EA70}" dt="2026-02-02T21:47:58.986" v="247"/>
          <ac:inkMkLst>
            <pc:docMk/>
            <pc:sldMk cId="1403655137" sldId="441"/>
            <ac:inkMk id="318" creationId="{31EB26C7-F3BC-6B51-4CC7-8C9C82A6DE2A}"/>
          </ac:inkMkLst>
        </pc:inkChg>
        <pc:inkChg chg="add del">
          <ac:chgData name="Fariha Hossain" userId="6aa7d125-f4d1-4b59-9e05-e109224d2bd2" providerId="ADAL" clId="{24D189ED-3557-4501-ACFE-1E2F0A62EA70}" dt="2026-02-02T21:47:58.986" v="247"/>
          <ac:inkMkLst>
            <pc:docMk/>
            <pc:sldMk cId="1403655137" sldId="441"/>
            <ac:inkMk id="319" creationId="{B0B21DBF-4D2A-35D6-6723-E4C6886D462B}"/>
          </ac:inkMkLst>
        </pc:inkChg>
        <pc:inkChg chg="add del reco">
          <ac:chgData name="Fariha Hossain" userId="6aa7d125-f4d1-4b59-9e05-e109224d2bd2" providerId="ADAL" clId="{24D189ED-3557-4501-ACFE-1E2F0A62EA70}" dt="2026-02-02T21:48:42.865" v="276"/>
          <ac:inkMkLst>
            <pc:docMk/>
            <pc:sldMk cId="1403655137" sldId="441"/>
            <ac:inkMk id="320" creationId="{1866B050-E40E-C0CE-9D29-BA05A93204F0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1" creationId="{8E7B59AD-6CBE-EED3-D74A-C91D396557BC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2" creationId="{190CF52C-6879-A8C2-6E2C-2E11D919CACC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3" creationId="{018D3302-7D0B-6F8A-6D4B-C4E2D2A0185D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4" creationId="{7A78C26E-37BD-30CB-41D8-846DE3331A66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5" creationId="{5047ED1A-00D8-3A20-CA22-B57F16514BC6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6" creationId="{C4FA556E-3DA9-572D-1218-032CF1CF3CDA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7" creationId="{591E170C-182E-0911-9DC8-2EA6D4895C4A}"/>
          </ac:inkMkLst>
        </pc:inkChg>
        <pc:inkChg chg="add del">
          <ac:chgData name="Fariha Hossain" userId="6aa7d125-f4d1-4b59-9e05-e109224d2bd2" providerId="ADAL" clId="{24D189ED-3557-4501-ACFE-1E2F0A62EA70}" dt="2026-02-02T21:48:21.203" v="256"/>
          <ac:inkMkLst>
            <pc:docMk/>
            <pc:sldMk cId="1403655137" sldId="441"/>
            <ac:inkMk id="328" creationId="{E23069BA-F7F0-5F3D-26B0-A9A84C680456}"/>
          </ac:inkMkLst>
        </pc:inkChg>
        <pc:inkChg chg="add del mod reco modStrokes">
          <ac:chgData name="Fariha Hossain" userId="6aa7d125-f4d1-4b59-9e05-e109224d2bd2" providerId="ADAL" clId="{24D189ED-3557-4501-ACFE-1E2F0A62EA70}" dt="2026-02-02T21:48:42.868" v="280"/>
          <ac:inkMkLst>
            <pc:docMk/>
            <pc:sldMk cId="1403655137" sldId="441"/>
            <ac:inkMk id="329" creationId="{1C707923-9141-025B-7051-9D8AFE0ED18B}"/>
          </ac:inkMkLst>
        </pc:inkChg>
        <pc:inkChg chg="add del">
          <ac:chgData name="Fariha Hossain" userId="6aa7d125-f4d1-4b59-9e05-e109224d2bd2" providerId="ADAL" clId="{24D189ED-3557-4501-ACFE-1E2F0A62EA70}" dt="2026-02-02T21:48:24.800" v="261"/>
          <ac:inkMkLst>
            <pc:docMk/>
            <pc:sldMk cId="1403655137" sldId="441"/>
            <ac:inkMk id="330" creationId="{68260B22-2925-FC87-B5BA-9AA508525628}"/>
          </ac:inkMkLst>
        </pc:inkChg>
        <pc:inkChg chg="add del">
          <ac:chgData name="Fariha Hossain" userId="6aa7d125-f4d1-4b59-9e05-e109224d2bd2" providerId="ADAL" clId="{24D189ED-3557-4501-ACFE-1E2F0A62EA70}" dt="2026-02-02T21:48:24.800" v="261"/>
          <ac:inkMkLst>
            <pc:docMk/>
            <pc:sldMk cId="1403655137" sldId="441"/>
            <ac:inkMk id="331" creationId="{E6B0DB5E-E20D-D0E7-F195-15F637178657}"/>
          </ac:inkMkLst>
        </pc:inkChg>
        <pc:inkChg chg="add del">
          <ac:chgData name="Fariha Hossain" userId="6aa7d125-f4d1-4b59-9e05-e109224d2bd2" providerId="ADAL" clId="{24D189ED-3557-4501-ACFE-1E2F0A62EA70}" dt="2026-02-02T21:48:24.800" v="261"/>
          <ac:inkMkLst>
            <pc:docMk/>
            <pc:sldMk cId="1403655137" sldId="441"/>
            <ac:inkMk id="332" creationId="{BE5EBD03-127D-A738-0E16-0D24E48DCE3F}"/>
          </ac:inkMkLst>
        </pc:inkChg>
        <pc:inkChg chg="add del">
          <ac:chgData name="Fariha Hossain" userId="6aa7d125-f4d1-4b59-9e05-e109224d2bd2" providerId="ADAL" clId="{24D189ED-3557-4501-ACFE-1E2F0A62EA70}" dt="2026-02-02T21:48:24.800" v="261"/>
          <ac:inkMkLst>
            <pc:docMk/>
            <pc:sldMk cId="1403655137" sldId="441"/>
            <ac:inkMk id="333" creationId="{D19E474E-F742-2AD8-352F-16FDCF5260CA}"/>
          </ac:inkMkLst>
        </pc:inkChg>
        <pc:inkChg chg="add del reco">
          <ac:chgData name="Fariha Hossain" userId="6aa7d125-f4d1-4b59-9e05-e109224d2bd2" providerId="ADAL" clId="{24D189ED-3557-4501-ACFE-1E2F0A62EA70}" dt="2026-02-02T21:48:42.864" v="275"/>
          <ac:inkMkLst>
            <pc:docMk/>
            <pc:sldMk cId="1403655137" sldId="441"/>
            <ac:inkMk id="334" creationId="{4E659845-7DA8-3207-4170-D880E28D7A72}"/>
          </ac:inkMkLst>
        </pc:inkChg>
        <pc:inkChg chg="add del reco">
          <ac:chgData name="Fariha Hossain" userId="6aa7d125-f4d1-4b59-9e05-e109224d2bd2" providerId="ADAL" clId="{24D189ED-3557-4501-ACFE-1E2F0A62EA70}" dt="2026-02-02T21:48:42.867" v="279"/>
          <ac:inkMkLst>
            <pc:docMk/>
            <pc:sldMk cId="1403655137" sldId="441"/>
            <ac:inkMk id="335" creationId="{2DF4DD6F-77D2-E0E7-66AC-06DF34A04248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36" creationId="{A4F98A69-0733-E4ED-F930-10300041A176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37" creationId="{A5D3CBCA-EF15-E696-CE9B-6B3034FFB091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38" creationId="{940AEA84-E850-3B1F-1ED8-C75A832BCD69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39" creationId="{3DC1C79B-0602-34BE-E3AD-4BF033A25A3E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40" creationId="{E716C660-68C0-2676-EFF9-B99A064C9E02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41" creationId="{E224C6C1-6123-3130-E78D-B43FF723C1ED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42" creationId="{7ADDD989-5719-F2B3-7107-0729E0F0C0E7}"/>
          </ac:inkMkLst>
        </pc:inkChg>
        <pc:inkChg chg="add del">
          <ac:chgData name="Fariha Hossain" userId="6aa7d125-f4d1-4b59-9e05-e109224d2bd2" providerId="ADAL" clId="{24D189ED-3557-4501-ACFE-1E2F0A62EA70}" dt="2026-02-02T21:48:29.114" v="270"/>
          <ac:inkMkLst>
            <pc:docMk/>
            <pc:sldMk cId="1403655137" sldId="441"/>
            <ac:inkMk id="343" creationId="{CE7AEC79-BFCB-E904-7215-331D119FD192}"/>
          </ac:inkMkLst>
        </pc:inkChg>
        <pc:inkChg chg="add del mod reco modStrokes">
          <ac:chgData name="Fariha Hossain" userId="6aa7d125-f4d1-4b59-9e05-e109224d2bd2" providerId="ADAL" clId="{24D189ED-3557-4501-ACFE-1E2F0A62EA70}" dt="2026-02-02T21:48:42.863" v="274"/>
          <ac:inkMkLst>
            <pc:docMk/>
            <pc:sldMk cId="1403655137" sldId="441"/>
            <ac:inkMk id="344" creationId="{FA6DC14D-A8CE-5018-B093-2A717A9903AB}"/>
          </ac:inkMkLst>
        </pc:inkChg>
        <pc:inkChg chg="add del">
          <ac:chgData name="Fariha Hossain" userId="6aa7d125-f4d1-4b59-9e05-e109224d2bd2" providerId="ADAL" clId="{24D189ED-3557-4501-ACFE-1E2F0A62EA70}" dt="2026-02-02T21:49:36.687" v="283"/>
          <ac:inkMkLst>
            <pc:docMk/>
            <pc:sldMk cId="1403655137" sldId="441"/>
            <ac:inkMk id="345" creationId="{272B597F-380D-C6AC-6CE8-E17CE6D351DD}"/>
          </ac:inkMkLst>
        </pc:inkChg>
        <pc:inkChg chg="add del">
          <ac:chgData name="Fariha Hossain" userId="6aa7d125-f4d1-4b59-9e05-e109224d2bd2" providerId="ADAL" clId="{24D189ED-3557-4501-ACFE-1E2F0A62EA70}" dt="2026-02-02T21:49:36.687" v="283"/>
          <ac:inkMkLst>
            <pc:docMk/>
            <pc:sldMk cId="1403655137" sldId="441"/>
            <ac:inkMk id="346" creationId="{9CF0640F-D820-B58B-24AE-317CBB43931F}"/>
          </ac:inkMkLst>
        </pc:inkChg>
        <pc:inkChg chg="add reco">
          <ac:chgData name="Fariha Hossain" userId="6aa7d125-f4d1-4b59-9e05-e109224d2bd2" providerId="ADAL" clId="{24D189ED-3557-4501-ACFE-1E2F0A62EA70}" dt="2026-02-02T21:49:36.687" v="283"/>
          <ac:inkMkLst>
            <pc:docMk/>
            <pc:sldMk cId="1403655137" sldId="441"/>
            <ac:inkMk id="347" creationId="{60947356-6FEA-7327-43B0-1D40799F637E}"/>
          </ac:inkMkLst>
        </pc:inkChg>
        <pc:inkChg chg="add del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48" creationId="{B2FAEA91-15E3-22BA-3A41-5797801B6DC6}"/>
          </ac:inkMkLst>
        </pc:inkChg>
        <pc:inkChg chg="add del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49" creationId="{D4B23045-4C67-1C3E-6CCC-FAEECEBCA23F}"/>
          </ac:inkMkLst>
        </pc:inkChg>
        <pc:inkChg chg="add del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50" creationId="{04179F0B-17AB-E260-29B0-F1C46A988F42}"/>
          </ac:inkMkLst>
        </pc:inkChg>
        <pc:inkChg chg="add del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51" creationId="{9044E144-5D0E-407F-9113-7285E5CACDE3}"/>
          </ac:inkMkLst>
        </pc:inkChg>
        <pc:inkChg chg="add del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52" creationId="{291FE81C-9715-179D-19CB-5D711412C477}"/>
          </ac:inkMkLst>
        </pc:inkChg>
        <pc:inkChg chg="add del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53" creationId="{0E09AE0C-1C8D-05E6-F740-4775A37A51A2}"/>
          </ac:inkMkLst>
        </pc:inkChg>
        <pc:inkChg chg="add reco">
          <ac:chgData name="Fariha Hossain" userId="6aa7d125-f4d1-4b59-9e05-e109224d2bd2" providerId="ADAL" clId="{24D189ED-3557-4501-ACFE-1E2F0A62EA70}" dt="2026-02-02T21:49:39.987" v="290"/>
          <ac:inkMkLst>
            <pc:docMk/>
            <pc:sldMk cId="1403655137" sldId="441"/>
            <ac:inkMk id="354" creationId="{6B793F35-D480-5389-9F81-0B6448353679}"/>
          </ac:inkMkLst>
        </pc:inkChg>
      </pc:sldChg>
      <pc:sldChg chg="addSp delSp mod">
        <pc:chgData name="Fariha Hossain" userId="6aa7d125-f4d1-4b59-9e05-e109224d2bd2" providerId="ADAL" clId="{24D189ED-3557-4501-ACFE-1E2F0A62EA70}" dt="2026-02-02T21:43:33.747" v="105"/>
        <pc:sldMkLst>
          <pc:docMk/>
          <pc:sldMk cId="671294137" sldId="442"/>
        </pc:sldMkLst>
        <pc:inkChg chg="add del">
          <ac:chgData name="Fariha Hossain" userId="6aa7d125-f4d1-4b59-9e05-e109224d2bd2" providerId="ADAL" clId="{24D189ED-3557-4501-ACFE-1E2F0A62EA70}" dt="2026-02-02T21:43:28.748" v="102"/>
          <ac:inkMkLst>
            <pc:docMk/>
            <pc:sldMk cId="671294137" sldId="442"/>
            <ac:inkMk id="19" creationId="{C5EDAE7B-B313-82EC-EA4D-7AF08F60A9A7}"/>
          </ac:inkMkLst>
        </pc:inkChg>
        <pc:inkChg chg="add del">
          <ac:chgData name="Fariha Hossain" userId="6aa7d125-f4d1-4b59-9e05-e109224d2bd2" providerId="ADAL" clId="{24D189ED-3557-4501-ACFE-1E2F0A62EA70}" dt="2026-02-02T21:43:28.748" v="102"/>
          <ac:inkMkLst>
            <pc:docMk/>
            <pc:sldMk cId="671294137" sldId="442"/>
            <ac:inkMk id="134" creationId="{21C728C1-CFBC-086F-680E-F8A9051E09E7}"/>
          </ac:inkMkLst>
        </pc:inkChg>
        <pc:inkChg chg="add del">
          <ac:chgData name="Fariha Hossain" userId="6aa7d125-f4d1-4b59-9e05-e109224d2bd2" providerId="ADAL" clId="{24D189ED-3557-4501-ACFE-1E2F0A62EA70}" dt="2026-02-02T21:43:28.748" v="102"/>
          <ac:inkMkLst>
            <pc:docMk/>
            <pc:sldMk cId="671294137" sldId="442"/>
            <ac:inkMk id="135" creationId="{1E4E8DA3-DD04-ADBE-DC46-E1245536327C}"/>
          </ac:inkMkLst>
        </pc:inkChg>
        <pc:inkChg chg="add reco">
          <ac:chgData name="Fariha Hossain" userId="6aa7d125-f4d1-4b59-9e05-e109224d2bd2" providerId="ADAL" clId="{24D189ED-3557-4501-ACFE-1E2F0A62EA70}" dt="2026-02-02T21:43:28.748" v="102"/>
          <ac:inkMkLst>
            <pc:docMk/>
            <pc:sldMk cId="671294137" sldId="442"/>
            <ac:inkMk id="136" creationId="{347001AA-F38E-E8A6-A8A9-69E7BA6271A1}"/>
          </ac:inkMkLst>
        </pc:inkChg>
        <pc:inkChg chg="add del">
          <ac:chgData name="Fariha Hossain" userId="6aa7d125-f4d1-4b59-9e05-e109224d2bd2" providerId="ADAL" clId="{24D189ED-3557-4501-ACFE-1E2F0A62EA70}" dt="2026-02-02T21:43:33.747" v="105"/>
          <ac:inkMkLst>
            <pc:docMk/>
            <pc:sldMk cId="671294137" sldId="442"/>
            <ac:inkMk id="137" creationId="{CBF7D1BC-9F22-94D6-4376-9857416B37A9}"/>
          </ac:inkMkLst>
        </pc:inkChg>
        <pc:inkChg chg="add del">
          <ac:chgData name="Fariha Hossain" userId="6aa7d125-f4d1-4b59-9e05-e109224d2bd2" providerId="ADAL" clId="{24D189ED-3557-4501-ACFE-1E2F0A62EA70}" dt="2026-02-02T21:43:33.747" v="105"/>
          <ac:inkMkLst>
            <pc:docMk/>
            <pc:sldMk cId="671294137" sldId="442"/>
            <ac:inkMk id="138" creationId="{FC6BFB8F-BDAA-3D4B-C992-2D160963CBE7}"/>
          </ac:inkMkLst>
        </pc:inkChg>
        <pc:inkChg chg="add reco">
          <ac:chgData name="Fariha Hossain" userId="6aa7d125-f4d1-4b59-9e05-e109224d2bd2" providerId="ADAL" clId="{24D189ED-3557-4501-ACFE-1E2F0A62EA70}" dt="2026-02-02T21:43:33.747" v="105"/>
          <ac:inkMkLst>
            <pc:docMk/>
            <pc:sldMk cId="671294137" sldId="442"/>
            <ac:inkMk id="139" creationId="{940C3F37-3B6D-3A15-12A9-C60A89782F09}"/>
          </ac:inkMkLst>
        </pc:inkChg>
      </pc:sldChg>
      <pc:sldChg chg="addSp delSp mod">
        <pc:chgData name="Fariha Hossain" userId="6aa7d125-f4d1-4b59-9e05-e109224d2bd2" providerId="ADAL" clId="{24D189ED-3557-4501-ACFE-1E2F0A62EA70}" dt="2026-02-02T21:44:39.152" v="138"/>
        <pc:sldMkLst>
          <pc:docMk/>
          <pc:sldMk cId="4069617311" sldId="443"/>
        </pc:sldMkLst>
        <pc:inkChg chg="add">
          <ac:chgData name="Fariha Hossain" userId="6aa7d125-f4d1-4b59-9e05-e109224d2bd2" providerId="ADAL" clId="{24D189ED-3557-4501-ACFE-1E2F0A62EA70}" dt="2026-02-02T21:43:58.515" v="106"/>
          <ac:inkMkLst>
            <pc:docMk/>
            <pc:sldMk cId="4069617311" sldId="443"/>
            <ac:inkMk id="149" creationId="{9A7626D1-AF5F-E481-372C-181FC95B2473}"/>
          </ac:inkMkLst>
        </pc:inkChg>
        <pc:inkChg chg="add">
          <ac:chgData name="Fariha Hossain" userId="6aa7d125-f4d1-4b59-9e05-e109224d2bd2" providerId="ADAL" clId="{24D189ED-3557-4501-ACFE-1E2F0A62EA70}" dt="2026-02-02T21:44:04.381" v="107"/>
          <ac:inkMkLst>
            <pc:docMk/>
            <pc:sldMk cId="4069617311" sldId="443"/>
            <ac:inkMk id="150" creationId="{356A3AEA-493C-DE58-0EF3-F8AA6BDB2EA4}"/>
          </ac:inkMkLst>
        </pc:inkChg>
        <pc:inkChg chg="add">
          <ac:chgData name="Fariha Hossain" userId="6aa7d125-f4d1-4b59-9e05-e109224d2bd2" providerId="ADAL" clId="{24D189ED-3557-4501-ACFE-1E2F0A62EA70}" dt="2026-02-02T21:44:08.482" v="108"/>
          <ac:inkMkLst>
            <pc:docMk/>
            <pc:sldMk cId="4069617311" sldId="443"/>
            <ac:inkMk id="151" creationId="{4CDEBA4C-0BB3-3BD5-C835-604E0563C69B}"/>
          </ac:inkMkLst>
        </pc:inkChg>
        <pc:inkChg chg="add">
          <ac:chgData name="Fariha Hossain" userId="6aa7d125-f4d1-4b59-9e05-e109224d2bd2" providerId="ADAL" clId="{24D189ED-3557-4501-ACFE-1E2F0A62EA70}" dt="2026-02-02T21:44:15.533" v="109"/>
          <ac:inkMkLst>
            <pc:docMk/>
            <pc:sldMk cId="4069617311" sldId="443"/>
            <ac:inkMk id="152" creationId="{CAB80460-A3C5-1540-CEAB-0030CD8516C2}"/>
          </ac:inkMkLst>
        </pc:inkChg>
        <pc:inkChg chg="add del">
          <ac:chgData name="Fariha Hossain" userId="6aa7d125-f4d1-4b59-9e05-e109224d2bd2" providerId="ADAL" clId="{24D189ED-3557-4501-ACFE-1E2F0A62EA70}" dt="2026-02-02T21:44:22.866" v="115"/>
          <ac:inkMkLst>
            <pc:docMk/>
            <pc:sldMk cId="4069617311" sldId="443"/>
            <ac:inkMk id="153" creationId="{5632027A-CB88-32B5-3B73-FF051153C43E}"/>
          </ac:inkMkLst>
        </pc:inkChg>
        <pc:inkChg chg="add del">
          <ac:chgData name="Fariha Hossain" userId="6aa7d125-f4d1-4b59-9e05-e109224d2bd2" providerId="ADAL" clId="{24D189ED-3557-4501-ACFE-1E2F0A62EA70}" dt="2026-02-02T21:44:22.866" v="115"/>
          <ac:inkMkLst>
            <pc:docMk/>
            <pc:sldMk cId="4069617311" sldId="443"/>
            <ac:inkMk id="154" creationId="{FF707A62-20C8-BA69-0B21-3585226181AA}"/>
          </ac:inkMkLst>
        </pc:inkChg>
        <pc:inkChg chg="add del">
          <ac:chgData name="Fariha Hossain" userId="6aa7d125-f4d1-4b59-9e05-e109224d2bd2" providerId="ADAL" clId="{24D189ED-3557-4501-ACFE-1E2F0A62EA70}" dt="2026-02-02T21:44:22.866" v="115"/>
          <ac:inkMkLst>
            <pc:docMk/>
            <pc:sldMk cId="4069617311" sldId="443"/>
            <ac:inkMk id="155" creationId="{575DCB59-E8E2-95F5-237A-DB7C5AA1D35A}"/>
          </ac:inkMkLst>
        </pc:inkChg>
        <pc:inkChg chg="add del">
          <ac:chgData name="Fariha Hossain" userId="6aa7d125-f4d1-4b59-9e05-e109224d2bd2" providerId="ADAL" clId="{24D189ED-3557-4501-ACFE-1E2F0A62EA70}" dt="2026-02-02T21:44:22.866" v="115"/>
          <ac:inkMkLst>
            <pc:docMk/>
            <pc:sldMk cId="4069617311" sldId="443"/>
            <ac:inkMk id="156" creationId="{0DABA29A-E25C-B3C4-9BD3-D9A25D518A73}"/>
          </ac:inkMkLst>
        </pc:inkChg>
        <pc:inkChg chg="add del">
          <ac:chgData name="Fariha Hossain" userId="6aa7d125-f4d1-4b59-9e05-e109224d2bd2" providerId="ADAL" clId="{24D189ED-3557-4501-ACFE-1E2F0A62EA70}" dt="2026-02-02T21:44:22.866" v="115"/>
          <ac:inkMkLst>
            <pc:docMk/>
            <pc:sldMk cId="4069617311" sldId="443"/>
            <ac:inkMk id="157" creationId="{D99968C7-1A9F-C60B-B671-5A7786D4E260}"/>
          </ac:inkMkLst>
        </pc:inkChg>
        <pc:inkChg chg="add reco">
          <ac:chgData name="Fariha Hossain" userId="6aa7d125-f4d1-4b59-9e05-e109224d2bd2" providerId="ADAL" clId="{24D189ED-3557-4501-ACFE-1E2F0A62EA70}" dt="2026-02-02T21:44:22.866" v="115"/>
          <ac:inkMkLst>
            <pc:docMk/>
            <pc:sldMk cId="4069617311" sldId="443"/>
            <ac:inkMk id="158" creationId="{103D047A-CD0E-19D0-D1D4-BA404DBF7285}"/>
          </ac:inkMkLst>
        </pc:inkChg>
        <pc:inkChg chg="add del">
          <ac:chgData name="Fariha Hossain" userId="6aa7d125-f4d1-4b59-9e05-e109224d2bd2" providerId="ADAL" clId="{24D189ED-3557-4501-ACFE-1E2F0A62EA70}" dt="2026-02-02T21:44:25.614" v="121"/>
          <ac:inkMkLst>
            <pc:docMk/>
            <pc:sldMk cId="4069617311" sldId="443"/>
            <ac:inkMk id="159" creationId="{69F66C19-92C1-7155-7C75-8FD2844FC91E}"/>
          </ac:inkMkLst>
        </pc:inkChg>
        <pc:inkChg chg="add del">
          <ac:chgData name="Fariha Hossain" userId="6aa7d125-f4d1-4b59-9e05-e109224d2bd2" providerId="ADAL" clId="{24D189ED-3557-4501-ACFE-1E2F0A62EA70}" dt="2026-02-02T21:44:25.614" v="121"/>
          <ac:inkMkLst>
            <pc:docMk/>
            <pc:sldMk cId="4069617311" sldId="443"/>
            <ac:inkMk id="160" creationId="{43E01FAF-4882-78EE-310B-2B49657EB9FF}"/>
          </ac:inkMkLst>
        </pc:inkChg>
        <pc:inkChg chg="add del">
          <ac:chgData name="Fariha Hossain" userId="6aa7d125-f4d1-4b59-9e05-e109224d2bd2" providerId="ADAL" clId="{24D189ED-3557-4501-ACFE-1E2F0A62EA70}" dt="2026-02-02T21:44:25.614" v="121"/>
          <ac:inkMkLst>
            <pc:docMk/>
            <pc:sldMk cId="4069617311" sldId="443"/>
            <ac:inkMk id="161" creationId="{155918AF-C75B-7EF2-91E1-C725A5F4FA6E}"/>
          </ac:inkMkLst>
        </pc:inkChg>
        <pc:inkChg chg="add del">
          <ac:chgData name="Fariha Hossain" userId="6aa7d125-f4d1-4b59-9e05-e109224d2bd2" providerId="ADAL" clId="{24D189ED-3557-4501-ACFE-1E2F0A62EA70}" dt="2026-02-02T21:44:25.614" v="121"/>
          <ac:inkMkLst>
            <pc:docMk/>
            <pc:sldMk cId="4069617311" sldId="443"/>
            <ac:inkMk id="162" creationId="{92F97EE9-1905-CA20-834F-32C0EAAEE687}"/>
          </ac:inkMkLst>
        </pc:inkChg>
        <pc:inkChg chg="add del">
          <ac:chgData name="Fariha Hossain" userId="6aa7d125-f4d1-4b59-9e05-e109224d2bd2" providerId="ADAL" clId="{24D189ED-3557-4501-ACFE-1E2F0A62EA70}" dt="2026-02-02T21:44:25.614" v="121"/>
          <ac:inkMkLst>
            <pc:docMk/>
            <pc:sldMk cId="4069617311" sldId="443"/>
            <ac:inkMk id="163" creationId="{D5496DD0-02E5-DC87-2FE9-1BC2605DF756}"/>
          </ac:inkMkLst>
        </pc:inkChg>
        <pc:inkChg chg="add reco">
          <ac:chgData name="Fariha Hossain" userId="6aa7d125-f4d1-4b59-9e05-e109224d2bd2" providerId="ADAL" clId="{24D189ED-3557-4501-ACFE-1E2F0A62EA70}" dt="2026-02-02T21:44:25.614" v="121"/>
          <ac:inkMkLst>
            <pc:docMk/>
            <pc:sldMk cId="4069617311" sldId="443"/>
            <ac:inkMk id="164" creationId="{9FA1D940-71B1-E795-76BB-85B30F4AF516}"/>
          </ac:inkMkLst>
        </pc:inkChg>
        <pc:inkChg chg="add del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65" creationId="{EFBDC759-1B01-87E5-FA24-D293EE8DA18E}"/>
          </ac:inkMkLst>
        </pc:inkChg>
        <pc:inkChg chg="add del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66" creationId="{9621400B-1C94-ED7E-980D-27812AA1A3EF}"/>
          </ac:inkMkLst>
        </pc:inkChg>
        <pc:inkChg chg="add del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67" creationId="{E4F5421C-6C58-0812-94F5-3F8555BB5F39}"/>
          </ac:inkMkLst>
        </pc:inkChg>
        <pc:inkChg chg="add del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68" creationId="{8FF91FC9-2860-52A7-D223-DE181DA5CE5C}"/>
          </ac:inkMkLst>
        </pc:inkChg>
        <pc:inkChg chg="add del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69" creationId="{933B9609-62B0-3C0E-7BAA-250528FECB2A}"/>
          </ac:inkMkLst>
        </pc:inkChg>
        <pc:inkChg chg="add del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70" creationId="{74BAE7E6-AFDA-C5EC-F330-EDBBF3D038B2}"/>
          </ac:inkMkLst>
        </pc:inkChg>
        <pc:inkChg chg="add reco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71" creationId="{D15B6861-A226-11BD-8804-714D4F0A0969}"/>
          </ac:inkMkLst>
        </pc:inkChg>
        <pc:inkChg chg="add reco">
          <ac:chgData name="Fariha Hossain" userId="6aa7d125-f4d1-4b59-9e05-e109224d2bd2" providerId="ADAL" clId="{24D189ED-3557-4501-ACFE-1E2F0A62EA70}" dt="2026-02-02T21:44:30.956" v="128"/>
          <ac:inkMkLst>
            <pc:docMk/>
            <pc:sldMk cId="4069617311" sldId="443"/>
            <ac:inkMk id="172" creationId="{871E9EC6-6960-E111-FFFA-C289B94996A2}"/>
          </ac:inkMkLst>
        </pc:inkChg>
        <pc:inkChg chg="add del">
          <ac:chgData name="Fariha Hossain" userId="6aa7d125-f4d1-4b59-9e05-e109224d2bd2" providerId="ADAL" clId="{24D189ED-3557-4501-ACFE-1E2F0A62EA70}" dt="2026-02-02T21:44:34.425" v="131"/>
          <ac:inkMkLst>
            <pc:docMk/>
            <pc:sldMk cId="4069617311" sldId="443"/>
            <ac:inkMk id="173" creationId="{410F480D-71BD-AB27-D722-DFED1E381CE2}"/>
          </ac:inkMkLst>
        </pc:inkChg>
        <pc:inkChg chg="add del">
          <ac:chgData name="Fariha Hossain" userId="6aa7d125-f4d1-4b59-9e05-e109224d2bd2" providerId="ADAL" clId="{24D189ED-3557-4501-ACFE-1E2F0A62EA70}" dt="2026-02-02T21:44:34.425" v="131"/>
          <ac:inkMkLst>
            <pc:docMk/>
            <pc:sldMk cId="4069617311" sldId="443"/>
            <ac:inkMk id="174" creationId="{DEE95B84-80D3-E66E-12D8-5634722A5ECA}"/>
          </ac:inkMkLst>
        </pc:inkChg>
        <pc:inkChg chg="add reco">
          <ac:chgData name="Fariha Hossain" userId="6aa7d125-f4d1-4b59-9e05-e109224d2bd2" providerId="ADAL" clId="{24D189ED-3557-4501-ACFE-1E2F0A62EA70}" dt="2026-02-02T21:44:34.425" v="131"/>
          <ac:inkMkLst>
            <pc:docMk/>
            <pc:sldMk cId="4069617311" sldId="443"/>
            <ac:inkMk id="175" creationId="{11AA9879-2564-6BD0-1CEF-439B42CD7424}"/>
          </ac:inkMkLst>
        </pc:inkChg>
        <pc:inkChg chg="add del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76" creationId="{1A691F43-B19A-245C-16E1-50FD9CCF622E}"/>
          </ac:inkMkLst>
        </pc:inkChg>
        <pc:inkChg chg="add del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77" creationId="{3D911CB5-46CF-6154-4CCB-F38B7FB8D2EA}"/>
          </ac:inkMkLst>
        </pc:inkChg>
        <pc:inkChg chg="add del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78" creationId="{09DD2865-56DC-A647-AA7D-D35759C69517}"/>
          </ac:inkMkLst>
        </pc:inkChg>
        <pc:inkChg chg="add del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79" creationId="{CBC3F895-11A4-BEA6-4924-49D179C7BDB3}"/>
          </ac:inkMkLst>
        </pc:inkChg>
        <pc:inkChg chg="add del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80" creationId="{BBAB29F2-8D15-EBF8-D72B-B2B3AC77F1EA}"/>
          </ac:inkMkLst>
        </pc:inkChg>
        <pc:inkChg chg="add del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81" creationId="{D1AEE280-63CE-8451-AAB5-CD9C11D3BD38}"/>
          </ac:inkMkLst>
        </pc:inkChg>
        <pc:inkChg chg="add reco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82" creationId="{1B1FF91E-FF75-3557-38E5-F4A70A01042D}"/>
          </ac:inkMkLst>
        </pc:inkChg>
        <pc:inkChg chg="add reco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83" creationId="{AECE7E1A-4056-257B-C213-F11F5ABAFBEB}"/>
          </ac:inkMkLst>
        </pc:inkChg>
        <pc:inkChg chg="add reco">
          <ac:chgData name="Fariha Hossain" userId="6aa7d125-f4d1-4b59-9e05-e109224d2bd2" providerId="ADAL" clId="{24D189ED-3557-4501-ACFE-1E2F0A62EA70}" dt="2026-02-02T21:44:39.152" v="138"/>
          <ac:inkMkLst>
            <pc:docMk/>
            <pc:sldMk cId="4069617311" sldId="443"/>
            <ac:inkMk id="184" creationId="{67ED32BF-AEE1-6F87-4152-DF7E0B02867E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1:45:23.842" v="171"/>
        <pc:sldMkLst>
          <pc:docMk/>
          <pc:sldMk cId="405740658" sldId="444"/>
        </pc:sldMkLst>
        <pc:inkChg chg="add del">
          <ac:chgData name="Fariha Hossain" userId="6aa7d125-f4d1-4b59-9e05-e109224d2bd2" providerId="ADAL" clId="{24D189ED-3557-4501-ACFE-1E2F0A62EA70}" dt="2026-02-02T21:44:49.432" v="142"/>
          <ac:inkMkLst>
            <pc:docMk/>
            <pc:sldMk cId="405740658" sldId="444"/>
            <ac:inkMk id="3" creationId="{26C5A050-49F5-50D7-8B12-40C7979CA31D}"/>
          </ac:inkMkLst>
        </pc:inkChg>
        <pc:inkChg chg="add del">
          <ac:chgData name="Fariha Hossain" userId="6aa7d125-f4d1-4b59-9e05-e109224d2bd2" providerId="ADAL" clId="{24D189ED-3557-4501-ACFE-1E2F0A62EA70}" dt="2026-02-02T21:44:49.432" v="142"/>
          <ac:inkMkLst>
            <pc:docMk/>
            <pc:sldMk cId="405740658" sldId="444"/>
            <ac:inkMk id="25" creationId="{A818BF3B-D46A-2E49-4A2A-049950469557}"/>
          </ac:inkMkLst>
        </pc:inkChg>
        <pc:inkChg chg="add del">
          <ac:chgData name="Fariha Hossain" userId="6aa7d125-f4d1-4b59-9e05-e109224d2bd2" providerId="ADAL" clId="{24D189ED-3557-4501-ACFE-1E2F0A62EA70}" dt="2026-02-02T21:44:49.432" v="142"/>
          <ac:inkMkLst>
            <pc:docMk/>
            <pc:sldMk cId="405740658" sldId="444"/>
            <ac:inkMk id="26" creationId="{242E96D2-724C-849F-BCA9-C1E3263CD69F}"/>
          </ac:inkMkLst>
        </pc:inkChg>
        <pc:inkChg chg="add reco">
          <ac:chgData name="Fariha Hossain" userId="6aa7d125-f4d1-4b59-9e05-e109224d2bd2" providerId="ADAL" clId="{24D189ED-3557-4501-ACFE-1E2F0A62EA70}" dt="2026-02-02T21:44:49.432" v="142"/>
          <ac:inkMkLst>
            <pc:docMk/>
            <pc:sldMk cId="405740658" sldId="444"/>
            <ac:inkMk id="27" creationId="{463BCBFC-06CA-FC00-1174-86C4108B9D8E}"/>
          </ac:inkMkLst>
        </pc:inkChg>
        <pc:inkChg chg="add">
          <ac:chgData name="Fariha Hossain" userId="6aa7d125-f4d1-4b59-9e05-e109224d2bd2" providerId="ADAL" clId="{24D189ED-3557-4501-ACFE-1E2F0A62EA70}" dt="2026-02-02T21:44:54.448" v="143"/>
          <ac:inkMkLst>
            <pc:docMk/>
            <pc:sldMk cId="405740658" sldId="444"/>
            <ac:inkMk id="28" creationId="{B86FAE43-98A7-493A-2453-E4FDBD36F9B5}"/>
          </ac:inkMkLst>
        </pc:inkChg>
        <pc:inkChg chg="add del">
          <ac:chgData name="Fariha Hossain" userId="6aa7d125-f4d1-4b59-9e05-e109224d2bd2" providerId="ADAL" clId="{24D189ED-3557-4501-ACFE-1E2F0A62EA70}" dt="2026-02-02T21:45:02.355" v="147"/>
          <ac:inkMkLst>
            <pc:docMk/>
            <pc:sldMk cId="405740658" sldId="444"/>
            <ac:inkMk id="29" creationId="{D60E3DAF-A783-3568-3C04-7281DC40159F}"/>
          </ac:inkMkLst>
        </pc:inkChg>
        <pc:inkChg chg="add del">
          <ac:chgData name="Fariha Hossain" userId="6aa7d125-f4d1-4b59-9e05-e109224d2bd2" providerId="ADAL" clId="{24D189ED-3557-4501-ACFE-1E2F0A62EA70}" dt="2026-02-02T21:45:02.355" v="147"/>
          <ac:inkMkLst>
            <pc:docMk/>
            <pc:sldMk cId="405740658" sldId="444"/>
            <ac:inkMk id="30" creationId="{140B9036-5D10-F2B7-E261-562B769EDF42}"/>
          </ac:inkMkLst>
        </pc:inkChg>
        <pc:inkChg chg="add del">
          <ac:chgData name="Fariha Hossain" userId="6aa7d125-f4d1-4b59-9e05-e109224d2bd2" providerId="ADAL" clId="{24D189ED-3557-4501-ACFE-1E2F0A62EA70}" dt="2026-02-02T21:45:02.355" v="147"/>
          <ac:inkMkLst>
            <pc:docMk/>
            <pc:sldMk cId="405740658" sldId="444"/>
            <ac:inkMk id="31" creationId="{C97D96ED-87F2-69D6-812E-829492740D42}"/>
          </ac:inkMkLst>
        </pc:inkChg>
        <pc:inkChg chg="add reco">
          <ac:chgData name="Fariha Hossain" userId="6aa7d125-f4d1-4b59-9e05-e109224d2bd2" providerId="ADAL" clId="{24D189ED-3557-4501-ACFE-1E2F0A62EA70}" dt="2026-02-02T21:45:02.355" v="147"/>
          <ac:inkMkLst>
            <pc:docMk/>
            <pc:sldMk cId="405740658" sldId="444"/>
            <ac:inkMk id="33" creationId="{1877D76A-0B35-CDD0-6CA3-F1EF40AC403C}"/>
          </ac:inkMkLst>
        </pc:inkChg>
        <pc:inkChg chg="add del">
          <ac:chgData name="Fariha Hossain" userId="6aa7d125-f4d1-4b59-9e05-e109224d2bd2" providerId="ADAL" clId="{24D189ED-3557-4501-ACFE-1E2F0A62EA70}" dt="2026-02-02T21:45:05.480" v="150"/>
          <ac:inkMkLst>
            <pc:docMk/>
            <pc:sldMk cId="405740658" sldId="444"/>
            <ac:inkMk id="34" creationId="{6042F349-E5FE-E2E4-7BC2-B6B1A18FB200}"/>
          </ac:inkMkLst>
        </pc:inkChg>
        <pc:inkChg chg="add del">
          <ac:chgData name="Fariha Hossain" userId="6aa7d125-f4d1-4b59-9e05-e109224d2bd2" providerId="ADAL" clId="{24D189ED-3557-4501-ACFE-1E2F0A62EA70}" dt="2026-02-02T21:45:05.480" v="150"/>
          <ac:inkMkLst>
            <pc:docMk/>
            <pc:sldMk cId="405740658" sldId="444"/>
            <ac:inkMk id="35" creationId="{D6F1CEC6-7531-E70A-04A6-4A2A18FAB230}"/>
          </ac:inkMkLst>
        </pc:inkChg>
        <pc:inkChg chg="add reco">
          <ac:chgData name="Fariha Hossain" userId="6aa7d125-f4d1-4b59-9e05-e109224d2bd2" providerId="ADAL" clId="{24D189ED-3557-4501-ACFE-1E2F0A62EA70}" dt="2026-02-02T21:45:05.480" v="150"/>
          <ac:inkMkLst>
            <pc:docMk/>
            <pc:sldMk cId="405740658" sldId="444"/>
            <ac:inkMk id="36" creationId="{9CDE55DD-B1C6-33D0-F410-A1DC4195C4DD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37" creationId="{EC5EC108-4F53-F2DB-72C7-D899EAF4FBB8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38" creationId="{81543B93-DC38-57A1-82FD-2E2F1396E9A7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39" creationId="{8595F91B-C67C-7641-5B0B-61E9EEF0E72E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40" creationId="{DE01F5F7-515E-67AA-6F5E-30C54E3970E9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41" creationId="{08C15023-EAFA-0991-2C38-0C2CFA99771D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42" creationId="{49C2FC2F-99C3-04E7-F46F-BE8AE4CD6723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43" creationId="{B33CE8F1-6532-1D42-BE34-EC417E633E37}"/>
          </ac:inkMkLst>
        </pc:inkChg>
        <pc:inkChg chg="add del">
          <ac:chgData name="Fariha Hossain" userId="6aa7d125-f4d1-4b59-9e05-e109224d2bd2" providerId="ADAL" clId="{24D189ED-3557-4501-ACFE-1E2F0A62EA70}" dt="2026-02-02T21:45:12.639" v="159"/>
          <ac:inkMkLst>
            <pc:docMk/>
            <pc:sldMk cId="405740658" sldId="444"/>
            <ac:inkMk id="44" creationId="{353461A8-17DF-95C6-9F43-2ABEADC1EF46}"/>
          </ac:inkMkLst>
        </pc:inkChg>
        <pc:inkChg chg="add del mod reco modStrokes">
          <ac:chgData name="Fariha Hossain" userId="6aa7d125-f4d1-4b59-9e05-e109224d2bd2" providerId="ADAL" clId="{24D189ED-3557-4501-ACFE-1E2F0A62EA70}" dt="2026-02-02T21:45:16.715" v="161"/>
          <ac:inkMkLst>
            <pc:docMk/>
            <pc:sldMk cId="405740658" sldId="444"/>
            <ac:inkMk id="45" creationId="{966D656E-BC20-0FC1-DD36-85489EEDA476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46" creationId="{D76FCB6B-0CA3-78C2-BF66-5E92AAB2620C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47" creationId="{3E51C588-890F-8932-7AB8-6578925BCCFA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48" creationId="{744D65F2-A711-669E-FA7D-F16FDF48C75A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49" creationId="{27A1F0A1-4C04-CA87-22AC-3CDF0158A703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50" creationId="{B3B34F92-A98A-608F-5ADB-822E135009E3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51" creationId="{CBFC2C4C-3548-966E-A9B6-39A9308B3E1C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52" creationId="{9F1EB1D3-CBE1-C64F-A8A6-F382A3A0BEEF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53" creationId="{AABFB4A1-AE79-7E55-5604-C21D2EE5638B}"/>
          </ac:inkMkLst>
        </pc:inkChg>
        <pc:inkChg chg="add del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54" creationId="{4BE4C5FB-6150-9DFF-B190-7046202374E5}"/>
          </ac:inkMkLst>
        </pc:inkChg>
        <pc:inkChg chg="add reco">
          <ac:chgData name="Fariha Hossain" userId="6aa7d125-f4d1-4b59-9e05-e109224d2bd2" providerId="ADAL" clId="{24D189ED-3557-4501-ACFE-1E2F0A62EA70}" dt="2026-02-02T21:45:23.842" v="171"/>
          <ac:inkMkLst>
            <pc:docMk/>
            <pc:sldMk cId="405740658" sldId="444"/>
            <ac:inkMk id="55" creationId="{1ED8A4D4-A898-C89C-33BA-A9C3360789DF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1:47:01.598" v="220"/>
        <pc:sldMkLst>
          <pc:docMk/>
          <pc:sldMk cId="892649332" sldId="445"/>
        </pc:sldMkLst>
        <pc:inkChg chg="add del">
          <ac:chgData name="Fariha Hossain" userId="6aa7d125-f4d1-4b59-9e05-e109224d2bd2" providerId="ADAL" clId="{24D189ED-3557-4501-ACFE-1E2F0A62EA70}" dt="2026-02-02T21:45:53.752" v="180"/>
          <ac:inkMkLst>
            <pc:docMk/>
            <pc:sldMk cId="892649332" sldId="445"/>
            <ac:inkMk id="3" creationId="{FF30EB81-D22D-5C4C-9171-CD8C1328287F}"/>
          </ac:inkMkLst>
        </pc:inkChg>
        <pc:inkChg chg="add del">
          <ac:chgData name="Fariha Hossain" userId="6aa7d125-f4d1-4b59-9e05-e109224d2bd2" providerId="ADAL" clId="{24D189ED-3557-4501-ACFE-1E2F0A62EA70}" dt="2026-02-02T21:45:53.752" v="180"/>
          <ac:inkMkLst>
            <pc:docMk/>
            <pc:sldMk cId="892649332" sldId="445"/>
            <ac:inkMk id="36" creationId="{A4C794F6-FAF2-5699-E43A-3A81372051DB}"/>
          </ac:inkMkLst>
        </pc:inkChg>
        <pc:inkChg chg="add del">
          <ac:chgData name="Fariha Hossain" userId="6aa7d125-f4d1-4b59-9e05-e109224d2bd2" providerId="ADAL" clId="{24D189ED-3557-4501-ACFE-1E2F0A62EA70}" dt="2026-02-02T21:45:53.752" v="180"/>
          <ac:inkMkLst>
            <pc:docMk/>
            <pc:sldMk cId="892649332" sldId="445"/>
            <ac:inkMk id="37" creationId="{D813C7BF-AF1C-29B4-2A55-93AD03EC2BE8}"/>
          </ac:inkMkLst>
        </pc:inkChg>
        <pc:inkChg chg="add del">
          <ac:chgData name="Fariha Hossain" userId="6aa7d125-f4d1-4b59-9e05-e109224d2bd2" providerId="ADAL" clId="{24D189ED-3557-4501-ACFE-1E2F0A62EA70}" dt="2026-02-02T21:45:50.416" v="178"/>
          <ac:inkMkLst>
            <pc:docMk/>
            <pc:sldMk cId="892649332" sldId="445"/>
            <ac:inkMk id="38" creationId="{C728B48D-B16F-EF4A-CB61-E3284120F8C9}"/>
          </ac:inkMkLst>
        </pc:inkChg>
        <pc:inkChg chg="add del">
          <ac:chgData name="Fariha Hossain" userId="6aa7d125-f4d1-4b59-9e05-e109224d2bd2" providerId="ADAL" clId="{24D189ED-3557-4501-ACFE-1E2F0A62EA70}" dt="2026-02-02T21:45:50.416" v="178"/>
          <ac:inkMkLst>
            <pc:docMk/>
            <pc:sldMk cId="892649332" sldId="445"/>
            <ac:inkMk id="39" creationId="{D89D9489-459E-FFED-1AD9-C8E9797DA456}"/>
          </ac:inkMkLst>
        </pc:inkChg>
        <pc:inkChg chg="add del">
          <ac:chgData name="Fariha Hossain" userId="6aa7d125-f4d1-4b59-9e05-e109224d2bd2" providerId="ADAL" clId="{24D189ED-3557-4501-ACFE-1E2F0A62EA70}" dt="2026-02-02T21:45:50.416" v="178"/>
          <ac:inkMkLst>
            <pc:docMk/>
            <pc:sldMk cId="892649332" sldId="445"/>
            <ac:inkMk id="40" creationId="{E9D44610-0DD9-3008-C0AA-1DCCB60684FD}"/>
          </ac:inkMkLst>
        </pc:inkChg>
        <pc:inkChg chg="add del reco">
          <ac:chgData name="Fariha Hossain" userId="6aa7d125-f4d1-4b59-9e05-e109224d2bd2" providerId="ADAL" clId="{24D189ED-3557-4501-ACFE-1E2F0A62EA70}" dt="2026-02-02T21:46:24.387" v="201"/>
          <ac:inkMkLst>
            <pc:docMk/>
            <pc:sldMk cId="892649332" sldId="445"/>
            <ac:inkMk id="41" creationId="{4DE66742-C536-E0E5-435F-F9BF780F8FC2}"/>
          </ac:inkMkLst>
        </pc:inkChg>
        <pc:inkChg chg="add del">
          <ac:chgData name="Fariha Hossain" userId="6aa7d125-f4d1-4b59-9e05-e109224d2bd2" providerId="ADAL" clId="{24D189ED-3557-4501-ACFE-1E2F0A62EA70}" dt="2026-02-02T21:45:53.752" v="180"/>
          <ac:inkMkLst>
            <pc:docMk/>
            <pc:sldMk cId="892649332" sldId="445"/>
            <ac:inkMk id="42" creationId="{8329B827-5D23-229C-098C-0489E678F375}"/>
          </ac:inkMkLst>
        </pc:inkChg>
        <pc:inkChg chg="add del reco">
          <ac:chgData name="Fariha Hossain" userId="6aa7d125-f4d1-4b59-9e05-e109224d2bd2" providerId="ADAL" clId="{24D189ED-3557-4501-ACFE-1E2F0A62EA70}" dt="2026-02-02T21:46:24.383" v="199"/>
          <ac:inkMkLst>
            <pc:docMk/>
            <pc:sldMk cId="892649332" sldId="445"/>
            <ac:inkMk id="43" creationId="{305F5C1E-FB97-D405-06D9-099D12C0F259}"/>
          </ac:inkMkLst>
        </pc:inkChg>
        <pc:inkChg chg="add del">
          <ac:chgData name="Fariha Hossain" userId="6aa7d125-f4d1-4b59-9e05-e109224d2bd2" providerId="ADAL" clId="{24D189ED-3557-4501-ACFE-1E2F0A62EA70}" dt="2026-02-02T21:45:56.784" v="185"/>
          <ac:inkMkLst>
            <pc:docMk/>
            <pc:sldMk cId="892649332" sldId="445"/>
            <ac:inkMk id="44" creationId="{9AB4FFB8-A873-B418-5C88-F662AD994C2F}"/>
          </ac:inkMkLst>
        </pc:inkChg>
        <pc:inkChg chg="add del">
          <ac:chgData name="Fariha Hossain" userId="6aa7d125-f4d1-4b59-9e05-e109224d2bd2" providerId="ADAL" clId="{24D189ED-3557-4501-ACFE-1E2F0A62EA70}" dt="2026-02-02T21:45:56.784" v="185"/>
          <ac:inkMkLst>
            <pc:docMk/>
            <pc:sldMk cId="892649332" sldId="445"/>
            <ac:inkMk id="45" creationId="{37528737-C412-585F-B121-DEF3D1598C1A}"/>
          </ac:inkMkLst>
        </pc:inkChg>
        <pc:inkChg chg="add del">
          <ac:chgData name="Fariha Hossain" userId="6aa7d125-f4d1-4b59-9e05-e109224d2bd2" providerId="ADAL" clId="{24D189ED-3557-4501-ACFE-1E2F0A62EA70}" dt="2026-02-02T21:45:56.784" v="185"/>
          <ac:inkMkLst>
            <pc:docMk/>
            <pc:sldMk cId="892649332" sldId="445"/>
            <ac:inkMk id="46" creationId="{932FC7FB-38ED-7744-6063-1A91D8363EE1}"/>
          </ac:inkMkLst>
        </pc:inkChg>
        <pc:inkChg chg="add del">
          <ac:chgData name="Fariha Hossain" userId="6aa7d125-f4d1-4b59-9e05-e109224d2bd2" providerId="ADAL" clId="{24D189ED-3557-4501-ACFE-1E2F0A62EA70}" dt="2026-02-02T21:45:56.784" v="185"/>
          <ac:inkMkLst>
            <pc:docMk/>
            <pc:sldMk cId="892649332" sldId="445"/>
            <ac:inkMk id="47" creationId="{D47CC5CE-BE0E-F3B1-E58B-D5C9E3C87987}"/>
          </ac:inkMkLst>
        </pc:inkChg>
        <pc:inkChg chg="add del reco">
          <ac:chgData name="Fariha Hossain" userId="6aa7d125-f4d1-4b59-9e05-e109224d2bd2" providerId="ADAL" clId="{24D189ED-3557-4501-ACFE-1E2F0A62EA70}" dt="2026-02-02T21:46:24.386" v="200"/>
          <ac:inkMkLst>
            <pc:docMk/>
            <pc:sldMk cId="892649332" sldId="445"/>
            <ac:inkMk id="48" creationId="{E6FD3AF1-8389-335E-266E-914113DAF54F}"/>
          </ac:inkMkLst>
        </pc:inkChg>
        <pc:inkChg chg="add del">
          <ac:chgData name="Fariha Hossain" userId="6aa7d125-f4d1-4b59-9e05-e109224d2bd2" providerId="ADAL" clId="{24D189ED-3557-4501-ACFE-1E2F0A62EA70}" dt="2026-02-02T21:46:00.932" v="188"/>
          <ac:inkMkLst>
            <pc:docMk/>
            <pc:sldMk cId="892649332" sldId="445"/>
            <ac:inkMk id="49" creationId="{851EFDB1-4F51-AB94-D272-5265B35B0F79}"/>
          </ac:inkMkLst>
        </pc:inkChg>
        <pc:inkChg chg="add del">
          <ac:chgData name="Fariha Hossain" userId="6aa7d125-f4d1-4b59-9e05-e109224d2bd2" providerId="ADAL" clId="{24D189ED-3557-4501-ACFE-1E2F0A62EA70}" dt="2026-02-02T21:46:00.932" v="188"/>
          <ac:inkMkLst>
            <pc:docMk/>
            <pc:sldMk cId="892649332" sldId="445"/>
            <ac:inkMk id="50" creationId="{792E67DE-8C14-F137-7E2C-350CF4A50D56}"/>
          </ac:inkMkLst>
        </pc:inkChg>
        <pc:inkChg chg="add del reco">
          <ac:chgData name="Fariha Hossain" userId="6aa7d125-f4d1-4b59-9e05-e109224d2bd2" providerId="ADAL" clId="{24D189ED-3557-4501-ACFE-1E2F0A62EA70}" dt="2026-02-02T21:46:24.392" v="204"/>
          <ac:inkMkLst>
            <pc:docMk/>
            <pc:sldMk cId="892649332" sldId="445"/>
            <ac:inkMk id="51" creationId="{509719D4-2A9A-7603-3CA3-61313942FAC8}"/>
          </ac:inkMkLst>
        </pc:inkChg>
        <pc:inkChg chg="add del">
          <ac:chgData name="Fariha Hossain" userId="6aa7d125-f4d1-4b59-9e05-e109224d2bd2" providerId="ADAL" clId="{24D189ED-3557-4501-ACFE-1E2F0A62EA70}" dt="2026-02-02T21:46:07.384" v="194"/>
          <ac:inkMkLst>
            <pc:docMk/>
            <pc:sldMk cId="892649332" sldId="445"/>
            <ac:inkMk id="52" creationId="{59E95280-9CDF-4AC2-1C5B-9CDEFBE15631}"/>
          </ac:inkMkLst>
        </pc:inkChg>
        <pc:inkChg chg="add del">
          <ac:chgData name="Fariha Hossain" userId="6aa7d125-f4d1-4b59-9e05-e109224d2bd2" providerId="ADAL" clId="{24D189ED-3557-4501-ACFE-1E2F0A62EA70}" dt="2026-02-02T21:46:07.384" v="194"/>
          <ac:inkMkLst>
            <pc:docMk/>
            <pc:sldMk cId="892649332" sldId="445"/>
            <ac:inkMk id="53" creationId="{5BF2F154-BDC0-14D5-4D29-0CD99B718F33}"/>
          </ac:inkMkLst>
        </pc:inkChg>
        <pc:inkChg chg="add del">
          <ac:chgData name="Fariha Hossain" userId="6aa7d125-f4d1-4b59-9e05-e109224d2bd2" providerId="ADAL" clId="{24D189ED-3557-4501-ACFE-1E2F0A62EA70}" dt="2026-02-02T21:46:07.384" v="194"/>
          <ac:inkMkLst>
            <pc:docMk/>
            <pc:sldMk cId="892649332" sldId="445"/>
            <ac:inkMk id="54" creationId="{6E7E8C46-23E8-B4E4-5797-BC18E39D0FD3}"/>
          </ac:inkMkLst>
        </pc:inkChg>
        <pc:inkChg chg="add del">
          <ac:chgData name="Fariha Hossain" userId="6aa7d125-f4d1-4b59-9e05-e109224d2bd2" providerId="ADAL" clId="{24D189ED-3557-4501-ACFE-1E2F0A62EA70}" dt="2026-02-02T21:46:07.384" v="194"/>
          <ac:inkMkLst>
            <pc:docMk/>
            <pc:sldMk cId="892649332" sldId="445"/>
            <ac:inkMk id="55" creationId="{C4413056-CF08-AF65-B9A1-572F602A490A}"/>
          </ac:inkMkLst>
        </pc:inkChg>
        <pc:inkChg chg="add del">
          <ac:chgData name="Fariha Hossain" userId="6aa7d125-f4d1-4b59-9e05-e109224d2bd2" providerId="ADAL" clId="{24D189ED-3557-4501-ACFE-1E2F0A62EA70}" dt="2026-02-02T21:46:07.384" v="194"/>
          <ac:inkMkLst>
            <pc:docMk/>
            <pc:sldMk cId="892649332" sldId="445"/>
            <ac:inkMk id="56" creationId="{47207E8E-5406-E538-F519-4F15DED0289E}"/>
          </ac:inkMkLst>
        </pc:inkChg>
        <pc:inkChg chg="add mod reco modStrokes">
          <ac:chgData name="Fariha Hossain" userId="6aa7d125-f4d1-4b59-9e05-e109224d2bd2" providerId="ADAL" clId="{24D189ED-3557-4501-ACFE-1E2F0A62EA70}" dt="2026-02-02T21:46:24.390" v="203"/>
          <ac:inkMkLst>
            <pc:docMk/>
            <pc:sldMk cId="892649332" sldId="445"/>
            <ac:inkMk id="57" creationId="{09FCD476-CF42-A549-9C9F-21CED870A4F7}"/>
          </ac:inkMkLst>
        </pc:inkChg>
        <pc:inkChg chg="add del">
          <ac:chgData name="Fariha Hossain" userId="6aa7d125-f4d1-4b59-9e05-e109224d2bd2" providerId="ADAL" clId="{24D189ED-3557-4501-ACFE-1E2F0A62EA70}" dt="2026-02-02T21:46:11.464" v="197"/>
          <ac:inkMkLst>
            <pc:docMk/>
            <pc:sldMk cId="892649332" sldId="445"/>
            <ac:inkMk id="58" creationId="{5F324499-2C53-84D5-290B-BFAF26CF753E}"/>
          </ac:inkMkLst>
        </pc:inkChg>
        <pc:inkChg chg="add del">
          <ac:chgData name="Fariha Hossain" userId="6aa7d125-f4d1-4b59-9e05-e109224d2bd2" providerId="ADAL" clId="{24D189ED-3557-4501-ACFE-1E2F0A62EA70}" dt="2026-02-02T21:46:11.464" v="197"/>
          <ac:inkMkLst>
            <pc:docMk/>
            <pc:sldMk cId="892649332" sldId="445"/>
            <ac:inkMk id="59" creationId="{CF116FCC-AB58-5561-A5EB-33811215A77D}"/>
          </ac:inkMkLst>
        </pc:inkChg>
        <pc:inkChg chg="add del reco">
          <ac:chgData name="Fariha Hossain" userId="6aa7d125-f4d1-4b59-9e05-e109224d2bd2" providerId="ADAL" clId="{24D189ED-3557-4501-ACFE-1E2F0A62EA70}" dt="2026-02-02T21:46:24.389" v="202"/>
          <ac:inkMkLst>
            <pc:docMk/>
            <pc:sldMk cId="892649332" sldId="445"/>
            <ac:inkMk id="60" creationId="{9DC427D3-EC26-E5D5-0815-40EFD18AAE2E}"/>
          </ac:inkMkLst>
        </pc:inkChg>
        <pc:inkChg chg="add del">
          <ac:chgData name="Fariha Hossain" userId="6aa7d125-f4d1-4b59-9e05-e109224d2bd2" providerId="ADAL" clId="{24D189ED-3557-4501-ACFE-1E2F0A62EA70}" dt="2026-02-02T21:46:24.394" v="205"/>
          <ac:inkMkLst>
            <pc:docMk/>
            <pc:sldMk cId="892649332" sldId="445"/>
            <ac:inkMk id="61" creationId="{7F52559C-E9D4-42A1-DE77-FB2F78BBBC07}"/>
          </ac:inkMkLst>
        </pc:inkChg>
        <pc:inkChg chg="add del">
          <ac:chgData name="Fariha Hossain" userId="6aa7d125-f4d1-4b59-9e05-e109224d2bd2" providerId="ADAL" clId="{24D189ED-3557-4501-ACFE-1E2F0A62EA70}" dt="2026-02-02T21:46:36.066" v="209"/>
          <ac:inkMkLst>
            <pc:docMk/>
            <pc:sldMk cId="892649332" sldId="445"/>
            <ac:inkMk id="62" creationId="{A6453B56-0314-D031-BB03-C089F35F8BF2}"/>
          </ac:inkMkLst>
        </pc:inkChg>
        <pc:inkChg chg="add del">
          <ac:chgData name="Fariha Hossain" userId="6aa7d125-f4d1-4b59-9e05-e109224d2bd2" providerId="ADAL" clId="{24D189ED-3557-4501-ACFE-1E2F0A62EA70}" dt="2026-02-02T21:46:36.066" v="209"/>
          <ac:inkMkLst>
            <pc:docMk/>
            <pc:sldMk cId="892649332" sldId="445"/>
            <ac:inkMk id="63" creationId="{B2632F90-1606-0156-8A68-F46F52C33A10}"/>
          </ac:inkMkLst>
        </pc:inkChg>
        <pc:inkChg chg="add del">
          <ac:chgData name="Fariha Hossain" userId="6aa7d125-f4d1-4b59-9e05-e109224d2bd2" providerId="ADAL" clId="{24D189ED-3557-4501-ACFE-1E2F0A62EA70}" dt="2026-02-02T21:46:36.066" v="209"/>
          <ac:inkMkLst>
            <pc:docMk/>
            <pc:sldMk cId="892649332" sldId="445"/>
            <ac:inkMk id="64" creationId="{D98678F2-C915-D14D-D2AB-6D8AE607F0BA}"/>
          </ac:inkMkLst>
        </pc:inkChg>
        <pc:inkChg chg="add reco">
          <ac:chgData name="Fariha Hossain" userId="6aa7d125-f4d1-4b59-9e05-e109224d2bd2" providerId="ADAL" clId="{24D189ED-3557-4501-ACFE-1E2F0A62EA70}" dt="2026-02-02T21:46:36.066" v="209"/>
          <ac:inkMkLst>
            <pc:docMk/>
            <pc:sldMk cId="892649332" sldId="445"/>
            <ac:inkMk id="65" creationId="{85D88D6B-93D8-FF7E-5C52-46224DDE4F14}"/>
          </ac:inkMkLst>
        </pc:inkChg>
        <pc:inkChg chg="add del">
          <ac:chgData name="Fariha Hossain" userId="6aa7d125-f4d1-4b59-9e05-e109224d2bd2" providerId="ADAL" clId="{24D189ED-3557-4501-ACFE-1E2F0A62EA70}" dt="2026-02-02T21:46:40.467" v="212"/>
          <ac:inkMkLst>
            <pc:docMk/>
            <pc:sldMk cId="892649332" sldId="445"/>
            <ac:inkMk id="66" creationId="{F8AFF151-4644-4454-AFDC-D120A900DEB9}"/>
          </ac:inkMkLst>
        </pc:inkChg>
        <pc:inkChg chg="add del">
          <ac:chgData name="Fariha Hossain" userId="6aa7d125-f4d1-4b59-9e05-e109224d2bd2" providerId="ADAL" clId="{24D189ED-3557-4501-ACFE-1E2F0A62EA70}" dt="2026-02-02T21:46:40.467" v="212"/>
          <ac:inkMkLst>
            <pc:docMk/>
            <pc:sldMk cId="892649332" sldId="445"/>
            <ac:inkMk id="67" creationId="{C484F04B-92A1-FAFE-AB4B-170A1C3A879C}"/>
          </ac:inkMkLst>
        </pc:inkChg>
        <pc:inkChg chg="add reco">
          <ac:chgData name="Fariha Hossain" userId="6aa7d125-f4d1-4b59-9e05-e109224d2bd2" providerId="ADAL" clId="{24D189ED-3557-4501-ACFE-1E2F0A62EA70}" dt="2026-02-02T21:46:40.467" v="212"/>
          <ac:inkMkLst>
            <pc:docMk/>
            <pc:sldMk cId="892649332" sldId="445"/>
            <ac:inkMk id="68" creationId="{838D3F04-7606-AE87-09B8-35B2EBAB7171}"/>
          </ac:inkMkLst>
        </pc:inkChg>
        <pc:inkChg chg="add">
          <ac:chgData name="Fariha Hossain" userId="6aa7d125-f4d1-4b59-9e05-e109224d2bd2" providerId="ADAL" clId="{24D189ED-3557-4501-ACFE-1E2F0A62EA70}" dt="2026-02-02T21:46:48.369" v="213"/>
          <ac:inkMkLst>
            <pc:docMk/>
            <pc:sldMk cId="892649332" sldId="445"/>
            <ac:inkMk id="69" creationId="{BF3BD595-47C6-0FF0-6961-025A876B0A3D}"/>
          </ac:inkMkLst>
        </pc:inkChg>
        <pc:inkChg chg="add del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0" creationId="{6ED30386-E14E-C5C0-8A29-662C319DA5F0}"/>
          </ac:inkMkLst>
        </pc:inkChg>
        <pc:inkChg chg="add del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1" creationId="{E0646BB1-2C7D-F510-F26B-E2B3BD15B9F7}"/>
          </ac:inkMkLst>
        </pc:inkChg>
        <pc:inkChg chg="add del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2" creationId="{116F3901-3C0D-2D87-FC07-EB9B03F5346E}"/>
          </ac:inkMkLst>
        </pc:inkChg>
        <pc:inkChg chg="add del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3" creationId="{CCF606F1-9BA0-AB2B-A325-883AACA47235}"/>
          </ac:inkMkLst>
        </pc:inkChg>
        <pc:inkChg chg="add del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4" creationId="{ED0E5727-FBD2-26A9-754E-A454BB5576F7}"/>
          </ac:inkMkLst>
        </pc:inkChg>
        <pc:inkChg chg="add del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5" creationId="{BDCCBDD2-54E0-4D16-D046-92AA4583E2B3}"/>
          </ac:inkMkLst>
        </pc:inkChg>
        <pc:inkChg chg="add reco">
          <ac:chgData name="Fariha Hossain" userId="6aa7d125-f4d1-4b59-9e05-e109224d2bd2" providerId="ADAL" clId="{24D189ED-3557-4501-ACFE-1E2F0A62EA70}" dt="2026-02-02T21:47:01.598" v="220"/>
          <ac:inkMkLst>
            <pc:docMk/>
            <pc:sldMk cId="892649332" sldId="445"/>
            <ac:inkMk id="76" creationId="{4C6A3BFF-D9C1-C70C-43C4-A83A635ED983}"/>
          </ac:inkMkLst>
        </pc:inkChg>
      </pc:sldChg>
      <pc:sldChg chg="addSp delSp mod">
        <pc:chgData name="Fariha Hossain" userId="6aa7d125-f4d1-4b59-9e05-e109224d2bd2" providerId="ADAL" clId="{24D189ED-3557-4501-ACFE-1E2F0A62EA70}" dt="2026-02-02T21:50:08.415" v="297"/>
        <pc:sldMkLst>
          <pc:docMk/>
          <pc:sldMk cId="481453101" sldId="446"/>
        </pc:sldMkLst>
        <pc:inkChg chg="add del">
          <ac:chgData name="Fariha Hossain" userId="6aa7d125-f4d1-4b59-9e05-e109224d2bd2" providerId="ADAL" clId="{24D189ED-3557-4501-ACFE-1E2F0A62EA70}" dt="2026-02-02T21:49:49.052" v="294"/>
          <ac:inkMkLst>
            <pc:docMk/>
            <pc:sldMk cId="481453101" sldId="446"/>
            <ac:inkMk id="2" creationId="{CF8D910C-2228-A510-5CD4-C8E543C86A9F}"/>
          </ac:inkMkLst>
        </pc:inkChg>
        <pc:inkChg chg="add del">
          <ac:chgData name="Fariha Hossain" userId="6aa7d125-f4d1-4b59-9e05-e109224d2bd2" providerId="ADAL" clId="{24D189ED-3557-4501-ACFE-1E2F0A62EA70}" dt="2026-02-02T21:49:49.052" v="294"/>
          <ac:inkMkLst>
            <pc:docMk/>
            <pc:sldMk cId="481453101" sldId="446"/>
            <ac:inkMk id="3" creationId="{ABEC24DB-E981-9187-2503-23B2964D3D37}"/>
          </ac:inkMkLst>
        </pc:inkChg>
        <pc:inkChg chg="add del">
          <ac:chgData name="Fariha Hossain" userId="6aa7d125-f4d1-4b59-9e05-e109224d2bd2" providerId="ADAL" clId="{24D189ED-3557-4501-ACFE-1E2F0A62EA70}" dt="2026-02-02T21:49:49.052" v="294"/>
          <ac:inkMkLst>
            <pc:docMk/>
            <pc:sldMk cId="481453101" sldId="446"/>
            <ac:inkMk id="4" creationId="{BCDDB963-58CF-B95B-089B-BAC088337F10}"/>
          </ac:inkMkLst>
        </pc:inkChg>
        <pc:inkChg chg="add reco">
          <ac:chgData name="Fariha Hossain" userId="6aa7d125-f4d1-4b59-9e05-e109224d2bd2" providerId="ADAL" clId="{24D189ED-3557-4501-ACFE-1E2F0A62EA70}" dt="2026-02-02T21:49:49.052" v="294"/>
          <ac:inkMkLst>
            <pc:docMk/>
            <pc:sldMk cId="481453101" sldId="446"/>
            <ac:inkMk id="5" creationId="{D496783A-319C-1595-7CE2-B551925CC408}"/>
          </ac:inkMkLst>
        </pc:inkChg>
        <pc:inkChg chg="add del">
          <ac:chgData name="Fariha Hossain" userId="6aa7d125-f4d1-4b59-9e05-e109224d2bd2" providerId="ADAL" clId="{24D189ED-3557-4501-ACFE-1E2F0A62EA70}" dt="2026-02-02T21:50:08.415" v="297"/>
          <ac:inkMkLst>
            <pc:docMk/>
            <pc:sldMk cId="481453101" sldId="446"/>
            <ac:inkMk id="6" creationId="{272E5692-BB2D-037B-1DF1-35489102D3FD}"/>
          </ac:inkMkLst>
        </pc:inkChg>
        <pc:inkChg chg="add del">
          <ac:chgData name="Fariha Hossain" userId="6aa7d125-f4d1-4b59-9e05-e109224d2bd2" providerId="ADAL" clId="{24D189ED-3557-4501-ACFE-1E2F0A62EA70}" dt="2026-02-02T21:50:08.415" v="297"/>
          <ac:inkMkLst>
            <pc:docMk/>
            <pc:sldMk cId="481453101" sldId="446"/>
            <ac:inkMk id="8" creationId="{D1456BA3-11D8-059C-F7DE-A070B3FBA4C0}"/>
          </ac:inkMkLst>
        </pc:inkChg>
        <pc:inkChg chg="add reco">
          <ac:chgData name="Fariha Hossain" userId="6aa7d125-f4d1-4b59-9e05-e109224d2bd2" providerId="ADAL" clId="{24D189ED-3557-4501-ACFE-1E2F0A62EA70}" dt="2026-02-02T21:50:08.415" v="297"/>
          <ac:inkMkLst>
            <pc:docMk/>
            <pc:sldMk cId="481453101" sldId="446"/>
            <ac:inkMk id="9" creationId="{EBDD7069-E41E-689A-A65B-3DE12C422542}"/>
          </ac:inkMkLst>
        </pc:inkChg>
      </pc:sldChg>
      <pc:sldChg chg="addSp delSp mod">
        <pc:chgData name="Fariha Hossain" userId="6aa7d125-f4d1-4b59-9e05-e109224d2bd2" providerId="ADAL" clId="{24D189ED-3557-4501-ACFE-1E2F0A62EA70}" dt="2026-02-02T21:50:36.169" v="303"/>
        <pc:sldMkLst>
          <pc:docMk/>
          <pc:sldMk cId="3430062821" sldId="447"/>
        </pc:sldMkLst>
        <pc:inkChg chg="add">
          <ac:chgData name="Fariha Hossain" userId="6aa7d125-f4d1-4b59-9e05-e109224d2bd2" providerId="ADAL" clId="{24D189ED-3557-4501-ACFE-1E2F0A62EA70}" dt="2026-02-02T21:50:27.586" v="298"/>
          <ac:inkMkLst>
            <pc:docMk/>
            <pc:sldMk cId="3430062821" sldId="447"/>
            <ac:inkMk id="14" creationId="{43FB3061-FE24-62B8-0458-6747B87AAC98}"/>
          </ac:inkMkLst>
        </pc:inkChg>
        <pc:inkChg chg="add">
          <ac:chgData name="Fariha Hossain" userId="6aa7d125-f4d1-4b59-9e05-e109224d2bd2" providerId="ADAL" clId="{24D189ED-3557-4501-ACFE-1E2F0A62EA70}" dt="2026-02-02T21:50:31.685" v="299"/>
          <ac:inkMkLst>
            <pc:docMk/>
            <pc:sldMk cId="3430062821" sldId="447"/>
            <ac:inkMk id="15" creationId="{9CBC76B8-4F0D-F1CB-4C04-D3F580D8EAA8}"/>
          </ac:inkMkLst>
        </pc:inkChg>
        <pc:inkChg chg="add del">
          <ac:chgData name="Fariha Hossain" userId="6aa7d125-f4d1-4b59-9e05-e109224d2bd2" providerId="ADAL" clId="{24D189ED-3557-4501-ACFE-1E2F0A62EA70}" dt="2026-02-02T21:50:36.169" v="303"/>
          <ac:inkMkLst>
            <pc:docMk/>
            <pc:sldMk cId="3430062821" sldId="447"/>
            <ac:inkMk id="16" creationId="{12E51ECB-C0DE-2CDE-2798-92E7583072CE}"/>
          </ac:inkMkLst>
        </pc:inkChg>
        <pc:inkChg chg="add del">
          <ac:chgData name="Fariha Hossain" userId="6aa7d125-f4d1-4b59-9e05-e109224d2bd2" providerId="ADAL" clId="{24D189ED-3557-4501-ACFE-1E2F0A62EA70}" dt="2026-02-02T21:50:36.169" v="303"/>
          <ac:inkMkLst>
            <pc:docMk/>
            <pc:sldMk cId="3430062821" sldId="447"/>
            <ac:inkMk id="17" creationId="{0D37C902-3ED6-46EF-E5FF-D347DF6EF5AB}"/>
          </ac:inkMkLst>
        </pc:inkChg>
        <pc:inkChg chg="add del">
          <ac:chgData name="Fariha Hossain" userId="6aa7d125-f4d1-4b59-9e05-e109224d2bd2" providerId="ADAL" clId="{24D189ED-3557-4501-ACFE-1E2F0A62EA70}" dt="2026-02-02T21:50:36.169" v="303"/>
          <ac:inkMkLst>
            <pc:docMk/>
            <pc:sldMk cId="3430062821" sldId="447"/>
            <ac:inkMk id="18" creationId="{DE051EA7-06C7-9150-93CF-2301F40CBEEE}"/>
          </ac:inkMkLst>
        </pc:inkChg>
        <pc:inkChg chg="add reco">
          <ac:chgData name="Fariha Hossain" userId="6aa7d125-f4d1-4b59-9e05-e109224d2bd2" providerId="ADAL" clId="{24D189ED-3557-4501-ACFE-1E2F0A62EA70}" dt="2026-02-02T21:50:36.169" v="303"/>
          <ac:inkMkLst>
            <pc:docMk/>
            <pc:sldMk cId="3430062821" sldId="447"/>
            <ac:inkMk id="19" creationId="{79899AB7-62AD-6751-D0FE-8B083AE663B3}"/>
          </ac:inkMkLst>
        </pc:inkChg>
      </pc:sldChg>
      <pc:sldChg chg="addSp delSp mod">
        <pc:chgData name="Fariha Hossain" userId="6aa7d125-f4d1-4b59-9e05-e109224d2bd2" providerId="ADAL" clId="{24D189ED-3557-4501-ACFE-1E2F0A62EA70}" dt="2026-02-02T21:51:43.971" v="345"/>
        <pc:sldMkLst>
          <pc:docMk/>
          <pc:sldMk cId="768100332" sldId="448"/>
        </pc:sldMkLst>
        <pc:inkChg chg="add del">
          <ac:chgData name="Fariha Hossain" userId="6aa7d125-f4d1-4b59-9e05-e109224d2bd2" providerId="ADAL" clId="{24D189ED-3557-4501-ACFE-1E2F0A62EA70}" dt="2026-02-02T21:51:02.126" v="306"/>
          <ac:inkMkLst>
            <pc:docMk/>
            <pc:sldMk cId="768100332" sldId="448"/>
            <ac:inkMk id="40" creationId="{912C54AA-599E-FFB1-CEAB-71D13736E06F}"/>
          </ac:inkMkLst>
        </pc:inkChg>
        <pc:inkChg chg="add del">
          <ac:chgData name="Fariha Hossain" userId="6aa7d125-f4d1-4b59-9e05-e109224d2bd2" providerId="ADAL" clId="{24D189ED-3557-4501-ACFE-1E2F0A62EA70}" dt="2026-02-02T21:51:02.126" v="306"/>
          <ac:inkMkLst>
            <pc:docMk/>
            <pc:sldMk cId="768100332" sldId="448"/>
            <ac:inkMk id="41" creationId="{7C66C247-6C53-6531-4CC9-590495BF5E7C}"/>
          </ac:inkMkLst>
        </pc:inkChg>
        <pc:inkChg chg="add reco">
          <ac:chgData name="Fariha Hossain" userId="6aa7d125-f4d1-4b59-9e05-e109224d2bd2" providerId="ADAL" clId="{24D189ED-3557-4501-ACFE-1E2F0A62EA70}" dt="2026-02-02T21:51:02.126" v="306"/>
          <ac:inkMkLst>
            <pc:docMk/>
            <pc:sldMk cId="768100332" sldId="448"/>
            <ac:inkMk id="42" creationId="{3EB58C7C-5F5C-4B38-FB2E-20F73C94430E}"/>
          </ac:inkMkLst>
        </pc:inkChg>
        <pc:inkChg chg="add del">
          <ac:chgData name="Fariha Hossain" userId="6aa7d125-f4d1-4b59-9e05-e109224d2bd2" providerId="ADAL" clId="{24D189ED-3557-4501-ACFE-1E2F0A62EA70}" dt="2026-02-02T21:51:07.249" v="309"/>
          <ac:inkMkLst>
            <pc:docMk/>
            <pc:sldMk cId="768100332" sldId="448"/>
            <ac:inkMk id="43" creationId="{56926EFC-A8BE-54BF-8E91-1DFD2D83983B}"/>
          </ac:inkMkLst>
        </pc:inkChg>
        <pc:inkChg chg="add del">
          <ac:chgData name="Fariha Hossain" userId="6aa7d125-f4d1-4b59-9e05-e109224d2bd2" providerId="ADAL" clId="{24D189ED-3557-4501-ACFE-1E2F0A62EA70}" dt="2026-02-02T21:51:07.249" v="309"/>
          <ac:inkMkLst>
            <pc:docMk/>
            <pc:sldMk cId="768100332" sldId="448"/>
            <ac:inkMk id="44" creationId="{544AB378-933E-D0F7-22E4-23B1740EF1B7}"/>
          </ac:inkMkLst>
        </pc:inkChg>
        <pc:inkChg chg="add reco">
          <ac:chgData name="Fariha Hossain" userId="6aa7d125-f4d1-4b59-9e05-e109224d2bd2" providerId="ADAL" clId="{24D189ED-3557-4501-ACFE-1E2F0A62EA70}" dt="2026-02-02T21:51:07.249" v="309"/>
          <ac:inkMkLst>
            <pc:docMk/>
            <pc:sldMk cId="768100332" sldId="448"/>
            <ac:inkMk id="45" creationId="{B01500FF-A6B3-44AE-F8E7-B1EDCBEC3CD8}"/>
          </ac:inkMkLst>
        </pc:inkChg>
        <pc:inkChg chg="add del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46" creationId="{BE3F6FDE-6A59-921E-02C6-DEFAA661DD30}"/>
          </ac:inkMkLst>
        </pc:inkChg>
        <pc:inkChg chg="add del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47" creationId="{120A360A-4FB9-DAC8-8C64-7EC93D401788}"/>
          </ac:inkMkLst>
        </pc:inkChg>
        <pc:inkChg chg="add del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48" creationId="{31A11AAF-E4D6-6368-F2E8-9ABC302585B7}"/>
          </ac:inkMkLst>
        </pc:inkChg>
        <pc:inkChg chg="add del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49" creationId="{4AE3F4C5-93B3-82EA-6D79-A1742D0F16FE}"/>
          </ac:inkMkLst>
        </pc:inkChg>
        <pc:inkChg chg="add del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50" creationId="{C596F4C5-6AC6-7550-471D-314A30AAE599}"/>
          </ac:inkMkLst>
        </pc:inkChg>
        <pc:inkChg chg="add del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51" creationId="{F26D1CF2-A0F5-BECD-FC77-745BC8D8DA03}"/>
          </ac:inkMkLst>
        </pc:inkChg>
        <pc:inkChg chg="add reco">
          <ac:chgData name="Fariha Hossain" userId="6aa7d125-f4d1-4b59-9e05-e109224d2bd2" providerId="ADAL" clId="{24D189ED-3557-4501-ACFE-1E2F0A62EA70}" dt="2026-02-02T21:51:17.671" v="316"/>
          <ac:inkMkLst>
            <pc:docMk/>
            <pc:sldMk cId="768100332" sldId="448"/>
            <ac:inkMk id="52" creationId="{9944D2E1-C536-6596-F30B-A81657D1097A}"/>
          </ac:inkMkLst>
        </pc:inkChg>
        <pc:inkChg chg="add del">
          <ac:chgData name="Fariha Hossain" userId="6aa7d125-f4d1-4b59-9e05-e109224d2bd2" providerId="ADAL" clId="{24D189ED-3557-4501-ACFE-1E2F0A62EA70}" dt="2026-02-02T21:51:24.031" v="319"/>
          <ac:inkMkLst>
            <pc:docMk/>
            <pc:sldMk cId="768100332" sldId="448"/>
            <ac:inkMk id="53" creationId="{BC25D8A6-C062-5CC5-0F0B-F14B654F7F05}"/>
          </ac:inkMkLst>
        </pc:inkChg>
        <pc:inkChg chg="add del">
          <ac:chgData name="Fariha Hossain" userId="6aa7d125-f4d1-4b59-9e05-e109224d2bd2" providerId="ADAL" clId="{24D189ED-3557-4501-ACFE-1E2F0A62EA70}" dt="2026-02-02T21:51:24.031" v="319"/>
          <ac:inkMkLst>
            <pc:docMk/>
            <pc:sldMk cId="768100332" sldId="448"/>
            <ac:inkMk id="54" creationId="{49631548-A55B-04D9-5395-07130E1BE555}"/>
          </ac:inkMkLst>
        </pc:inkChg>
        <pc:inkChg chg="add reco">
          <ac:chgData name="Fariha Hossain" userId="6aa7d125-f4d1-4b59-9e05-e109224d2bd2" providerId="ADAL" clId="{24D189ED-3557-4501-ACFE-1E2F0A62EA70}" dt="2026-02-02T21:51:24.031" v="319"/>
          <ac:inkMkLst>
            <pc:docMk/>
            <pc:sldMk cId="768100332" sldId="448"/>
            <ac:inkMk id="55" creationId="{66744E96-B743-461D-6F42-542A59437C86}"/>
          </ac:inkMkLst>
        </pc:inkChg>
        <pc:inkChg chg="add del">
          <ac:chgData name="Fariha Hossain" userId="6aa7d125-f4d1-4b59-9e05-e109224d2bd2" providerId="ADAL" clId="{24D189ED-3557-4501-ACFE-1E2F0A62EA70}" dt="2026-02-02T21:51:25.583" v="322"/>
          <ac:inkMkLst>
            <pc:docMk/>
            <pc:sldMk cId="768100332" sldId="448"/>
            <ac:inkMk id="56" creationId="{C09C4336-9F81-DD37-1BE1-482794F2DC74}"/>
          </ac:inkMkLst>
        </pc:inkChg>
        <pc:inkChg chg="add del">
          <ac:chgData name="Fariha Hossain" userId="6aa7d125-f4d1-4b59-9e05-e109224d2bd2" providerId="ADAL" clId="{24D189ED-3557-4501-ACFE-1E2F0A62EA70}" dt="2026-02-02T21:51:25.583" v="322"/>
          <ac:inkMkLst>
            <pc:docMk/>
            <pc:sldMk cId="768100332" sldId="448"/>
            <ac:inkMk id="57" creationId="{5DECD880-96E3-35E4-5CFF-89A96A75209A}"/>
          </ac:inkMkLst>
        </pc:inkChg>
        <pc:inkChg chg="add reco">
          <ac:chgData name="Fariha Hossain" userId="6aa7d125-f4d1-4b59-9e05-e109224d2bd2" providerId="ADAL" clId="{24D189ED-3557-4501-ACFE-1E2F0A62EA70}" dt="2026-02-02T21:51:25.583" v="322"/>
          <ac:inkMkLst>
            <pc:docMk/>
            <pc:sldMk cId="768100332" sldId="448"/>
            <ac:inkMk id="58" creationId="{24F3B097-80F3-0F04-466B-A61E6636B4F2}"/>
          </ac:inkMkLst>
        </pc:inkChg>
        <pc:inkChg chg="add del">
          <ac:chgData name="Fariha Hossain" userId="6aa7d125-f4d1-4b59-9e05-e109224d2bd2" providerId="ADAL" clId="{24D189ED-3557-4501-ACFE-1E2F0A62EA70}" dt="2026-02-02T21:51:28.518" v="325"/>
          <ac:inkMkLst>
            <pc:docMk/>
            <pc:sldMk cId="768100332" sldId="448"/>
            <ac:inkMk id="59" creationId="{2CC17689-2CCE-9E66-AF8A-AE947CFAA0FD}"/>
          </ac:inkMkLst>
        </pc:inkChg>
        <pc:inkChg chg="add del">
          <ac:chgData name="Fariha Hossain" userId="6aa7d125-f4d1-4b59-9e05-e109224d2bd2" providerId="ADAL" clId="{24D189ED-3557-4501-ACFE-1E2F0A62EA70}" dt="2026-02-02T21:51:28.518" v="325"/>
          <ac:inkMkLst>
            <pc:docMk/>
            <pc:sldMk cId="768100332" sldId="448"/>
            <ac:inkMk id="60" creationId="{2D067C05-2724-5D13-A63C-CAD43C709F2F}"/>
          </ac:inkMkLst>
        </pc:inkChg>
        <pc:inkChg chg="add reco">
          <ac:chgData name="Fariha Hossain" userId="6aa7d125-f4d1-4b59-9e05-e109224d2bd2" providerId="ADAL" clId="{24D189ED-3557-4501-ACFE-1E2F0A62EA70}" dt="2026-02-02T21:51:28.518" v="325"/>
          <ac:inkMkLst>
            <pc:docMk/>
            <pc:sldMk cId="768100332" sldId="448"/>
            <ac:inkMk id="61" creationId="{42EB22B6-F42E-3414-8576-6CE9A2F4A35B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62" creationId="{9DC5DD6F-8F81-6636-D988-3BD1FC68CE6D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63" creationId="{A41A8B5C-08EA-08BA-E0E6-CBAEDB725A30}"/>
          </ac:inkMkLst>
        </pc:inkChg>
        <pc:inkChg chg="add">
          <ac:chgData name="Fariha Hossain" userId="6aa7d125-f4d1-4b59-9e05-e109224d2bd2" providerId="ADAL" clId="{24D189ED-3557-4501-ACFE-1E2F0A62EA70}" dt="2026-02-02T21:51:32.881" v="328"/>
          <ac:inkMkLst>
            <pc:docMk/>
            <pc:sldMk cId="768100332" sldId="448"/>
            <ac:inkMk id="64" creationId="{90326650-6DD5-CF5E-FD88-464AE4C82016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65" creationId="{5647EA42-ACAE-3FC8-0839-A2D18BEE853F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66" creationId="{0E25F42D-20F8-6C18-B403-5E6F5F94BA95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67" creationId="{6408B0C0-45D9-E57F-CC1D-B6AD1E2A9780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68" creationId="{60338FFD-BDEE-9A89-C409-5B13F23211E3}"/>
          </ac:inkMkLst>
        </pc:inkChg>
        <pc:inkChg chg="add">
          <ac:chgData name="Fariha Hossain" userId="6aa7d125-f4d1-4b59-9e05-e109224d2bd2" providerId="ADAL" clId="{24D189ED-3557-4501-ACFE-1E2F0A62EA70}" dt="2026-02-02T21:51:34.814" v="333"/>
          <ac:inkMkLst>
            <pc:docMk/>
            <pc:sldMk cId="768100332" sldId="448"/>
            <ac:inkMk id="69" creationId="{97FC4465-E737-BEAB-7FCD-72DDA9FBD5E4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70" creationId="{6CC5AF70-A752-9CA0-FCCC-313775FBD5C7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71" creationId="{9AB5ACEF-19D1-936B-46E8-DF543D85FB33}"/>
          </ac:inkMkLst>
        </pc:inkChg>
        <pc:inkChg chg="add">
          <ac:chgData name="Fariha Hossain" userId="6aa7d125-f4d1-4b59-9e05-e109224d2bd2" providerId="ADAL" clId="{24D189ED-3557-4501-ACFE-1E2F0A62EA70}" dt="2026-02-02T21:51:36.088" v="336"/>
          <ac:inkMkLst>
            <pc:docMk/>
            <pc:sldMk cId="768100332" sldId="448"/>
            <ac:inkMk id="72" creationId="{38E63C79-FB48-A4BF-66E1-C0E9A9E37DFD}"/>
          </ac:inkMkLst>
        </pc:inkChg>
        <pc:inkChg chg="add del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73" creationId="{148F1A96-5B43-E523-7BF8-90ECC7CD429C}"/>
          </ac:inkMkLst>
        </pc:inkChg>
        <pc:inkChg chg="add reco">
          <ac:chgData name="Fariha Hossain" userId="6aa7d125-f4d1-4b59-9e05-e109224d2bd2" providerId="ADAL" clId="{24D189ED-3557-4501-ACFE-1E2F0A62EA70}" dt="2026-02-02T21:51:37.261" v="338"/>
          <ac:inkMkLst>
            <pc:docMk/>
            <pc:sldMk cId="768100332" sldId="448"/>
            <ac:inkMk id="75" creationId="{C2EEAD7F-F36E-306E-C32A-FD87D95C4EDE}"/>
          </ac:inkMkLst>
        </pc:inkChg>
        <pc:inkChg chg="add del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76" creationId="{DA7EE7FE-8F87-9F71-61B8-E6D1D4D598C8}"/>
          </ac:inkMkLst>
        </pc:inkChg>
        <pc:inkChg chg="add del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77" creationId="{B92C9A00-E996-5A58-3B81-3EB21C1539D6}"/>
          </ac:inkMkLst>
        </pc:inkChg>
        <pc:inkChg chg="add del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78" creationId="{73DDEB1E-EB3B-1003-18B4-EC79B9390F54}"/>
          </ac:inkMkLst>
        </pc:inkChg>
        <pc:inkChg chg="add del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79" creationId="{C842DDCF-2C0F-7C8A-A8B2-BD3A9E6479DB}"/>
          </ac:inkMkLst>
        </pc:inkChg>
        <pc:inkChg chg="add del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80" creationId="{BA9681F5-D618-439F-3EA2-363C9DAEA212}"/>
          </ac:inkMkLst>
        </pc:inkChg>
        <pc:inkChg chg="add del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81" creationId="{ADA605EC-D628-4EDA-F4EB-3E4D94917792}"/>
          </ac:inkMkLst>
        </pc:inkChg>
        <pc:inkChg chg="add reco">
          <ac:chgData name="Fariha Hossain" userId="6aa7d125-f4d1-4b59-9e05-e109224d2bd2" providerId="ADAL" clId="{24D189ED-3557-4501-ACFE-1E2F0A62EA70}" dt="2026-02-02T21:51:43.971" v="345"/>
          <ac:inkMkLst>
            <pc:docMk/>
            <pc:sldMk cId="768100332" sldId="448"/>
            <ac:inkMk id="82" creationId="{E2E0AB74-F95D-675F-D9F6-761392A94D75}"/>
          </ac:inkMkLst>
        </pc:inkChg>
      </pc:sldChg>
      <pc:sldChg chg="addSp delSp mod">
        <pc:chgData name="Fariha Hossain" userId="6aa7d125-f4d1-4b59-9e05-e109224d2bd2" providerId="ADAL" clId="{24D189ED-3557-4501-ACFE-1E2F0A62EA70}" dt="2026-02-02T21:52:18.553" v="350"/>
        <pc:sldMkLst>
          <pc:docMk/>
          <pc:sldMk cId="3619640543" sldId="449"/>
        </pc:sldMkLst>
        <pc:inkChg chg="add">
          <ac:chgData name="Fariha Hossain" userId="6aa7d125-f4d1-4b59-9e05-e109224d2bd2" providerId="ADAL" clId="{24D189ED-3557-4501-ACFE-1E2F0A62EA70}" dt="2026-02-02T21:51:52.771" v="346"/>
          <ac:inkMkLst>
            <pc:docMk/>
            <pc:sldMk cId="3619640543" sldId="449"/>
            <ac:inkMk id="8" creationId="{6B1561A2-D2A2-06A3-8148-11781E64E9C3}"/>
          </ac:inkMkLst>
        </pc:inkChg>
        <pc:inkChg chg="add del">
          <ac:chgData name="Fariha Hossain" userId="6aa7d125-f4d1-4b59-9e05-e109224d2bd2" providerId="ADAL" clId="{24D189ED-3557-4501-ACFE-1E2F0A62EA70}" dt="2026-02-02T21:52:03.451" v="349"/>
          <ac:inkMkLst>
            <pc:docMk/>
            <pc:sldMk cId="3619640543" sldId="449"/>
            <ac:inkMk id="9" creationId="{1F918911-2655-5B79-610B-AA4CB7FE8D14}"/>
          </ac:inkMkLst>
        </pc:inkChg>
        <pc:inkChg chg="add del">
          <ac:chgData name="Fariha Hossain" userId="6aa7d125-f4d1-4b59-9e05-e109224d2bd2" providerId="ADAL" clId="{24D189ED-3557-4501-ACFE-1E2F0A62EA70}" dt="2026-02-02T21:52:03.451" v="349"/>
          <ac:inkMkLst>
            <pc:docMk/>
            <pc:sldMk cId="3619640543" sldId="449"/>
            <ac:inkMk id="10" creationId="{3EC41D1C-5611-035D-0A86-016EDBA222AA}"/>
          </ac:inkMkLst>
        </pc:inkChg>
        <pc:inkChg chg="add reco">
          <ac:chgData name="Fariha Hossain" userId="6aa7d125-f4d1-4b59-9e05-e109224d2bd2" providerId="ADAL" clId="{24D189ED-3557-4501-ACFE-1E2F0A62EA70}" dt="2026-02-02T21:52:03.451" v="349"/>
          <ac:inkMkLst>
            <pc:docMk/>
            <pc:sldMk cId="3619640543" sldId="449"/>
            <ac:inkMk id="11" creationId="{E7A14326-948C-D632-8232-D3C9782BFC19}"/>
          </ac:inkMkLst>
        </pc:inkChg>
        <pc:inkChg chg="add">
          <ac:chgData name="Fariha Hossain" userId="6aa7d125-f4d1-4b59-9e05-e109224d2bd2" providerId="ADAL" clId="{24D189ED-3557-4501-ACFE-1E2F0A62EA70}" dt="2026-02-02T21:52:18.553" v="350"/>
          <ac:inkMkLst>
            <pc:docMk/>
            <pc:sldMk cId="3619640543" sldId="449"/>
            <ac:inkMk id="12" creationId="{6F5703E0-6AF3-F829-7108-E4D6AEF455F4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1:58:11.536" v="497"/>
        <pc:sldMkLst>
          <pc:docMk/>
          <pc:sldMk cId="3671442481" sldId="450"/>
        </pc:sldMkLst>
        <pc:inkChg chg="add del">
          <ac:chgData name="Fariha Hossain" userId="6aa7d125-f4d1-4b59-9e05-e109224d2bd2" providerId="ADAL" clId="{24D189ED-3557-4501-ACFE-1E2F0A62EA70}" dt="2026-02-02T21:53:22.251" v="365"/>
          <ac:inkMkLst>
            <pc:docMk/>
            <pc:sldMk cId="3671442481" sldId="450"/>
            <ac:inkMk id="19" creationId="{94D9BED1-9196-E9F6-1144-B8A25C70657A}"/>
          </ac:inkMkLst>
        </pc:inkChg>
        <pc:inkChg chg="add del">
          <ac:chgData name="Fariha Hossain" userId="6aa7d125-f4d1-4b59-9e05-e109224d2bd2" providerId="ADAL" clId="{24D189ED-3557-4501-ACFE-1E2F0A62EA70}" dt="2026-02-02T21:53:22.251" v="365"/>
          <ac:inkMkLst>
            <pc:docMk/>
            <pc:sldMk cId="3671442481" sldId="450"/>
            <ac:inkMk id="20" creationId="{B803142E-7AC7-871A-D25F-59ADF2746787}"/>
          </ac:inkMkLst>
        </pc:inkChg>
        <pc:inkChg chg="add del">
          <ac:chgData name="Fariha Hossain" userId="6aa7d125-f4d1-4b59-9e05-e109224d2bd2" providerId="ADAL" clId="{24D189ED-3557-4501-ACFE-1E2F0A62EA70}" dt="2026-02-02T21:53:22.251" v="365"/>
          <ac:inkMkLst>
            <pc:docMk/>
            <pc:sldMk cId="3671442481" sldId="450"/>
            <ac:inkMk id="21" creationId="{0C83C192-F96A-7AF7-B40E-178200CA3A49}"/>
          </ac:inkMkLst>
        </pc:inkChg>
        <pc:inkChg chg="add mod reco modStrokes">
          <ac:chgData name="Fariha Hossain" userId="6aa7d125-f4d1-4b59-9e05-e109224d2bd2" providerId="ADAL" clId="{24D189ED-3557-4501-ACFE-1E2F0A62EA70}" dt="2026-02-02T21:57:48.962" v="478"/>
          <ac:inkMkLst>
            <pc:docMk/>
            <pc:sldMk cId="3671442481" sldId="450"/>
            <ac:inkMk id="22" creationId="{B985FBD2-D2A7-9BEF-3953-52EE24AFB52F}"/>
          </ac:inkMkLst>
        </pc:inkChg>
        <pc:inkChg chg="add del">
          <ac:chgData name="Fariha Hossain" userId="6aa7d125-f4d1-4b59-9e05-e109224d2bd2" providerId="ADAL" clId="{24D189ED-3557-4501-ACFE-1E2F0A62EA70}" dt="2026-02-02T21:53:33.837" v="370"/>
          <ac:inkMkLst>
            <pc:docMk/>
            <pc:sldMk cId="3671442481" sldId="450"/>
            <ac:inkMk id="23" creationId="{E616DA62-537E-853C-8DCA-F9B58A0A9601}"/>
          </ac:inkMkLst>
        </pc:inkChg>
        <pc:inkChg chg="add del">
          <ac:chgData name="Fariha Hossain" userId="6aa7d125-f4d1-4b59-9e05-e109224d2bd2" providerId="ADAL" clId="{24D189ED-3557-4501-ACFE-1E2F0A62EA70}" dt="2026-02-02T21:53:33.837" v="370"/>
          <ac:inkMkLst>
            <pc:docMk/>
            <pc:sldMk cId="3671442481" sldId="450"/>
            <ac:inkMk id="24" creationId="{DCEFD881-D3C9-E9B6-0CB8-74FF30EF6757}"/>
          </ac:inkMkLst>
        </pc:inkChg>
        <pc:inkChg chg="add del">
          <ac:chgData name="Fariha Hossain" userId="6aa7d125-f4d1-4b59-9e05-e109224d2bd2" providerId="ADAL" clId="{24D189ED-3557-4501-ACFE-1E2F0A62EA70}" dt="2026-02-02T21:53:33.837" v="370"/>
          <ac:inkMkLst>
            <pc:docMk/>
            <pc:sldMk cId="3671442481" sldId="450"/>
            <ac:inkMk id="25" creationId="{CC492C08-814F-8923-22FF-5EFAED948F87}"/>
          </ac:inkMkLst>
        </pc:inkChg>
        <pc:inkChg chg="add del">
          <ac:chgData name="Fariha Hossain" userId="6aa7d125-f4d1-4b59-9e05-e109224d2bd2" providerId="ADAL" clId="{24D189ED-3557-4501-ACFE-1E2F0A62EA70}" dt="2026-02-02T21:53:33.837" v="370"/>
          <ac:inkMkLst>
            <pc:docMk/>
            <pc:sldMk cId="3671442481" sldId="450"/>
            <ac:inkMk id="26" creationId="{4A7D5155-5609-36D8-9A1E-EC776AC87976}"/>
          </ac:inkMkLst>
        </pc:inkChg>
        <pc:inkChg chg="add del mod reco modStrokes">
          <ac:chgData name="Fariha Hossain" userId="6aa7d125-f4d1-4b59-9e05-e109224d2bd2" providerId="ADAL" clId="{24D189ED-3557-4501-ACFE-1E2F0A62EA70}" dt="2026-02-02T21:57:48.958" v="475"/>
          <ac:inkMkLst>
            <pc:docMk/>
            <pc:sldMk cId="3671442481" sldId="450"/>
            <ac:inkMk id="27" creationId="{FDD8C335-72C1-6176-0A6D-890103AAB781}"/>
          </ac:inkMkLst>
        </pc:inkChg>
        <pc:inkChg chg="add del">
          <ac:chgData name="Fariha Hossain" userId="6aa7d125-f4d1-4b59-9e05-e109224d2bd2" providerId="ADAL" clId="{24D189ED-3557-4501-ACFE-1E2F0A62EA70}" dt="2026-02-02T21:53:40.517" v="374"/>
          <ac:inkMkLst>
            <pc:docMk/>
            <pc:sldMk cId="3671442481" sldId="450"/>
            <ac:inkMk id="28" creationId="{3BDD0B6F-0631-CE1B-BF37-17D64AEEBCF5}"/>
          </ac:inkMkLst>
        </pc:inkChg>
        <pc:inkChg chg="add del">
          <ac:chgData name="Fariha Hossain" userId="6aa7d125-f4d1-4b59-9e05-e109224d2bd2" providerId="ADAL" clId="{24D189ED-3557-4501-ACFE-1E2F0A62EA70}" dt="2026-02-02T21:53:40.517" v="374"/>
          <ac:inkMkLst>
            <pc:docMk/>
            <pc:sldMk cId="3671442481" sldId="450"/>
            <ac:inkMk id="29" creationId="{DDB961D0-DE79-3DF4-5595-2A8EF8027143}"/>
          </ac:inkMkLst>
        </pc:inkChg>
        <pc:inkChg chg="add del">
          <ac:chgData name="Fariha Hossain" userId="6aa7d125-f4d1-4b59-9e05-e109224d2bd2" providerId="ADAL" clId="{24D189ED-3557-4501-ACFE-1E2F0A62EA70}" dt="2026-02-02T21:53:40.517" v="374"/>
          <ac:inkMkLst>
            <pc:docMk/>
            <pc:sldMk cId="3671442481" sldId="450"/>
            <ac:inkMk id="30" creationId="{8C52E8F7-321F-815C-E443-ADEB618FDF0B}"/>
          </ac:inkMkLst>
        </pc:inkChg>
        <pc:inkChg chg="add del reco">
          <ac:chgData name="Fariha Hossain" userId="6aa7d125-f4d1-4b59-9e05-e109224d2bd2" providerId="ADAL" clId="{24D189ED-3557-4501-ACFE-1E2F0A62EA70}" dt="2026-02-02T21:57:46.207" v="470"/>
          <ac:inkMkLst>
            <pc:docMk/>
            <pc:sldMk cId="3671442481" sldId="450"/>
            <ac:inkMk id="31" creationId="{E528C24B-E0FA-E950-5E27-5EA314275DD0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3" creationId="{9EF0A639-D982-EEFC-F51C-552EC659D7D3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4" creationId="{587503A7-9259-6673-74C2-ACA29D3DB438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5" creationId="{0979DD19-AF18-E8D6-39F6-43894A103D91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6" creationId="{D152D878-469A-EE6E-E1BA-8A5BC72C1F87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7" creationId="{5A7FE4F1-B315-AEEE-2478-14A6309F62B3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8" creationId="{63B76E31-E00C-25FA-386B-28FE069EF883}"/>
          </ac:inkMkLst>
        </pc:inkChg>
        <pc:inkChg chg="add del">
          <ac:chgData name="Fariha Hossain" userId="6aa7d125-f4d1-4b59-9e05-e109224d2bd2" providerId="ADAL" clId="{24D189ED-3557-4501-ACFE-1E2F0A62EA70}" dt="2026-02-02T21:53:46.236" v="382"/>
          <ac:inkMkLst>
            <pc:docMk/>
            <pc:sldMk cId="3671442481" sldId="450"/>
            <ac:inkMk id="39" creationId="{2C86D94A-0E31-BAAD-0722-3573D80BC767}"/>
          </ac:inkMkLst>
        </pc:inkChg>
        <pc:inkChg chg="add del mod reco modStrokes">
          <ac:chgData name="Fariha Hossain" userId="6aa7d125-f4d1-4b59-9e05-e109224d2bd2" providerId="ADAL" clId="{24D189ED-3557-4501-ACFE-1E2F0A62EA70}" dt="2026-02-02T21:57:48.968" v="483"/>
          <ac:inkMkLst>
            <pc:docMk/>
            <pc:sldMk cId="3671442481" sldId="450"/>
            <ac:inkMk id="40" creationId="{F00A32B8-0794-5D71-78A5-E2507C00295A}"/>
          </ac:inkMkLst>
        </pc:inkChg>
        <pc:inkChg chg="add del">
          <ac:chgData name="Fariha Hossain" userId="6aa7d125-f4d1-4b59-9e05-e109224d2bd2" providerId="ADAL" clId="{24D189ED-3557-4501-ACFE-1E2F0A62EA70}" dt="2026-02-02T21:53:51.784" v="386"/>
          <ac:inkMkLst>
            <pc:docMk/>
            <pc:sldMk cId="3671442481" sldId="450"/>
            <ac:inkMk id="41" creationId="{7206E9CB-6460-E18F-3D4B-4A6BA2B28125}"/>
          </ac:inkMkLst>
        </pc:inkChg>
        <pc:inkChg chg="add del">
          <ac:chgData name="Fariha Hossain" userId="6aa7d125-f4d1-4b59-9e05-e109224d2bd2" providerId="ADAL" clId="{24D189ED-3557-4501-ACFE-1E2F0A62EA70}" dt="2026-02-02T21:53:51.784" v="386"/>
          <ac:inkMkLst>
            <pc:docMk/>
            <pc:sldMk cId="3671442481" sldId="450"/>
            <ac:inkMk id="42" creationId="{07B2CD6D-5F1B-06B8-C0A5-CB3079C56EA7}"/>
          </ac:inkMkLst>
        </pc:inkChg>
        <pc:inkChg chg="add del">
          <ac:chgData name="Fariha Hossain" userId="6aa7d125-f4d1-4b59-9e05-e109224d2bd2" providerId="ADAL" clId="{24D189ED-3557-4501-ACFE-1E2F0A62EA70}" dt="2026-02-02T21:53:51.784" v="386"/>
          <ac:inkMkLst>
            <pc:docMk/>
            <pc:sldMk cId="3671442481" sldId="450"/>
            <ac:inkMk id="43" creationId="{AC796CE9-CFA9-E384-ADB6-101C9D609A18}"/>
          </ac:inkMkLst>
        </pc:inkChg>
        <pc:inkChg chg="add del reco">
          <ac:chgData name="Fariha Hossain" userId="6aa7d125-f4d1-4b59-9e05-e109224d2bd2" providerId="ADAL" clId="{24D189ED-3557-4501-ACFE-1E2F0A62EA70}" dt="2026-02-02T21:57:46.202" v="466"/>
          <ac:inkMkLst>
            <pc:docMk/>
            <pc:sldMk cId="3671442481" sldId="450"/>
            <ac:inkMk id="44" creationId="{09C7B874-0B6A-5DC5-DA7D-4FFDCC6E2A42}"/>
          </ac:inkMkLst>
        </pc:inkChg>
        <pc:inkChg chg="add del">
          <ac:chgData name="Fariha Hossain" userId="6aa7d125-f4d1-4b59-9e05-e109224d2bd2" providerId="ADAL" clId="{24D189ED-3557-4501-ACFE-1E2F0A62EA70}" dt="2026-02-02T21:54:29.832" v="389"/>
          <ac:inkMkLst>
            <pc:docMk/>
            <pc:sldMk cId="3671442481" sldId="450"/>
            <ac:inkMk id="45" creationId="{5FC70877-F819-54A9-258B-C683BCA7F7BB}"/>
          </ac:inkMkLst>
        </pc:inkChg>
        <pc:inkChg chg="add del">
          <ac:chgData name="Fariha Hossain" userId="6aa7d125-f4d1-4b59-9e05-e109224d2bd2" providerId="ADAL" clId="{24D189ED-3557-4501-ACFE-1E2F0A62EA70}" dt="2026-02-02T21:54:29.832" v="389"/>
          <ac:inkMkLst>
            <pc:docMk/>
            <pc:sldMk cId="3671442481" sldId="450"/>
            <ac:inkMk id="46" creationId="{8C97AB47-6201-40B7-E24A-789D0EB4D1F3}"/>
          </ac:inkMkLst>
        </pc:inkChg>
        <pc:inkChg chg="add del reco">
          <ac:chgData name="Fariha Hossain" userId="6aa7d125-f4d1-4b59-9e05-e109224d2bd2" providerId="ADAL" clId="{24D189ED-3557-4501-ACFE-1E2F0A62EA70}" dt="2026-02-02T21:57:46.206" v="469"/>
          <ac:inkMkLst>
            <pc:docMk/>
            <pc:sldMk cId="3671442481" sldId="450"/>
            <ac:inkMk id="47" creationId="{8951B607-A9D9-13A4-8B83-29273CCE05A4}"/>
          </ac:inkMkLst>
        </pc:inkChg>
        <pc:inkChg chg="add">
          <ac:chgData name="Fariha Hossain" userId="6aa7d125-f4d1-4b59-9e05-e109224d2bd2" providerId="ADAL" clId="{24D189ED-3557-4501-ACFE-1E2F0A62EA70}" dt="2026-02-02T21:54:32.618" v="390"/>
          <ac:inkMkLst>
            <pc:docMk/>
            <pc:sldMk cId="3671442481" sldId="450"/>
            <ac:inkMk id="48" creationId="{83099361-58CC-CA12-8E0C-68075BB3C3DF}"/>
          </ac:inkMkLst>
        </pc:inkChg>
        <pc:inkChg chg="add del">
          <ac:chgData name="Fariha Hossain" userId="6aa7d125-f4d1-4b59-9e05-e109224d2bd2" providerId="ADAL" clId="{24D189ED-3557-4501-ACFE-1E2F0A62EA70}" dt="2026-02-02T21:54:46.353" v="396"/>
          <ac:inkMkLst>
            <pc:docMk/>
            <pc:sldMk cId="3671442481" sldId="450"/>
            <ac:inkMk id="49" creationId="{FED02865-AA92-49D4-A20D-11165279B847}"/>
          </ac:inkMkLst>
        </pc:inkChg>
        <pc:inkChg chg="add del">
          <ac:chgData name="Fariha Hossain" userId="6aa7d125-f4d1-4b59-9e05-e109224d2bd2" providerId="ADAL" clId="{24D189ED-3557-4501-ACFE-1E2F0A62EA70}" dt="2026-02-02T21:54:46.353" v="396"/>
          <ac:inkMkLst>
            <pc:docMk/>
            <pc:sldMk cId="3671442481" sldId="450"/>
            <ac:inkMk id="50" creationId="{84794B0C-CE32-3433-C812-AAD211BAB2BF}"/>
          </ac:inkMkLst>
        </pc:inkChg>
        <pc:inkChg chg="add del">
          <ac:chgData name="Fariha Hossain" userId="6aa7d125-f4d1-4b59-9e05-e109224d2bd2" providerId="ADAL" clId="{24D189ED-3557-4501-ACFE-1E2F0A62EA70}" dt="2026-02-02T21:54:46.353" v="396"/>
          <ac:inkMkLst>
            <pc:docMk/>
            <pc:sldMk cId="3671442481" sldId="450"/>
            <ac:inkMk id="51" creationId="{7FE6FB28-7A69-B43D-4D01-69AA6DFCC09A}"/>
          </ac:inkMkLst>
        </pc:inkChg>
        <pc:inkChg chg="add del">
          <ac:chgData name="Fariha Hossain" userId="6aa7d125-f4d1-4b59-9e05-e109224d2bd2" providerId="ADAL" clId="{24D189ED-3557-4501-ACFE-1E2F0A62EA70}" dt="2026-02-02T21:54:46.353" v="396"/>
          <ac:inkMkLst>
            <pc:docMk/>
            <pc:sldMk cId="3671442481" sldId="450"/>
            <ac:inkMk id="52" creationId="{04CB6149-0DEE-56F5-9D3C-FEA63782C402}"/>
          </ac:inkMkLst>
        </pc:inkChg>
        <pc:inkChg chg="add del">
          <ac:chgData name="Fariha Hossain" userId="6aa7d125-f4d1-4b59-9e05-e109224d2bd2" providerId="ADAL" clId="{24D189ED-3557-4501-ACFE-1E2F0A62EA70}" dt="2026-02-02T21:54:46.353" v="396"/>
          <ac:inkMkLst>
            <pc:docMk/>
            <pc:sldMk cId="3671442481" sldId="450"/>
            <ac:inkMk id="53" creationId="{AE042199-B4EC-2A2D-7DB9-FEBF526EC9A0}"/>
          </ac:inkMkLst>
        </pc:inkChg>
        <pc:inkChg chg="add del reco">
          <ac:chgData name="Fariha Hossain" userId="6aa7d125-f4d1-4b59-9e05-e109224d2bd2" providerId="ADAL" clId="{24D189ED-3557-4501-ACFE-1E2F0A62EA70}" dt="2026-02-02T21:57:46.205" v="468"/>
          <ac:inkMkLst>
            <pc:docMk/>
            <pc:sldMk cId="3671442481" sldId="450"/>
            <ac:inkMk id="54" creationId="{FC6307A3-B4F0-0228-EAB9-D64A23C21544}"/>
          </ac:inkMkLst>
        </pc:inkChg>
        <pc:inkChg chg="add del">
          <ac:chgData name="Fariha Hossain" userId="6aa7d125-f4d1-4b59-9e05-e109224d2bd2" providerId="ADAL" clId="{24D189ED-3557-4501-ACFE-1E2F0A62EA70}" dt="2026-02-02T21:54:54.349" v="402"/>
          <ac:inkMkLst>
            <pc:docMk/>
            <pc:sldMk cId="3671442481" sldId="450"/>
            <ac:inkMk id="55" creationId="{DE125057-89C9-B767-C939-2A961B3067B1}"/>
          </ac:inkMkLst>
        </pc:inkChg>
        <pc:inkChg chg="add del">
          <ac:chgData name="Fariha Hossain" userId="6aa7d125-f4d1-4b59-9e05-e109224d2bd2" providerId="ADAL" clId="{24D189ED-3557-4501-ACFE-1E2F0A62EA70}" dt="2026-02-02T21:54:54.349" v="402"/>
          <ac:inkMkLst>
            <pc:docMk/>
            <pc:sldMk cId="3671442481" sldId="450"/>
            <ac:inkMk id="56" creationId="{74FFFCCD-37F8-E746-8CE6-D9A17CA62DD7}"/>
          </ac:inkMkLst>
        </pc:inkChg>
        <pc:inkChg chg="add del">
          <ac:chgData name="Fariha Hossain" userId="6aa7d125-f4d1-4b59-9e05-e109224d2bd2" providerId="ADAL" clId="{24D189ED-3557-4501-ACFE-1E2F0A62EA70}" dt="2026-02-02T21:54:54.349" v="402"/>
          <ac:inkMkLst>
            <pc:docMk/>
            <pc:sldMk cId="3671442481" sldId="450"/>
            <ac:inkMk id="57" creationId="{E9DBF5A1-F97B-2694-F047-936825D1136F}"/>
          </ac:inkMkLst>
        </pc:inkChg>
        <pc:inkChg chg="add del">
          <ac:chgData name="Fariha Hossain" userId="6aa7d125-f4d1-4b59-9e05-e109224d2bd2" providerId="ADAL" clId="{24D189ED-3557-4501-ACFE-1E2F0A62EA70}" dt="2026-02-02T21:54:54.349" v="402"/>
          <ac:inkMkLst>
            <pc:docMk/>
            <pc:sldMk cId="3671442481" sldId="450"/>
            <ac:inkMk id="58" creationId="{B2C94E9B-7084-7224-B6BB-FA867EFAFBAF}"/>
          </ac:inkMkLst>
        </pc:inkChg>
        <pc:inkChg chg="add del">
          <ac:chgData name="Fariha Hossain" userId="6aa7d125-f4d1-4b59-9e05-e109224d2bd2" providerId="ADAL" clId="{24D189ED-3557-4501-ACFE-1E2F0A62EA70}" dt="2026-02-02T21:54:54.349" v="402"/>
          <ac:inkMkLst>
            <pc:docMk/>
            <pc:sldMk cId="3671442481" sldId="450"/>
            <ac:inkMk id="59" creationId="{E4C5D9F4-0191-F3B7-41A9-3262795F0C35}"/>
          </ac:inkMkLst>
        </pc:inkChg>
        <pc:inkChg chg="add del reco">
          <ac:chgData name="Fariha Hossain" userId="6aa7d125-f4d1-4b59-9e05-e109224d2bd2" providerId="ADAL" clId="{24D189ED-3557-4501-ACFE-1E2F0A62EA70}" dt="2026-02-02T21:57:46.204" v="467"/>
          <ac:inkMkLst>
            <pc:docMk/>
            <pc:sldMk cId="3671442481" sldId="450"/>
            <ac:inkMk id="60" creationId="{197F551F-D429-730E-F282-E01DB6492649}"/>
          </ac:inkMkLst>
        </pc:inkChg>
        <pc:inkChg chg="add del">
          <ac:chgData name="Fariha Hossain" userId="6aa7d125-f4d1-4b59-9e05-e109224d2bd2" providerId="ADAL" clId="{24D189ED-3557-4501-ACFE-1E2F0A62EA70}" dt="2026-02-02T21:55:30.586" v="405"/>
          <ac:inkMkLst>
            <pc:docMk/>
            <pc:sldMk cId="3671442481" sldId="450"/>
            <ac:inkMk id="61" creationId="{845DF0B0-EE41-C14A-B002-91C1A0E37954}"/>
          </ac:inkMkLst>
        </pc:inkChg>
        <pc:inkChg chg="add del">
          <ac:chgData name="Fariha Hossain" userId="6aa7d125-f4d1-4b59-9e05-e109224d2bd2" providerId="ADAL" clId="{24D189ED-3557-4501-ACFE-1E2F0A62EA70}" dt="2026-02-02T21:55:30.586" v="405"/>
          <ac:inkMkLst>
            <pc:docMk/>
            <pc:sldMk cId="3671442481" sldId="450"/>
            <ac:inkMk id="62" creationId="{3610FAF4-F560-ED4E-ABA1-386F4247488B}"/>
          </ac:inkMkLst>
        </pc:inkChg>
        <pc:inkChg chg="add del reco">
          <ac:chgData name="Fariha Hossain" userId="6aa7d125-f4d1-4b59-9e05-e109224d2bd2" providerId="ADAL" clId="{24D189ED-3557-4501-ACFE-1E2F0A62EA70}" dt="2026-02-02T21:55:33.057" v="407"/>
          <ac:inkMkLst>
            <pc:docMk/>
            <pc:sldMk cId="3671442481" sldId="450"/>
            <ac:inkMk id="63" creationId="{C7A23187-2F41-AA7E-75C1-8980CAF92FF2}"/>
          </ac:inkMkLst>
        </pc:inkChg>
        <pc:inkChg chg="add del">
          <ac:chgData name="Fariha Hossain" userId="6aa7d125-f4d1-4b59-9e05-e109224d2bd2" providerId="ADAL" clId="{24D189ED-3557-4501-ACFE-1E2F0A62EA70}" dt="2026-02-02T21:55:43.167" v="410"/>
          <ac:inkMkLst>
            <pc:docMk/>
            <pc:sldMk cId="3671442481" sldId="450"/>
            <ac:inkMk id="64" creationId="{D361D8B9-ED36-55FA-64E4-5D01BB658E08}"/>
          </ac:inkMkLst>
        </pc:inkChg>
        <pc:inkChg chg="add del">
          <ac:chgData name="Fariha Hossain" userId="6aa7d125-f4d1-4b59-9e05-e109224d2bd2" providerId="ADAL" clId="{24D189ED-3557-4501-ACFE-1E2F0A62EA70}" dt="2026-02-02T21:55:43.167" v="410"/>
          <ac:inkMkLst>
            <pc:docMk/>
            <pc:sldMk cId="3671442481" sldId="450"/>
            <ac:inkMk id="65" creationId="{C0346F5A-6AE4-2C37-A303-79F450586158}"/>
          </ac:inkMkLst>
        </pc:inkChg>
        <pc:inkChg chg="add del reco">
          <ac:chgData name="Fariha Hossain" userId="6aa7d125-f4d1-4b59-9e05-e109224d2bd2" providerId="ADAL" clId="{24D189ED-3557-4501-ACFE-1E2F0A62EA70}" dt="2026-02-02T21:57:48.972" v="487"/>
          <ac:inkMkLst>
            <pc:docMk/>
            <pc:sldMk cId="3671442481" sldId="450"/>
            <ac:inkMk id="66" creationId="{9977CE41-5D75-5429-12D0-AE81DA699767}"/>
          </ac:inkMkLst>
        </pc:inkChg>
        <pc:inkChg chg="add del">
          <ac:chgData name="Fariha Hossain" userId="6aa7d125-f4d1-4b59-9e05-e109224d2bd2" providerId="ADAL" clId="{24D189ED-3557-4501-ACFE-1E2F0A62EA70}" dt="2026-02-02T21:55:46.549" v="417"/>
          <ac:inkMkLst>
            <pc:docMk/>
            <pc:sldMk cId="3671442481" sldId="450"/>
            <ac:inkMk id="67" creationId="{F20C18E9-C5D2-F1C6-1204-27441BA6802B}"/>
          </ac:inkMkLst>
        </pc:inkChg>
        <pc:inkChg chg="add del">
          <ac:chgData name="Fariha Hossain" userId="6aa7d125-f4d1-4b59-9e05-e109224d2bd2" providerId="ADAL" clId="{24D189ED-3557-4501-ACFE-1E2F0A62EA70}" dt="2026-02-02T21:55:46.549" v="417"/>
          <ac:inkMkLst>
            <pc:docMk/>
            <pc:sldMk cId="3671442481" sldId="450"/>
            <ac:inkMk id="68" creationId="{9F0061D5-7CEE-BC96-20AD-4CD2FFCAEA5F}"/>
          </ac:inkMkLst>
        </pc:inkChg>
        <pc:inkChg chg="add del">
          <ac:chgData name="Fariha Hossain" userId="6aa7d125-f4d1-4b59-9e05-e109224d2bd2" providerId="ADAL" clId="{24D189ED-3557-4501-ACFE-1E2F0A62EA70}" dt="2026-02-02T21:55:46.549" v="417"/>
          <ac:inkMkLst>
            <pc:docMk/>
            <pc:sldMk cId="3671442481" sldId="450"/>
            <ac:inkMk id="69" creationId="{CF8BEFD2-3E74-F975-6AA3-1B74DC65AC43}"/>
          </ac:inkMkLst>
        </pc:inkChg>
        <pc:inkChg chg="add del">
          <ac:chgData name="Fariha Hossain" userId="6aa7d125-f4d1-4b59-9e05-e109224d2bd2" providerId="ADAL" clId="{24D189ED-3557-4501-ACFE-1E2F0A62EA70}" dt="2026-02-02T21:55:46.549" v="417"/>
          <ac:inkMkLst>
            <pc:docMk/>
            <pc:sldMk cId="3671442481" sldId="450"/>
            <ac:inkMk id="70" creationId="{FBB413C8-D66D-64F1-07D4-2CB0B9C7DD9F}"/>
          </ac:inkMkLst>
        </pc:inkChg>
        <pc:inkChg chg="add del">
          <ac:chgData name="Fariha Hossain" userId="6aa7d125-f4d1-4b59-9e05-e109224d2bd2" providerId="ADAL" clId="{24D189ED-3557-4501-ACFE-1E2F0A62EA70}" dt="2026-02-02T21:55:46.549" v="417"/>
          <ac:inkMkLst>
            <pc:docMk/>
            <pc:sldMk cId="3671442481" sldId="450"/>
            <ac:inkMk id="71" creationId="{FB8D3670-F287-8B4E-13B1-74E858F6641A}"/>
          </ac:inkMkLst>
        </pc:inkChg>
        <pc:inkChg chg="add del">
          <ac:chgData name="Fariha Hossain" userId="6aa7d125-f4d1-4b59-9e05-e109224d2bd2" providerId="ADAL" clId="{24D189ED-3557-4501-ACFE-1E2F0A62EA70}" dt="2026-02-02T21:55:46.549" v="417"/>
          <ac:inkMkLst>
            <pc:docMk/>
            <pc:sldMk cId="3671442481" sldId="450"/>
            <ac:inkMk id="72" creationId="{DEE04F2A-EE7F-702B-D7E1-AB3669212BE1}"/>
          </ac:inkMkLst>
        </pc:inkChg>
        <pc:inkChg chg="add del reco">
          <ac:chgData name="Fariha Hossain" userId="6aa7d125-f4d1-4b59-9e05-e109224d2bd2" providerId="ADAL" clId="{24D189ED-3557-4501-ACFE-1E2F0A62EA70}" dt="2026-02-02T21:57:48.971" v="486"/>
          <ac:inkMkLst>
            <pc:docMk/>
            <pc:sldMk cId="3671442481" sldId="450"/>
            <ac:inkMk id="73" creationId="{349B207A-EE11-C92B-86CA-FDA76B05ACB3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74" creationId="{5BBF05A2-5AA2-0523-7DC4-3904BEF4DC95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75" creationId="{0E7A87CF-36F7-77E2-FC69-8A21DC2CC4B8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76" creationId="{0D93D5A5-2E38-A57A-EDBC-3C6DDAF3907F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77" creationId="{6F30064B-7A6B-30C3-8AD6-433C588BF1A4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78" creationId="{1041676D-AEAF-0B48-B553-4D82BB037966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79" creationId="{94B48D0A-9382-89F0-2868-A4A734AE7DF8}"/>
          </ac:inkMkLst>
        </pc:inkChg>
        <pc:inkChg chg="add">
          <ac:chgData name="Fariha Hossain" userId="6aa7d125-f4d1-4b59-9e05-e109224d2bd2" providerId="ADAL" clId="{24D189ED-3557-4501-ACFE-1E2F0A62EA70}" dt="2026-02-02T21:55:51.697" v="424"/>
          <ac:inkMkLst>
            <pc:docMk/>
            <pc:sldMk cId="3671442481" sldId="450"/>
            <ac:inkMk id="80" creationId="{33DB5C05-365A-A67F-9488-4EBFD29C9F72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81" creationId="{C10D4418-504E-FDD8-A7C8-55CADEA79F77}"/>
          </ac:inkMkLst>
        </pc:inkChg>
        <pc:inkChg chg="add">
          <ac:chgData name="Fariha Hossain" userId="6aa7d125-f4d1-4b59-9e05-e109224d2bd2" providerId="ADAL" clId="{24D189ED-3557-4501-ACFE-1E2F0A62EA70}" dt="2026-02-02T21:55:52.029" v="426"/>
          <ac:inkMkLst>
            <pc:docMk/>
            <pc:sldMk cId="3671442481" sldId="450"/>
            <ac:inkMk id="82" creationId="{67253F33-B6DC-CA35-3848-CB58A01AB829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83" creationId="{ADA41969-287D-4A16-824D-B5D518B37390}"/>
          </ac:inkMkLst>
        </pc:inkChg>
        <pc:inkChg chg="add del">
          <ac:chgData name="Fariha Hossain" userId="6aa7d125-f4d1-4b59-9e05-e109224d2bd2" providerId="ADAL" clId="{24D189ED-3557-4501-ACFE-1E2F0A62EA70}" dt="2026-02-02T21:55:54.175" v="429"/>
          <ac:inkMkLst>
            <pc:docMk/>
            <pc:sldMk cId="3671442481" sldId="450"/>
            <ac:inkMk id="84" creationId="{F2BA2524-E5FF-C302-F892-D781807FF8B9}"/>
          </ac:inkMkLst>
        </pc:inkChg>
        <pc:inkChg chg="add del mod reco modStrokes">
          <ac:chgData name="Fariha Hossain" userId="6aa7d125-f4d1-4b59-9e05-e109224d2bd2" providerId="ADAL" clId="{24D189ED-3557-4501-ACFE-1E2F0A62EA70}" dt="2026-02-02T21:57:48.960" v="476"/>
          <ac:inkMkLst>
            <pc:docMk/>
            <pc:sldMk cId="3671442481" sldId="450"/>
            <ac:inkMk id="85" creationId="{B25A5F7F-7961-522E-577A-965A5773DDCE}"/>
          </ac:inkMkLst>
        </pc:inkChg>
        <pc:inkChg chg="add del">
          <ac:chgData name="Fariha Hossain" userId="6aa7d125-f4d1-4b59-9e05-e109224d2bd2" providerId="ADAL" clId="{24D189ED-3557-4501-ACFE-1E2F0A62EA70}" dt="2026-02-02T21:56:00.398" v="433"/>
          <ac:inkMkLst>
            <pc:docMk/>
            <pc:sldMk cId="3671442481" sldId="450"/>
            <ac:inkMk id="86" creationId="{F63DB7ED-D887-497B-B8CE-5F386C1F3C0A}"/>
          </ac:inkMkLst>
        </pc:inkChg>
        <pc:inkChg chg="add del">
          <ac:chgData name="Fariha Hossain" userId="6aa7d125-f4d1-4b59-9e05-e109224d2bd2" providerId="ADAL" clId="{24D189ED-3557-4501-ACFE-1E2F0A62EA70}" dt="2026-02-02T21:56:00.398" v="433"/>
          <ac:inkMkLst>
            <pc:docMk/>
            <pc:sldMk cId="3671442481" sldId="450"/>
            <ac:inkMk id="87" creationId="{57E26DB4-C208-81A5-363D-045EAC679A8E}"/>
          </ac:inkMkLst>
        </pc:inkChg>
        <pc:inkChg chg="add del">
          <ac:chgData name="Fariha Hossain" userId="6aa7d125-f4d1-4b59-9e05-e109224d2bd2" providerId="ADAL" clId="{24D189ED-3557-4501-ACFE-1E2F0A62EA70}" dt="2026-02-02T21:56:00.398" v="433"/>
          <ac:inkMkLst>
            <pc:docMk/>
            <pc:sldMk cId="3671442481" sldId="450"/>
            <ac:inkMk id="88" creationId="{7A29CF24-B5FB-135A-DB66-BC4C12912D8C}"/>
          </ac:inkMkLst>
        </pc:inkChg>
        <pc:inkChg chg="add del reco">
          <ac:chgData name="Fariha Hossain" userId="6aa7d125-f4d1-4b59-9e05-e109224d2bd2" providerId="ADAL" clId="{24D189ED-3557-4501-ACFE-1E2F0A62EA70}" dt="2026-02-02T21:57:48.973" v="488"/>
          <ac:inkMkLst>
            <pc:docMk/>
            <pc:sldMk cId="3671442481" sldId="450"/>
            <ac:inkMk id="89" creationId="{CFE1DD95-5CF2-AC51-BDBC-B326A0639111}"/>
          </ac:inkMkLst>
        </pc:inkChg>
        <pc:inkChg chg="add del">
          <ac:chgData name="Fariha Hossain" userId="6aa7d125-f4d1-4b59-9e05-e109224d2bd2" providerId="ADAL" clId="{24D189ED-3557-4501-ACFE-1E2F0A62EA70}" dt="2026-02-02T21:56:08.908" v="436"/>
          <ac:inkMkLst>
            <pc:docMk/>
            <pc:sldMk cId="3671442481" sldId="450"/>
            <ac:inkMk id="90" creationId="{EAA231C3-0456-6C87-D862-8690C7B3C613}"/>
          </ac:inkMkLst>
        </pc:inkChg>
        <pc:inkChg chg="add del">
          <ac:chgData name="Fariha Hossain" userId="6aa7d125-f4d1-4b59-9e05-e109224d2bd2" providerId="ADAL" clId="{24D189ED-3557-4501-ACFE-1E2F0A62EA70}" dt="2026-02-02T21:56:08.908" v="436"/>
          <ac:inkMkLst>
            <pc:docMk/>
            <pc:sldMk cId="3671442481" sldId="450"/>
            <ac:inkMk id="91" creationId="{E5E15567-BC65-4FE6-1D20-614BFFD78298}"/>
          </ac:inkMkLst>
        </pc:inkChg>
        <pc:inkChg chg="add del reco">
          <ac:chgData name="Fariha Hossain" userId="6aa7d125-f4d1-4b59-9e05-e109224d2bd2" providerId="ADAL" clId="{24D189ED-3557-4501-ACFE-1E2F0A62EA70}" dt="2026-02-02T21:57:48.965" v="480"/>
          <ac:inkMkLst>
            <pc:docMk/>
            <pc:sldMk cId="3671442481" sldId="450"/>
            <ac:inkMk id="92" creationId="{C00333E5-F44A-9815-8044-72C6A66358C9}"/>
          </ac:inkMkLst>
        </pc:inkChg>
        <pc:inkChg chg="add del">
          <ac:chgData name="Fariha Hossain" userId="6aa7d125-f4d1-4b59-9e05-e109224d2bd2" providerId="ADAL" clId="{24D189ED-3557-4501-ACFE-1E2F0A62EA70}" dt="2026-02-02T21:57:48.964" v="479"/>
          <ac:inkMkLst>
            <pc:docMk/>
            <pc:sldMk cId="3671442481" sldId="450"/>
            <ac:inkMk id="93" creationId="{C39A1C60-31D7-9B1D-CB65-567B2851D68F}"/>
          </ac:inkMkLst>
        </pc:inkChg>
        <pc:inkChg chg="add del">
          <ac:chgData name="Fariha Hossain" userId="6aa7d125-f4d1-4b59-9e05-e109224d2bd2" providerId="ADAL" clId="{24D189ED-3557-4501-ACFE-1E2F0A62EA70}" dt="2026-02-02T21:57:48.970" v="485"/>
          <ac:inkMkLst>
            <pc:docMk/>
            <pc:sldMk cId="3671442481" sldId="450"/>
            <ac:inkMk id="94" creationId="{F6A70911-1126-B6DB-8FC3-E16C88F8FE87}"/>
          </ac:inkMkLst>
        </pc:inkChg>
        <pc:inkChg chg="add del">
          <ac:chgData name="Fariha Hossain" userId="6aa7d125-f4d1-4b59-9e05-e109224d2bd2" providerId="ADAL" clId="{24D189ED-3557-4501-ACFE-1E2F0A62EA70}" dt="2026-02-02T21:57:48.969" v="484"/>
          <ac:inkMkLst>
            <pc:docMk/>
            <pc:sldMk cId="3671442481" sldId="450"/>
            <ac:inkMk id="95" creationId="{C8159C0B-C3BB-D523-A0FA-2E83E04455A0}"/>
          </ac:inkMkLst>
        </pc:inkChg>
        <pc:inkChg chg="add del">
          <ac:chgData name="Fariha Hossain" userId="6aa7d125-f4d1-4b59-9e05-e109224d2bd2" providerId="ADAL" clId="{24D189ED-3557-4501-ACFE-1E2F0A62EA70}" dt="2026-02-02T21:56:38.685" v="444"/>
          <ac:inkMkLst>
            <pc:docMk/>
            <pc:sldMk cId="3671442481" sldId="450"/>
            <ac:inkMk id="96" creationId="{7EF305A2-6D59-5695-6FE8-2173A3074A64}"/>
          </ac:inkMkLst>
        </pc:inkChg>
        <pc:inkChg chg="add del">
          <ac:chgData name="Fariha Hossain" userId="6aa7d125-f4d1-4b59-9e05-e109224d2bd2" providerId="ADAL" clId="{24D189ED-3557-4501-ACFE-1E2F0A62EA70}" dt="2026-02-02T21:56:38.685" v="444"/>
          <ac:inkMkLst>
            <pc:docMk/>
            <pc:sldMk cId="3671442481" sldId="450"/>
            <ac:inkMk id="97" creationId="{20D724C0-5FF6-86EA-A0B8-6A5CBDD59BBA}"/>
          </ac:inkMkLst>
        </pc:inkChg>
        <pc:inkChg chg="add del">
          <ac:chgData name="Fariha Hossain" userId="6aa7d125-f4d1-4b59-9e05-e109224d2bd2" providerId="ADAL" clId="{24D189ED-3557-4501-ACFE-1E2F0A62EA70}" dt="2026-02-02T21:56:38.685" v="444"/>
          <ac:inkMkLst>
            <pc:docMk/>
            <pc:sldMk cId="3671442481" sldId="450"/>
            <ac:inkMk id="98" creationId="{4FB4450D-E948-8227-5993-076C77A30B94}"/>
          </ac:inkMkLst>
        </pc:inkChg>
        <pc:inkChg chg="add del">
          <ac:chgData name="Fariha Hossain" userId="6aa7d125-f4d1-4b59-9e05-e109224d2bd2" providerId="ADAL" clId="{24D189ED-3557-4501-ACFE-1E2F0A62EA70}" dt="2026-02-02T21:56:38.685" v="444"/>
          <ac:inkMkLst>
            <pc:docMk/>
            <pc:sldMk cId="3671442481" sldId="450"/>
            <ac:inkMk id="99" creationId="{51321765-AC35-7082-9D41-153CABD78428}"/>
          </ac:inkMkLst>
        </pc:inkChg>
        <pc:inkChg chg="add del reco">
          <ac:chgData name="Fariha Hossain" userId="6aa7d125-f4d1-4b59-9e05-e109224d2bd2" providerId="ADAL" clId="{24D189ED-3557-4501-ACFE-1E2F0A62EA70}" dt="2026-02-02T21:57:48.967" v="482"/>
          <ac:inkMkLst>
            <pc:docMk/>
            <pc:sldMk cId="3671442481" sldId="450"/>
            <ac:inkMk id="100" creationId="{00EB2B9A-1B85-DA98-0B3E-75456D7CF76C}"/>
          </ac:inkMkLst>
        </pc:inkChg>
        <pc:inkChg chg="add del">
          <ac:chgData name="Fariha Hossain" userId="6aa7d125-f4d1-4b59-9e05-e109224d2bd2" providerId="ADAL" clId="{24D189ED-3557-4501-ACFE-1E2F0A62EA70}" dt="2026-02-02T21:56:47.281" v="447"/>
          <ac:inkMkLst>
            <pc:docMk/>
            <pc:sldMk cId="3671442481" sldId="450"/>
            <ac:inkMk id="101" creationId="{0699E5D2-73D6-36A8-EDB8-A42AAFC7F9D4}"/>
          </ac:inkMkLst>
        </pc:inkChg>
        <pc:inkChg chg="add del">
          <ac:chgData name="Fariha Hossain" userId="6aa7d125-f4d1-4b59-9e05-e109224d2bd2" providerId="ADAL" clId="{24D189ED-3557-4501-ACFE-1E2F0A62EA70}" dt="2026-02-02T21:56:47.281" v="447"/>
          <ac:inkMkLst>
            <pc:docMk/>
            <pc:sldMk cId="3671442481" sldId="450"/>
            <ac:inkMk id="102" creationId="{F1878E5D-AD87-10D8-FB38-08B340208DF2}"/>
          </ac:inkMkLst>
        </pc:inkChg>
        <pc:inkChg chg="add del reco">
          <ac:chgData name="Fariha Hossain" userId="6aa7d125-f4d1-4b59-9e05-e109224d2bd2" providerId="ADAL" clId="{24D189ED-3557-4501-ACFE-1E2F0A62EA70}" dt="2026-02-02T21:57:46.210" v="472"/>
          <ac:inkMkLst>
            <pc:docMk/>
            <pc:sldMk cId="3671442481" sldId="450"/>
            <ac:inkMk id="103" creationId="{80E5A9C3-CDD3-9A30-B918-298E8602DF78}"/>
          </ac:inkMkLst>
        </pc:inkChg>
        <pc:inkChg chg="add del">
          <ac:chgData name="Fariha Hossain" userId="6aa7d125-f4d1-4b59-9e05-e109224d2bd2" providerId="ADAL" clId="{24D189ED-3557-4501-ACFE-1E2F0A62EA70}" dt="2026-02-02T21:57:46.212" v="474"/>
          <ac:inkMkLst>
            <pc:docMk/>
            <pc:sldMk cId="3671442481" sldId="450"/>
            <ac:inkMk id="104" creationId="{50070307-DBE2-3C08-44FC-4ED2A296595E}"/>
          </ac:inkMkLst>
        </pc:inkChg>
        <pc:inkChg chg="add del">
          <ac:chgData name="Fariha Hossain" userId="6aa7d125-f4d1-4b59-9e05-e109224d2bd2" providerId="ADAL" clId="{24D189ED-3557-4501-ACFE-1E2F0A62EA70}" dt="2026-02-02T21:56:59.183" v="453"/>
          <ac:inkMkLst>
            <pc:docMk/>
            <pc:sldMk cId="3671442481" sldId="450"/>
            <ac:inkMk id="105" creationId="{09EC839B-F2CE-7B87-A768-3FBCA6AF98D2}"/>
          </ac:inkMkLst>
        </pc:inkChg>
        <pc:inkChg chg="add del">
          <ac:chgData name="Fariha Hossain" userId="6aa7d125-f4d1-4b59-9e05-e109224d2bd2" providerId="ADAL" clId="{24D189ED-3557-4501-ACFE-1E2F0A62EA70}" dt="2026-02-02T21:56:59.183" v="453"/>
          <ac:inkMkLst>
            <pc:docMk/>
            <pc:sldMk cId="3671442481" sldId="450"/>
            <ac:inkMk id="106" creationId="{D6EC253E-FF8E-2EE3-3D60-E2D3B8B3C414}"/>
          </ac:inkMkLst>
        </pc:inkChg>
        <pc:inkChg chg="add del">
          <ac:chgData name="Fariha Hossain" userId="6aa7d125-f4d1-4b59-9e05-e109224d2bd2" providerId="ADAL" clId="{24D189ED-3557-4501-ACFE-1E2F0A62EA70}" dt="2026-02-02T21:56:59.183" v="453"/>
          <ac:inkMkLst>
            <pc:docMk/>
            <pc:sldMk cId="3671442481" sldId="450"/>
            <ac:inkMk id="107" creationId="{B0EF0E76-88C3-165E-9A86-02C0F85AF030}"/>
          </ac:inkMkLst>
        </pc:inkChg>
        <pc:inkChg chg="add del">
          <ac:chgData name="Fariha Hossain" userId="6aa7d125-f4d1-4b59-9e05-e109224d2bd2" providerId="ADAL" clId="{24D189ED-3557-4501-ACFE-1E2F0A62EA70}" dt="2026-02-02T21:56:59.183" v="453"/>
          <ac:inkMkLst>
            <pc:docMk/>
            <pc:sldMk cId="3671442481" sldId="450"/>
            <ac:inkMk id="108" creationId="{F6D5CA24-8AB3-284C-E34D-10871ABA5CFD}"/>
          </ac:inkMkLst>
        </pc:inkChg>
        <pc:inkChg chg="add del reco">
          <ac:chgData name="Fariha Hossain" userId="6aa7d125-f4d1-4b59-9e05-e109224d2bd2" providerId="ADAL" clId="{24D189ED-3557-4501-ACFE-1E2F0A62EA70}" dt="2026-02-02T21:57:48.961" v="477"/>
          <ac:inkMkLst>
            <pc:docMk/>
            <pc:sldMk cId="3671442481" sldId="450"/>
            <ac:inkMk id="109" creationId="{3237512C-8CC0-0BB6-FD51-01B7B092D67E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0" creationId="{C5C49437-3257-865C-1A32-38A58A5B27E3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1" creationId="{C185F2E4-A384-C278-581A-7AA4149E6785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2" creationId="{B6297CDC-6B28-55F3-9CA3-16C9FB8A89EB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3" creationId="{657A11F2-9436-9680-275E-20CF0C5957CA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4" creationId="{CBFB5580-7D97-E377-1778-CAE2BFE5F810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5" creationId="{8714EEA5-7BDC-F25B-2B5D-839641CEFBD6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6" creationId="{1EA058CB-0714-5C45-9A8C-D5831D8B4B13}"/>
          </ac:inkMkLst>
        </pc:inkChg>
        <pc:inkChg chg="add del">
          <ac:chgData name="Fariha Hossain" userId="6aa7d125-f4d1-4b59-9e05-e109224d2bd2" providerId="ADAL" clId="{24D189ED-3557-4501-ACFE-1E2F0A62EA70}" dt="2026-02-02T21:57:06.371" v="462"/>
          <ac:inkMkLst>
            <pc:docMk/>
            <pc:sldMk cId="3671442481" sldId="450"/>
            <ac:inkMk id="117" creationId="{8F538D69-21A7-E9D2-F7EC-F7E058E2B07C}"/>
          </ac:inkMkLst>
        </pc:inkChg>
        <pc:inkChg chg="add del reco">
          <ac:chgData name="Fariha Hossain" userId="6aa7d125-f4d1-4b59-9e05-e109224d2bd2" providerId="ADAL" clId="{24D189ED-3557-4501-ACFE-1E2F0A62EA70}" dt="2026-02-02T21:57:48.966" v="481"/>
          <ac:inkMkLst>
            <pc:docMk/>
            <pc:sldMk cId="3671442481" sldId="450"/>
            <ac:inkMk id="118" creationId="{CDBE373D-FD57-B6E8-51A3-F8AC1DF89698}"/>
          </ac:inkMkLst>
        </pc:inkChg>
        <pc:inkChg chg="add del">
          <ac:chgData name="Fariha Hossain" userId="6aa7d125-f4d1-4b59-9e05-e109224d2bd2" providerId="ADAL" clId="{24D189ED-3557-4501-ACFE-1E2F0A62EA70}" dt="2026-02-02T21:57:46.211" v="473"/>
          <ac:inkMkLst>
            <pc:docMk/>
            <pc:sldMk cId="3671442481" sldId="450"/>
            <ac:inkMk id="119" creationId="{DE33A5C4-4785-AE59-55A4-6139A20F8545}"/>
          </ac:inkMkLst>
        </pc:inkChg>
        <pc:inkChg chg="add del">
          <ac:chgData name="Fariha Hossain" userId="6aa7d125-f4d1-4b59-9e05-e109224d2bd2" providerId="ADAL" clId="{24D189ED-3557-4501-ACFE-1E2F0A62EA70}" dt="2026-02-02T21:57:58.460" v="492"/>
          <ac:inkMkLst>
            <pc:docMk/>
            <pc:sldMk cId="3671442481" sldId="450"/>
            <ac:inkMk id="120" creationId="{9360FB76-69C2-71BE-AC63-A8AF2B66B7D8}"/>
          </ac:inkMkLst>
        </pc:inkChg>
        <pc:inkChg chg="add del">
          <ac:chgData name="Fariha Hossain" userId="6aa7d125-f4d1-4b59-9e05-e109224d2bd2" providerId="ADAL" clId="{24D189ED-3557-4501-ACFE-1E2F0A62EA70}" dt="2026-02-02T21:57:58.460" v="492"/>
          <ac:inkMkLst>
            <pc:docMk/>
            <pc:sldMk cId="3671442481" sldId="450"/>
            <ac:inkMk id="121" creationId="{7FF2AF49-19B3-5652-54D6-B456878EA0B2}"/>
          </ac:inkMkLst>
        </pc:inkChg>
        <pc:inkChg chg="add del">
          <ac:chgData name="Fariha Hossain" userId="6aa7d125-f4d1-4b59-9e05-e109224d2bd2" providerId="ADAL" clId="{24D189ED-3557-4501-ACFE-1E2F0A62EA70}" dt="2026-02-02T21:57:58.460" v="492"/>
          <ac:inkMkLst>
            <pc:docMk/>
            <pc:sldMk cId="3671442481" sldId="450"/>
            <ac:inkMk id="122" creationId="{D6E0E7D5-DD19-7E74-234C-48E2BC054011}"/>
          </ac:inkMkLst>
        </pc:inkChg>
        <pc:inkChg chg="add reco">
          <ac:chgData name="Fariha Hossain" userId="6aa7d125-f4d1-4b59-9e05-e109224d2bd2" providerId="ADAL" clId="{24D189ED-3557-4501-ACFE-1E2F0A62EA70}" dt="2026-02-02T21:57:58.460" v="492"/>
          <ac:inkMkLst>
            <pc:docMk/>
            <pc:sldMk cId="3671442481" sldId="450"/>
            <ac:inkMk id="123" creationId="{A14F5841-D85E-9B26-A2E9-1453AE968B86}"/>
          </ac:inkMkLst>
        </pc:inkChg>
        <pc:inkChg chg="add del">
          <ac:chgData name="Fariha Hossain" userId="6aa7d125-f4d1-4b59-9e05-e109224d2bd2" providerId="ADAL" clId="{24D189ED-3557-4501-ACFE-1E2F0A62EA70}" dt="2026-02-02T21:58:11.536" v="497"/>
          <ac:inkMkLst>
            <pc:docMk/>
            <pc:sldMk cId="3671442481" sldId="450"/>
            <ac:inkMk id="124" creationId="{52D6084E-26F2-B79E-E41B-6EAD274AA093}"/>
          </ac:inkMkLst>
        </pc:inkChg>
        <pc:inkChg chg="add del">
          <ac:chgData name="Fariha Hossain" userId="6aa7d125-f4d1-4b59-9e05-e109224d2bd2" providerId="ADAL" clId="{24D189ED-3557-4501-ACFE-1E2F0A62EA70}" dt="2026-02-02T21:58:11.536" v="497"/>
          <ac:inkMkLst>
            <pc:docMk/>
            <pc:sldMk cId="3671442481" sldId="450"/>
            <ac:inkMk id="125" creationId="{7ED2E1A3-1446-80DD-408F-FAA464A5FC41}"/>
          </ac:inkMkLst>
        </pc:inkChg>
        <pc:inkChg chg="add del">
          <ac:chgData name="Fariha Hossain" userId="6aa7d125-f4d1-4b59-9e05-e109224d2bd2" providerId="ADAL" clId="{24D189ED-3557-4501-ACFE-1E2F0A62EA70}" dt="2026-02-02T21:58:11.536" v="497"/>
          <ac:inkMkLst>
            <pc:docMk/>
            <pc:sldMk cId="3671442481" sldId="450"/>
            <ac:inkMk id="126" creationId="{84BF0F1B-D3AC-22E3-DD6F-AA742A336991}"/>
          </ac:inkMkLst>
        </pc:inkChg>
        <pc:inkChg chg="add del">
          <ac:chgData name="Fariha Hossain" userId="6aa7d125-f4d1-4b59-9e05-e109224d2bd2" providerId="ADAL" clId="{24D189ED-3557-4501-ACFE-1E2F0A62EA70}" dt="2026-02-02T21:58:11.536" v="497"/>
          <ac:inkMkLst>
            <pc:docMk/>
            <pc:sldMk cId="3671442481" sldId="450"/>
            <ac:inkMk id="127" creationId="{E29BD118-30C1-15BD-CA94-4654E9BD08A7}"/>
          </ac:inkMkLst>
        </pc:inkChg>
        <pc:inkChg chg="add reco">
          <ac:chgData name="Fariha Hossain" userId="6aa7d125-f4d1-4b59-9e05-e109224d2bd2" providerId="ADAL" clId="{24D189ED-3557-4501-ACFE-1E2F0A62EA70}" dt="2026-02-02T21:58:11.536" v="497"/>
          <ac:inkMkLst>
            <pc:docMk/>
            <pc:sldMk cId="3671442481" sldId="450"/>
            <ac:inkMk id="128" creationId="{7CE8E728-7CF0-8B6C-1291-02E5C322A4BF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2:04:06.707" v="617"/>
        <pc:sldMkLst>
          <pc:docMk/>
          <pc:sldMk cId="2925488919" sldId="451"/>
        </pc:sldMkLst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3" creationId="{B9EC75FF-384D-330A-4FF1-4D4F9491C808}"/>
          </ac:inkMkLst>
        </pc:inkChg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23" creationId="{2C09E480-3F12-3FFB-A3CB-82C68C7F3B3F}"/>
          </ac:inkMkLst>
        </pc:inkChg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24" creationId="{6D0522AF-EAE5-216E-9A72-2E0E60198C99}"/>
          </ac:inkMkLst>
        </pc:inkChg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25" creationId="{18931C54-A9FC-83E7-02CB-D56CC7A1B196}"/>
          </ac:inkMkLst>
        </pc:inkChg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26" creationId="{6AA3EB7B-AA4C-A05F-6808-72E7DFE3A5F5}"/>
          </ac:inkMkLst>
        </pc:inkChg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27" creationId="{4ADCA1A4-330E-5942-6034-7D9162B8C584}"/>
          </ac:inkMkLst>
        </pc:inkChg>
        <pc:inkChg chg="add del">
          <ac:chgData name="Fariha Hossain" userId="6aa7d125-f4d1-4b59-9e05-e109224d2bd2" providerId="ADAL" clId="{24D189ED-3557-4501-ACFE-1E2F0A62EA70}" dt="2026-02-02T21:52:44.755" v="358"/>
          <ac:inkMkLst>
            <pc:docMk/>
            <pc:sldMk cId="2925488919" sldId="451"/>
            <ac:inkMk id="28" creationId="{A305638B-9BF2-F599-4C56-0E0C3769D468}"/>
          </ac:inkMkLst>
        </pc:inkChg>
        <pc:inkChg chg="add del reco">
          <ac:chgData name="Fariha Hossain" userId="6aa7d125-f4d1-4b59-9e05-e109224d2bd2" providerId="ADAL" clId="{24D189ED-3557-4501-ACFE-1E2F0A62EA70}" dt="2026-02-02T22:00:32.339" v="542"/>
          <ac:inkMkLst>
            <pc:docMk/>
            <pc:sldMk cId="2925488919" sldId="451"/>
            <ac:inkMk id="29" creationId="{CD560C8E-4AB0-8891-1AF8-D1E91C71A37F}"/>
          </ac:inkMkLst>
        </pc:inkChg>
        <pc:inkChg chg="add del">
          <ac:chgData name="Fariha Hossain" userId="6aa7d125-f4d1-4b59-9e05-e109224d2bd2" providerId="ADAL" clId="{24D189ED-3557-4501-ACFE-1E2F0A62EA70}" dt="2026-02-02T21:59:36.556" v="511"/>
          <ac:inkMkLst>
            <pc:docMk/>
            <pc:sldMk cId="2925488919" sldId="451"/>
            <ac:inkMk id="30" creationId="{52823E3F-36B1-D8F5-F433-31FAD85A3776}"/>
          </ac:inkMkLst>
        </pc:inkChg>
        <pc:inkChg chg="add del">
          <ac:chgData name="Fariha Hossain" userId="6aa7d125-f4d1-4b59-9e05-e109224d2bd2" providerId="ADAL" clId="{24D189ED-3557-4501-ACFE-1E2F0A62EA70}" dt="2026-02-02T21:59:36.556" v="511"/>
          <ac:inkMkLst>
            <pc:docMk/>
            <pc:sldMk cId="2925488919" sldId="451"/>
            <ac:inkMk id="31" creationId="{C383A3A7-DA29-BD2E-E222-9102387B52F1}"/>
          </ac:inkMkLst>
        </pc:inkChg>
        <pc:inkChg chg="add del">
          <ac:chgData name="Fariha Hossain" userId="6aa7d125-f4d1-4b59-9e05-e109224d2bd2" providerId="ADAL" clId="{24D189ED-3557-4501-ACFE-1E2F0A62EA70}" dt="2026-02-02T21:59:36.556" v="511"/>
          <ac:inkMkLst>
            <pc:docMk/>
            <pc:sldMk cId="2925488919" sldId="451"/>
            <ac:inkMk id="33" creationId="{FE7E4DA1-87B6-D82D-630D-A8BC02A8398C}"/>
          </ac:inkMkLst>
        </pc:inkChg>
        <pc:inkChg chg="add del">
          <ac:chgData name="Fariha Hossain" userId="6aa7d125-f4d1-4b59-9e05-e109224d2bd2" providerId="ADAL" clId="{24D189ED-3557-4501-ACFE-1E2F0A62EA70}" dt="2026-02-02T21:58:26.220" v="501"/>
          <ac:inkMkLst>
            <pc:docMk/>
            <pc:sldMk cId="2925488919" sldId="451"/>
            <ac:inkMk id="34" creationId="{552F47B3-9950-C396-6D63-6EAF10FF4191}"/>
          </ac:inkMkLst>
        </pc:inkChg>
        <pc:inkChg chg="add del">
          <ac:chgData name="Fariha Hossain" userId="6aa7d125-f4d1-4b59-9e05-e109224d2bd2" providerId="ADAL" clId="{24D189ED-3557-4501-ACFE-1E2F0A62EA70}" dt="2026-02-02T21:58:26.220" v="501"/>
          <ac:inkMkLst>
            <pc:docMk/>
            <pc:sldMk cId="2925488919" sldId="451"/>
            <ac:inkMk id="35" creationId="{FB3F9C0F-E8AD-F351-44C6-B86D6C749A8E}"/>
          </ac:inkMkLst>
        </pc:inkChg>
        <pc:inkChg chg="add del">
          <ac:chgData name="Fariha Hossain" userId="6aa7d125-f4d1-4b59-9e05-e109224d2bd2" providerId="ADAL" clId="{24D189ED-3557-4501-ACFE-1E2F0A62EA70}" dt="2026-02-02T22:00:32.344" v="547"/>
          <ac:inkMkLst>
            <pc:docMk/>
            <pc:sldMk cId="2925488919" sldId="451"/>
            <ac:inkMk id="36" creationId="{88AB1FD6-EB2E-6DA1-0816-6E2F3BD99A8A}"/>
          </ac:inkMkLst>
        </pc:inkChg>
        <pc:inkChg chg="add del reco">
          <ac:chgData name="Fariha Hossain" userId="6aa7d125-f4d1-4b59-9e05-e109224d2bd2" providerId="ADAL" clId="{24D189ED-3557-4501-ACFE-1E2F0A62EA70}" dt="2026-02-02T22:00:32.337" v="541"/>
          <ac:inkMkLst>
            <pc:docMk/>
            <pc:sldMk cId="2925488919" sldId="451"/>
            <ac:inkMk id="37" creationId="{E95E9DE7-A9B2-BA05-E17F-D2373D17B02E}"/>
          </ac:inkMkLst>
        </pc:inkChg>
        <pc:inkChg chg="add del">
          <ac:chgData name="Fariha Hossain" userId="6aa7d125-f4d1-4b59-9e05-e109224d2bd2" providerId="ADAL" clId="{24D189ED-3557-4501-ACFE-1E2F0A62EA70}" dt="2026-02-02T21:59:36.556" v="511"/>
          <ac:inkMkLst>
            <pc:docMk/>
            <pc:sldMk cId="2925488919" sldId="451"/>
            <ac:inkMk id="38" creationId="{81368934-8F46-07EE-B324-F4C908EE4FDE}"/>
          </ac:inkMkLst>
        </pc:inkChg>
        <pc:inkChg chg="add del reco">
          <ac:chgData name="Fariha Hossain" userId="6aa7d125-f4d1-4b59-9e05-e109224d2bd2" providerId="ADAL" clId="{24D189ED-3557-4501-ACFE-1E2F0A62EA70}" dt="2026-02-02T22:00:32.340" v="543"/>
          <ac:inkMkLst>
            <pc:docMk/>
            <pc:sldMk cId="2925488919" sldId="451"/>
            <ac:inkMk id="39" creationId="{ABF9C2FD-57CB-385E-A2D1-CA1583366E47}"/>
          </ac:inkMkLst>
        </pc:inkChg>
        <pc:inkChg chg="add del">
          <ac:chgData name="Fariha Hossain" userId="6aa7d125-f4d1-4b59-9e05-e109224d2bd2" providerId="ADAL" clId="{24D189ED-3557-4501-ACFE-1E2F0A62EA70}" dt="2026-02-02T21:59:39.607" v="516"/>
          <ac:inkMkLst>
            <pc:docMk/>
            <pc:sldMk cId="2925488919" sldId="451"/>
            <ac:inkMk id="40" creationId="{F06E84A4-3A95-8503-3AE5-CA1047CEAA3E}"/>
          </ac:inkMkLst>
        </pc:inkChg>
        <pc:inkChg chg="add del">
          <ac:chgData name="Fariha Hossain" userId="6aa7d125-f4d1-4b59-9e05-e109224d2bd2" providerId="ADAL" clId="{24D189ED-3557-4501-ACFE-1E2F0A62EA70}" dt="2026-02-02T21:59:39.607" v="516"/>
          <ac:inkMkLst>
            <pc:docMk/>
            <pc:sldMk cId="2925488919" sldId="451"/>
            <ac:inkMk id="41" creationId="{6AC8190D-93EC-0C3D-F922-25AB659A4AE5}"/>
          </ac:inkMkLst>
        </pc:inkChg>
        <pc:inkChg chg="add del">
          <ac:chgData name="Fariha Hossain" userId="6aa7d125-f4d1-4b59-9e05-e109224d2bd2" providerId="ADAL" clId="{24D189ED-3557-4501-ACFE-1E2F0A62EA70}" dt="2026-02-02T21:59:39.607" v="516"/>
          <ac:inkMkLst>
            <pc:docMk/>
            <pc:sldMk cId="2925488919" sldId="451"/>
            <ac:inkMk id="42" creationId="{B727857A-659E-1065-32F9-69DFA7C2F46E}"/>
          </ac:inkMkLst>
        </pc:inkChg>
        <pc:inkChg chg="add del">
          <ac:chgData name="Fariha Hossain" userId="6aa7d125-f4d1-4b59-9e05-e109224d2bd2" providerId="ADAL" clId="{24D189ED-3557-4501-ACFE-1E2F0A62EA70}" dt="2026-02-02T21:59:39.607" v="516"/>
          <ac:inkMkLst>
            <pc:docMk/>
            <pc:sldMk cId="2925488919" sldId="451"/>
            <ac:inkMk id="43" creationId="{2FD22CA3-71C7-0866-1FEE-F4CDD1EF29D8}"/>
          </ac:inkMkLst>
        </pc:inkChg>
        <pc:inkChg chg="add del reco">
          <ac:chgData name="Fariha Hossain" userId="6aa7d125-f4d1-4b59-9e05-e109224d2bd2" providerId="ADAL" clId="{24D189ED-3557-4501-ACFE-1E2F0A62EA70}" dt="2026-02-02T22:00:32.343" v="546"/>
          <ac:inkMkLst>
            <pc:docMk/>
            <pc:sldMk cId="2925488919" sldId="451"/>
            <ac:inkMk id="44" creationId="{4228F13A-AB21-666B-E886-96846FA47A74}"/>
          </ac:inkMkLst>
        </pc:inkChg>
        <pc:inkChg chg="add del">
          <ac:chgData name="Fariha Hossain" userId="6aa7d125-f4d1-4b59-9e05-e109224d2bd2" providerId="ADAL" clId="{24D189ED-3557-4501-ACFE-1E2F0A62EA70}" dt="2026-02-02T21:59:45.819" v="520"/>
          <ac:inkMkLst>
            <pc:docMk/>
            <pc:sldMk cId="2925488919" sldId="451"/>
            <ac:inkMk id="45" creationId="{BB7E5693-5280-931F-78CF-5B46F45EC399}"/>
          </ac:inkMkLst>
        </pc:inkChg>
        <pc:inkChg chg="add del">
          <ac:chgData name="Fariha Hossain" userId="6aa7d125-f4d1-4b59-9e05-e109224d2bd2" providerId="ADAL" clId="{24D189ED-3557-4501-ACFE-1E2F0A62EA70}" dt="2026-02-02T21:59:45.819" v="520"/>
          <ac:inkMkLst>
            <pc:docMk/>
            <pc:sldMk cId="2925488919" sldId="451"/>
            <ac:inkMk id="46" creationId="{53A83B8C-D16A-38F4-8CD7-6706C261AA20}"/>
          </ac:inkMkLst>
        </pc:inkChg>
        <pc:inkChg chg="add del">
          <ac:chgData name="Fariha Hossain" userId="6aa7d125-f4d1-4b59-9e05-e109224d2bd2" providerId="ADAL" clId="{24D189ED-3557-4501-ACFE-1E2F0A62EA70}" dt="2026-02-02T21:59:45.819" v="520"/>
          <ac:inkMkLst>
            <pc:docMk/>
            <pc:sldMk cId="2925488919" sldId="451"/>
            <ac:inkMk id="47" creationId="{7F8816A0-2E48-C164-3CE8-7DD029BA6914}"/>
          </ac:inkMkLst>
        </pc:inkChg>
        <pc:inkChg chg="add del mod reco modStrokes">
          <ac:chgData name="Fariha Hossain" userId="6aa7d125-f4d1-4b59-9e05-e109224d2bd2" providerId="ADAL" clId="{24D189ED-3557-4501-ACFE-1E2F0A62EA70}" dt="2026-02-02T22:01:18.389" v="550"/>
          <ac:inkMkLst>
            <pc:docMk/>
            <pc:sldMk cId="2925488919" sldId="451"/>
            <ac:inkMk id="48" creationId="{7F86B4E7-9459-B593-B445-22AE6F8A500F}"/>
          </ac:inkMkLst>
        </pc:inkChg>
        <pc:inkChg chg="add del">
          <ac:chgData name="Fariha Hossain" userId="6aa7d125-f4d1-4b59-9e05-e109224d2bd2" providerId="ADAL" clId="{24D189ED-3557-4501-ACFE-1E2F0A62EA70}" dt="2026-02-02T22:00:32.344" v="548"/>
          <ac:inkMkLst>
            <pc:docMk/>
            <pc:sldMk cId="2925488919" sldId="451"/>
            <ac:inkMk id="49" creationId="{986D344A-FBF4-7F1F-E072-465905E2C695}"/>
          </ac:inkMkLst>
        </pc:inkChg>
        <pc:inkChg chg="add del">
          <ac:chgData name="Fariha Hossain" userId="6aa7d125-f4d1-4b59-9e05-e109224d2bd2" providerId="ADAL" clId="{24D189ED-3557-4501-ACFE-1E2F0A62EA70}" dt="2026-02-02T22:00:32.336" v="540"/>
          <ac:inkMkLst>
            <pc:docMk/>
            <pc:sldMk cId="2925488919" sldId="451"/>
            <ac:inkMk id="50" creationId="{A1D30FE1-C290-57E7-DCDD-0E0BF1C4F26A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1" creationId="{3DDAF4CE-5AF2-1CBF-6A4F-D51F347D4CB0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2" creationId="{104B2DE0-26B8-C54B-BC25-B71A510A1132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3" creationId="{FE0EAFE4-3A01-95B9-092B-0E34CF787415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4" creationId="{043A66ED-6D89-7C00-DCDF-27B86C84615B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5" creationId="{85728F42-292A-1C7D-B93B-2FBA89FC7088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6" creationId="{A08ADA88-C3E0-79AD-B6BF-32A5E98E5B0F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7" creationId="{3FD92895-13E7-848B-02A7-9378E063558E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8" creationId="{58AEEDB7-9A58-1908-F2DF-2DE372D0FD8B}"/>
          </ac:inkMkLst>
        </pc:inkChg>
        <pc:inkChg chg="add del">
          <ac:chgData name="Fariha Hossain" userId="6aa7d125-f4d1-4b59-9e05-e109224d2bd2" providerId="ADAL" clId="{24D189ED-3557-4501-ACFE-1E2F0A62EA70}" dt="2026-02-02T22:00:07.265" v="532"/>
          <ac:inkMkLst>
            <pc:docMk/>
            <pc:sldMk cId="2925488919" sldId="451"/>
            <ac:inkMk id="59" creationId="{3CF26CFB-E14C-29F3-5EDA-D70764F4F4E6}"/>
          </ac:inkMkLst>
        </pc:inkChg>
        <pc:inkChg chg="add del reco">
          <ac:chgData name="Fariha Hossain" userId="6aa7d125-f4d1-4b59-9e05-e109224d2bd2" providerId="ADAL" clId="{24D189ED-3557-4501-ACFE-1E2F0A62EA70}" dt="2026-02-02T22:00:32.345" v="549"/>
          <ac:inkMkLst>
            <pc:docMk/>
            <pc:sldMk cId="2925488919" sldId="451"/>
            <ac:inkMk id="60" creationId="{867EDE83-77E9-EAC2-7D34-61FA6AA7D71C}"/>
          </ac:inkMkLst>
        </pc:inkChg>
        <pc:inkChg chg="add del">
          <ac:chgData name="Fariha Hossain" userId="6aa7d125-f4d1-4b59-9e05-e109224d2bd2" providerId="ADAL" clId="{24D189ED-3557-4501-ACFE-1E2F0A62EA70}" dt="2026-02-02T22:00:23.267" v="539"/>
          <ac:inkMkLst>
            <pc:docMk/>
            <pc:sldMk cId="2925488919" sldId="451"/>
            <ac:inkMk id="61" creationId="{04E5C99A-D05F-04D8-1C83-6319AE658603}"/>
          </ac:inkMkLst>
        </pc:inkChg>
        <pc:inkChg chg="add del">
          <ac:chgData name="Fariha Hossain" userId="6aa7d125-f4d1-4b59-9e05-e109224d2bd2" providerId="ADAL" clId="{24D189ED-3557-4501-ACFE-1E2F0A62EA70}" dt="2026-02-02T22:00:23.267" v="539"/>
          <ac:inkMkLst>
            <pc:docMk/>
            <pc:sldMk cId="2925488919" sldId="451"/>
            <ac:inkMk id="62" creationId="{CBF1E786-1A48-DE40-B5AB-B55FC84D7A5B}"/>
          </ac:inkMkLst>
        </pc:inkChg>
        <pc:inkChg chg="add del">
          <ac:chgData name="Fariha Hossain" userId="6aa7d125-f4d1-4b59-9e05-e109224d2bd2" providerId="ADAL" clId="{24D189ED-3557-4501-ACFE-1E2F0A62EA70}" dt="2026-02-02T22:00:23.267" v="539"/>
          <ac:inkMkLst>
            <pc:docMk/>
            <pc:sldMk cId="2925488919" sldId="451"/>
            <ac:inkMk id="63" creationId="{5062B7C7-CACC-BE27-682D-7ADC5BC251EA}"/>
          </ac:inkMkLst>
        </pc:inkChg>
        <pc:inkChg chg="add del">
          <ac:chgData name="Fariha Hossain" userId="6aa7d125-f4d1-4b59-9e05-e109224d2bd2" providerId="ADAL" clId="{24D189ED-3557-4501-ACFE-1E2F0A62EA70}" dt="2026-02-02T22:00:23.267" v="539"/>
          <ac:inkMkLst>
            <pc:docMk/>
            <pc:sldMk cId="2925488919" sldId="451"/>
            <ac:inkMk id="64" creationId="{84524388-D29D-D05A-AE80-366737256BDE}"/>
          </ac:inkMkLst>
        </pc:inkChg>
        <pc:inkChg chg="add del">
          <ac:chgData name="Fariha Hossain" userId="6aa7d125-f4d1-4b59-9e05-e109224d2bd2" providerId="ADAL" clId="{24D189ED-3557-4501-ACFE-1E2F0A62EA70}" dt="2026-02-02T22:00:23.267" v="539"/>
          <ac:inkMkLst>
            <pc:docMk/>
            <pc:sldMk cId="2925488919" sldId="451"/>
            <ac:inkMk id="65" creationId="{199B7131-2470-5DDE-1543-789092F5BCFE}"/>
          </ac:inkMkLst>
        </pc:inkChg>
        <pc:inkChg chg="add del">
          <ac:chgData name="Fariha Hossain" userId="6aa7d125-f4d1-4b59-9e05-e109224d2bd2" providerId="ADAL" clId="{24D189ED-3557-4501-ACFE-1E2F0A62EA70}" dt="2026-02-02T22:00:23.267" v="539"/>
          <ac:inkMkLst>
            <pc:docMk/>
            <pc:sldMk cId="2925488919" sldId="451"/>
            <ac:inkMk id="66" creationId="{BD057660-D882-ECEE-B391-A89D917C9D3C}"/>
          </ac:inkMkLst>
        </pc:inkChg>
        <pc:inkChg chg="add del reco">
          <ac:chgData name="Fariha Hossain" userId="6aa7d125-f4d1-4b59-9e05-e109224d2bd2" providerId="ADAL" clId="{24D189ED-3557-4501-ACFE-1E2F0A62EA70}" dt="2026-02-02T22:00:32.341" v="544"/>
          <ac:inkMkLst>
            <pc:docMk/>
            <pc:sldMk cId="2925488919" sldId="451"/>
            <ac:inkMk id="67" creationId="{E9EB2D09-9B7F-A875-4BDC-486E0F2E585A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68" creationId="{E4876C86-B1BF-8830-DD76-34F25EDA6E71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69" creationId="{09E22005-3CC2-4784-758B-9C34B7F17FDF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70" creationId="{E2F875C9-B0DF-ADC9-5A63-92CB3EC8D71B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71" creationId="{50446E48-5FF2-A8F3-353C-7E5AF241250A}"/>
          </ac:inkMkLst>
        </pc:inkChg>
        <pc:inkChg chg="add">
          <ac:chgData name="Fariha Hossain" userId="6aa7d125-f4d1-4b59-9e05-e109224d2bd2" providerId="ADAL" clId="{24D189ED-3557-4501-ACFE-1E2F0A62EA70}" dt="2026-02-02T22:04:03.587" v="609"/>
          <ac:inkMkLst>
            <pc:docMk/>
            <pc:sldMk cId="2925488919" sldId="451"/>
            <ac:inkMk id="72" creationId="{C7475B78-0E2A-22FE-B557-4DB1BB43F6C3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73" creationId="{05438BF4-C4BC-F132-39E4-665359CA8026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74" creationId="{5C7E63AD-AD5F-6D45-70B4-00265A96A3DD}"/>
          </ac:inkMkLst>
        </pc:inkChg>
        <pc:inkChg chg="add">
          <ac:chgData name="Fariha Hossain" userId="6aa7d125-f4d1-4b59-9e05-e109224d2bd2" providerId="ADAL" clId="{24D189ED-3557-4501-ACFE-1E2F0A62EA70}" dt="2026-02-02T22:04:04.685" v="612"/>
          <ac:inkMkLst>
            <pc:docMk/>
            <pc:sldMk cId="2925488919" sldId="451"/>
            <ac:inkMk id="75" creationId="{7C2D4154-FE62-9291-EFCB-F03032B8AC4E}"/>
          </ac:inkMkLst>
        </pc:inkChg>
        <pc:inkChg chg="add">
          <ac:chgData name="Fariha Hossain" userId="6aa7d125-f4d1-4b59-9e05-e109224d2bd2" providerId="ADAL" clId="{24D189ED-3557-4501-ACFE-1E2F0A62EA70}" dt="2026-02-02T22:04:04.903" v="613"/>
          <ac:inkMkLst>
            <pc:docMk/>
            <pc:sldMk cId="2925488919" sldId="451"/>
            <ac:inkMk id="76" creationId="{66FE523A-2DE6-DCA4-FC7A-92F392738F92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77" creationId="{AFB6A58A-5F99-0A0F-F43D-91158943C726}"/>
          </ac:inkMkLst>
        </pc:inkChg>
        <pc:inkChg chg="add del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78" creationId="{24F2A1C8-6C84-6379-DDA9-D609A2569EE7}"/>
          </ac:inkMkLst>
        </pc:inkChg>
        <pc:inkChg chg="add">
          <ac:chgData name="Fariha Hossain" userId="6aa7d125-f4d1-4b59-9e05-e109224d2bd2" providerId="ADAL" clId="{24D189ED-3557-4501-ACFE-1E2F0A62EA70}" dt="2026-02-02T22:04:06.086" v="616"/>
          <ac:inkMkLst>
            <pc:docMk/>
            <pc:sldMk cId="2925488919" sldId="451"/>
            <ac:inkMk id="79" creationId="{E92A2832-3324-FA75-1624-AEDB3DD45862}"/>
          </ac:inkMkLst>
        </pc:inkChg>
        <pc:inkChg chg="add reco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81" creationId="{08842FDD-689F-CCE9-AFDD-2EE7C37FFC3D}"/>
          </ac:inkMkLst>
        </pc:inkChg>
        <pc:inkChg chg="add reco">
          <ac:chgData name="Fariha Hossain" userId="6aa7d125-f4d1-4b59-9e05-e109224d2bd2" providerId="ADAL" clId="{24D189ED-3557-4501-ACFE-1E2F0A62EA70}" dt="2026-02-02T22:04:06.707" v="617"/>
          <ac:inkMkLst>
            <pc:docMk/>
            <pc:sldMk cId="2925488919" sldId="451"/>
            <ac:inkMk id="82" creationId="{A3809E81-34D8-FDF0-E07D-56B9AACFDD5D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2:02:40.887" v="580"/>
        <pc:sldMkLst>
          <pc:docMk/>
          <pc:sldMk cId="52586655" sldId="455"/>
        </pc:sldMkLst>
        <pc:inkChg chg="add del">
          <ac:chgData name="Fariha Hossain" userId="6aa7d125-f4d1-4b59-9e05-e109224d2bd2" providerId="ADAL" clId="{24D189ED-3557-4501-ACFE-1E2F0A62EA70}" dt="2026-02-02T22:01:57.053" v="554"/>
          <ac:inkMkLst>
            <pc:docMk/>
            <pc:sldMk cId="52586655" sldId="455"/>
            <ac:inkMk id="13" creationId="{43BC8887-04DB-08B1-E127-5667A379EC0A}"/>
          </ac:inkMkLst>
        </pc:inkChg>
        <pc:inkChg chg="add del">
          <ac:chgData name="Fariha Hossain" userId="6aa7d125-f4d1-4b59-9e05-e109224d2bd2" providerId="ADAL" clId="{24D189ED-3557-4501-ACFE-1E2F0A62EA70}" dt="2026-02-02T22:01:57.053" v="554"/>
          <ac:inkMkLst>
            <pc:docMk/>
            <pc:sldMk cId="52586655" sldId="455"/>
            <ac:inkMk id="14" creationId="{A383397F-C1AE-9B6D-D5BB-DA08E296479F}"/>
          </ac:inkMkLst>
        </pc:inkChg>
        <pc:inkChg chg="add del">
          <ac:chgData name="Fariha Hossain" userId="6aa7d125-f4d1-4b59-9e05-e109224d2bd2" providerId="ADAL" clId="{24D189ED-3557-4501-ACFE-1E2F0A62EA70}" dt="2026-02-02T22:01:57.053" v="554"/>
          <ac:inkMkLst>
            <pc:docMk/>
            <pc:sldMk cId="52586655" sldId="455"/>
            <ac:inkMk id="15" creationId="{2567027E-CF65-7C71-4BD9-56BFBA3AA7FF}"/>
          </ac:inkMkLst>
        </pc:inkChg>
        <pc:inkChg chg="add mod reco modStrokes">
          <ac:chgData name="Fariha Hossain" userId="6aa7d125-f4d1-4b59-9e05-e109224d2bd2" providerId="ADAL" clId="{24D189ED-3557-4501-ACFE-1E2F0A62EA70}" dt="2026-02-02T22:02:40.887" v="580"/>
          <ac:inkMkLst>
            <pc:docMk/>
            <pc:sldMk cId="52586655" sldId="455"/>
            <ac:inkMk id="16" creationId="{7F9C210F-7F2B-F84D-0AC8-B0F0F7295329}"/>
          </ac:inkMkLst>
        </pc:inkChg>
        <pc:inkChg chg="add del">
          <ac:chgData name="Fariha Hossain" userId="6aa7d125-f4d1-4b59-9e05-e109224d2bd2" providerId="ADAL" clId="{24D189ED-3557-4501-ACFE-1E2F0A62EA70}" dt="2026-02-02T22:02:02.689" v="561"/>
          <ac:inkMkLst>
            <pc:docMk/>
            <pc:sldMk cId="52586655" sldId="455"/>
            <ac:inkMk id="17" creationId="{9130EA1C-C71B-0204-2FC6-3546D9B5D9BF}"/>
          </ac:inkMkLst>
        </pc:inkChg>
        <pc:inkChg chg="add del">
          <ac:chgData name="Fariha Hossain" userId="6aa7d125-f4d1-4b59-9e05-e109224d2bd2" providerId="ADAL" clId="{24D189ED-3557-4501-ACFE-1E2F0A62EA70}" dt="2026-02-02T22:02:02.689" v="561"/>
          <ac:inkMkLst>
            <pc:docMk/>
            <pc:sldMk cId="52586655" sldId="455"/>
            <ac:inkMk id="18" creationId="{72BE993C-471C-F721-14C3-863D856059DD}"/>
          </ac:inkMkLst>
        </pc:inkChg>
        <pc:inkChg chg="add del">
          <ac:chgData name="Fariha Hossain" userId="6aa7d125-f4d1-4b59-9e05-e109224d2bd2" providerId="ADAL" clId="{24D189ED-3557-4501-ACFE-1E2F0A62EA70}" dt="2026-02-02T22:02:02.689" v="561"/>
          <ac:inkMkLst>
            <pc:docMk/>
            <pc:sldMk cId="52586655" sldId="455"/>
            <ac:inkMk id="19" creationId="{664F14E5-6EAB-884C-4B0D-ADD12DBA27F7}"/>
          </ac:inkMkLst>
        </pc:inkChg>
        <pc:inkChg chg="add del">
          <ac:chgData name="Fariha Hossain" userId="6aa7d125-f4d1-4b59-9e05-e109224d2bd2" providerId="ADAL" clId="{24D189ED-3557-4501-ACFE-1E2F0A62EA70}" dt="2026-02-02T22:02:02.689" v="561"/>
          <ac:inkMkLst>
            <pc:docMk/>
            <pc:sldMk cId="52586655" sldId="455"/>
            <ac:inkMk id="20" creationId="{E0CD3436-0FBC-E0B8-E68E-259F1B59B28D}"/>
          </ac:inkMkLst>
        </pc:inkChg>
        <pc:inkChg chg="add del">
          <ac:chgData name="Fariha Hossain" userId="6aa7d125-f4d1-4b59-9e05-e109224d2bd2" providerId="ADAL" clId="{24D189ED-3557-4501-ACFE-1E2F0A62EA70}" dt="2026-02-02T22:02:02.689" v="561"/>
          <ac:inkMkLst>
            <pc:docMk/>
            <pc:sldMk cId="52586655" sldId="455"/>
            <ac:inkMk id="21" creationId="{ACD96F03-AC73-3695-D2FE-EDC23624CBAD}"/>
          </ac:inkMkLst>
        </pc:inkChg>
        <pc:inkChg chg="add del">
          <ac:chgData name="Fariha Hossain" userId="6aa7d125-f4d1-4b59-9e05-e109224d2bd2" providerId="ADAL" clId="{24D189ED-3557-4501-ACFE-1E2F0A62EA70}" dt="2026-02-02T22:02:02.689" v="561"/>
          <ac:inkMkLst>
            <pc:docMk/>
            <pc:sldMk cId="52586655" sldId="455"/>
            <ac:inkMk id="22" creationId="{244F637F-EDC2-3EA2-ED87-09ED1A3AAD7B}"/>
          </ac:inkMkLst>
        </pc:inkChg>
        <pc:inkChg chg="add mod reco modStrokes">
          <ac:chgData name="Fariha Hossain" userId="6aa7d125-f4d1-4b59-9e05-e109224d2bd2" providerId="ADAL" clId="{24D189ED-3557-4501-ACFE-1E2F0A62EA70}" dt="2026-02-02T22:02:40.883" v="577"/>
          <ac:inkMkLst>
            <pc:docMk/>
            <pc:sldMk cId="52586655" sldId="455"/>
            <ac:inkMk id="23" creationId="{A85258BF-64A8-10B2-5A85-CE83835CFEB5}"/>
          </ac:inkMkLst>
        </pc:inkChg>
        <pc:inkChg chg="add del">
          <ac:chgData name="Fariha Hossain" userId="6aa7d125-f4d1-4b59-9e05-e109224d2bd2" providerId="ADAL" clId="{24D189ED-3557-4501-ACFE-1E2F0A62EA70}" dt="2026-02-02T22:02:08.436" v="565"/>
          <ac:inkMkLst>
            <pc:docMk/>
            <pc:sldMk cId="52586655" sldId="455"/>
            <ac:inkMk id="24" creationId="{101297AF-24E7-DEEE-355D-E8CC57F03D14}"/>
          </ac:inkMkLst>
        </pc:inkChg>
        <pc:inkChg chg="add del">
          <ac:chgData name="Fariha Hossain" userId="6aa7d125-f4d1-4b59-9e05-e109224d2bd2" providerId="ADAL" clId="{24D189ED-3557-4501-ACFE-1E2F0A62EA70}" dt="2026-02-02T22:02:08.436" v="565"/>
          <ac:inkMkLst>
            <pc:docMk/>
            <pc:sldMk cId="52586655" sldId="455"/>
            <ac:inkMk id="25" creationId="{A79ACD8D-0275-8CA5-BDC5-9B7E3CD74318}"/>
          </ac:inkMkLst>
        </pc:inkChg>
        <pc:inkChg chg="add del">
          <ac:chgData name="Fariha Hossain" userId="6aa7d125-f4d1-4b59-9e05-e109224d2bd2" providerId="ADAL" clId="{24D189ED-3557-4501-ACFE-1E2F0A62EA70}" dt="2026-02-02T22:02:08.436" v="565"/>
          <ac:inkMkLst>
            <pc:docMk/>
            <pc:sldMk cId="52586655" sldId="455"/>
            <ac:inkMk id="26" creationId="{512D19BD-FD5D-7B53-4345-9ACEBBFAF9F8}"/>
          </ac:inkMkLst>
        </pc:inkChg>
        <pc:inkChg chg="add mod reco modStrokes">
          <ac:chgData name="Fariha Hossain" userId="6aa7d125-f4d1-4b59-9e05-e109224d2bd2" providerId="ADAL" clId="{24D189ED-3557-4501-ACFE-1E2F0A62EA70}" dt="2026-02-02T22:02:40.886" v="579"/>
          <ac:inkMkLst>
            <pc:docMk/>
            <pc:sldMk cId="52586655" sldId="455"/>
            <ac:inkMk id="27" creationId="{14AF3028-EACE-7E8C-05F0-592F61F3850E}"/>
          </ac:inkMkLst>
        </pc:inkChg>
        <pc:inkChg chg="add del">
          <ac:chgData name="Fariha Hossain" userId="6aa7d125-f4d1-4b59-9e05-e109224d2bd2" providerId="ADAL" clId="{24D189ED-3557-4501-ACFE-1E2F0A62EA70}" dt="2026-02-02T22:02:13.677" v="568"/>
          <ac:inkMkLst>
            <pc:docMk/>
            <pc:sldMk cId="52586655" sldId="455"/>
            <ac:inkMk id="28" creationId="{0B22F95B-62AE-765F-81F6-E6F2A618ED79}"/>
          </ac:inkMkLst>
        </pc:inkChg>
        <pc:inkChg chg="add del">
          <ac:chgData name="Fariha Hossain" userId="6aa7d125-f4d1-4b59-9e05-e109224d2bd2" providerId="ADAL" clId="{24D189ED-3557-4501-ACFE-1E2F0A62EA70}" dt="2026-02-02T22:02:13.677" v="568"/>
          <ac:inkMkLst>
            <pc:docMk/>
            <pc:sldMk cId="52586655" sldId="455"/>
            <ac:inkMk id="29" creationId="{CD2F7F8F-A0C4-1969-ACBD-58C8AEAC0AF6}"/>
          </ac:inkMkLst>
        </pc:inkChg>
        <pc:inkChg chg="add del mod reco modStrokes">
          <ac:chgData name="Fariha Hossain" userId="6aa7d125-f4d1-4b59-9e05-e109224d2bd2" providerId="ADAL" clId="{24D189ED-3557-4501-ACFE-1E2F0A62EA70}" dt="2026-02-02T22:02:40.880" v="575"/>
          <ac:inkMkLst>
            <pc:docMk/>
            <pc:sldMk cId="52586655" sldId="455"/>
            <ac:inkMk id="30" creationId="{DAD939EF-4CA9-F219-92FB-B5017C0C587E}"/>
          </ac:inkMkLst>
        </pc:inkChg>
        <pc:inkChg chg="add del">
          <ac:chgData name="Fariha Hossain" userId="6aa7d125-f4d1-4b59-9e05-e109224d2bd2" providerId="ADAL" clId="{24D189ED-3557-4501-ACFE-1E2F0A62EA70}" dt="2026-02-02T22:02:18.882" v="571"/>
          <ac:inkMkLst>
            <pc:docMk/>
            <pc:sldMk cId="52586655" sldId="455"/>
            <ac:inkMk id="31" creationId="{CFC546F5-B561-FBB9-EF9A-A89A62FC3EE0}"/>
          </ac:inkMkLst>
        </pc:inkChg>
        <pc:inkChg chg="add del">
          <ac:chgData name="Fariha Hossain" userId="6aa7d125-f4d1-4b59-9e05-e109224d2bd2" providerId="ADAL" clId="{24D189ED-3557-4501-ACFE-1E2F0A62EA70}" dt="2026-02-02T22:02:18.882" v="571"/>
          <ac:inkMkLst>
            <pc:docMk/>
            <pc:sldMk cId="52586655" sldId="455"/>
            <ac:inkMk id="33" creationId="{B5C9E87B-DB3F-26E4-289D-C37107C700A6}"/>
          </ac:inkMkLst>
        </pc:inkChg>
        <pc:inkChg chg="add del reco">
          <ac:chgData name="Fariha Hossain" userId="6aa7d125-f4d1-4b59-9e05-e109224d2bd2" providerId="ADAL" clId="{24D189ED-3557-4501-ACFE-1E2F0A62EA70}" dt="2026-02-02T22:02:40.882" v="576"/>
          <ac:inkMkLst>
            <pc:docMk/>
            <pc:sldMk cId="52586655" sldId="455"/>
            <ac:inkMk id="34" creationId="{99A629AA-323B-60FF-10D8-843223A94574}"/>
          </ac:inkMkLst>
        </pc:inkChg>
        <pc:inkChg chg="add del">
          <ac:chgData name="Fariha Hossain" userId="6aa7d125-f4d1-4b59-9e05-e109224d2bd2" providerId="ADAL" clId="{24D189ED-3557-4501-ACFE-1E2F0A62EA70}" dt="2026-02-02T22:02:40.885" v="578"/>
          <ac:inkMkLst>
            <pc:docMk/>
            <pc:sldMk cId="52586655" sldId="455"/>
            <ac:inkMk id="35" creationId="{52793368-723B-F8BB-0823-177F591403D0}"/>
          </ac:inkMkLst>
        </pc:inkChg>
      </pc:sldChg>
      <pc:sldChg chg="addSp delSp mod">
        <pc:chgData name="Fariha Hossain" userId="6aa7d125-f4d1-4b59-9e05-e109224d2bd2" providerId="ADAL" clId="{24D189ED-3557-4501-ACFE-1E2F0A62EA70}" dt="2026-02-02T22:04:39.871" v="632"/>
        <pc:sldMkLst>
          <pc:docMk/>
          <pc:sldMk cId="1862971690" sldId="458"/>
        </pc:sldMkLst>
        <pc:inkChg chg="add">
          <ac:chgData name="Fariha Hossain" userId="6aa7d125-f4d1-4b59-9e05-e109224d2bd2" providerId="ADAL" clId="{24D189ED-3557-4501-ACFE-1E2F0A62EA70}" dt="2026-02-02T22:03:12.772" v="581"/>
          <ac:inkMkLst>
            <pc:docMk/>
            <pc:sldMk cId="1862971690" sldId="458"/>
            <ac:inkMk id="3" creationId="{7EC27733-4F9C-67BC-E9C3-E2EE6F623FFE}"/>
          </ac:inkMkLst>
        </pc:inkChg>
        <pc:inkChg chg="add">
          <ac:chgData name="Fariha Hossain" userId="6aa7d125-f4d1-4b59-9e05-e109224d2bd2" providerId="ADAL" clId="{24D189ED-3557-4501-ACFE-1E2F0A62EA70}" dt="2026-02-02T22:03:35.905" v="582"/>
          <ac:inkMkLst>
            <pc:docMk/>
            <pc:sldMk cId="1862971690" sldId="458"/>
            <ac:inkMk id="19" creationId="{BEC401D8-3269-3144-F57F-EF41DFCBADEF}"/>
          </ac:inkMkLst>
        </pc:inkChg>
        <pc:inkChg chg="add">
          <ac:chgData name="Fariha Hossain" userId="6aa7d125-f4d1-4b59-9e05-e109224d2bd2" providerId="ADAL" clId="{24D189ED-3557-4501-ACFE-1E2F0A62EA70}" dt="2026-02-02T22:03:38.370" v="583"/>
          <ac:inkMkLst>
            <pc:docMk/>
            <pc:sldMk cId="1862971690" sldId="458"/>
            <ac:inkMk id="52" creationId="{73765201-74DD-1FA8-7A09-6AF06732602D}"/>
          </ac:inkMkLst>
        </pc:inkChg>
        <pc:inkChg chg="add">
          <ac:chgData name="Fariha Hossain" userId="6aa7d125-f4d1-4b59-9e05-e109224d2bd2" providerId="ADAL" clId="{24D189ED-3557-4501-ACFE-1E2F0A62EA70}" dt="2026-02-02T22:03:40.137" v="584"/>
          <ac:inkMkLst>
            <pc:docMk/>
            <pc:sldMk cId="1862971690" sldId="458"/>
            <ac:inkMk id="53" creationId="{D96E4803-827C-1721-D381-47AB1BAC8E85}"/>
          </ac:inkMkLst>
        </pc:inkChg>
        <pc:inkChg chg="add del">
          <ac:chgData name="Fariha Hossain" userId="6aa7d125-f4d1-4b59-9e05-e109224d2bd2" providerId="ADAL" clId="{24D189ED-3557-4501-ACFE-1E2F0A62EA70}" dt="2026-02-02T22:03:49.054" v="587"/>
          <ac:inkMkLst>
            <pc:docMk/>
            <pc:sldMk cId="1862971690" sldId="458"/>
            <ac:inkMk id="54" creationId="{643FE210-D374-81F2-CC8A-9B0CF8A94FDA}"/>
          </ac:inkMkLst>
        </pc:inkChg>
        <pc:inkChg chg="add del">
          <ac:chgData name="Fariha Hossain" userId="6aa7d125-f4d1-4b59-9e05-e109224d2bd2" providerId="ADAL" clId="{24D189ED-3557-4501-ACFE-1E2F0A62EA70}" dt="2026-02-02T22:03:49.054" v="587"/>
          <ac:inkMkLst>
            <pc:docMk/>
            <pc:sldMk cId="1862971690" sldId="458"/>
            <ac:inkMk id="55" creationId="{AB0ACFEC-E69D-0FF7-CA08-D3B8E19CF55B}"/>
          </ac:inkMkLst>
        </pc:inkChg>
        <pc:inkChg chg="add reco">
          <ac:chgData name="Fariha Hossain" userId="6aa7d125-f4d1-4b59-9e05-e109224d2bd2" providerId="ADAL" clId="{24D189ED-3557-4501-ACFE-1E2F0A62EA70}" dt="2026-02-02T22:03:49.054" v="587"/>
          <ac:inkMkLst>
            <pc:docMk/>
            <pc:sldMk cId="1862971690" sldId="458"/>
            <ac:inkMk id="56" creationId="{A2AE5CBF-E0C0-71B0-8AC3-F46ACF20351C}"/>
          </ac:inkMkLst>
        </pc:inkChg>
        <pc:inkChg chg="add">
          <ac:chgData name="Fariha Hossain" userId="6aa7d125-f4d1-4b59-9e05-e109224d2bd2" providerId="ADAL" clId="{24D189ED-3557-4501-ACFE-1E2F0A62EA70}" dt="2026-02-02T22:03:49.972" v="588"/>
          <ac:inkMkLst>
            <pc:docMk/>
            <pc:sldMk cId="1862971690" sldId="458"/>
            <ac:inkMk id="57" creationId="{FD21031A-20EB-39EF-D264-95604FCF7B23}"/>
          </ac:inkMkLst>
        </pc:inkChg>
        <pc:inkChg chg="add">
          <ac:chgData name="Fariha Hossain" userId="6aa7d125-f4d1-4b59-9e05-e109224d2bd2" providerId="ADAL" clId="{24D189ED-3557-4501-ACFE-1E2F0A62EA70}" dt="2026-02-02T22:03:50.370" v="589"/>
          <ac:inkMkLst>
            <pc:docMk/>
            <pc:sldMk cId="1862971690" sldId="458"/>
            <ac:inkMk id="58" creationId="{2F980B89-E10D-9431-AFB3-57361962E50D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59" creationId="{135E97C0-4C69-B567-CBA1-70CF70EDC4E0}"/>
          </ac:inkMkLst>
        </pc:inkChg>
        <pc:inkChg chg="add">
          <ac:chgData name="Fariha Hossain" userId="6aa7d125-f4d1-4b59-9e05-e109224d2bd2" providerId="ADAL" clId="{24D189ED-3557-4501-ACFE-1E2F0A62EA70}" dt="2026-02-02T22:03:51.237" v="591"/>
          <ac:inkMkLst>
            <pc:docMk/>
            <pc:sldMk cId="1862971690" sldId="458"/>
            <ac:inkMk id="60" creationId="{092FDB8E-CA0B-68A8-5A19-2C386C105587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61" creationId="{ADF01C08-38AF-121D-7645-3A9F1E9CCDFC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62" creationId="{B4CD8FAC-8F3C-1C1F-6D3D-8F7364571E19}"/>
          </ac:inkMkLst>
        </pc:inkChg>
        <pc:inkChg chg="add">
          <ac:chgData name="Fariha Hossain" userId="6aa7d125-f4d1-4b59-9e05-e109224d2bd2" providerId="ADAL" clId="{24D189ED-3557-4501-ACFE-1E2F0A62EA70}" dt="2026-02-02T22:03:52.004" v="594"/>
          <ac:inkMkLst>
            <pc:docMk/>
            <pc:sldMk cId="1862971690" sldId="458"/>
            <ac:inkMk id="63" creationId="{20C05603-D8C3-AE07-9955-9A5D7FDAFC26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64" creationId="{FB531573-9480-FBE7-11E4-01409D159107}"/>
          </ac:inkMkLst>
        </pc:inkChg>
        <pc:inkChg chg="add">
          <ac:chgData name="Fariha Hossain" userId="6aa7d125-f4d1-4b59-9e05-e109224d2bd2" providerId="ADAL" clId="{24D189ED-3557-4501-ACFE-1E2F0A62EA70}" dt="2026-02-02T22:03:52.418" v="596"/>
          <ac:inkMkLst>
            <pc:docMk/>
            <pc:sldMk cId="1862971690" sldId="458"/>
            <ac:inkMk id="65" creationId="{F2A63845-418D-4EBF-BD34-F57BC277D360}"/>
          </ac:inkMkLst>
        </pc:inkChg>
        <pc:inkChg chg="add">
          <ac:chgData name="Fariha Hossain" userId="6aa7d125-f4d1-4b59-9e05-e109224d2bd2" providerId="ADAL" clId="{24D189ED-3557-4501-ACFE-1E2F0A62EA70}" dt="2026-02-02T22:03:52.568" v="597"/>
          <ac:inkMkLst>
            <pc:docMk/>
            <pc:sldMk cId="1862971690" sldId="458"/>
            <ac:inkMk id="66" creationId="{471A6546-0000-952D-50AA-6C3A4A374090}"/>
          </ac:inkMkLst>
        </pc:inkChg>
        <pc:inkChg chg="add">
          <ac:chgData name="Fariha Hossain" userId="6aa7d125-f4d1-4b59-9e05-e109224d2bd2" providerId="ADAL" clId="{24D189ED-3557-4501-ACFE-1E2F0A62EA70}" dt="2026-02-02T22:03:53.151" v="598"/>
          <ac:inkMkLst>
            <pc:docMk/>
            <pc:sldMk cId="1862971690" sldId="458"/>
            <ac:inkMk id="67" creationId="{0FA24F18-C62F-F831-0051-08EE8EA7BEDB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68" creationId="{5BB28542-2A6A-B33E-6697-BB74E7243AC6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69" creationId="{F8DB9908-DD37-56DA-9C58-B37B05A36853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70" creationId="{72772C0A-AB4B-D880-090A-9CB72CD85507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71" creationId="{F77B53CD-AC76-1C8E-4408-DB14CD3A38BC}"/>
          </ac:inkMkLst>
        </pc:inkChg>
        <pc:inkChg chg="add del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72" creationId="{C75A0294-0800-F131-F57E-16EFCD4C8448}"/>
          </ac:inkMkLst>
        </pc:inkChg>
        <pc:inkChg chg="add reco">
          <ac:chgData name="Fariha Hossain" userId="6aa7d125-f4d1-4b59-9e05-e109224d2bd2" providerId="ADAL" clId="{24D189ED-3557-4501-ACFE-1E2F0A62EA70}" dt="2026-02-02T22:03:54.606" v="604"/>
          <ac:inkMkLst>
            <pc:docMk/>
            <pc:sldMk cId="1862971690" sldId="458"/>
            <ac:inkMk id="73" creationId="{5B1AFB66-627B-794D-1A8A-2F6B0EBB9CA3}"/>
          </ac:inkMkLst>
        </pc:inkChg>
        <pc:inkChg chg="add">
          <ac:chgData name="Fariha Hossain" userId="6aa7d125-f4d1-4b59-9e05-e109224d2bd2" providerId="ADAL" clId="{24D189ED-3557-4501-ACFE-1E2F0A62EA70}" dt="2026-02-02T22:04:17.239" v="618"/>
          <ac:inkMkLst>
            <pc:docMk/>
            <pc:sldMk cId="1862971690" sldId="458"/>
            <ac:inkMk id="74" creationId="{06507C6D-A6A1-6E08-B0FE-685FDFA6B674}"/>
          </ac:inkMkLst>
        </pc:inkChg>
        <pc:inkChg chg="add del">
          <ac:chgData name="Fariha Hossain" userId="6aa7d125-f4d1-4b59-9e05-e109224d2bd2" providerId="ADAL" clId="{24D189ED-3557-4501-ACFE-1E2F0A62EA70}" dt="2026-02-02T22:04:26.286" v="621"/>
          <ac:inkMkLst>
            <pc:docMk/>
            <pc:sldMk cId="1862971690" sldId="458"/>
            <ac:inkMk id="75" creationId="{24D247FE-B5B4-35D5-BCBC-A31713FC81B3}"/>
          </ac:inkMkLst>
        </pc:inkChg>
        <pc:inkChg chg="add del">
          <ac:chgData name="Fariha Hossain" userId="6aa7d125-f4d1-4b59-9e05-e109224d2bd2" providerId="ADAL" clId="{24D189ED-3557-4501-ACFE-1E2F0A62EA70}" dt="2026-02-02T22:04:26.286" v="621"/>
          <ac:inkMkLst>
            <pc:docMk/>
            <pc:sldMk cId="1862971690" sldId="458"/>
            <ac:inkMk id="76" creationId="{4C098BF2-1201-9AC6-8A1E-CD87AD216FD3}"/>
          </ac:inkMkLst>
        </pc:inkChg>
        <pc:inkChg chg="add reco">
          <ac:chgData name="Fariha Hossain" userId="6aa7d125-f4d1-4b59-9e05-e109224d2bd2" providerId="ADAL" clId="{24D189ED-3557-4501-ACFE-1E2F0A62EA70}" dt="2026-02-02T22:04:26.286" v="621"/>
          <ac:inkMkLst>
            <pc:docMk/>
            <pc:sldMk cId="1862971690" sldId="458"/>
            <ac:inkMk id="77" creationId="{1F9EF543-74F9-5625-FA70-329C4D52273D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78" creationId="{BDE70950-F142-C762-EB0D-CA8F056B3C68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79" creationId="{E0DAF504-BB48-D9B0-20F7-3A1C1EC91E50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0" creationId="{5CBD86E7-B46D-C37E-CC1E-8A3B18BEC808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1" creationId="{75228E29-0834-4709-0E49-69137C84FF6A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2" creationId="{0B5A8B54-1246-E21D-3360-A7B09C7E56CE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3" creationId="{250D54B5-2959-764E-5E68-017E6B03081D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4" creationId="{2AC1DE45-3A2F-8A6F-EECD-F260E087BD18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5" creationId="{E5085230-6C76-2F7D-4C59-82E8D0EF4BC1}"/>
          </ac:inkMkLst>
        </pc:inkChg>
        <pc:inkChg chg="add del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6" creationId="{4ED2CA4A-4A7F-CB8D-5BE9-0D2F923CC75A}"/>
          </ac:inkMkLst>
        </pc:inkChg>
        <pc:inkChg chg="add reco">
          <ac:chgData name="Fariha Hossain" userId="6aa7d125-f4d1-4b59-9e05-e109224d2bd2" providerId="ADAL" clId="{24D189ED-3557-4501-ACFE-1E2F0A62EA70}" dt="2026-02-02T22:04:31.274" v="631"/>
          <ac:inkMkLst>
            <pc:docMk/>
            <pc:sldMk cId="1862971690" sldId="458"/>
            <ac:inkMk id="87" creationId="{573D2A21-5BF1-EF24-571A-7B543FA87B03}"/>
          </ac:inkMkLst>
        </pc:inkChg>
        <pc:inkChg chg="add">
          <ac:chgData name="Fariha Hossain" userId="6aa7d125-f4d1-4b59-9e05-e109224d2bd2" providerId="ADAL" clId="{24D189ED-3557-4501-ACFE-1E2F0A62EA70}" dt="2026-02-02T22:04:39.871" v="632"/>
          <ac:inkMkLst>
            <pc:docMk/>
            <pc:sldMk cId="1862971690" sldId="458"/>
            <ac:inkMk id="88" creationId="{A8B4AD5A-9389-DDA9-71CA-96CD7A76EC51}"/>
          </ac:inkMkLst>
        </pc:inkChg>
      </pc:sldChg>
      <pc:sldChg chg="addSp delSp mod">
        <pc:chgData name="Fariha Hossain" userId="6aa7d125-f4d1-4b59-9e05-e109224d2bd2" providerId="ADAL" clId="{24D189ED-3557-4501-ACFE-1E2F0A62EA70}" dt="2026-02-02T22:05:58.272" v="653"/>
        <pc:sldMkLst>
          <pc:docMk/>
          <pc:sldMk cId="1344192271" sldId="460"/>
        </pc:sldMkLst>
        <pc:inkChg chg="add del">
          <ac:chgData name="Fariha Hossain" userId="6aa7d125-f4d1-4b59-9e05-e109224d2bd2" providerId="ADAL" clId="{24D189ED-3557-4501-ACFE-1E2F0A62EA70}" dt="2026-02-02T22:05:58.272" v="653"/>
          <ac:inkMkLst>
            <pc:docMk/>
            <pc:sldMk cId="1344192271" sldId="460"/>
            <ac:inkMk id="17" creationId="{83F1DC45-FCA6-8B0C-CAD7-6759CC693410}"/>
          </ac:inkMkLst>
        </pc:inkChg>
        <pc:inkChg chg="add del">
          <ac:chgData name="Fariha Hossain" userId="6aa7d125-f4d1-4b59-9e05-e109224d2bd2" providerId="ADAL" clId="{24D189ED-3557-4501-ACFE-1E2F0A62EA70}" dt="2026-02-02T22:05:58.272" v="653"/>
          <ac:inkMkLst>
            <pc:docMk/>
            <pc:sldMk cId="1344192271" sldId="460"/>
            <ac:inkMk id="18" creationId="{DEDE3E30-9591-B128-94B0-CD98D72F9389}"/>
          </ac:inkMkLst>
        </pc:inkChg>
        <pc:inkChg chg="add reco">
          <ac:chgData name="Fariha Hossain" userId="6aa7d125-f4d1-4b59-9e05-e109224d2bd2" providerId="ADAL" clId="{24D189ED-3557-4501-ACFE-1E2F0A62EA70}" dt="2026-02-02T22:05:58.272" v="653"/>
          <ac:inkMkLst>
            <pc:docMk/>
            <pc:sldMk cId="1344192271" sldId="460"/>
            <ac:inkMk id="19" creationId="{E0BA511C-C841-1BE7-583E-10F48BC3DBD9}"/>
          </ac:inkMkLst>
        </pc:inkChg>
      </pc:sldChg>
      <pc:sldChg chg="addSp delSp mod">
        <pc:chgData name="Fariha Hossain" userId="6aa7d125-f4d1-4b59-9e05-e109224d2bd2" providerId="ADAL" clId="{24D189ED-3557-4501-ACFE-1E2F0A62EA70}" dt="2026-02-02T22:05:32.257" v="650"/>
        <pc:sldMkLst>
          <pc:docMk/>
          <pc:sldMk cId="432952715" sldId="463"/>
        </pc:sldMkLst>
        <pc:inkChg chg="add del">
          <ac:chgData name="Fariha Hossain" userId="6aa7d125-f4d1-4b59-9e05-e109224d2bd2" providerId="ADAL" clId="{24D189ED-3557-4501-ACFE-1E2F0A62EA70}" dt="2026-02-02T22:04:59.637" v="635"/>
          <ac:inkMkLst>
            <pc:docMk/>
            <pc:sldMk cId="432952715" sldId="463"/>
            <ac:inkMk id="2" creationId="{EA5AB164-B5FD-6494-6FF8-3E17C15D92D2}"/>
          </ac:inkMkLst>
        </pc:inkChg>
        <pc:inkChg chg="add del">
          <ac:chgData name="Fariha Hossain" userId="6aa7d125-f4d1-4b59-9e05-e109224d2bd2" providerId="ADAL" clId="{24D189ED-3557-4501-ACFE-1E2F0A62EA70}" dt="2026-02-02T22:04:59.637" v="635"/>
          <ac:inkMkLst>
            <pc:docMk/>
            <pc:sldMk cId="432952715" sldId="463"/>
            <ac:inkMk id="4" creationId="{2386AD62-B8DA-2039-3185-D2D1C5F337DC}"/>
          </ac:inkMkLst>
        </pc:inkChg>
        <pc:inkChg chg="add reco">
          <ac:chgData name="Fariha Hossain" userId="6aa7d125-f4d1-4b59-9e05-e109224d2bd2" providerId="ADAL" clId="{24D189ED-3557-4501-ACFE-1E2F0A62EA70}" dt="2026-02-02T22:04:59.637" v="635"/>
          <ac:inkMkLst>
            <pc:docMk/>
            <pc:sldMk cId="432952715" sldId="463"/>
            <ac:inkMk id="5" creationId="{F7D26E82-42E7-B086-889A-7AF609ECC1F4}"/>
          </ac:inkMkLst>
        </pc:inkChg>
        <pc:inkChg chg="add del">
          <ac:chgData name="Fariha Hossain" userId="6aa7d125-f4d1-4b59-9e05-e109224d2bd2" providerId="ADAL" clId="{24D189ED-3557-4501-ACFE-1E2F0A62EA70}" dt="2026-02-02T22:05:06.672" v="639"/>
          <ac:inkMkLst>
            <pc:docMk/>
            <pc:sldMk cId="432952715" sldId="463"/>
            <ac:inkMk id="6" creationId="{D4EB5A45-C72C-17D3-D792-11DF2883439B}"/>
          </ac:inkMkLst>
        </pc:inkChg>
        <pc:inkChg chg="add del">
          <ac:chgData name="Fariha Hossain" userId="6aa7d125-f4d1-4b59-9e05-e109224d2bd2" providerId="ADAL" clId="{24D189ED-3557-4501-ACFE-1E2F0A62EA70}" dt="2026-02-02T22:05:06.672" v="639"/>
          <ac:inkMkLst>
            <pc:docMk/>
            <pc:sldMk cId="432952715" sldId="463"/>
            <ac:inkMk id="8" creationId="{EA1E49F4-A54F-97DD-56F6-4D62FD8B82D4}"/>
          </ac:inkMkLst>
        </pc:inkChg>
        <pc:inkChg chg="add del">
          <ac:chgData name="Fariha Hossain" userId="6aa7d125-f4d1-4b59-9e05-e109224d2bd2" providerId="ADAL" clId="{24D189ED-3557-4501-ACFE-1E2F0A62EA70}" dt="2026-02-02T22:05:06.672" v="639"/>
          <ac:inkMkLst>
            <pc:docMk/>
            <pc:sldMk cId="432952715" sldId="463"/>
            <ac:inkMk id="9" creationId="{314046E2-FCC9-959F-8316-85C0421E8C23}"/>
          </ac:inkMkLst>
        </pc:inkChg>
        <pc:inkChg chg="add reco">
          <ac:chgData name="Fariha Hossain" userId="6aa7d125-f4d1-4b59-9e05-e109224d2bd2" providerId="ADAL" clId="{24D189ED-3557-4501-ACFE-1E2F0A62EA70}" dt="2026-02-02T22:05:06.672" v="639"/>
          <ac:inkMkLst>
            <pc:docMk/>
            <pc:sldMk cId="432952715" sldId="463"/>
            <ac:inkMk id="10" creationId="{63427A29-AB63-0A6D-A677-9467E2F41B65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1" creationId="{CFAAED8A-3097-4EB0-0515-A64291A733D5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2" creationId="{6D8FD57C-2ECF-8639-E169-AFDCB7BAD9A7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3" creationId="{350250F0-3625-4FAF-DEE3-407887CE690B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4" creationId="{5F90AF88-38D6-D66C-3EDE-AA553B485DFE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5" creationId="{9D07B06F-A43B-3BA6-B391-B7D89FA0FA5C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6" creationId="{2A96BD6E-72C3-6B58-C9DA-CC3FD9CBBDCB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7" creationId="{37E385C1-892E-94F9-140E-A355DC987184}"/>
          </ac:inkMkLst>
        </pc:inkChg>
        <pc:inkChg chg="add del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8" creationId="{20B0EDC0-ED00-7F06-6F39-051E025C0FA8}"/>
          </ac:inkMkLst>
        </pc:inkChg>
        <pc:inkChg chg="add reco">
          <ac:chgData name="Fariha Hossain" userId="6aa7d125-f4d1-4b59-9e05-e109224d2bd2" providerId="ADAL" clId="{24D189ED-3557-4501-ACFE-1E2F0A62EA70}" dt="2026-02-02T22:05:29.786" v="649"/>
          <ac:inkMkLst>
            <pc:docMk/>
            <pc:sldMk cId="432952715" sldId="463"/>
            <ac:inkMk id="19" creationId="{5592DE4C-5BB0-7A05-2CB9-4163995C3682}"/>
          </ac:inkMkLst>
        </pc:inkChg>
        <pc:inkChg chg="add">
          <ac:chgData name="Fariha Hossain" userId="6aa7d125-f4d1-4b59-9e05-e109224d2bd2" providerId="ADAL" clId="{24D189ED-3557-4501-ACFE-1E2F0A62EA70}" dt="2026-02-02T22:05:32.257" v="650"/>
          <ac:inkMkLst>
            <pc:docMk/>
            <pc:sldMk cId="432952715" sldId="463"/>
            <ac:inkMk id="20" creationId="{4D78DBA4-D0A8-EBCA-20D3-805040C6414B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2:06:48.125" v="692"/>
        <pc:sldMkLst>
          <pc:docMk/>
          <pc:sldMk cId="2617864203" sldId="464"/>
        </pc:sldMkLst>
        <pc:inkChg chg="add del">
          <ac:chgData name="Fariha Hossain" userId="6aa7d125-f4d1-4b59-9e05-e109224d2bd2" providerId="ADAL" clId="{24D189ED-3557-4501-ACFE-1E2F0A62EA70}" dt="2026-02-02T22:06:45.692" v="684"/>
          <ac:inkMkLst>
            <pc:docMk/>
            <pc:sldMk cId="2617864203" sldId="464"/>
            <ac:inkMk id="5" creationId="{8B42EEDC-B741-ADD1-87C9-D96676487B81}"/>
          </ac:inkMkLst>
        </pc:inkChg>
        <pc:inkChg chg="add del">
          <ac:chgData name="Fariha Hossain" userId="6aa7d125-f4d1-4b59-9e05-e109224d2bd2" providerId="ADAL" clId="{24D189ED-3557-4501-ACFE-1E2F0A62EA70}" dt="2026-02-02T22:06:45.687" v="682"/>
          <ac:inkMkLst>
            <pc:docMk/>
            <pc:sldMk cId="2617864203" sldId="464"/>
            <ac:inkMk id="6" creationId="{339C9CC8-49DF-4486-34DE-C4289CA4F630}"/>
          </ac:inkMkLst>
        </pc:inkChg>
        <pc:inkChg chg="add del">
          <ac:chgData name="Fariha Hossain" userId="6aa7d125-f4d1-4b59-9e05-e109224d2bd2" providerId="ADAL" clId="{24D189ED-3557-4501-ACFE-1E2F0A62EA70}" dt="2026-02-02T22:06:17.872" v="657"/>
          <ac:inkMkLst>
            <pc:docMk/>
            <pc:sldMk cId="2617864203" sldId="464"/>
            <ac:inkMk id="8" creationId="{F843548A-77A2-3FAE-69C0-CC73139F70F7}"/>
          </ac:inkMkLst>
        </pc:inkChg>
        <pc:inkChg chg="add del">
          <ac:chgData name="Fariha Hossain" userId="6aa7d125-f4d1-4b59-9e05-e109224d2bd2" providerId="ADAL" clId="{24D189ED-3557-4501-ACFE-1E2F0A62EA70}" dt="2026-02-02T22:06:17.872" v="657"/>
          <ac:inkMkLst>
            <pc:docMk/>
            <pc:sldMk cId="2617864203" sldId="464"/>
            <ac:inkMk id="9" creationId="{C47A1070-9D8C-E891-7105-B3B02A3B531B}"/>
          </ac:inkMkLst>
        </pc:inkChg>
        <pc:inkChg chg="add del reco">
          <ac:chgData name="Fariha Hossain" userId="6aa7d125-f4d1-4b59-9e05-e109224d2bd2" providerId="ADAL" clId="{24D189ED-3557-4501-ACFE-1E2F0A62EA70}" dt="2026-02-02T22:06:45.695" v="686"/>
          <ac:inkMkLst>
            <pc:docMk/>
            <pc:sldMk cId="2617864203" sldId="464"/>
            <ac:inkMk id="10" creationId="{EAC0E92B-5CB2-3C7C-732D-99BA36F8BAF9}"/>
          </ac:inkMkLst>
        </pc:inkChg>
        <pc:inkChg chg="add del">
          <ac:chgData name="Fariha Hossain" userId="6aa7d125-f4d1-4b59-9e05-e109224d2bd2" providerId="ADAL" clId="{24D189ED-3557-4501-ACFE-1E2F0A62EA70}" dt="2026-02-02T22:06:24.089" v="664"/>
          <ac:inkMkLst>
            <pc:docMk/>
            <pc:sldMk cId="2617864203" sldId="464"/>
            <ac:inkMk id="11" creationId="{DD631736-2A3C-E7D0-E2F0-32D8E59D4EE2}"/>
          </ac:inkMkLst>
        </pc:inkChg>
        <pc:inkChg chg="add del">
          <ac:chgData name="Fariha Hossain" userId="6aa7d125-f4d1-4b59-9e05-e109224d2bd2" providerId="ADAL" clId="{24D189ED-3557-4501-ACFE-1E2F0A62EA70}" dt="2026-02-02T22:06:24.089" v="664"/>
          <ac:inkMkLst>
            <pc:docMk/>
            <pc:sldMk cId="2617864203" sldId="464"/>
            <ac:inkMk id="12" creationId="{425C3523-CB20-67A2-3D80-6225093800EF}"/>
          </ac:inkMkLst>
        </pc:inkChg>
        <pc:inkChg chg="add del">
          <ac:chgData name="Fariha Hossain" userId="6aa7d125-f4d1-4b59-9e05-e109224d2bd2" providerId="ADAL" clId="{24D189ED-3557-4501-ACFE-1E2F0A62EA70}" dt="2026-02-02T22:06:24.089" v="664"/>
          <ac:inkMkLst>
            <pc:docMk/>
            <pc:sldMk cId="2617864203" sldId="464"/>
            <ac:inkMk id="13" creationId="{8CA803C6-ADF8-D1F5-6857-D7443A1B1501}"/>
          </ac:inkMkLst>
        </pc:inkChg>
        <pc:inkChg chg="add del">
          <ac:chgData name="Fariha Hossain" userId="6aa7d125-f4d1-4b59-9e05-e109224d2bd2" providerId="ADAL" clId="{24D189ED-3557-4501-ACFE-1E2F0A62EA70}" dt="2026-02-02T22:06:24.089" v="664"/>
          <ac:inkMkLst>
            <pc:docMk/>
            <pc:sldMk cId="2617864203" sldId="464"/>
            <ac:inkMk id="14" creationId="{ECCD8545-49FE-9D65-59FC-AF4FDCEDD611}"/>
          </ac:inkMkLst>
        </pc:inkChg>
        <pc:inkChg chg="add del">
          <ac:chgData name="Fariha Hossain" userId="6aa7d125-f4d1-4b59-9e05-e109224d2bd2" providerId="ADAL" clId="{24D189ED-3557-4501-ACFE-1E2F0A62EA70}" dt="2026-02-02T22:06:24.089" v="664"/>
          <ac:inkMkLst>
            <pc:docMk/>
            <pc:sldMk cId="2617864203" sldId="464"/>
            <ac:inkMk id="15" creationId="{05B01515-B9B0-77B1-66B7-DB9B0A527222}"/>
          </ac:inkMkLst>
        </pc:inkChg>
        <pc:inkChg chg="add del">
          <ac:chgData name="Fariha Hossain" userId="6aa7d125-f4d1-4b59-9e05-e109224d2bd2" providerId="ADAL" clId="{24D189ED-3557-4501-ACFE-1E2F0A62EA70}" dt="2026-02-02T22:06:48.125" v="692"/>
          <ac:inkMkLst>
            <pc:docMk/>
            <pc:sldMk cId="2617864203" sldId="464"/>
            <ac:inkMk id="16" creationId="{09EBF435-E2EF-A73B-A127-9E34404B6F50}"/>
          </ac:inkMkLst>
        </pc:inkChg>
        <pc:inkChg chg="add del reco">
          <ac:chgData name="Fariha Hossain" userId="6aa7d125-f4d1-4b59-9e05-e109224d2bd2" providerId="ADAL" clId="{24D189ED-3557-4501-ACFE-1E2F0A62EA70}" dt="2026-02-02T22:06:45.693" v="685"/>
          <ac:inkMkLst>
            <pc:docMk/>
            <pc:sldMk cId="2617864203" sldId="464"/>
            <ac:inkMk id="17" creationId="{23460B3B-DD28-7203-6FCD-561BF9059150}"/>
          </ac:inkMkLst>
        </pc:inkChg>
        <pc:inkChg chg="add del reco">
          <ac:chgData name="Fariha Hossain" userId="6aa7d125-f4d1-4b59-9e05-e109224d2bd2" providerId="ADAL" clId="{24D189ED-3557-4501-ACFE-1E2F0A62EA70}" dt="2026-02-02T22:06:48.122" v="690"/>
          <ac:inkMkLst>
            <pc:docMk/>
            <pc:sldMk cId="2617864203" sldId="464"/>
            <ac:inkMk id="18" creationId="{686B61A1-0D33-DFDE-862A-11C505CF1A79}"/>
          </ac:inkMkLst>
        </pc:inkChg>
        <pc:inkChg chg="add del">
          <ac:chgData name="Fariha Hossain" userId="6aa7d125-f4d1-4b59-9e05-e109224d2bd2" providerId="ADAL" clId="{24D189ED-3557-4501-ACFE-1E2F0A62EA70}" dt="2026-02-02T22:06:26.363" v="667"/>
          <ac:inkMkLst>
            <pc:docMk/>
            <pc:sldMk cId="2617864203" sldId="464"/>
            <ac:inkMk id="19" creationId="{E44D03E7-2B76-4CDB-CE93-815E973EFC0F}"/>
          </ac:inkMkLst>
        </pc:inkChg>
        <pc:inkChg chg="add del">
          <ac:chgData name="Fariha Hossain" userId="6aa7d125-f4d1-4b59-9e05-e109224d2bd2" providerId="ADAL" clId="{24D189ED-3557-4501-ACFE-1E2F0A62EA70}" dt="2026-02-02T22:06:26.363" v="667"/>
          <ac:inkMkLst>
            <pc:docMk/>
            <pc:sldMk cId="2617864203" sldId="464"/>
            <ac:inkMk id="20" creationId="{55C99459-1108-E36D-65C7-7FEC2EE9BA5B}"/>
          </ac:inkMkLst>
        </pc:inkChg>
        <pc:inkChg chg="add del mod reco modStrokes">
          <ac:chgData name="Fariha Hossain" userId="6aa7d125-f4d1-4b59-9e05-e109224d2bd2" providerId="ADAL" clId="{24D189ED-3557-4501-ACFE-1E2F0A62EA70}" dt="2026-02-02T22:06:48.124" v="691"/>
          <ac:inkMkLst>
            <pc:docMk/>
            <pc:sldMk cId="2617864203" sldId="464"/>
            <ac:inkMk id="21" creationId="{A9A1035F-C8C0-4630-E349-09908D9AFF57}"/>
          </ac:inkMkLst>
        </pc:inkChg>
        <pc:inkChg chg="add del">
          <ac:chgData name="Fariha Hossain" userId="6aa7d125-f4d1-4b59-9e05-e109224d2bd2" providerId="ADAL" clId="{24D189ED-3557-4501-ACFE-1E2F0A62EA70}" dt="2026-02-02T22:06:31.255" v="672"/>
          <ac:inkMkLst>
            <pc:docMk/>
            <pc:sldMk cId="2617864203" sldId="464"/>
            <ac:inkMk id="22" creationId="{D18DF1C7-D833-5F8C-ADF5-486CDD029F96}"/>
          </ac:inkMkLst>
        </pc:inkChg>
        <pc:inkChg chg="add del">
          <ac:chgData name="Fariha Hossain" userId="6aa7d125-f4d1-4b59-9e05-e109224d2bd2" providerId="ADAL" clId="{24D189ED-3557-4501-ACFE-1E2F0A62EA70}" dt="2026-02-02T22:06:31.255" v="672"/>
          <ac:inkMkLst>
            <pc:docMk/>
            <pc:sldMk cId="2617864203" sldId="464"/>
            <ac:inkMk id="23" creationId="{5722635D-3766-F1ED-7EBB-0998398A7A95}"/>
          </ac:inkMkLst>
        </pc:inkChg>
        <pc:inkChg chg="add del">
          <ac:chgData name="Fariha Hossain" userId="6aa7d125-f4d1-4b59-9e05-e109224d2bd2" providerId="ADAL" clId="{24D189ED-3557-4501-ACFE-1E2F0A62EA70}" dt="2026-02-02T22:06:31.255" v="672"/>
          <ac:inkMkLst>
            <pc:docMk/>
            <pc:sldMk cId="2617864203" sldId="464"/>
            <ac:inkMk id="24" creationId="{911973C6-957C-62D8-292C-0CBB5B6A2354}"/>
          </ac:inkMkLst>
        </pc:inkChg>
        <pc:inkChg chg="add del">
          <ac:chgData name="Fariha Hossain" userId="6aa7d125-f4d1-4b59-9e05-e109224d2bd2" providerId="ADAL" clId="{24D189ED-3557-4501-ACFE-1E2F0A62EA70}" dt="2026-02-02T22:06:31.255" v="672"/>
          <ac:inkMkLst>
            <pc:docMk/>
            <pc:sldMk cId="2617864203" sldId="464"/>
            <ac:inkMk id="25" creationId="{3CC407A0-39E8-B889-31E4-6A1D420AC979}"/>
          </ac:inkMkLst>
        </pc:inkChg>
        <pc:inkChg chg="add del reco">
          <ac:chgData name="Fariha Hossain" userId="6aa7d125-f4d1-4b59-9e05-e109224d2bd2" providerId="ADAL" clId="{24D189ED-3557-4501-ACFE-1E2F0A62EA70}" dt="2026-02-02T22:06:45.690" v="683"/>
          <ac:inkMkLst>
            <pc:docMk/>
            <pc:sldMk cId="2617864203" sldId="464"/>
            <ac:inkMk id="26" creationId="{DE522D6E-F7DD-A68A-38D9-7AE6821226BF}"/>
          </ac:inkMkLst>
        </pc:inkChg>
        <pc:inkChg chg="add del">
          <ac:chgData name="Fariha Hossain" userId="6aa7d125-f4d1-4b59-9e05-e109224d2bd2" providerId="ADAL" clId="{24D189ED-3557-4501-ACFE-1E2F0A62EA70}" dt="2026-02-02T22:06:36.559" v="675"/>
          <ac:inkMkLst>
            <pc:docMk/>
            <pc:sldMk cId="2617864203" sldId="464"/>
            <ac:inkMk id="27" creationId="{4174275E-688A-7CE6-3AEE-7E4E73E4F082}"/>
          </ac:inkMkLst>
        </pc:inkChg>
        <pc:inkChg chg="add del">
          <ac:chgData name="Fariha Hossain" userId="6aa7d125-f4d1-4b59-9e05-e109224d2bd2" providerId="ADAL" clId="{24D189ED-3557-4501-ACFE-1E2F0A62EA70}" dt="2026-02-02T22:06:36.559" v="675"/>
          <ac:inkMkLst>
            <pc:docMk/>
            <pc:sldMk cId="2617864203" sldId="464"/>
            <ac:inkMk id="28" creationId="{A7905CC4-F02B-13DC-D139-9E95877744FF}"/>
          </ac:inkMkLst>
        </pc:inkChg>
        <pc:inkChg chg="add del reco">
          <ac:chgData name="Fariha Hossain" userId="6aa7d125-f4d1-4b59-9e05-e109224d2bd2" providerId="ADAL" clId="{24D189ED-3557-4501-ACFE-1E2F0A62EA70}" dt="2026-02-02T22:06:45.696" v="687"/>
          <ac:inkMkLst>
            <pc:docMk/>
            <pc:sldMk cId="2617864203" sldId="464"/>
            <ac:inkMk id="29" creationId="{9499689D-11F5-E5D0-E12B-2EB4C7A18A5B}"/>
          </ac:inkMkLst>
        </pc:inkChg>
        <pc:inkChg chg="add del">
          <ac:chgData name="Fariha Hossain" userId="6aa7d125-f4d1-4b59-9e05-e109224d2bd2" providerId="ADAL" clId="{24D189ED-3557-4501-ACFE-1E2F0A62EA70}" dt="2026-02-02T22:06:41.175" v="680"/>
          <ac:inkMkLst>
            <pc:docMk/>
            <pc:sldMk cId="2617864203" sldId="464"/>
            <ac:inkMk id="30" creationId="{5C6644E5-287C-D79D-AB04-DA5C2E8E0283}"/>
          </ac:inkMkLst>
        </pc:inkChg>
        <pc:inkChg chg="add del">
          <ac:chgData name="Fariha Hossain" userId="6aa7d125-f4d1-4b59-9e05-e109224d2bd2" providerId="ADAL" clId="{24D189ED-3557-4501-ACFE-1E2F0A62EA70}" dt="2026-02-02T22:06:41.175" v="680"/>
          <ac:inkMkLst>
            <pc:docMk/>
            <pc:sldMk cId="2617864203" sldId="464"/>
            <ac:inkMk id="31" creationId="{9A2297A9-6B67-EE95-9FFE-69E24958CAB3}"/>
          </ac:inkMkLst>
        </pc:inkChg>
        <pc:inkChg chg="add del">
          <ac:chgData name="Fariha Hossain" userId="6aa7d125-f4d1-4b59-9e05-e109224d2bd2" providerId="ADAL" clId="{24D189ED-3557-4501-ACFE-1E2F0A62EA70}" dt="2026-02-02T22:06:41.175" v="680"/>
          <ac:inkMkLst>
            <pc:docMk/>
            <pc:sldMk cId="2617864203" sldId="464"/>
            <ac:inkMk id="33" creationId="{87962CF8-91DD-C6FD-5347-480AA11A3E45}"/>
          </ac:inkMkLst>
        </pc:inkChg>
        <pc:inkChg chg="add del">
          <ac:chgData name="Fariha Hossain" userId="6aa7d125-f4d1-4b59-9e05-e109224d2bd2" providerId="ADAL" clId="{24D189ED-3557-4501-ACFE-1E2F0A62EA70}" dt="2026-02-02T22:06:41.175" v="680"/>
          <ac:inkMkLst>
            <pc:docMk/>
            <pc:sldMk cId="2617864203" sldId="464"/>
            <ac:inkMk id="34" creationId="{01BC6EE8-4CC1-8967-D2F9-17BB7A2DF34A}"/>
          </ac:inkMkLst>
        </pc:inkChg>
        <pc:inkChg chg="add del mod reco modStrokes">
          <ac:chgData name="Fariha Hossain" userId="6aa7d125-f4d1-4b59-9e05-e109224d2bd2" providerId="ADAL" clId="{24D189ED-3557-4501-ACFE-1E2F0A62EA70}" dt="2026-02-02T22:06:46.457" v="688"/>
          <ac:inkMkLst>
            <pc:docMk/>
            <pc:sldMk cId="2617864203" sldId="464"/>
            <ac:inkMk id="35" creationId="{5174E2F5-3DDF-6E2F-93F8-FC2605D50D45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2T22:11:24.811" v="824"/>
        <pc:sldMkLst>
          <pc:docMk/>
          <pc:sldMk cId="2649137036" sldId="465"/>
        </pc:sldMkLst>
        <pc:inkChg chg="add del">
          <ac:chgData name="Fariha Hossain" userId="6aa7d125-f4d1-4b59-9e05-e109224d2bd2" providerId="ADAL" clId="{24D189ED-3557-4501-ACFE-1E2F0A62EA70}" dt="2026-02-02T22:07:09.521" v="696"/>
          <ac:inkMkLst>
            <pc:docMk/>
            <pc:sldMk cId="2649137036" sldId="465"/>
            <ac:inkMk id="6" creationId="{30754CAA-6723-212A-B7E2-2945005B3650}"/>
          </ac:inkMkLst>
        </pc:inkChg>
        <pc:inkChg chg="add del">
          <ac:chgData name="Fariha Hossain" userId="6aa7d125-f4d1-4b59-9e05-e109224d2bd2" providerId="ADAL" clId="{24D189ED-3557-4501-ACFE-1E2F0A62EA70}" dt="2026-02-02T22:11:19.521" v="801"/>
          <ac:inkMkLst>
            <pc:docMk/>
            <pc:sldMk cId="2649137036" sldId="465"/>
            <ac:inkMk id="8" creationId="{498A1BC9-CEAF-95F7-6B58-6476EEE84025}"/>
          </ac:inkMkLst>
        </pc:inkChg>
        <pc:inkChg chg="add del">
          <ac:chgData name="Fariha Hossain" userId="6aa7d125-f4d1-4b59-9e05-e109224d2bd2" providerId="ADAL" clId="{24D189ED-3557-4501-ACFE-1E2F0A62EA70}" dt="2026-02-02T22:07:09.521" v="696"/>
          <ac:inkMkLst>
            <pc:docMk/>
            <pc:sldMk cId="2649137036" sldId="465"/>
            <ac:inkMk id="9" creationId="{510CC131-EF36-B2E0-A4B3-5F9DD433A79B}"/>
          </ac:inkMkLst>
        </pc:inkChg>
        <pc:inkChg chg="add mod reco modStrokes">
          <ac:chgData name="Fariha Hossain" userId="6aa7d125-f4d1-4b59-9e05-e109224d2bd2" providerId="ADAL" clId="{24D189ED-3557-4501-ACFE-1E2F0A62EA70}" dt="2026-02-02T22:11:19.514" v="792"/>
          <ac:inkMkLst>
            <pc:docMk/>
            <pc:sldMk cId="2649137036" sldId="465"/>
            <ac:inkMk id="10" creationId="{BD56A602-A982-144F-B93C-68230F92F9D5}"/>
          </ac:inkMkLst>
        </pc:inkChg>
        <pc:inkChg chg="add del">
          <ac:chgData name="Fariha Hossain" userId="6aa7d125-f4d1-4b59-9e05-e109224d2bd2" providerId="ADAL" clId="{24D189ED-3557-4501-ACFE-1E2F0A62EA70}" dt="2026-02-02T22:07:55.423" v="708"/>
          <ac:inkMkLst>
            <pc:docMk/>
            <pc:sldMk cId="2649137036" sldId="465"/>
            <ac:inkMk id="11" creationId="{F6881CA1-CBE7-F684-5AAC-13BAC8AF91E0}"/>
          </ac:inkMkLst>
        </pc:inkChg>
        <pc:inkChg chg="add del">
          <ac:chgData name="Fariha Hossain" userId="6aa7d125-f4d1-4b59-9e05-e109224d2bd2" providerId="ADAL" clId="{24D189ED-3557-4501-ACFE-1E2F0A62EA70}" dt="2026-02-02T22:07:55.423" v="708"/>
          <ac:inkMkLst>
            <pc:docMk/>
            <pc:sldMk cId="2649137036" sldId="465"/>
            <ac:inkMk id="12" creationId="{6E0C9B24-9E69-5C76-822C-91E0AD9A683E}"/>
          </ac:inkMkLst>
        </pc:inkChg>
        <pc:inkChg chg="add del">
          <ac:chgData name="Fariha Hossain" userId="6aa7d125-f4d1-4b59-9e05-e109224d2bd2" providerId="ADAL" clId="{24D189ED-3557-4501-ACFE-1E2F0A62EA70}" dt="2026-02-02T22:07:45.072" v="701"/>
          <ac:inkMkLst>
            <pc:docMk/>
            <pc:sldMk cId="2649137036" sldId="465"/>
            <ac:inkMk id="13" creationId="{42349AC4-4FE6-1E94-D294-9779C7F14876}"/>
          </ac:inkMkLst>
        </pc:inkChg>
        <pc:inkChg chg="add del">
          <ac:chgData name="Fariha Hossain" userId="6aa7d125-f4d1-4b59-9e05-e109224d2bd2" providerId="ADAL" clId="{24D189ED-3557-4501-ACFE-1E2F0A62EA70}" dt="2026-02-02T22:07:45.072" v="701"/>
          <ac:inkMkLst>
            <pc:docMk/>
            <pc:sldMk cId="2649137036" sldId="465"/>
            <ac:inkMk id="14" creationId="{5C315F19-196C-D08D-50C3-36DAF2D616BC}"/>
          </ac:inkMkLst>
        </pc:inkChg>
        <pc:inkChg chg="add del reco">
          <ac:chgData name="Fariha Hossain" userId="6aa7d125-f4d1-4b59-9e05-e109224d2bd2" providerId="ADAL" clId="{24D189ED-3557-4501-ACFE-1E2F0A62EA70}" dt="2026-02-02T22:11:19.996" v="810"/>
          <ac:inkMkLst>
            <pc:docMk/>
            <pc:sldMk cId="2649137036" sldId="465"/>
            <ac:inkMk id="15" creationId="{E10A284A-04AE-E185-7561-FA23F58BFBCD}"/>
          </ac:inkMkLst>
        </pc:inkChg>
        <pc:inkChg chg="add del">
          <ac:chgData name="Fariha Hossain" userId="6aa7d125-f4d1-4b59-9e05-e109224d2bd2" providerId="ADAL" clId="{24D189ED-3557-4501-ACFE-1E2F0A62EA70}" dt="2026-02-02T22:07:50.773" v="706"/>
          <ac:inkMkLst>
            <pc:docMk/>
            <pc:sldMk cId="2649137036" sldId="465"/>
            <ac:inkMk id="16" creationId="{86019FFC-E570-B5B8-5293-D700D1332627}"/>
          </ac:inkMkLst>
        </pc:inkChg>
        <pc:inkChg chg="add del">
          <ac:chgData name="Fariha Hossain" userId="6aa7d125-f4d1-4b59-9e05-e109224d2bd2" providerId="ADAL" clId="{24D189ED-3557-4501-ACFE-1E2F0A62EA70}" dt="2026-02-02T22:07:50.773" v="706"/>
          <ac:inkMkLst>
            <pc:docMk/>
            <pc:sldMk cId="2649137036" sldId="465"/>
            <ac:inkMk id="17" creationId="{18D536AD-0399-6374-FDFC-B99D9F2CD83D}"/>
          </ac:inkMkLst>
        </pc:inkChg>
        <pc:inkChg chg="add del">
          <ac:chgData name="Fariha Hossain" userId="6aa7d125-f4d1-4b59-9e05-e109224d2bd2" providerId="ADAL" clId="{24D189ED-3557-4501-ACFE-1E2F0A62EA70}" dt="2026-02-02T22:07:50.773" v="706"/>
          <ac:inkMkLst>
            <pc:docMk/>
            <pc:sldMk cId="2649137036" sldId="465"/>
            <ac:inkMk id="18" creationId="{016AD03F-9125-FB29-4DD3-4BC49505D1EA}"/>
          </ac:inkMkLst>
        </pc:inkChg>
        <pc:inkChg chg="add del">
          <ac:chgData name="Fariha Hossain" userId="6aa7d125-f4d1-4b59-9e05-e109224d2bd2" providerId="ADAL" clId="{24D189ED-3557-4501-ACFE-1E2F0A62EA70}" dt="2026-02-02T22:07:50.773" v="706"/>
          <ac:inkMkLst>
            <pc:docMk/>
            <pc:sldMk cId="2649137036" sldId="465"/>
            <ac:inkMk id="19" creationId="{32106A7E-CD3D-6EBF-39C7-F8A0A1E3A2AD}"/>
          </ac:inkMkLst>
        </pc:inkChg>
        <pc:inkChg chg="add del reco">
          <ac:chgData name="Fariha Hossain" userId="6aa7d125-f4d1-4b59-9e05-e109224d2bd2" providerId="ADAL" clId="{24D189ED-3557-4501-ACFE-1E2F0A62EA70}" dt="2026-02-02T22:11:19.519" v="798"/>
          <ac:inkMkLst>
            <pc:docMk/>
            <pc:sldMk cId="2649137036" sldId="465"/>
            <ac:inkMk id="20" creationId="{196E1FD1-5D78-D44E-03E2-1E1E6ED3B4A7}"/>
          </ac:inkMkLst>
        </pc:inkChg>
        <pc:inkChg chg="add del reco">
          <ac:chgData name="Fariha Hossain" userId="6aa7d125-f4d1-4b59-9e05-e109224d2bd2" providerId="ADAL" clId="{24D189ED-3557-4501-ACFE-1E2F0A62EA70}" dt="2026-02-02T22:11:19.520" v="799"/>
          <ac:inkMkLst>
            <pc:docMk/>
            <pc:sldMk cId="2649137036" sldId="465"/>
            <ac:inkMk id="21" creationId="{E81B118A-1973-1EDC-8979-D887FAE305E6}"/>
          </ac:inkMkLst>
        </pc:inkChg>
        <pc:inkChg chg="add del">
          <ac:chgData name="Fariha Hossain" userId="6aa7d125-f4d1-4b59-9e05-e109224d2bd2" providerId="ADAL" clId="{24D189ED-3557-4501-ACFE-1E2F0A62EA70}" dt="2026-02-02T22:07:55.423" v="708"/>
          <ac:inkMkLst>
            <pc:docMk/>
            <pc:sldMk cId="2649137036" sldId="465"/>
            <ac:inkMk id="22" creationId="{64E4BC2E-B6DE-25F3-E0FC-6A0B432FE242}"/>
          </ac:inkMkLst>
        </pc:inkChg>
        <pc:inkChg chg="add del reco">
          <ac:chgData name="Fariha Hossain" userId="6aa7d125-f4d1-4b59-9e05-e109224d2bd2" providerId="ADAL" clId="{24D189ED-3557-4501-ACFE-1E2F0A62EA70}" dt="2026-02-02T22:11:19.524" v="804"/>
          <ac:inkMkLst>
            <pc:docMk/>
            <pc:sldMk cId="2649137036" sldId="465"/>
            <ac:inkMk id="23" creationId="{0E25039F-8B38-2C40-6D76-7D95B0C25BD5}"/>
          </ac:inkMkLst>
        </pc:inkChg>
        <pc:inkChg chg="add del">
          <ac:chgData name="Fariha Hossain" userId="6aa7d125-f4d1-4b59-9e05-e109224d2bd2" providerId="ADAL" clId="{24D189ED-3557-4501-ACFE-1E2F0A62EA70}" dt="2026-02-02T22:11:19.520" v="800"/>
          <ac:inkMkLst>
            <pc:docMk/>
            <pc:sldMk cId="2649137036" sldId="465"/>
            <ac:inkMk id="24" creationId="{9591CC9A-BAA6-B211-6798-412DA09F9F06}"/>
          </ac:inkMkLst>
        </pc:inkChg>
        <pc:inkChg chg="add del">
          <ac:chgData name="Fariha Hossain" userId="6aa7d125-f4d1-4b59-9e05-e109224d2bd2" providerId="ADAL" clId="{24D189ED-3557-4501-ACFE-1E2F0A62EA70}" dt="2026-02-02T22:11:19.526" v="806"/>
          <ac:inkMkLst>
            <pc:docMk/>
            <pc:sldMk cId="2649137036" sldId="465"/>
            <ac:inkMk id="25" creationId="{33D34979-BA0F-890F-3A43-05AF59BEF633}"/>
          </ac:inkMkLst>
        </pc:inkChg>
        <pc:inkChg chg="add del">
          <ac:chgData name="Fariha Hossain" userId="6aa7d125-f4d1-4b59-9e05-e109224d2bd2" providerId="ADAL" clId="{24D189ED-3557-4501-ACFE-1E2F0A62EA70}" dt="2026-02-02T22:08:28.838" v="713"/>
          <ac:inkMkLst>
            <pc:docMk/>
            <pc:sldMk cId="2649137036" sldId="465"/>
            <ac:inkMk id="26" creationId="{658843C1-9706-4C69-268B-F9E69D3C717C}"/>
          </ac:inkMkLst>
        </pc:inkChg>
        <pc:inkChg chg="add del">
          <ac:chgData name="Fariha Hossain" userId="6aa7d125-f4d1-4b59-9e05-e109224d2bd2" providerId="ADAL" clId="{24D189ED-3557-4501-ACFE-1E2F0A62EA70}" dt="2026-02-02T22:08:28.838" v="713"/>
          <ac:inkMkLst>
            <pc:docMk/>
            <pc:sldMk cId="2649137036" sldId="465"/>
            <ac:inkMk id="27" creationId="{F01EB665-0A42-C433-16C0-81FAAF989722}"/>
          </ac:inkMkLst>
        </pc:inkChg>
        <pc:inkChg chg="add del reco">
          <ac:chgData name="Fariha Hossain" userId="6aa7d125-f4d1-4b59-9e05-e109224d2bd2" providerId="ADAL" clId="{24D189ED-3557-4501-ACFE-1E2F0A62EA70}" dt="2026-02-02T22:11:19.517" v="795"/>
          <ac:inkMkLst>
            <pc:docMk/>
            <pc:sldMk cId="2649137036" sldId="465"/>
            <ac:inkMk id="28" creationId="{CC355081-5BB8-2BEA-EC85-38AFECFB3D2B}"/>
          </ac:inkMkLst>
        </pc:inkChg>
        <pc:inkChg chg="add del">
          <ac:chgData name="Fariha Hossain" userId="6aa7d125-f4d1-4b59-9e05-e109224d2bd2" providerId="ADAL" clId="{24D189ED-3557-4501-ACFE-1E2F0A62EA70}" dt="2026-02-02T22:08:34.239" v="716"/>
          <ac:inkMkLst>
            <pc:docMk/>
            <pc:sldMk cId="2649137036" sldId="465"/>
            <ac:inkMk id="29" creationId="{3C5AF7A5-F749-B037-19E6-90A2CDD638FA}"/>
          </ac:inkMkLst>
        </pc:inkChg>
        <pc:inkChg chg="add del">
          <ac:chgData name="Fariha Hossain" userId="6aa7d125-f4d1-4b59-9e05-e109224d2bd2" providerId="ADAL" clId="{24D189ED-3557-4501-ACFE-1E2F0A62EA70}" dt="2026-02-02T22:08:34.239" v="716"/>
          <ac:inkMkLst>
            <pc:docMk/>
            <pc:sldMk cId="2649137036" sldId="465"/>
            <ac:inkMk id="30" creationId="{6D8E3E9A-597E-638B-5222-F2A729CFBB37}"/>
          </ac:inkMkLst>
        </pc:inkChg>
        <pc:inkChg chg="add del reco">
          <ac:chgData name="Fariha Hossain" userId="6aa7d125-f4d1-4b59-9e05-e109224d2bd2" providerId="ADAL" clId="{24D189ED-3557-4501-ACFE-1E2F0A62EA70}" dt="2026-02-02T22:11:19.516" v="794"/>
          <ac:inkMkLst>
            <pc:docMk/>
            <pc:sldMk cId="2649137036" sldId="465"/>
            <ac:inkMk id="31" creationId="{5526684C-9D4F-1E2D-6286-29AC79B97328}"/>
          </ac:inkMkLst>
        </pc:inkChg>
        <pc:inkChg chg="add del">
          <ac:chgData name="Fariha Hossain" userId="6aa7d125-f4d1-4b59-9e05-e109224d2bd2" providerId="ADAL" clId="{24D189ED-3557-4501-ACFE-1E2F0A62EA70}" dt="2026-02-02T22:08:39.368" v="719"/>
          <ac:inkMkLst>
            <pc:docMk/>
            <pc:sldMk cId="2649137036" sldId="465"/>
            <ac:inkMk id="33" creationId="{742DDC3D-5EAB-ADBD-4CF6-42BDBE97D452}"/>
          </ac:inkMkLst>
        </pc:inkChg>
        <pc:inkChg chg="add del">
          <ac:chgData name="Fariha Hossain" userId="6aa7d125-f4d1-4b59-9e05-e109224d2bd2" providerId="ADAL" clId="{24D189ED-3557-4501-ACFE-1E2F0A62EA70}" dt="2026-02-02T22:08:39.368" v="719"/>
          <ac:inkMkLst>
            <pc:docMk/>
            <pc:sldMk cId="2649137036" sldId="465"/>
            <ac:inkMk id="34" creationId="{E6954FBC-32C3-EDB6-7208-4CFBDC76E308}"/>
          </ac:inkMkLst>
        </pc:inkChg>
        <pc:inkChg chg="add del mod reco modStrokes">
          <ac:chgData name="Fariha Hossain" userId="6aa7d125-f4d1-4b59-9e05-e109224d2bd2" providerId="ADAL" clId="{24D189ED-3557-4501-ACFE-1E2F0A62EA70}" dt="2026-02-02T22:11:19.526" v="807"/>
          <ac:inkMkLst>
            <pc:docMk/>
            <pc:sldMk cId="2649137036" sldId="465"/>
            <ac:inkMk id="35" creationId="{02DB5604-52B4-1FB0-BB7E-1D477A81585D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36" creationId="{DF66847E-19EA-BBF2-DC6D-F0875F596750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37" creationId="{EECFA4FA-0B9C-0692-1E9F-F360AA748A86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38" creationId="{82B0BC4A-C575-DFBA-9257-B2A404B91D45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39" creationId="{6497F04A-1F36-999D-BF51-3210FEA28F24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40" creationId="{A6BBA9F9-4E62-9D21-59D4-0A0BA168F062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41" creationId="{BB1D628E-0F41-01AD-7E1C-7D39D45A8578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42" creationId="{2214EDD6-2041-CBFC-F160-629294369B17}"/>
          </ac:inkMkLst>
        </pc:inkChg>
        <pc:inkChg chg="add del">
          <ac:chgData name="Fariha Hossain" userId="6aa7d125-f4d1-4b59-9e05-e109224d2bd2" providerId="ADAL" clId="{24D189ED-3557-4501-ACFE-1E2F0A62EA70}" dt="2026-02-02T22:08:44.925" v="728"/>
          <ac:inkMkLst>
            <pc:docMk/>
            <pc:sldMk cId="2649137036" sldId="465"/>
            <ac:inkMk id="43" creationId="{427D4DF3-1B7B-F3D0-0986-FC522C39E009}"/>
          </ac:inkMkLst>
        </pc:inkChg>
        <pc:inkChg chg="add del reco">
          <ac:chgData name="Fariha Hossain" userId="6aa7d125-f4d1-4b59-9e05-e109224d2bd2" providerId="ADAL" clId="{24D189ED-3557-4501-ACFE-1E2F0A62EA70}" dt="2026-02-02T22:09:32.057" v="731"/>
          <ac:inkMkLst>
            <pc:docMk/>
            <pc:sldMk cId="2649137036" sldId="465"/>
            <ac:inkMk id="44" creationId="{52B416D1-8D7E-0FB2-8C55-D4E6DCF73841}"/>
          </ac:inkMkLst>
        </pc:inkChg>
        <pc:inkChg chg="add del">
          <ac:chgData name="Fariha Hossain" userId="6aa7d125-f4d1-4b59-9e05-e109224d2bd2" providerId="ADAL" clId="{24D189ED-3557-4501-ACFE-1E2F0A62EA70}" dt="2026-02-02T22:11:19.518" v="797"/>
          <ac:inkMkLst>
            <pc:docMk/>
            <pc:sldMk cId="2649137036" sldId="465"/>
            <ac:inkMk id="45" creationId="{B90E6934-51AF-A5EB-E26A-9DAE52AFDBC2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46" creationId="{918D0FCE-D819-BC2F-0C0C-2D7629284F5A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47" creationId="{1F795082-F2D4-0013-571F-EF45FF0745E0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48" creationId="{547F6DD8-7A5D-649F-502E-C47EEB159485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49" creationId="{864B76A1-6323-9B31-386F-AA6045C02FC8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50" creationId="{1E002389-EA10-5059-DFF9-8FF926A865AB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51" creationId="{30748069-14B7-EAC2-A72D-350FF167BCE6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52" creationId="{7A21488A-EDC0-A005-8A6D-36E6F1FEC96C}"/>
          </ac:inkMkLst>
        </pc:inkChg>
        <pc:inkChg chg="add del">
          <ac:chgData name="Fariha Hossain" userId="6aa7d125-f4d1-4b59-9e05-e109224d2bd2" providerId="ADAL" clId="{24D189ED-3557-4501-ACFE-1E2F0A62EA70}" dt="2026-02-02T22:09:38.381" v="740"/>
          <ac:inkMkLst>
            <pc:docMk/>
            <pc:sldMk cId="2649137036" sldId="465"/>
            <ac:inkMk id="53" creationId="{BCD72165-E949-4B89-7068-6B28F6958018}"/>
          </ac:inkMkLst>
        </pc:inkChg>
        <pc:inkChg chg="add del mod reco modStrokes">
          <ac:chgData name="Fariha Hossain" userId="6aa7d125-f4d1-4b59-9e05-e109224d2bd2" providerId="ADAL" clId="{24D189ED-3557-4501-ACFE-1E2F0A62EA70}" dt="2026-02-02T22:11:24.810" v="823"/>
          <ac:inkMkLst>
            <pc:docMk/>
            <pc:sldMk cId="2649137036" sldId="465"/>
            <ac:inkMk id="54" creationId="{6EFFDBB2-3BBF-67B3-E59E-71441C3F55DE}"/>
          </ac:inkMkLst>
        </pc:inkChg>
        <pc:inkChg chg="add del">
          <ac:chgData name="Fariha Hossain" userId="6aa7d125-f4d1-4b59-9e05-e109224d2bd2" providerId="ADAL" clId="{24D189ED-3557-4501-ACFE-1E2F0A62EA70}" dt="2026-02-02T22:09:43.710" v="744"/>
          <ac:inkMkLst>
            <pc:docMk/>
            <pc:sldMk cId="2649137036" sldId="465"/>
            <ac:inkMk id="55" creationId="{F06DF60C-8A5F-4260-A310-B4E1DAB26197}"/>
          </ac:inkMkLst>
        </pc:inkChg>
        <pc:inkChg chg="add del">
          <ac:chgData name="Fariha Hossain" userId="6aa7d125-f4d1-4b59-9e05-e109224d2bd2" providerId="ADAL" clId="{24D189ED-3557-4501-ACFE-1E2F0A62EA70}" dt="2026-02-02T22:09:43.710" v="744"/>
          <ac:inkMkLst>
            <pc:docMk/>
            <pc:sldMk cId="2649137036" sldId="465"/>
            <ac:inkMk id="56" creationId="{CDF4FB39-0697-8946-AF0A-A19C8C4F5155}"/>
          </ac:inkMkLst>
        </pc:inkChg>
        <pc:inkChg chg="add del">
          <ac:chgData name="Fariha Hossain" userId="6aa7d125-f4d1-4b59-9e05-e109224d2bd2" providerId="ADAL" clId="{24D189ED-3557-4501-ACFE-1E2F0A62EA70}" dt="2026-02-02T22:09:43.710" v="744"/>
          <ac:inkMkLst>
            <pc:docMk/>
            <pc:sldMk cId="2649137036" sldId="465"/>
            <ac:inkMk id="57" creationId="{CEC4896C-C3F9-A737-0E94-EAC3B7BA99FD}"/>
          </ac:inkMkLst>
        </pc:inkChg>
        <pc:inkChg chg="add del mod reco modStrokes">
          <ac:chgData name="Fariha Hossain" userId="6aa7d125-f4d1-4b59-9e05-e109224d2bd2" providerId="ADAL" clId="{24D189ED-3557-4501-ACFE-1E2F0A62EA70}" dt="2026-02-02T22:11:19.993" v="809"/>
          <ac:inkMkLst>
            <pc:docMk/>
            <pc:sldMk cId="2649137036" sldId="465"/>
            <ac:inkMk id="58" creationId="{BC6012E6-F6D6-A3FF-E0B5-9036DD48913F}"/>
          </ac:inkMkLst>
        </pc:inkChg>
        <pc:inkChg chg="add del">
          <ac:chgData name="Fariha Hossain" userId="6aa7d125-f4d1-4b59-9e05-e109224d2bd2" providerId="ADAL" clId="{24D189ED-3557-4501-ACFE-1E2F0A62EA70}" dt="2026-02-02T22:11:20.007" v="817"/>
          <ac:inkMkLst>
            <pc:docMk/>
            <pc:sldMk cId="2649137036" sldId="465"/>
            <ac:inkMk id="59" creationId="{73258A96-663E-8D22-030F-F251238D611B}"/>
          </ac:inkMkLst>
        </pc:inkChg>
        <pc:inkChg chg="add del">
          <ac:chgData name="Fariha Hossain" userId="6aa7d125-f4d1-4b59-9e05-e109224d2bd2" providerId="ADAL" clId="{24D189ED-3557-4501-ACFE-1E2F0A62EA70}" dt="2026-02-02T22:11:21.768" v="820"/>
          <ac:inkMkLst>
            <pc:docMk/>
            <pc:sldMk cId="2649137036" sldId="465"/>
            <ac:inkMk id="60" creationId="{87CD0BBC-4DC8-C178-6DD7-FBE9D845E42B}"/>
          </ac:inkMkLst>
        </pc:inkChg>
        <pc:inkChg chg="add del">
          <ac:chgData name="Fariha Hossain" userId="6aa7d125-f4d1-4b59-9e05-e109224d2bd2" providerId="ADAL" clId="{24D189ED-3557-4501-ACFE-1E2F0A62EA70}" dt="2026-02-02T22:09:50.705" v="750"/>
          <ac:inkMkLst>
            <pc:docMk/>
            <pc:sldMk cId="2649137036" sldId="465"/>
            <ac:inkMk id="61" creationId="{3A818BF8-CB16-26B7-7C33-F8CB1FDC8649}"/>
          </ac:inkMkLst>
        </pc:inkChg>
        <pc:inkChg chg="add del">
          <ac:chgData name="Fariha Hossain" userId="6aa7d125-f4d1-4b59-9e05-e109224d2bd2" providerId="ADAL" clId="{24D189ED-3557-4501-ACFE-1E2F0A62EA70}" dt="2026-02-02T22:09:50.705" v="750"/>
          <ac:inkMkLst>
            <pc:docMk/>
            <pc:sldMk cId="2649137036" sldId="465"/>
            <ac:inkMk id="62" creationId="{73C72D05-7F8C-5C26-77FC-6AB8DBFAC8CD}"/>
          </ac:inkMkLst>
        </pc:inkChg>
        <pc:inkChg chg="add del">
          <ac:chgData name="Fariha Hossain" userId="6aa7d125-f4d1-4b59-9e05-e109224d2bd2" providerId="ADAL" clId="{24D189ED-3557-4501-ACFE-1E2F0A62EA70}" dt="2026-02-02T22:09:50.705" v="750"/>
          <ac:inkMkLst>
            <pc:docMk/>
            <pc:sldMk cId="2649137036" sldId="465"/>
            <ac:inkMk id="63" creationId="{D3F7FE34-2F13-33BB-CAB2-5AC89343B755}"/>
          </ac:inkMkLst>
        </pc:inkChg>
        <pc:inkChg chg="add del reco">
          <ac:chgData name="Fariha Hossain" userId="6aa7d125-f4d1-4b59-9e05-e109224d2bd2" providerId="ADAL" clId="{24D189ED-3557-4501-ACFE-1E2F0A62EA70}" dt="2026-02-02T22:11:24.808" v="822"/>
          <ac:inkMkLst>
            <pc:docMk/>
            <pc:sldMk cId="2649137036" sldId="465"/>
            <ac:inkMk id="64" creationId="{0E4EC970-CF2B-590D-386B-745E529F2FE4}"/>
          </ac:inkMkLst>
        </pc:inkChg>
        <pc:inkChg chg="add del">
          <ac:chgData name="Fariha Hossain" userId="6aa7d125-f4d1-4b59-9e05-e109224d2bd2" providerId="ADAL" clId="{24D189ED-3557-4501-ACFE-1E2F0A62EA70}" dt="2026-02-02T22:09:54.124" v="753"/>
          <ac:inkMkLst>
            <pc:docMk/>
            <pc:sldMk cId="2649137036" sldId="465"/>
            <ac:inkMk id="65" creationId="{DBC4E33C-5009-5E7B-6E15-519A12BA152C}"/>
          </ac:inkMkLst>
        </pc:inkChg>
        <pc:inkChg chg="add del">
          <ac:chgData name="Fariha Hossain" userId="6aa7d125-f4d1-4b59-9e05-e109224d2bd2" providerId="ADAL" clId="{24D189ED-3557-4501-ACFE-1E2F0A62EA70}" dt="2026-02-02T22:09:54.124" v="753"/>
          <ac:inkMkLst>
            <pc:docMk/>
            <pc:sldMk cId="2649137036" sldId="465"/>
            <ac:inkMk id="66" creationId="{CEC1A72F-1474-5A59-CD49-44BC8F8E6DD7}"/>
          </ac:inkMkLst>
        </pc:inkChg>
        <pc:inkChg chg="add del mod reco modStrokes">
          <ac:chgData name="Fariha Hossain" userId="6aa7d125-f4d1-4b59-9e05-e109224d2bd2" providerId="ADAL" clId="{24D189ED-3557-4501-ACFE-1E2F0A62EA70}" dt="2026-02-02T22:11:20.003" v="814"/>
          <ac:inkMkLst>
            <pc:docMk/>
            <pc:sldMk cId="2649137036" sldId="465"/>
            <ac:inkMk id="67" creationId="{3A3488C8-E267-FE72-53C4-252F6AE5C718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68" creationId="{C3D69179-3678-60A8-BF6D-4696B57B2710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69" creationId="{21A691D9-EFD1-E6FF-08F2-862AC2A016A8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0" creationId="{6A8B1965-A486-BC21-AF53-E583A09C25CD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1" creationId="{483482F7-DD18-3CA0-4D46-01EE7C441DC3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2" creationId="{6F06BC5C-0D75-EDBE-5E52-0E87628028F1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3" creationId="{463DE26C-EB13-1EE0-3CB6-68BA2369E344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4" creationId="{5AC1950E-277B-C66B-87A2-A97ADB0F06C8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5" creationId="{06B50A1D-A796-9AD4-D0B4-286A73D12F4E}"/>
          </ac:inkMkLst>
        </pc:inkChg>
        <pc:inkChg chg="add del">
          <ac:chgData name="Fariha Hossain" userId="6aa7d125-f4d1-4b59-9e05-e109224d2bd2" providerId="ADAL" clId="{24D189ED-3557-4501-ACFE-1E2F0A62EA70}" dt="2026-02-02T22:09:59.691" v="765"/>
          <ac:inkMkLst>
            <pc:docMk/>
            <pc:sldMk cId="2649137036" sldId="465"/>
            <ac:inkMk id="76" creationId="{549F7D9B-4B9E-6853-19AC-A2D1312DF3FA}"/>
          </ac:inkMkLst>
        </pc:inkChg>
        <pc:inkChg chg="add">
          <ac:chgData name="Fariha Hossain" userId="6aa7d125-f4d1-4b59-9e05-e109224d2bd2" providerId="ADAL" clId="{24D189ED-3557-4501-ACFE-1E2F0A62EA70}" dt="2026-02-02T22:09:58.673" v="763"/>
          <ac:inkMkLst>
            <pc:docMk/>
            <pc:sldMk cId="2649137036" sldId="465"/>
            <ac:inkMk id="77" creationId="{D1E59D12-2DFA-7013-2FA1-5AAD5BA364F1}"/>
          </ac:inkMkLst>
        </pc:inkChg>
        <pc:inkChg chg="add">
          <ac:chgData name="Fariha Hossain" userId="6aa7d125-f4d1-4b59-9e05-e109224d2bd2" providerId="ADAL" clId="{24D189ED-3557-4501-ACFE-1E2F0A62EA70}" dt="2026-02-02T22:09:58.752" v="764"/>
          <ac:inkMkLst>
            <pc:docMk/>
            <pc:sldMk cId="2649137036" sldId="465"/>
            <ac:inkMk id="78" creationId="{4BAB359F-BABA-0E6A-6B21-B8C9DFC18A05}"/>
          </ac:inkMkLst>
        </pc:inkChg>
        <pc:inkChg chg="add del mod reco modStrokes">
          <ac:chgData name="Fariha Hossain" userId="6aa7d125-f4d1-4b59-9e05-e109224d2bd2" providerId="ADAL" clId="{24D189ED-3557-4501-ACFE-1E2F0A62EA70}" dt="2026-02-02T22:11:24.806" v="821"/>
          <ac:inkMkLst>
            <pc:docMk/>
            <pc:sldMk cId="2649137036" sldId="465"/>
            <ac:inkMk id="79" creationId="{B83A6A3B-C75B-448C-0B3B-2853401F0986}"/>
          </ac:inkMkLst>
        </pc:inkChg>
        <pc:inkChg chg="add del">
          <ac:chgData name="Fariha Hossain" userId="6aa7d125-f4d1-4b59-9e05-e109224d2bd2" providerId="ADAL" clId="{24D189ED-3557-4501-ACFE-1E2F0A62EA70}" dt="2026-02-02T22:10:02.440" v="770"/>
          <ac:inkMkLst>
            <pc:docMk/>
            <pc:sldMk cId="2649137036" sldId="465"/>
            <ac:inkMk id="80" creationId="{8D03B43F-7C75-1739-9FAB-93D7FDC8DB5A}"/>
          </ac:inkMkLst>
        </pc:inkChg>
        <pc:inkChg chg="add del">
          <ac:chgData name="Fariha Hossain" userId="6aa7d125-f4d1-4b59-9e05-e109224d2bd2" providerId="ADAL" clId="{24D189ED-3557-4501-ACFE-1E2F0A62EA70}" dt="2026-02-02T22:10:02.440" v="770"/>
          <ac:inkMkLst>
            <pc:docMk/>
            <pc:sldMk cId="2649137036" sldId="465"/>
            <ac:inkMk id="81" creationId="{C49C329E-7EFE-F6AD-6CD6-3DA348E52839}"/>
          </ac:inkMkLst>
        </pc:inkChg>
        <pc:inkChg chg="add del">
          <ac:chgData name="Fariha Hossain" userId="6aa7d125-f4d1-4b59-9e05-e109224d2bd2" providerId="ADAL" clId="{24D189ED-3557-4501-ACFE-1E2F0A62EA70}" dt="2026-02-02T22:10:02.440" v="770"/>
          <ac:inkMkLst>
            <pc:docMk/>
            <pc:sldMk cId="2649137036" sldId="465"/>
            <ac:inkMk id="82" creationId="{4025C2AE-278B-03F0-26D4-BE2E6388DC41}"/>
          </ac:inkMkLst>
        </pc:inkChg>
        <pc:inkChg chg="add del">
          <ac:chgData name="Fariha Hossain" userId="6aa7d125-f4d1-4b59-9e05-e109224d2bd2" providerId="ADAL" clId="{24D189ED-3557-4501-ACFE-1E2F0A62EA70}" dt="2026-02-02T22:10:02.440" v="770"/>
          <ac:inkMkLst>
            <pc:docMk/>
            <pc:sldMk cId="2649137036" sldId="465"/>
            <ac:inkMk id="83" creationId="{A1B81A9C-FF64-BEBA-B95C-BF8266FA3304}"/>
          </ac:inkMkLst>
        </pc:inkChg>
        <pc:inkChg chg="add del mod reco modStrokes">
          <ac:chgData name="Fariha Hossain" userId="6aa7d125-f4d1-4b59-9e05-e109224d2bd2" providerId="ADAL" clId="{24D189ED-3557-4501-ACFE-1E2F0A62EA70}" dt="2026-02-02T22:11:24.811" v="824"/>
          <ac:inkMkLst>
            <pc:docMk/>
            <pc:sldMk cId="2649137036" sldId="465"/>
            <ac:inkMk id="84" creationId="{A1C565CC-8D6C-B66A-C907-7409A8DAA823}"/>
          </ac:inkMkLst>
        </pc:inkChg>
        <pc:inkChg chg="add del">
          <ac:chgData name="Fariha Hossain" userId="6aa7d125-f4d1-4b59-9e05-e109224d2bd2" providerId="ADAL" clId="{24D189ED-3557-4501-ACFE-1E2F0A62EA70}" dt="2026-02-02T22:10:19.239" v="774"/>
          <ac:inkMkLst>
            <pc:docMk/>
            <pc:sldMk cId="2649137036" sldId="465"/>
            <ac:inkMk id="85" creationId="{901BCB3D-CF86-1920-25E6-2FBB06982A42}"/>
          </ac:inkMkLst>
        </pc:inkChg>
        <pc:inkChg chg="add del">
          <ac:chgData name="Fariha Hossain" userId="6aa7d125-f4d1-4b59-9e05-e109224d2bd2" providerId="ADAL" clId="{24D189ED-3557-4501-ACFE-1E2F0A62EA70}" dt="2026-02-02T22:10:19.239" v="774"/>
          <ac:inkMkLst>
            <pc:docMk/>
            <pc:sldMk cId="2649137036" sldId="465"/>
            <ac:inkMk id="86" creationId="{B15D283D-79B6-5E99-BC9F-5604AD1CCB9A}"/>
          </ac:inkMkLst>
        </pc:inkChg>
        <pc:inkChg chg="add del">
          <ac:chgData name="Fariha Hossain" userId="6aa7d125-f4d1-4b59-9e05-e109224d2bd2" providerId="ADAL" clId="{24D189ED-3557-4501-ACFE-1E2F0A62EA70}" dt="2026-02-02T22:10:19.239" v="774"/>
          <ac:inkMkLst>
            <pc:docMk/>
            <pc:sldMk cId="2649137036" sldId="465"/>
            <ac:inkMk id="87" creationId="{76F065E2-5D61-8344-0655-5DE2530A87A0}"/>
          </ac:inkMkLst>
        </pc:inkChg>
        <pc:inkChg chg="add mod reco modStrokes">
          <ac:chgData name="Fariha Hossain" userId="6aa7d125-f4d1-4b59-9e05-e109224d2bd2" providerId="ADAL" clId="{24D189ED-3557-4501-ACFE-1E2F0A62EA70}" dt="2026-02-02T22:11:19.998" v="811"/>
          <ac:inkMkLst>
            <pc:docMk/>
            <pc:sldMk cId="2649137036" sldId="465"/>
            <ac:inkMk id="88" creationId="{6AE281D1-9970-B02E-1D5E-E204BB61FF2E}"/>
          </ac:inkMkLst>
        </pc:inkChg>
        <pc:inkChg chg="add del">
          <ac:chgData name="Fariha Hossain" userId="6aa7d125-f4d1-4b59-9e05-e109224d2bd2" providerId="ADAL" clId="{24D189ED-3557-4501-ACFE-1E2F0A62EA70}" dt="2026-02-02T22:11:20" v="812"/>
          <ac:inkMkLst>
            <pc:docMk/>
            <pc:sldMk cId="2649137036" sldId="465"/>
            <ac:inkMk id="89" creationId="{EDCA0100-A213-95D9-0EAA-3205B13BBE6D}"/>
          </ac:inkMkLst>
        </pc:inkChg>
        <pc:inkChg chg="add del">
          <ac:chgData name="Fariha Hossain" userId="6aa7d125-f4d1-4b59-9e05-e109224d2bd2" providerId="ADAL" clId="{24D189ED-3557-4501-ACFE-1E2F0A62EA70}" dt="2026-02-02T22:10:32.470" v="778"/>
          <ac:inkMkLst>
            <pc:docMk/>
            <pc:sldMk cId="2649137036" sldId="465"/>
            <ac:inkMk id="90" creationId="{9B792626-D884-C0CF-F155-B20A4DC4E918}"/>
          </ac:inkMkLst>
        </pc:inkChg>
        <pc:inkChg chg="add del">
          <ac:chgData name="Fariha Hossain" userId="6aa7d125-f4d1-4b59-9e05-e109224d2bd2" providerId="ADAL" clId="{24D189ED-3557-4501-ACFE-1E2F0A62EA70}" dt="2026-02-02T22:10:32.470" v="778"/>
          <ac:inkMkLst>
            <pc:docMk/>
            <pc:sldMk cId="2649137036" sldId="465"/>
            <ac:inkMk id="91" creationId="{12B68C4F-84A0-E171-110F-DA8AF8E52036}"/>
          </ac:inkMkLst>
        </pc:inkChg>
        <pc:inkChg chg="add del reco">
          <ac:chgData name="Fariha Hossain" userId="6aa7d125-f4d1-4b59-9e05-e109224d2bd2" providerId="ADAL" clId="{24D189ED-3557-4501-ACFE-1E2F0A62EA70}" dt="2026-02-02T22:11:19.527" v="808"/>
          <ac:inkMkLst>
            <pc:docMk/>
            <pc:sldMk cId="2649137036" sldId="465"/>
            <ac:inkMk id="92" creationId="{3AC248EC-1484-F2E3-1C8A-15ABE05E9553}"/>
          </ac:inkMkLst>
        </pc:inkChg>
        <pc:inkChg chg="add del">
          <ac:chgData name="Fariha Hossain" userId="6aa7d125-f4d1-4b59-9e05-e109224d2bd2" providerId="ADAL" clId="{24D189ED-3557-4501-ACFE-1E2F0A62EA70}" dt="2026-02-02T22:11:21.765" v="819"/>
          <ac:inkMkLst>
            <pc:docMk/>
            <pc:sldMk cId="2649137036" sldId="465"/>
            <ac:inkMk id="93" creationId="{9C377F72-97CC-1280-AC64-87E2F1459179}"/>
          </ac:inkMkLst>
        </pc:inkChg>
        <pc:inkChg chg="add del">
          <ac:chgData name="Fariha Hossain" userId="6aa7d125-f4d1-4b59-9e05-e109224d2bd2" providerId="ADAL" clId="{24D189ED-3557-4501-ACFE-1E2F0A62EA70}" dt="2026-02-02T22:11:20.001" v="813"/>
          <ac:inkMkLst>
            <pc:docMk/>
            <pc:sldMk cId="2649137036" sldId="465"/>
            <ac:inkMk id="94" creationId="{3D05EEF6-BC30-AF1F-8805-16CA7D82FCF8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95" creationId="{CB2BA357-7B6A-9A1A-137E-2DEFB6C3A18E}"/>
          </ac:inkMkLst>
        </pc:inkChg>
        <pc:inkChg chg="add">
          <ac:chgData name="Fariha Hossain" userId="6aa7d125-f4d1-4b59-9e05-e109224d2bd2" providerId="ADAL" clId="{24D189ED-3557-4501-ACFE-1E2F0A62EA70}" dt="2026-02-02T22:11:07.803" v="782"/>
          <ac:inkMkLst>
            <pc:docMk/>
            <pc:sldMk cId="2649137036" sldId="465"/>
            <ac:inkMk id="96" creationId="{9E3E72F0-68DF-C54E-727D-4A9CDEC34953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97" creationId="{EA8305E6-8661-315E-66DE-B2DA52600815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98" creationId="{9BF085E0-7EE2-CD8C-1CD2-035AF74052FB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99" creationId="{CEF7A047-E9C0-D103-F10A-1B9CB2060A07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100" creationId="{421E88B6-7576-0233-D468-70378209C28D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101" creationId="{9FE32FFF-2773-BD8E-AF97-9866B3FB31FF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102" creationId="{89A84366-05E1-AF82-D9FD-CA7D0E962B94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103" creationId="{4E7CE317-C3FE-E15C-A4CA-78A04989CDAB}"/>
          </ac:inkMkLst>
        </pc:inkChg>
        <pc:inkChg chg="add del">
          <ac:chgData name="Fariha Hossain" userId="6aa7d125-f4d1-4b59-9e05-e109224d2bd2" providerId="ADAL" clId="{24D189ED-3557-4501-ACFE-1E2F0A62EA70}" dt="2026-02-02T22:11:11.928" v="791"/>
          <ac:inkMkLst>
            <pc:docMk/>
            <pc:sldMk cId="2649137036" sldId="465"/>
            <ac:inkMk id="104" creationId="{4AD62864-3363-D1D5-3175-4326CCD2C3E3}"/>
          </ac:inkMkLst>
        </pc:inkChg>
        <pc:inkChg chg="add mod reco modStrokes">
          <ac:chgData name="Fariha Hossain" userId="6aa7d125-f4d1-4b59-9e05-e109224d2bd2" providerId="ADAL" clId="{24D189ED-3557-4501-ACFE-1E2F0A62EA70}" dt="2026-02-02T22:11:21.763" v="818"/>
          <ac:inkMkLst>
            <pc:docMk/>
            <pc:sldMk cId="2649137036" sldId="465"/>
            <ac:inkMk id="105" creationId="{0CC2F895-2773-0936-E726-A7293D972B34}"/>
          </ac:inkMkLst>
        </pc:inkChg>
      </pc:sldChg>
      <pc:sldChg chg="addSp delSp mod">
        <pc:chgData name="Fariha Hossain" userId="6aa7d125-f4d1-4b59-9e05-e109224d2bd2" providerId="ADAL" clId="{24D189ED-3557-4501-ACFE-1E2F0A62EA70}" dt="2026-02-02T22:14:17.897" v="843"/>
        <pc:sldMkLst>
          <pc:docMk/>
          <pc:sldMk cId="712009666" sldId="466"/>
        </pc:sldMkLst>
        <pc:inkChg chg="add del">
          <ac:chgData name="Fariha Hossain" userId="6aa7d125-f4d1-4b59-9e05-e109224d2bd2" providerId="ADAL" clId="{24D189ED-3557-4501-ACFE-1E2F0A62EA70}" dt="2026-02-02T22:13:42.958" v="827"/>
          <ac:inkMkLst>
            <pc:docMk/>
            <pc:sldMk cId="712009666" sldId="466"/>
            <ac:inkMk id="2" creationId="{FBE97992-2D61-FD01-1A82-A88E61632560}"/>
          </ac:inkMkLst>
        </pc:inkChg>
        <pc:inkChg chg="add del">
          <ac:chgData name="Fariha Hossain" userId="6aa7d125-f4d1-4b59-9e05-e109224d2bd2" providerId="ADAL" clId="{24D189ED-3557-4501-ACFE-1E2F0A62EA70}" dt="2026-02-02T22:13:42.958" v="827"/>
          <ac:inkMkLst>
            <pc:docMk/>
            <pc:sldMk cId="712009666" sldId="466"/>
            <ac:inkMk id="5" creationId="{50A7AE19-997E-0706-B640-1CFEFAA4058E}"/>
          </ac:inkMkLst>
        </pc:inkChg>
        <pc:inkChg chg="add del reco">
          <ac:chgData name="Fariha Hossain" userId="6aa7d125-f4d1-4b59-9e05-e109224d2bd2" providerId="ADAL" clId="{24D189ED-3557-4501-ACFE-1E2F0A62EA70}" dt="2026-02-02T22:14:17.887" v="838"/>
          <ac:inkMkLst>
            <pc:docMk/>
            <pc:sldMk cId="712009666" sldId="466"/>
            <ac:inkMk id="6" creationId="{F0170ADB-EDA2-C399-BAA9-8F16CAFBF877}"/>
          </ac:inkMkLst>
        </pc:inkChg>
        <pc:inkChg chg="add del">
          <ac:chgData name="Fariha Hossain" userId="6aa7d125-f4d1-4b59-9e05-e109224d2bd2" providerId="ADAL" clId="{24D189ED-3557-4501-ACFE-1E2F0A62EA70}" dt="2026-02-02T22:13:51.254" v="830"/>
          <ac:inkMkLst>
            <pc:docMk/>
            <pc:sldMk cId="712009666" sldId="466"/>
            <ac:inkMk id="8" creationId="{FB7F6468-8DD4-E8AC-28D3-E925A4D347BE}"/>
          </ac:inkMkLst>
        </pc:inkChg>
        <pc:inkChg chg="add del">
          <ac:chgData name="Fariha Hossain" userId="6aa7d125-f4d1-4b59-9e05-e109224d2bd2" providerId="ADAL" clId="{24D189ED-3557-4501-ACFE-1E2F0A62EA70}" dt="2026-02-02T22:13:51.254" v="830"/>
          <ac:inkMkLst>
            <pc:docMk/>
            <pc:sldMk cId="712009666" sldId="466"/>
            <ac:inkMk id="9" creationId="{7F60F1B4-21CF-4BC4-84CF-6A557C47E06F}"/>
          </ac:inkMkLst>
        </pc:inkChg>
        <pc:inkChg chg="add del reco">
          <ac:chgData name="Fariha Hossain" userId="6aa7d125-f4d1-4b59-9e05-e109224d2bd2" providerId="ADAL" clId="{24D189ED-3557-4501-ACFE-1E2F0A62EA70}" dt="2026-02-02T22:14:17.893" v="840"/>
          <ac:inkMkLst>
            <pc:docMk/>
            <pc:sldMk cId="712009666" sldId="466"/>
            <ac:inkMk id="10" creationId="{57F9D6DF-D2BC-785C-B346-52CD72E64A73}"/>
          </ac:inkMkLst>
        </pc:inkChg>
        <pc:inkChg chg="add del">
          <ac:chgData name="Fariha Hossain" userId="6aa7d125-f4d1-4b59-9e05-e109224d2bd2" providerId="ADAL" clId="{24D189ED-3557-4501-ACFE-1E2F0A62EA70}" dt="2026-02-02T22:13:57.924" v="834"/>
          <ac:inkMkLst>
            <pc:docMk/>
            <pc:sldMk cId="712009666" sldId="466"/>
            <ac:inkMk id="11" creationId="{BE61ADF8-A122-BBE5-647E-D1995843D7B7}"/>
          </ac:inkMkLst>
        </pc:inkChg>
        <pc:inkChg chg="add del">
          <ac:chgData name="Fariha Hossain" userId="6aa7d125-f4d1-4b59-9e05-e109224d2bd2" providerId="ADAL" clId="{24D189ED-3557-4501-ACFE-1E2F0A62EA70}" dt="2026-02-02T22:13:57.924" v="834"/>
          <ac:inkMkLst>
            <pc:docMk/>
            <pc:sldMk cId="712009666" sldId="466"/>
            <ac:inkMk id="12" creationId="{134A6AF9-2330-F758-F6D7-2FB92D08B384}"/>
          </ac:inkMkLst>
        </pc:inkChg>
        <pc:inkChg chg="add del">
          <ac:chgData name="Fariha Hossain" userId="6aa7d125-f4d1-4b59-9e05-e109224d2bd2" providerId="ADAL" clId="{24D189ED-3557-4501-ACFE-1E2F0A62EA70}" dt="2026-02-02T22:13:57.924" v="834"/>
          <ac:inkMkLst>
            <pc:docMk/>
            <pc:sldMk cId="712009666" sldId="466"/>
            <ac:inkMk id="13" creationId="{CB1CA658-8011-A5BE-C839-04FE5C78D5EB}"/>
          </ac:inkMkLst>
        </pc:inkChg>
        <pc:inkChg chg="add del reco">
          <ac:chgData name="Fariha Hossain" userId="6aa7d125-f4d1-4b59-9e05-e109224d2bd2" providerId="ADAL" clId="{24D189ED-3557-4501-ACFE-1E2F0A62EA70}" dt="2026-02-02T22:14:17.890" v="839"/>
          <ac:inkMkLst>
            <pc:docMk/>
            <pc:sldMk cId="712009666" sldId="466"/>
            <ac:inkMk id="14" creationId="{F483B6A3-3365-2181-EFF2-C407BDBFD270}"/>
          </ac:inkMkLst>
        </pc:inkChg>
        <pc:inkChg chg="add del">
          <ac:chgData name="Fariha Hossain" userId="6aa7d125-f4d1-4b59-9e05-e109224d2bd2" providerId="ADAL" clId="{24D189ED-3557-4501-ACFE-1E2F0A62EA70}" dt="2026-02-02T22:14:17.894" v="841"/>
          <ac:inkMkLst>
            <pc:docMk/>
            <pc:sldMk cId="712009666" sldId="466"/>
            <ac:inkMk id="15" creationId="{708186FE-F410-4FF0-026E-C7B7C51A0353}"/>
          </ac:inkMkLst>
        </pc:inkChg>
        <pc:inkChg chg="add del">
          <ac:chgData name="Fariha Hossain" userId="6aa7d125-f4d1-4b59-9e05-e109224d2bd2" providerId="ADAL" clId="{24D189ED-3557-4501-ACFE-1E2F0A62EA70}" dt="2026-02-02T22:14:17.896" v="842"/>
          <ac:inkMkLst>
            <pc:docMk/>
            <pc:sldMk cId="712009666" sldId="466"/>
            <ac:inkMk id="16" creationId="{E341C054-DFBA-3D22-8170-520049C786D1}"/>
          </ac:inkMkLst>
        </pc:inkChg>
        <pc:inkChg chg="add del">
          <ac:chgData name="Fariha Hossain" userId="6aa7d125-f4d1-4b59-9e05-e109224d2bd2" providerId="ADAL" clId="{24D189ED-3557-4501-ACFE-1E2F0A62EA70}" dt="2026-02-02T22:14:17.897" v="843"/>
          <ac:inkMkLst>
            <pc:docMk/>
            <pc:sldMk cId="712009666" sldId="466"/>
            <ac:inkMk id="17" creationId="{0D292F1A-B3AC-FFBC-24CE-279D47838AA4}"/>
          </ac:inkMkLst>
        </pc:inkChg>
      </pc:sldChg>
      <pc:sldChg chg="addSp mod">
        <pc:chgData name="Fariha Hossain" userId="6aa7d125-f4d1-4b59-9e05-e109224d2bd2" providerId="ADAL" clId="{24D189ED-3557-4501-ACFE-1E2F0A62EA70}" dt="2026-02-02T22:15:01.472" v="845"/>
        <pc:sldMkLst>
          <pc:docMk/>
          <pc:sldMk cId="3387189604" sldId="467"/>
        </pc:sldMkLst>
        <pc:inkChg chg="add">
          <ac:chgData name="Fariha Hossain" userId="6aa7d125-f4d1-4b59-9e05-e109224d2bd2" providerId="ADAL" clId="{24D189ED-3557-4501-ACFE-1E2F0A62EA70}" dt="2026-02-02T22:14:53.609" v="844"/>
          <ac:inkMkLst>
            <pc:docMk/>
            <pc:sldMk cId="3387189604" sldId="467"/>
            <ac:inkMk id="4" creationId="{D8DBDBCF-9233-0844-FF2C-DE9903A269F3}"/>
          </ac:inkMkLst>
        </pc:inkChg>
        <pc:inkChg chg="add">
          <ac:chgData name="Fariha Hossain" userId="6aa7d125-f4d1-4b59-9e05-e109224d2bd2" providerId="ADAL" clId="{24D189ED-3557-4501-ACFE-1E2F0A62EA70}" dt="2026-02-02T22:15:01.472" v="845"/>
          <ac:inkMkLst>
            <pc:docMk/>
            <pc:sldMk cId="3387189604" sldId="467"/>
            <ac:inkMk id="5" creationId="{AEFC8E63-ACB4-F973-5961-9D160E39D461}"/>
          </ac:inkMkLst>
        </pc:inkChg>
      </pc:sldChg>
      <pc:sldChg chg="addSp delSp mod">
        <pc:chgData name="Fariha Hossain" userId="6aa7d125-f4d1-4b59-9e05-e109224d2bd2" providerId="ADAL" clId="{24D189ED-3557-4501-ACFE-1E2F0A62EA70}" dt="2026-02-02T22:15:27.459" v="852"/>
        <pc:sldMkLst>
          <pc:docMk/>
          <pc:sldMk cId="1908204378" sldId="469"/>
        </pc:sldMkLst>
        <pc:inkChg chg="add">
          <ac:chgData name="Fariha Hossain" userId="6aa7d125-f4d1-4b59-9e05-e109224d2bd2" providerId="ADAL" clId="{24D189ED-3557-4501-ACFE-1E2F0A62EA70}" dt="2026-02-02T22:15:12.223" v="846"/>
          <ac:inkMkLst>
            <pc:docMk/>
            <pc:sldMk cId="1908204378" sldId="469"/>
            <ac:inkMk id="3" creationId="{7BF9ACAA-CBDE-0BCE-E37F-6D4935A1F2ED}"/>
          </ac:inkMkLst>
        </pc:inkChg>
        <pc:inkChg chg="add">
          <ac:chgData name="Fariha Hossain" userId="6aa7d125-f4d1-4b59-9e05-e109224d2bd2" providerId="ADAL" clId="{24D189ED-3557-4501-ACFE-1E2F0A62EA70}" dt="2026-02-02T22:15:23.388" v="847"/>
          <ac:inkMkLst>
            <pc:docMk/>
            <pc:sldMk cId="1908204378" sldId="469"/>
            <ac:inkMk id="5" creationId="{FC2CDCA9-E59C-E8A3-DAB9-82CB1E6491C9}"/>
          </ac:inkMkLst>
        </pc:inkChg>
        <pc:inkChg chg="add del">
          <ac:chgData name="Fariha Hossain" userId="6aa7d125-f4d1-4b59-9e05-e109224d2bd2" providerId="ADAL" clId="{24D189ED-3557-4501-ACFE-1E2F0A62EA70}" dt="2026-02-02T22:15:27.459" v="852"/>
          <ac:inkMkLst>
            <pc:docMk/>
            <pc:sldMk cId="1908204378" sldId="469"/>
            <ac:inkMk id="6" creationId="{7A9EF317-FBF7-0F94-C7A6-C57669DBA6DE}"/>
          </ac:inkMkLst>
        </pc:inkChg>
        <pc:inkChg chg="add del">
          <ac:chgData name="Fariha Hossain" userId="6aa7d125-f4d1-4b59-9e05-e109224d2bd2" providerId="ADAL" clId="{24D189ED-3557-4501-ACFE-1E2F0A62EA70}" dt="2026-02-02T22:15:27.459" v="852"/>
          <ac:inkMkLst>
            <pc:docMk/>
            <pc:sldMk cId="1908204378" sldId="469"/>
            <ac:inkMk id="8" creationId="{99E68CCA-992D-BE94-FE6E-8E54A31C38A5}"/>
          </ac:inkMkLst>
        </pc:inkChg>
        <pc:inkChg chg="add del">
          <ac:chgData name="Fariha Hossain" userId="6aa7d125-f4d1-4b59-9e05-e109224d2bd2" providerId="ADAL" clId="{24D189ED-3557-4501-ACFE-1E2F0A62EA70}" dt="2026-02-02T22:15:27.459" v="852"/>
          <ac:inkMkLst>
            <pc:docMk/>
            <pc:sldMk cId="1908204378" sldId="469"/>
            <ac:inkMk id="9" creationId="{2D8126B9-B851-AB50-D545-062F41C529DC}"/>
          </ac:inkMkLst>
        </pc:inkChg>
        <pc:inkChg chg="add del">
          <ac:chgData name="Fariha Hossain" userId="6aa7d125-f4d1-4b59-9e05-e109224d2bd2" providerId="ADAL" clId="{24D189ED-3557-4501-ACFE-1E2F0A62EA70}" dt="2026-02-02T22:15:27.459" v="852"/>
          <ac:inkMkLst>
            <pc:docMk/>
            <pc:sldMk cId="1908204378" sldId="469"/>
            <ac:inkMk id="10" creationId="{C38511BD-6256-10B5-A122-53AEEA791A48}"/>
          </ac:inkMkLst>
        </pc:inkChg>
        <pc:inkChg chg="add reco">
          <ac:chgData name="Fariha Hossain" userId="6aa7d125-f4d1-4b59-9e05-e109224d2bd2" providerId="ADAL" clId="{24D189ED-3557-4501-ACFE-1E2F0A62EA70}" dt="2026-02-02T22:15:27.459" v="852"/>
          <ac:inkMkLst>
            <pc:docMk/>
            <pc:sldMk cId="1908204378" sldId="469"/>
            <ac:inkMk id="11" creationId="{20083E42-50C5-C118-4058-76109C3D055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14.7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356 42 7766,'-25'2'215,"1"1"0,-5-2 1,2 4-1,-1-2 248,0 1 1,4-1-1,-1-1 1,0 0 139,1 1 1,0 1 0,5-3 0,3 1 1063,1 2 0,2 1-777,6-2 0,5-2 1,8 3-441,4-3 1,15-1-1,6 0 1,14 0-112,8 0 0,13-1 1,5-3-1,0-2-165,2 1 1,0-4 0,6 5 0,2-1-121,2 0 1,-2 2 0,-12 2 0,-6-2-238,-6 0 0,-5-1 0,-9 4 0,-12 0-901,-11 0 0,-9 0 371,-8 0 1,0 0 0,-10 0-1,-1 0-31,-2 0 0,-4 0 0,-1 2 1,-1 0-264,-3 1 0,-2 1 1,-3-4-1,0 0 1007,1 0 0,-23 0 0,-4 0 0</inkml:trace>
  <inkml:trace contextRef="#ctx0" brushRef="#br0" timeOffset="301">240 127 7766,'-34'3'86,"2"1"1,2-2 443,4-1 1,6-1 0,6 0 539,2 0 1,7 0-1,5 0 1,9-1-101,7-3 1,12 2-1,16-5 1,10 0-226,8 1 0,8-3 1,1 2-1,5-3-368,5 0 1,9-1 0,1 1 0,-3-1-190,-5 1 1,-6 3 0,-7 1 0,-6 1-119,-7 3 0,-11 1 1,-16 1-551,-7 0 1,-13 0-1,-10 0-276,-6 0 1,-3 0-1,-3 0 1,-1 0-200,-1 0 1,-1 0 0,1 0 954,-3 0 0,-8-5 0,-2-1 0</inkml:trace>
  <inkml:trace contextRef="#ctx0" brushRef="#br0" timeOffset="1151">2480 84 7791,'-24'6'0,"-2"-2"54,-1-3 0,2 0 0,-1 2 0,0 0 500,3-1 0,0 3 0,2-1 1,1-2 933,3-1 0,-2 3-922,5-1 1,6 1 0,8-4 0,7 0-116,6 0 1,8 0-1,10 0 1,10-2 73,12-1 1,16 1-1,7-5 1,2 0-188,-1 1 0,4-4 0,5 3 1,8-1-193,3 1 0,-3-1 0,-13 4 0,-5 2-245,-5 1 0,-2 1 1,-10 0-1,-13 0-1459,-11 0 911,-12 0 0,-14 0 0,-9 0-947,-6 0 0,0 0 702,-1 0 1,0 0-1,-3 0 1,-2 0-986,-2 0 1877,-2 0 0,-52 0 0,-12 0 0</inkml:trace>
  <inkml:trace contextRef="#ctx0" brushRef="#br0" timeOffset="1486">2375 179 7800,'-37'7'255,"2"0"1,6-1-1,5 1 1,3-3 2143,3-3-1548,8-1 1,10 0-1,8 0 1,6-1-148,7-3 1,12 2 0,14-5-1,11 0-227,10 1 1,9-4-1,3 3 1,6-2-168,5-1 1,8-1 0,-45 6 0,1 0 0,-2-1 0,0 1-30,-1 0 0,-1 0 0,48-2 0,-5 1 0,-8 1-186,-12 3 1,-15 0 0,-23 2 96,-8 0-304,-10 0 1,-12 0-197,-9 0 1,-6 0 0,-1 0 0,-1 0-765,1 0 1,-5 0 0,-3 0 0,-1 0-2038,2 0 1,-3 0 3108,3 0 0,-22-28 0,-5-7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17.16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115 169 7736,'-18'1'-13,"1"3"1,4-3-1,-1 2 1,2-1 592,2-2 1,3 0 0,0 0 458,-2 0 0,5-2-502,0-1 1,8 2-1,3-3 1,4 2 84,7-2 0,2 3 0,11-3 0,8 0-119,8 1 1,9-6 0,13 2 0,7-2-266,5-2 0,12 4 1,-41 4-1,1-1 1,2 0-1,1 0-105,1 0 1,0-1 0,0 1-1,0 1 1,-1 0 0,0 0 0,-1 1-1,-2-1-46,47 1 1,-15 0 0,-15-1 0,-10 0-215,-9 1 0,-9 0 0,-7 2 0,-4 0-224,-7 0 1,-4 0-338,-9 0 1,-7 0 0,-4 0-165,-6 0 0,-3 0 0,-3 0 1,-2 0-337,-3 0 1,-3 2-1,-2 0 1188,-3 1 0,-53-8 0,-18-7 0</inkml:trace>
  <inkml:trace contextRef="#ctx0" brushRef="#br0" timeOffset="315">535 85 7737,'-22'3'0,"0"1"302,1-2 0,2-1 957,9-1 0,14-3 0,10-2 1,13-1-118,11-2 1,11 0 0,15 0 0,10 1-578,9-1 1,4 0 0,10-1-1,-45 6 1,0 0-277,3 1 1,-1 0-1,-3-1 1,-1 1 0,47 0-1,-9-2-111,-6 2 0,-16 1 0,-4 2 0,-10 1-245,-10 2 0,-13 3-212,-8-4 0,-13 1 0,-4-3-113,-9 2 0,-4-1 0,-3 1 0,-1-2-229,-1-1 0,-5 4 1,2-1-1,-4 0-103,-4-2 0,2 2 0,-5 1 0,-1-1 724,-2 2 0,-9 1 0,-4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18.87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 3366 7686,'-5'-11'918,"0"1"-506,5-1 1,5 5 0,2 3 0,2 2 148,1 1 1,4 3-1,2 2 1,-1 1-33,0 2 0,7 1 0,0 2 0,4-1-322,3 1 1,5-1 0,2-1 0,3 0-177,4-2 0,4-1 1,8 1-1,3-4 99,5-2 1,9-1 0,-1 0 0,3 0 31,-2 0 1,9 0 0,6 0 0,6 0 49,1 0 0,-3-1 0,2-1 0,2-3-176,-45 2 1,1 0 0,0 0 0,0-1 0,1-1 0,1 0 0,1-1-1,0 1-113,1 0 0,0 0 0,1-1 0,-1 1 0,0 0 0,1 0 1,3-1-1,0 1 57,4 0 0,-1 0 0,-1-1 0,0 1 0,-1 0 0,0 0 0,1-1 0,1 1 52,-1 0 0,2-1 0,3 1 0,0-1 1,-2 0-1,0-1 0,2 0 0,0 0 50,-3 0 1,0 1 0,4 0 0,0 0 0,-1 1 0,0-1-1,2-1 1,0 1-61,3-1 0,0 0 1,-4-1-1,0 1 1,4 0-1,-1 1 1,-1-2-1,0 1 86,2-2 0,0 1 0,-2 1 1,1 0-1,3-1 0,1 0 0,-1 0 1,-1 0-40,-1-1 0,0 1 1,0 1-1,-1 0 1,-1-1-1,1 0 1,2 0-1,1-1 12,0 1 1,1 0-1,0 0 1,-1 0-1,-1-1 1,-1 0-1,-2 1 1,1 1 24,-2-1 1,1 1 0,2 1-1,0 0 1,2-1 0,0 0-1,-2 1 1,-1 0-66,0 1 0,-1 0 0,-4 0 0,0-1 0,3 1 0,0 0 0,-1 0 0,1-1-30,2 1 0,0 0 0,-5 1 1,0 1-1,0-1 0,0 1 1,-1-1-1,0 0 31,-1-1 0,0 0 0,3 0 1,0 0-62,0-1 1,-2 1 0,-3 0 0,0 1 9,0 0 0,0 1 1,1-2-1,-1 1 1,-2 0-1,0 2 1,1-2-1,0 1-17,0-1 1,0 1 0,-1 0 0,0 0 0,-1-1 0,0 0 0,0 1 0,0 0-26,-2 0 0,-1 1 1,2 0-1,-1-1 0,1 2 1,-1 0-1,-1-1 1,1 1 58,-4-1 1,0 1 0,0 1 0,0-1 0,-1 1 0,0 0 0,1 0 0,0-1 187,-1-1 1,-1 0 0,44 1 0,0-2-1,-1 2 93,-4 1 1,-8 3 0,-13 1 0,-3-1 106,-3 2 0,-7-4 0,-4 2 0,-7 0 1057,-8 0-202,-13-2-1642,-8 4 0,-11-5 1,-8 0-1,-3 0-38,-2 0 1,-3 0 0,-1-1 0,-1-1-668,2-2 0,-1 1 1,-1 3-1,-3 0-604,1 0 0,-4 0 1,3 0 1699,-3 0 0,-20-5 0,-4-1 0</inkml:trace>
  <inkml:trace contextRef="#ctx0" brushRef="#br0" timeOffset="1817">1431 3239 7662,'7'6'77,"0"-2"1,1-3 281,2-1 1,5 0 0,2 0 0,3 0-22,1 0 0,0 0 0,0 0 0,1 0-176,3 0 0,-3-4 0,3 1 0,-3-1 160,-1 0 1,5-2 0,3-5 0,4 1-75,2-1 0,5-4 0,1-2 0,6-3-48,5-1 1,-7-1 0,4-3 0,-4-4 43,-3-5 0,4 0 1,3-3-1,3 0-33,0 4 0,-2 0 1,-3 1-1,-1 0-93,-5-4 1,-4 3 0,-4-5 0,2 0-77,4-3 0,6-4 0,3-6 0,0 2 64,-2 3 0,-4 3 0,-4 0 0,-2-3-10,1-3 1,-4-2 0,6-2 0,1 1-15,1-1 0,4 0 0,1 1 0,-3 0-30,-3 3 1,-5-3 0,-6-1 0,-1-5-28,1-4 0,-3 8 0,0 4 0,-1 3-38,3 2 0,0-6 0,2 2 1,0-2 31,-1-2 1,-1 5 0,2 3 0,-4 0 66,0 0 0,-1 6 1,-4 0-1,0 1 31,0 0 1,0-4 0,0-2 0,1 1 67,3 2 1,3 6-1,7 0 1,3 2-59,3 2 1,1-1 0,0 1 0,-1-1-60,-2 1 1,-2-1 0,-3 1 0,2-1-56,2 0 1,1 2-1,8 1 1,4 2 11,4 1 0,-1 3 0,-7 4 0,-5 3 46,-1 1 0,-3-1 0,4 4 0,5-2 17,3 1 0,3 2 0,0 3 1,-1 2-44,1 2 1,-10-3 0,-3 3 0,-3 2-37,2 1 1,7 1-1,6 1 1,3 2 19,0 4 1,-6-1 0,-4 1 0,-2 1 23,0 2 1,-5 0 0,1 1-1,2 0 87,3 3 1,4-1 0,2 5 0,-4 0-65,-8 2 1,-4 1 0,-2 0 0,0 2-33,3 1 0,-1-1 0,5 5 0,2 1-39,3-3 0,-1 5 1,3-3-1,-4 1-19,-3-1 0,-7 1 0,-5-3 1,0 1 70,0 2 1,0 1 0,3 1 0,1-1 4,1 2 0,7-2 0,-2 8 0,1-2-35,-3-2 1,-4-2 0,-2 0 0,-2-1-12,-1 1 0,-1-5 1,-4-1-1,1-2-29,2 1 1,3 4-1,5-1 1,-1 2-2,1 2 1,-1-1 0,1 1 0,-1-2 25,1-2 1,-9 2-1,-2-6 1,-1-1 38,0 0 1,1-1 0,-1 1-1,-1 2 1,-2-2 1,1-1 0,3-1-1,1 0 50,3 0 0,-2 4 0,5-1 1,0 1-12,-1 1 1,2-4-1,-3 2 1,-1-1-90,1-2 1,-1-1 0,-4-2-1,0 0 18,0 0 0,-4-1 0,1-1 0,1 1 18,0-1 0,2-2 0,2 2 0,0 1-3,2-1 0,4-2 0,-1 2 0,2 1 9,2-1 0,-1 0 1,0 3-1,-2-1 3,-1 0 1,-4-1 0,2 0 0,-2 1-19,-5-2 0,4-1 0,2-3 0,3 1-5,5 1 0,0 0 0,4-4 0,1 1 12,-1-1 0,1-3 0,2 0 0,-4 2 19,-4 0 1,-6-2-1,1-1 1,1 0 17,2 0 1,-3-3 0,7 3 0,1-1-25,1-3 1,-1 3 0,4-1 0,-1 1-54,0 0 1,-2-2 0,-6-3 0,1 1-1,0 3 1,-2-3 0,6 2 0,-1-1 45,1-2 0,4 0 0,5 0 1,1 0 4,-4 0 1,-1 0 0,-5 0 0,-1 0 25,-1 0 1,-1 0 0,0 0 0,3 0 18,4 0 1,3 0 0,2 0 0,1 0-16,-4 0 1,0 0 0,-6 0 0,-1 0 10,-2 0 0,-1-2 0,-1 0 0,0-1-71,3 0 1,1 1-1,-2 0 1,-2-2 13,-2 2 1,1 1 0,-5-1 0,-3 0-157,-3-1 1,-5-1 0,1 4-419,-2 0 1,-6-1-3047,-3-3 90,-2 3 1,-2-3 3498,-2 4 0,-27-5 0,-9-1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21.5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1158 0 7647,'-14'0'0,"0"0"40,1 0 1,0 0 0,0 0-1,-1 1 513,1 3 1,2-3 0,0 2 0,-1 0-127,-2 0 1,3 0-1,-5 4 1,2 1-67,0 1 0,-4-1 0,0 2 0,-2 1 47,-1 1 1,-6 1 0,-4 1-1,-9 3 6,-8 3 1,-1 1-1,-7 2 1,2 1 75,2 4 1,-2 0-1,-2 3 1,-3 0-103,1-2 1,1 2-1,5-7 1,5 0 18,4-2 0,12-7 1,10-3-1,6-5 457,3-3 0,5 0-631,0-4-1279,5 0 1,-3-1-1597,5-3 1,5 3 2641,2-2 0,11-17 0,5-4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22.4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168 74 7760,'0'-7'-81,"-1"0"1,-1-1 355,-2-2 1,0 1 0,1 1 0,0 1 1378,0-2 1,1 5 1311,-1 0-2370,1 3 1,-2 7 0,4 3 0,0 7-59,0 3 0,0 1 1,0 8-1,0 3-162,0 3 1,0-1-1,0 6 1,0 3-67,0 6 0,0 3 1,1 12-1,1 6 12,2 6 1,3 6 0,-4 5-1,0 3-32,-2 1 0,-1-2 0,0 2 1,0 0-120,0 0 0,-1-6 0,-2 2 0,0 1 29,0-2 1,1 1 0,0 0 0,-2 0-10,2 1 0,-3-8 1,1 4-1,-1-1 4,0 1 1,1-3 0,1 4 0,0-5-118,0-4 0,1-4 0,0 0 1,-2 0-35,2-3 0,-3-7 1,1-5-1,-1-3 3,0-4 1,0-4 0,3-6-1,-1-4-29,0-2 0,2-8 0,1-4-417,0-6 0,1-8 106,3-3 0,-3-4 0,2-4 1,-1-4-124,-2-5 0,0 1 0,0-6 1,0-1-429,0-1 0,0-1 0,0 0 0,0 2-505,0 1 0,0 3 1,0 4-1,0 1-3353,0-1 4702,0 5 0,0 2 0</inkml:trace>
  <inkml:trace contextRef="#ctx0" brushRef="#br0" timeOffset="1066">11 4501 7837,'-4'14'212,"1"0"0,-1 0 1,4-4-1,0 1 1809,0-1 1,0 1-514,0 0 1,5-6 0,2-2-375,2-6 0,2-6 0,-1-6 0,1-3-323,-1-4 1,1-1 0,-1-8 0,1-4-352,-1-4 0,1-7 0,-1-10 0,2-6-282,2-7 1,-1-6 0,3-8-1,1 4 37,-1 5 0,-3 13 0,1 14-107,-3 9 1,-5 16-1,-2 24 1,-3 11-109,-1 11 0,0 9 0,0 7 0,0 5 0,0 4 0,0 3 0,0 3 0,0 1 0,0-1 0,5-5 0,3-3 0,3-2 0,4-5 0,3-15 0,0-8 0,2-10-201,1-5 0,1-8 0,1-5 0,2-6 280,-2-7 1,-1-7 0,-2-9 0,-1-4 41,-2-5 0,0-3 0,1 0 1,0-1-122,1 1 0,1-1 0,-1 3 0,-1 6 0,-4 13 0,-6 10 0,-2 16 0,-1 9 0,-3 9 0,-1 10 0,-1 5 0,1 2-446,3 2 1,6-1-1,9 1 1,4-2-6422,5-2 6867,7-2 0,36-14 0,12-3 0</inkml:trace>
  <inkml:trace contextRef="#ctx0" brushRef="#br0" timeOffset="1316">1241 3796 7731,'1'-6'2703,"3"3"0,-2 2 1,4 2-730,-2 2 1,0 8 0,-4 8 0,-1 4-743,-3 5 1,-2 12 0,-4 5 0,-1 8-1233,1 7 0,-4-6 0,0 5 0,2-8-1367,4-5 0,0-8 0,4-5 0,2-7-2714,1-9 1,2-10 4080,2-7 0,27-37 0,9-14 0</inkml:trace>
  <inkml:trace contextRef="#ctx0" brushRef="#br0" timeOffset="1616">1514 3828 7731,'-10'1'0,"-1"3"1126,1 3 1,-4 7 0,-1 3 0,-2 3 1330,-1 1 1,-2 5-1,-1 2 1,0 2-1350,0 2 1,-4 0 0,2 1 0,3-1-1170,5-5 0,3-9 0,3-4 0,2-2-1905,3-2 0,5-5 789,6-5 1,1-8-1,10-7 1,1-3 1029,0-4 0,6 1 1,0-4-1,-1 3 736,2 1 1,-4 4-1,3 1 1,-3 4 593,-1 2 0,0 6 0,-1-2 0,-2 3-124,0 8 1,-5 6 0,1 11 0,-3 1-1195,0 2 1,-1 4 0,0-2 0,-2-1-2181,-1-5 0,0 0 0,4-6-2439,-1-2 4754,-4-4 0,3-46 0,-3-10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25.81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153 1452 7975,'-11'6'255,"-1"2"0,0-5 1,-2 1 132,1 1 0,0-1 0,0 4 0,-1-2 14,1-1 1,1 3 0,2-2 124,-1 0 0,7-1-291,4-5 1,9 0 0,10 0 0,6-2 67,10-1 0,10-6 0,14-6 0,7 1 16,2-1 0,2 0 1,0-4-1,9 2-75,10-2 0,5-3 1,-45 11-1,0 0 0,42-9 28,-5 0 1,2 1-1,1 1 1,-4 1-88,-7 2 0,-3 1 0,-15 4 0,4-2 61,6-2 0,1 2-220,3-2 0,-4 2 25,-14 2 0,10 3 0,1 0 0,6 0-45,0 1 1,-2-3 0,-12 3 0,-2-1-4,1 0 1,4 3 7,4-3 1,0 4 20,-7-4 1,-3 3 0,-6-3 0,0 0 93,0 1 0,5-2 1,1 4-1,-1-1 34,-2 0 0,-6-2 0,-5 3 0,-6-1-63,-3 0 0,0-2 0,2 3 0,4-1 0,1 0 1,2 1-1,1 1 1,-3 0 24,-1 0 0,0-1 0,-7-1 0,-1 0 3,-1 1 1,2-1-1,3 3 1,3-2 33,3 2 1,5-3 0,-1 2 0,-2-1 20,-3-1 0,-1 4 0,-8-3 0,-4 0 31,-3 1 0,-2-1 0,2 3 0,4-1 5,3-2 1,0 1-1,1 3 1,-2 0-71,-2 0 1,1-4 0,-5 1 0,-4 0-325,-5 2-385,-3 1-132,-7 0 1,-5 0 0,-7 0-402,-2 0 0,-2 1 1,1 2-1,-1 0-1245,1-1 0,3 0 0,0-2-2128,-1 0 4468,-2 0 0,28-24 0,6-5 0</inkml:trace>
  <inkml:trace contextRef="#ctx0" brushRef="#br0" timeOffset="283">4138 758 7999,'-10'0'184,"-1"0"1604,1 0 349,-1-5-1704,5 4 0,3-2 0,7 5 0,6 3 1,3 0 1,5 2 0,1 4 0,3-1-41,3 1 0,-1 1 0,-3 2 0,-1 3-245,-2 3 0,-3 1 1,-6 1-1,-3 3-128,-6 3 1,-12 3 0,-12 3 0,-10 1-438,-6-1 0,-5-1 0,-2-2 1,-1 1-1155,-2 0 0,-5-9 1570,-1-2 0,2-15 0,-4-3 0,-4 2 0,1 0 0</inkml:trace>
  <inkml:trace contextRef="#ctx0" brushRef="#br0" timeOffset="882">426 1084 7999,'9'-11'652,"-2"1"1,2-1-1,-5 2 1,1 1 1349,0 1 0,2 6-1383,-4 1 1,-1 9 0,-6 10 0,-6 4-180,-2 5 1,-11 7 0,1 4-1,-4 2 118,-3 1 1,-5 0-1,-2 0 1,0-1-41,0-3 1,-3 2 0,5-5 0,4-2-48,4-4 0,10-5 0,5-6 1,8-4-107,5-2 1,10-2-1,10 0 1,10-3 80,8-4 1,13-2-1,10-1 1,5 0-354,1 0 1,-1 0 0,-4 0 0,2 0-475,5 0 0,2-3 0,-3-1 1,-10 2-992,-11 1 0,-13 1 0,-11 1 0,-3 2-2171,-1 4 3543,-5-2 0,18-10 0,0-6 0</inkml:trace>
  <inkml:trace contextRef="#ctx0" brushRef="#br0" timeOffset="1584">3328 442 9659,'-10'5'977,"-1"2"0,1 7 0,-2 4-439,-2 2 1,-1 5 0,-4 3 0,1 3-167,-5 0 1,2 1 0,-4-1 0,-1 0-109,-2-3-1,-3-3 1,0-5 0,-1-2-42,1-4 1,0-4-1,3-3 1,5-3 8,4-3 0,3-6 1,3-2-1,0-3-46,4-4 1,3-3 0,6-4-1,0-1-144,0-2 0,5-2 1,3-1-1,5 5-128,4 3 0,8 3 1,3-2-1,3 4 4,4 3 0,-1 4 0,4 1 0,-2 0 104,-2 0 0,3 0 1,1-1-1,0 3 166,1-1 1,5 3 0,9-5 0,4 0 189,1 1 0,-2-4 0,-6 3 0,-6-2 76,-4-2 1,-1 1 0,-2-1 0,-1 0-91,0-3 0,4 1 0,0-6 0,2-2-46,0-2 0,-3-6 0,-8 1 1,-3-3-150,-4 0 1,-1-1 0,-4 2 0,-1 2-307,-4 3 1,-2 4 0,-2 2 0,-1 3-521,-1 1 0,-4 4 0,-4 4-362,0-1 0,-1 3 1,-2 2-253,-5 2 1,-1 1 0,-1 0 0,-1 1-1206,1 2 2477,-1-1 0,1-2 0,-1-6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28.62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421 1 7921,'-10'8'0,"-1"3"383,1 5 0,-4 7 0,-1 10 1,-2 10 275,-2 12 1,-2 13 0,-3 12 0,-5 2-423,-5-1 1,0-7 0,-3-3 0,2-1-458,4-1 0,2 0 1,8-11-1,6-10-698,5-10 0,6-11 0,4-6 918,0-5 0,0-19 0,0-4 0</inkml:trace>
  <inkml:trace contextRef="#ctx0" brushRef="#br0" timeOffset="405">463 285 7990,'-3'-11'633,"-1"0"1,-3 4 306,4 0 1,-1 10-1,4 1 1,0 9-259,0 8 1,4 4-1,1 4 1,0-1-206,4 1 1,-4 1-1,4-1 1,1-2-232,3-2 1,1 0-1,-2-5 1,0-2 53,3 0 0,2-9 0,-3 1 0,-1-4 122,-1-4 1,-1-7 0,2-4 0,1-5-42,-1-3 1,2-4 0,-1-4 0,-1-2-182,-1-2 1,2-5 0,0-2-1,-3-1-245,-2 1 1,0-4 0,-3 3-1,0 1-581,-3 4 0,2 7 1,-2 7-979,0 4 1,-2 8-1,0 6 649,3 6 1,-2 4 0,5 3 954,1 1 0,25 38 0,7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0:32.17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326 368 7993,'-11'-16'16,"-3"2"1,2 2 0,-3 2 0,1-1 203,0 1 0,0 3 0,4 0 1,2 0 411,1 1 0,1-4 1,-1 3-140,4-2 0,2-3 0,2 1-228,2 0 1,4-5-1,7 5 1,4-2-66,2-2 1,5 0 0,4-4-1,1 2 19,1-2 1,7 4 0,4 0-1,7 1-112,6 0 1,-1 3 0,2 5 0,-3 2-114,0 1 1,0 2-1,-1 1 1,2 1 56,2 3 0,-1-2 1,3 5-1,-2 1-103,-4 2 1,-8 0 0,-6 2 0,-2 1-98,-2 1 1,5 5-1,1-2 1,-1 3-80,-2 1 0,-2 0 0,-3 1 1,-2 3 124,-2 3 0,-3 3 0,-8 3 0,-3 1 58,-2-1 1,-3 2-1,-1 1 1,-2-2 76,-1-3 0,0 2 0,-3-5 1,2 4 16,-2 2 1,-1 1 0,-2-1-1,-3 4 192,-3 2 0,-3 1 0,-3-1 0,-2-3 1,-2-2 1,3-4 0,-3 0 0,-2-1-99,-1 1 1,-1-5-1,-1-3 1,-2-2-37,-4 0 0,-3 2 0,0 2 0,0-1 69,3 1 1,-2-1-1,2-4 1,-1 0 16,0 0 0,4-5 0,4-2 0,0-2-13,0-2 0,-4 1 0,-1-2 1,0-2-106,-4-3 0,0-3 1,-3-1-1,-1 0-57,-1 0 1,0 0-1,5 0 1,1 0-149,1 0 1,4-1 0,0-3-1,0-3 27,0-2 0,-1-2 0,-6 0 0,-5-2 74,-4-1 1,-2-5 0,0 0 0,1-3 22,2-2 1,1-9 0,6 0 0,5-2-36,4-1 1,3-4-1,1 2 1,3-3 47,1-1 0,4 0 1,5-2-1,2-1 55,1-4 1,2-3 0,1 1 0,0 2 95,0 3 1,0 3 0,1 0-1,2 0 124,0 1 0,4-3 0,-2 7 0,1-3-25,2-1 0,1 2 0,3 4 0,1 5-203,1 4 0,1 3 1,-1 3-1,4 0-387,1 0 1,7 3-1,1 2 1,2 1-814,3 2 0,-3 6 0,7 3 1,-1 3-695,0 1 0,4 5 1839,-4 2 0,20-6 0,9-2 0,4 0 0,1 1 0</inkml:trace>
  <inkml:trace contextRef="#ctx0" brushRef="#br0" timeOffset="1367">884 1451 7922,'-7'-7'118,"0"0"204,-1-1 0,2 4 0,0-1 465,1 0 1,-3 4-197,1-2 1,1 1 0,-1 2-84,-1 0 0,2 0 0,-1 2-245,-1 1 1,2-1 0,-1 5 0,-1 3-98,-1 3 0,-2-1 1,1 6-1,-2 1-69,-2 0 1,1 4-1,-3 1 1,-1 4 38,1 3 1,-3 1 0,-4 3 0,-2 4-16,2 2 1,-3-1 0,0 0 0,0 5-49,-4 2 1,5-3-1,0 3 1,3 0 44,1 2 0,0 7 1,0 2-1,0 1-58,0-3 0,0-6 0,-1 0 1,-3 4 2,-3 4 1,2 3 0,2-1 0,2-5 9,1-5 1,3 1 0,2-3-1,2 0-58,4-2 1,1 0 0,4 1 0,1 1 2,-1 2 1,1-7 0,4-1 0,0-1 8,0 0 0,5 1 1,2 0-1,4 0-18,3 0 1,2 1 0,5-3 0,1 0-16,3-1 0,-2-9 1,4 0-1,0-1 45,0-3 0,-3-1 1,3 2-1,-1-1 35,-3-3 1,-4 0 0,-2 1 0,2 0 8,1 0 0,1-2 1,0-1-1,0 0 6,0 0 0,0-1 0,0-2 0,0-1-81,0-2-1,-3 2 1,-2-3 0,0-1-143,1-1 1,-5-1 0,-1-1-114,-3 1 0,-2-1-30,1 1 1,-1-6-603,-2-1-2331,-3-3 1235,3-1 0,-4-1 1976,0-3 0,19-29 0,5-13 0</inkml:trace>
  <inkml:trace contextRef="#ctx0" brushRef="#br0" timeOffset="1930">347 4322 7849,'-4'6'1948,"-2"2"-236,-5-4 0,7-1-957,4-3 1,6 0 0,8 0 0,3 0-333,3 0 0,6 0 1,2 0-1,2 0-198,2 0 1,4 0 0,1 0 0,2 0-108,-1 0 0,-5-1 0,0-2 0,-5-3 92,-2 0 1,-3-3-1,-7 2 1,-4-4 237,-4-3 1,-6 1 0,2-3 0,-3-1 74,-1 1 0,-3 0 0,-2-3 0,-1 0-186,-2-3 0,2 0 0,0-6 0,0-1-137,1-2 0,1-6 0,-2-3 0,2-2-169,1 1 1,-1 10-1,0 0 1,2 4-809,1 4 1,1 6-1186,0 2 0,4 8 603,3 4 0,-1 2 0,1 1 1359,1 0 0,20 19 0,6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1:28.659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13546 4993 8345,'-6'-8'-1541,"3"2"1541,-6 6 0,30 19 0,4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1:52.179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140 250 7821,'-14'0'1021,"0"0"0,0-1-444,0-4 1,5 4 0,1-5 471,2-1 0,2 0-324,4-7 1,1 0-1,4 0-254,4 0 0,3 0 0,2 0 1,0 2-113,0 3 1,6-7 0,2 5-1,1 0-171,0-1 1,0 1 0,4 0 0,-3 2-29,0-2 1,-3 5 0,4 0-1,-2 1-65,2 1 1,-4-1 0,1 5 0,-2 0-112,-3 0 1,3 0-1,-1 2 1,-2 1-6,-2 1 1,-1 3-1,0-4 1,-2 3 80,-2 2 0,5-4 1,-4 4-1,0-2 130,1-3 0,0 3 0,2 1-55,0 0 0,0 1 0,0 3-23,0-2 0,0-1 0,0 3-60,0-2 1,-2 0 0,-1 4 0,-3-3 15,-2 0 1,5-1-1,-4 5-52,1 0 1,-2 0 0,-6 0 13,0-1 1,5 1 0,0 0-1,-2 0-37,-2 0 0,-1-5 1,0 1-1,0 0 64,0 3 1,0 1 0,-1 0-17,-4 0 1,3-1 0,-4 3-1,2 1 21,-1 1 1,-4 1 0,3-5 0,-1 0-17,1 0 0,-3 0 0,3 0 0,-2-1 24,-3 1 0,3 0 1,1 0-1,-1 0 68,0 0 0,-1 0 0,-5 0 4,0 0 1,5-5-1,0 0 75,-2 2 0,-2-3 0,0 0-34,-1-2 1,0 3 0,0-4 5,0-2 0,0 0 1,0 0-62,0 2 1,5-1 0,0-4 0,-2 0 2,-2 0 1,0 2 0,-1 1-67,0 1 0,0 1 0,0-5 0,0 0 37,0 0 0,0 0 0,0 0 0,0 0 7,1 0 0,-1 0 0,0 0 0,0 0-97,0 0 0,0 0 0,0 0 1,0-2-13,0-2 0,0 2 0,-1-4 0,-4 0 0,4 0 0,-4-5 0,4 2 0,1-2 0,2 3 0,1-1 0,2 0 0,-2 1 0,3-4 0,0 2 0,1-2 0,-1-2 0,5 0 0,-3 0 0,1 0 0,0 0 0,1-1 0,4-2 0,0-2 0,0 2 0,0 0 0,0 0 0,0-1 0,0 1 0,0 0 0,0 0 0,1-2 0,4 2 0,-4 2 0,6 1 0,-3 0 0,1 0 0,4 0 0,-3 0 0,0 0 0,1 0 0,2 5 0,-4 0 0,-1-2 0,2-1 0,1-2 0,3 1 0,-2 3 0,-2 0 0,5 3 0,-3-4 0,1 2 0,0-2 0,-1 3 0,3 0 0,-2 1 0,2-1 0,1 3 0,2-3 0,0 2 0,0 3 0,0-3 0,1 1 0,2 2 0,2 2 0,0-4 0,-6 0 0,1 2 0,0 2 0,0 1 0,0 0 0,1 0 0,4 0 0,-4 0 0,4 0 0,-4 1 0,-1 4 0,-4-3 0,-1 4 0,2-2 0,1 1 0,2 1 0,0-3 0,0 2 0,0 4 0,0-4 0,0-2 0,-1-2 0,1 4 0,0 1 0,0 2 0,0-5 0,0 3 0,0 0 0,0-2 0,-2 5 0,-1 0 0,-2-1 0,-4 4 0,3-3 0,-2 4 0,0 1 0,-3 0 0,2 0 0,-2-1 0,-2 6 0,-1 0 0,0-1 0,0 2 0,-4-4 0,-2 4 0,-1-2 0,1 1 0,-3 6 0,3-4 0,-2 1 0,-3-4 0,3 2 0,-1 1 0,0-1 0,1 0 0,-4-2 0,4-4 0,-1 2 0,0 2 0,-1-2 0,-2 2 0,1-4 0,2-5 0,0 4 0,-5-4 0,0 3 0,0 1 0,0-2 0,0-4 0,0-1 0,0 4 0,0-6 0,0-1 0,0-1 0,1-1 0,-1 3 0,-2 0 0,-2-1 0,2-1 0,-2-2 0,1 0 0,-2 0 0,2 0 0,-4 0 0,0 0 0,4 0 0,-3 0 0,0 0 0,0 0 0,0 0 0,0-2 0,3-2 0,-2-4 0,2 0 0,2-4 0,0 1 0,-1-4 0,2-4 0,-3-1 0,8 1 0,-3-2 0,-2-1 0,4-4 0,3 3 0,0-4 0,4 0 0,-3-6 0,2 1 0,0 1 0,3 1 0,1 7 0,1 0 0,3-2 0,0-1 0,7 3 0,-2 1 0,4 2 0,1 3 0,1-3 0,2 2 0,3 1 0,2 1 0,-4 2 0,4 0 0,0 2 0,-1 3 0,1-4 0,3 6 0,-4-3 0,-1 1 0,3 4 0,-2-2 0,-1 0 0,0 4 0,3 2 0,-5 1 0,1 0 0,1 0 0,-5 0 0,6 0 0,-3 0 0,1 0 0,-1 1 0,-4 2 0,0 4 0,0 0 0,4-2 0,1 4 0,-2 2 0,-2 1 0,4-2 0,0-1 0,-2 2 0,-2 1 0,-1 2 0,0 0 0,0 0 0,0 0 0,0 0 0,-1 0 0,1 0 0,0-1 0,-4 1 0,-1 0 0,0 0 0,-1 0 0,3 0 0,-7 0 0,-1 0 0,-1 0 0,3 0 0,-1 1 0,-1 2 0,-1 2 0,-2-1 0,-2-2 0,-1 1 0,-1 1 0,-7 2 0,3-3 0,-1 2 0,-1-2 0,1 3 0,-5 0 0,-1 0 0,-4 0 0,4-1 0,-4-5 0,4 0 0,1-1 0,-5 4 0,1-1 0,-1-4 0,-1 1 0,5-1 0,-4 0 0,2-1-39,-1-2 1,2-1 0,-2 1 0,2-2-95,2-1 1,-4-3 0,-1 5-1,1-2-357,-2-3 0,3-2 0,-7-1 0,1 0-948,2 0 0,-4-1 0,5-4 1,0-4 1437,0-3 0,5-39 0,5-17 0,-1-5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1:58.978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640 62 7804,'-6'-22'1449,"3"2"65,-6 6 0,4 8 0,-4 8 0,0 11-283,1 14 1,-9 16-1,1 19 1,-5 15-811,-9 13 0,16-37 1,-1 3-1,-3 5 1,-1 1-1,0 4 1,-1 2-234,0 3 1,0 0 0,3-8 0,0-2 0,3-8 0,0-1 0,-6 34-1143,5-15 1,7-13 0,3-15 0,4-9-1026,1-11 0,0-6 0,-2-5 0,-2-1 1979,-6-1 0,-14-32 0,-6-3 0</inkml:trace>
  <inkml:trace contextRef="#ctx0" brushRef="#br0" timeOffset="219">56 521 7804,'-21'-48'1006,"2"6"0,10 7 0,4 8 172,4 4 0,4 8 0,4 7 0,9 2 517,4 3 1,11 0-1,12 0 1,11-1-108,10 6 1,11 6 0,7 10 0,6 7-1589,3 6 0,-9 0 0,0 4 0,-5-1 0,-4-3 0,-3-1 0,-7-4 0,-9-1-261,-11-2 0,-15 0 0,-12 3 0,-7-1-1789,-3-2 0,-3 0 2050,-7 5 0,-66-31 0,-21-8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1:58.345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444 173 7711,'0'-69'485,"0"8"0,0 27 750,0 25 1,0 25 0,-1 30 0,-2 16-420,-2 13 1,-6 9 0,2 15 0,3-47 0,0 1-711,-1 0 0,0 0 0,-2 2 0,-1 0 0,1 2 0,0 1 0,0 0 0,1 1-168,0 1 0,0-1 0,1-6 0,0-1 0,-7 45 62,0-15 0,-21-22 0,-12 2 0,-2 4 0,0 0 0</inkml:trace>
  <inkml:trace contextRef="#ctx0" brushRef="#br0" timeOffset="181">13 549 10537,'-8'6'1565,"4"3"1,5 10-1,10 5 1,14 7 74,13 6 1,6-3 0,7 0 0,0-1-1710,-2-1 0,7-5 0,-2-9 1,6-4-4970,4-5 5038,0-3 0,31-6 0,-45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1:57.678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367 56 7899,'-6'-14'0,"-2"0"0,-1 2 422,0 2 0,4 4 0,-3 9 1,1 8 578,-1 12 0,3 11 0,-2 14 0,-1 8-481,0 7 1,5 7 0,-3 2-1,1 4-595,1 1 0,0 4 1,8 4-1,2-4-777,1-8 0,1-14 1,3-14-1,-2-7 852,2-5 0,1-47 0,2-12 0</inkml:trace>
  <inkml:trace contextRef="#ctx0" brushRef="#br0" timeOffset="167">117 292 7917,'-36'-21'238,"4"-4"0,10 6 0,7 2 1737,4 2 0,11 7 1,5 3-539,12 4 0,10 2 1,9 4-1,7 6-837,5 6 0,3 0 1,8 6-1,6 2-1056,9 1 0,8 6 0,4 2 0,2 4 456,-1 5 0,-35 1 0,4 12 0,1 3 0,5 6 0,-1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2:07.163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2323 98 7708,'-20'-6'-350,"3"2"1,-6-3-1,-3-1 350,-5 0 0,-5 5 0,-5-1 0,-1 2 0,0 2 0,-1 6 0,-2 3 0,-1 4 0,1 1 0,2 0 0,1 0 0,0-1 0,1 1 0,-7 0 0,-2 0 0,1 0 0,2 0 0,9 0 0,1 0 0,1 0 0,5 0 0,0-1 0,13 0 0,1-2 0,1-2 0,2 0 0,-12-32 0,-3-9 0</inkml:trace>
  <inkml:trace contextRef="#ctx0" brushRef="#br0" timeOffset="1518">1725 14 7738,'56'0'0,"-2"0"0,-1 2 0,-4 2-267,-1 6 1,3 8 0,-3 5 0,0 4 266,0 1 0,3 6 0,-3 3 0,-1 3 0,1 1 0,-6 7 0,-6 2 0,-2-1 0,-3-2 0,3 1 0,-2-1 0,0 1 0,2 0 0,-4 0 0,2-1 0,-4 4 0,-5 3 0,-3 6 0,-7 0 0,-2 0 0,-2 2 0,-5 0 0,4 3 0,0-3 0,0 0 0,-4-1 0,4 7 0,0-1 0,-1-1 0,-2-1 0,3-9 0,-2-2 0,-3-3 0,-1 3 0,-1-5 0,2 2 0,2 0 0,0-4 0,-4 4 0,2-2 0,2-4 0,-1 1 0,-4-10 0,0 1 0,0 0 0,0-1 0,0 2 0,0-2 0,0-2 0,0 3 0,0-2 0,0 4 0,0 4 0,0-2 0,-1-4 0,-4 1 0,-4 2 0,-3-2 0,-2-3 0,0-1 0,0-3 0,0 0 0,-1 0 0,-2 1 0,-2-1 0,-6-2 0,4-1 0,-3 0 0,1 0 0,5 0 0,-4 0 0,0 1 0,1 3 0,-1-2 0,-3 2 0,2-2 0,-1-3 0,2 1 0,0 0 0,1 0 0,-1 0 0,-1-1 0,-5 1 0,0-1 0,0-4 0,-6 3 0,-3-3 0,-3 3 0,-2 2 0,-1 0 0,-2 0 0,-1 0 0,1-1 0,2 0 0,3-3 0,1-2 0,2-2 0,0-1 0,-6-7 0,-2-3 0,-2-4 0,1-3 0,4-2 0,1 0 0,-1 0 0,0-8 0,2-5 0,3-4 0,4 0 0,-1-4 0,0-2 0,0-4 0,0 0 0,-4-3 0,1-1 0,-5-3 0,-4-1 0,-4-1 0,-5-2 0,1 2 0,3 2 0,-2 0 0,7 3 0,1-3 0,2-1 0,5 4 0,1-3 0,-1 0 0,-2-3 0,-7-8 0,1-3 0,1-2 0,2-2 0,6-1 0,1-1 0,4 2 0,5-1 0,1-4 0,8 5 0,1-6 0,1-2 0,2-5 0,0 6 0,0 4 0,1 2 0,0 7 0,2-4 0,4 1 0,0 0 0,3 2 0,4-4 0,0-1 0,0-2 0,0-5 0,0 2 0,1 4 0,4 4 0,3-2 0,6 4 0,0 3 0,-1 0 0,1 1 0,2-3 0,1-4-73,1 1 0,7-5 0,-2 4 0,5 1 166,5 2 0,2 4 0,8 0 0,4-2 254,4-1 1,-2-1 0,1 4 0,-1-2-27,0-1 1,-4-11 0,2 3-1,-4 0-62,-1 1 0,-1 8 1,4-3-1,5 3-94,5 4 1,4-4 0,-5 8 0,-3-3-81,-5-2 0,1 0 0,-4 2 0,-4 3-24,-4 4 0,5 4 0,2 1 0,8 2 22,4 3 1,1 3-1,1 6 1,0 2-84,-1 2 1,-5-1 0,-6 7-1,-3 1-157,-4 1 1,-5 2 0,5 2 0,3 2-788,5 6 1,6 0 0,8 1 0,3-1 497,1 0 0,-1-2 0,-3 0 1,-11-2 445,-8-3 0,-8-1 0,5-2 0,3 0 0,5 0 0,18-21 0,10-8 0,9-2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2:10.012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648 35 7439,'-9'-5'-1340,"-1"0"1340,1-5 0,1 2 0,2 2 0,8 6 0,2 7 0,-1 10 0,7 5 0,0 3 0,3 4 0,1 8 0,0 0 0,1 7 0,4 7 0,-4 1 0,5 13 0,-1 3 0,-1 5 0,2 1 0,-4 6 0,-1 2 0,-2-2 0,-9-4 0,1 5 0,-4 4 0,-1 6 0,-6-6 0,-3-3 0,-3-4 0,-2 0 0,-2 2 0,-1 5 0,-1 0 0,1-3 0,1-8 0,1 2 0,-2 0 0,-2 2 0,-4-2 0,3 0 0,0-2 0,0 0 0,-5 0 0,3-7 0,1-5 0,2-7 0,-1-8 0,2 0 0,1 1 0,1 3 0,2-7 0,0-4 0,0-6 0,1-8 0,3 0 0,3-7 0,0-2 0,-3-8 0,8-3 0,-4-6 0,6 0 0,-2 0 0,-2 0 0,1 0 0,-7 0 0,7 2 0,-3 1 0,0 2 0,3 4 0,-5-3 0,2 2 0,-3 1 0,4 5 0,2 0 0,1 0 0,-2 0 0,-1 1 0,2 2 0,1 2 0,1 5 0,-2-2 0,-2 1 0,2 0 0,1-4 0,2 3 0,0-2 0,0-3 0,0-6 0,0-2 0,0 2 0,0 1 0,0-4 0,0-8 0,2-10 0,3-4 0,4-4 0,-1 1 0,1-5 0,2 1 0,1-1 0,14-32 0,4-12 0</inkml:trace>
  <inkml:trace contextRef="#ctx0" brushRef="#br0" timeOffset="417">50 3067 7683,'-14'-14'-122,"5"1"0,1 3-1218,2 0 1340,-5 1 0,11 3 0,-2 6 0,5 8 0,8 5 0,-2 4 0,4 4 0,1 0 0,0 2 0,0 5 0,-1 0 0,1 0 0,-4 1 0,-1 1 0,2-1 0,1-3 0,0-7 0,-1-1 0,-1-2 0,0-2 0,3-2 0,2-3 0,2-4 0,2-4 0,12-13 0,1-6 0,8-9 0,7-5 0,4-5 0,7-8 0,3-3 0,-3-1 0,-2 4 0,-5-2 0,-6 6 0,-7 4 0,-4 3 0,-7 7 0,-6 4 0,-7 5 0,-6 7 0,-8 1 0,-6 7 0,-4-1 0,-3 4 0,-6 4 0,-3 1 0,-5 9 0,-44 28 0,30-13 0,0 0 0</inkml:trace>
  <inkml:trace contextRef="#ctx0" brushRef="#br0" timeOffset="785">119 2844 7683,'-4'-9'-305,"-3"0"1,1-2-245,0-2 1,-3 4 548,4 0 0,1 7 0,4 2 0,0 8 0,0 11 0,0 5 0,0 7 0,0 6 0,1 10 0,2 4 0,2 3 0,-2 1 0,-2 1 0,-1 0 0,0-2 0,0-3 0,2-5 0,1-9 0,3-6 0,2-6 0,-3-7 0,4-8 0,2-6 0,1-2 0,8-5 0,3-5 0,5-9 0,5-8 0,4-1 0,9-10 0,4 1 0,-1-1 0,-1 4 0,-6-4 0,-1 2 0,1 3 0,-8 2 0,-6 3 0,-10 3 0,-7 4 0,-5 4 0,-6 1 0,0 0 0,-1 1 0,-4 3 0,-6 2 0,-6 2 0,-35-5 0,-15 3 0</inkml:trace>
  <inkml:trace contextRef="#ctx0" brushRef="#br0" timeOffset="1133">342 2608 7683,'-6'-8'0,"3"-3"0,-5 5-122,2-2 0,-4 4-325,6-6 1,-1 9-1,5 1 447,0 7 0,0 7 0,2 5 0,2 4 0,6 3 0,-3 8 0,3 3 0,0 5 0,3 5 0,1-3 0,0 7 0,-1 2 0,1 1 0,0-3 0,0-3 0,-1-3 0,-4-5 0,3-8 0,-3-1 0,4-6 0,1-10 0,0-7 0,0-2 0,-5-7 0,-1-8 0,-1-4 0,1-1 0,0 0 0,1-1 0,-4-2 0,-4-2 0,4-5 0,-1 2 0,0 0 0,-3 4 0,-1-2 0,0 1 0,-43-12 0,-11 2 0</inkml:trace>
  <inkml:trace contextRef="#ctx0" brushRef="#br0" timeOffset="1516">78 2872 7683,'-7'-9'-82,"-2"-1"1,1 6 0,-1-4-1259,-2 2 1340,5-5 0,1 11 0,10 0 0,-2 11 0,6 10 0,2 4 0,2 5 0,-4 7 0,-1 0 0,-1 3 0,1 2 0,-3 4 0,2 0 0,0 1 0,-4 1 0,0-5 0,0 2 0,2-7 0,-2-5 0,-2-10 0,1-4 0,1-4 0,1-1 0,3-6 0,-3-5 0,7-6 0,6-7 0,6-8 0,10-7 0,5-4 0,7-4 0,11-5 0,9 1 0,3-5 0,1-5 0,-7 9 0,-6-2 0,-8 4 0,-5 5 0,-8 2 0,-4 3 0,-6 2 0,-6 6 0,-6 2 0,-2 2 0,-1 1 0,-9 0 0,-1 4 0,-8 4 0,-6 4 0,-4 1 0,-22 0 0,-11 0 0</inkml:trace>
  <inkml:trace contextRef="#ctx0" brushRef="#br0" timeOffset="1918">244 2594 7683,'-13'-10'-346,"-1"1"1,0 5 0,0-6 345,0-1 0,5 5 0,1 0 0,2 0 0,1 6 0,5 2 0,0 10 0,0 5 0,0 11 0,0 7 0,0 8 0,0 7 0,2 7 0,1 5 0,1 7 0,1-1 0,-5 4 0,0-8 0,0-2 0,-2-3 0,-1-8 0,-1-6 0,1-7 0,1-10 0,2-9 0,0-11 0,2-7 0,2-4 0,10-12 0,9-1 0,7-4 0,7-5 0,3-3 0,16-4 0,7-5 0,8-3 0,-4-2 0,1 0 0,-7 2 0,-7 3 0,-3-2 0,-9 8 0,-3 5 0,-8 6 0,-17 5 0,-4 7 0,-14 3 0,-6 5 0,-7 5 0,-1 4 0,-56 22 0,-10 6 0</inkml:trace>
  <inkml:trace contextRef="#ctx0" brushRef="#br0" timeOffset="2299">161 2761 7074,'-14'-14'-1097,"5"4"1097,0 1 0,5 8 0,0 1 0,2 7 0,7 12 0,1 6 0,0 6 0,0 6 0,4 4 0,-6 6 0,1 4 0,1 3 0,-4-5 0,4-2 0,-1-4 0,-1-1 0,2-7 0,-3-4 0,4-6 0,0-7 0,3-8 0,4-6 0,1-2 0,4-2 0,8-3 0,12-7 0,6-8 0,6-7 0,3-4 0,2-2 0,-2-3 0,-3-2 0,-5 5 0,-9-1 0,-4 4 0,-4 5 0,-7 3 0,-5 6 0,-7 0 0,-5 6 0,-10 4 0,2 4 0,-6 4 0,-2 6 0,3-3 0,-1 3 0,-12 17 0,-9 11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8:58.0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177 3573 7605,'16'0'3156,"4"-2"-2772,4-3 0,17-3 1,9-7-1,14 2-483,15 3 0,17-1 1,-38 8-1,3 1 1,2 0-1,2-1 101,0 0 1,0-1 0,3 4 0,0-1 0,-2-1 0,0-1 0,4 1 0,1 1-148,2-2 1,0 1-1,2 1 1,-1 0 0,-4-2-1,-1 0 1,4 0 0,1 1 186,3 0 1,1-1-1,3-2 1,1 0-1,2 2 1,-1-1-1,1 1 1,0-2 84,3 0 0,1-1 0,3-1 0,1 1 0,3-1 0,1 1 0,-29 2 0,0 0 0,0 0-118,0 1 1,-1 0 0,2 0-1,3-1 1,2 1 0,-2 0-1,-3-1 1,-1-1 0,1 1 0,2 0-1,0 0 1,1 0 61,0 1 0,1 0 0,0-1 0,-1 1 0,-1 0 0,1 0 0,3-2 0,0 1 0,-1 0 0,-2 0 0,-1 0 0,0 0-54,0 1 0,1 0 0,0-1 0,-2 1 0,-1 0 1,1 0-1,1-2 0,1 0 0,0 0 0,0 0 0,0 0 1,-1 0-18,0 0 1,-1 0-1,0 0 1,2 1-1,1-1 1,-1 0-1,26-3 1,-2-1-1,3 1 1,0-2 31,0 1 1,0-1-1,0 0 1,0 0-1,2 3 1,-2 0-1,-4-1 1,0 1-103,0 0 1,0-1-1,-4 1 1,1-1 0,5 1-1,1 0 1,-3-1-1,0 1 68,1 0 0,-1-1 0,-4 2 0,-2-1 0,-5 1 0,-1 1 0,1 0 0,1 0-7,0-1 0,1 1 0,1 1 0,-2 1 0,-4 0 0,-1 0 0,-2 0 0,-1 1-37,-1 0 1,-1-1 0,-5-2 0,-1 0 0,-5 2 0,0-1 0,0 1 0,0 0 38,0 0 1,1-1-1,-1 2 1,0-1 0,-7 3-1,-1-1 1,-3-1-1,-1 1 67,43-4 1,-42 1-1,1 1 1,-1 1-1,-1 1 1,47-4 71,-5 2 1,-18 1 0,-5 2 0,-3 0-169,2 0 0,4 0 1,2 0-1,-1 0 248,-7 0 0,-8-2 0,-10-1 0,-12-2-293,-9 2 0,-7 1 1,-6 2 910,0 0 1,-7-1-476,-3-4 0,-4-3 1,-1-7-107,0 0 1,-1 1-1,-3-1 1,0 0-159,0 0 1,3-4 0,1-2 0,0-2-44,0-3 1,0-4 0,-2-2 0,-1-4 37,-2-2 1,-2-3 0,4-8 0,-3-3 27,-3 0 1,4-1 0,-4 6 0,-3-4-31,-1-1 0,3 0 0,1-4 0,-3 3 5,-1-3 1,0-6 0,2-3 0,2-1-72,3 1 0,-4-4 1,5 6-1,0 1-26,-1 1 0,4-9 0,-4-2 0,1 0 76,0 2 1,-5 1 0,3-2 0,-1 2 56,-3 5 0,3 5 1,-1 4-1,1 3-113,0 1 1,5-5 0,-2 4 0,3 0-132,2 3 1,0 5 0,0 3 0,0 3 11,0 3 1,0 0 0,2 7 0,1 2 110,2 2 0,0 1 0,-5-2 0,0 6 74,0 3 1,0 1 0,0 0 63,0 0 0,-2 1 1,-4-1-44,-9 0 0,-1 7 1,-9 3-1,-1 4-67,-2 1 0,-7 0 0,-5 0 0,-2 0 7,-2 0 1,-5 1 0,0 4 0,0 3 28,-2 1 0,-8 4 1,-11-5-1,-8 2-5,-10-1 0,-1 0 0,-5 2 1,-1-1-22,-3 1 0,47-7 1,-1 0-1,-2 1 0,0 0 1,-2 0-1,0 0-33,-2-1 0,0 0 1,-3 3-1,-1-1 1,0-2-1,0 0 1,-1 1-1,0 0 31,-1 0 1,-1 0 0,1-3-1,-1 1 1,-1 1 0,0 2-1,-1-1 1,0-1-5,-2 0 0,-1 1 1,-2 1-1,0 1 1,5-3-1,0 0 1,1 1-1,-1 0-71,-3 0 0,-1-1 0,-2-2 0,-1 0 0,-3 1 0,1 0 0,3 0 0,2-1 68,-1 0 1,0 1-1,-1 2 1,-1 0 0,-6-2-1,0-1 1,1 0 0,0 1-10,0 0 1,1 0-1,0-2 1,1 0-1,-2 1 1,1 1-1,1-2 1,0 1-38,1 1 1,-1-1 0,-4-1 0,-1-1 0,-2 3 0,1-1 0,1 0 0,1 0 10,-3 0 1,1 1-1,2-2 1,-1 1 0,-7 2-1,0 0 1,2 0-1,1-1-71,-1-2 0,0 1 0,4 1 0,0 0 0,0 0 1,1-1-1,0 0 0,1-1 75,-3 1 1,-1-2 0,-1 0 0,-1 0 0,2 0 0,0 0 0,4 0 0,1 0 20,-2 0 0,0 0 1,6 0-1,0 0 1,-2 0-1,0 0 1,1 0-1,0 0-52,-2 0 0,0 0 0,3 0 1,1 0-1,4 0 0,0 0 0,2 0 1,0 0 30,-3 0 0,1 0 0,3 0 0,-1 0 0,-1 0 0,1-2 0,7 1 0,0-1-17,3 0 1,1-1-1,-3-1 1,1-1-1,-1 1 1,-1 1-1,3 0 1,1-1-6,3 1 0,0 0 1,3-2-1,1 0 1,-43-1-1,43 2 1,0 1-25,-2 0 0,0 0 0,1-2 0,1 0 0,-38-2 0,10 1 145,6-1 1,-1-3 0,-4 5 0,-4 1-102,0-3 1,14 5-1,11-4 1,6 1 213,9 0 0,-2 0 0,6 5 0,-1 0-128,0 0 0,4-5 1,-2 0-1,1 2 239,3 1 0,9 2 0,4 0 0,4 0-215,1 0 0,0 5 96,1 0 0,4 7-190,0-3 1,7 0-1,-2 0 1,3 3 85,2 1 0,0 3 0,2 2 84,3 2 0,-4 1 1,6-3-1,-2 3-93,0 2 1,4 3 0,-4 9 0,0 4-13,2 3 1,-6 14 0,6 3-1,-2 3-39,0 3 1,0 8 0,-4 14 0,3 9-36,-2-43 0,0 2 1,3 5-1,0 1 0,-1 3 1,-1 1-1,1 2 1,0 2-109,1 1 0,1 2 0,1 7 0,-1 2 0,2-1 0,-1 0 1,1-2-1,1-1-17,0-1 0,1 0 1,-2-2-1,-1 0 1,1 5-1,0 1 1,-2-3-1,-2-1 101,-1-1 0,0-1 0,2-1 0,0-1 1,-2-4-1,-1-2 0,0 1 0,-1 0-128,0-1 0,0-1 0,-1-2 1,0 0-1,0-2 0,0 0 1,0-5-1,0-1-66,0-4 1,0-1 0,2 44 0,1-11-1,2-8-465,-2-10 1,-1-3 0,-2-14 0,0-6-390,0-6 1,-7-13-1,-3-8 1,-3-10 1064,-1-9 0,-3-2 0,-2-4 0,-4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9:08.6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1294 7960,'-14'-44'0,"1"-2"287,3-3 1,-2-5 0,8-9 0,0-6 238,3-3 0,7 4 1,6 1-1,6 0 50,6 0 1,5 6-1,6-1 1,7 3-177,11-1 0,10-4 0,-23 33 0,3 2 1,3-1-1,0 3-123,1 2 1,1 2 0,1 0 0,1 2 0,43-11 0,-45 16 0,1 2-64,3 0 1,0 2 0,0 5 0,1 3 0,6-2 0,-1 2 0,-4 2-1,-1 1 16,41 1 0,3 8 0,-8 6 1,8 11-134,-49-10 0,-1 3 0,42 21 0,-7 11 0,-8 9-55,-9 8 1,-11 7-1,-4 2 1,-2 3-73,-4-2 0,2-1 0,-14 1 0,-4 1 4,-7-1 0,-11 3 0,-8 0 0,-10 2 64,-12 3 1,-8-7 0,-6-3 0,-5-3-103,-4 3 0,-1-1 0,0 3 0,2-7-179,2-6 0,9-9 0,5-4 0,-5-4 191,-6-4 0,-7-11 0,-5-1 0,-7-6 273,-6-4 1,-5-1 0,-7-7 0,3-2 127,2-1 0,4-7 0,4 2 1,-2-3-85,-6-2 1,-5-7 0,-2-3 0,-3-4-171,3-6 1,5-3-1,4-6 1,2-2-111,3-4 1,0-2-1,0-9 1,-5-4-50,-5-9 1,15-7 0,-2-9 0,12-1 18,7-3 0,9-6 1,10 4-1,5-1 134,8 3 1,4 4-1,6 2 1,3-2 110,5-4 0,8 11 0,5-1 0,4 7-122,9 3 1,13 0-1,12 2 1,11 3-84,9 5 0,-35 26 0,0-1 1,0 0-1,1 1 0,-1-2 1,-1 1-211,0-1 0,0 2 1,38-14-1,-1 7 1,0 9-692,-1 5 0,-10 8 0,-6 4 0,-13 8-559,-13 5 0,-12 11 1,-8 6-1,-3 7 1465,-1 6 0,-7 17 0,-1 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9:35.34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 1514 7604,'0'15'731,"-1"4"1,-3 1-1,0-2 3371,0-2-2923,3-1 0,1-9 0,1-6 0,3-8-520,0-5 0,8-8 0,-4-4 0,2-4-29,0-5 1,-1-4 0,6-8 0,0-1-249,0-2 0,-6-11 1,0-2-1,-3-9-259,-3-9 1,-1-11 0,-4-9-1,1 50 1,-1-1 27,-3-47 0,-6 10 0,3 26 0,-2 14 278,0 16 0,7 17 0,-2 17-262,3 11 0,2 15 0,0 12 0,2 6-479,3 3 1,3 5 0,7-3-1,1-1 165,4 1 0,4 1 1,9-8-1,3-6-29,1-6 1,4-10 0,8-6 0,5-6-150,3-4 0,0-14 0,-3-13 0,-5-8-770,-3-6 1,-4-9-1,-2 3 1,-6 0-4006,-3-1 5100,-2 0 0,-2-7 0,2-5 0,2-5 0,0 0 0</inkml:trace>
  <inkml:trace contextRef="#ctx0" brushRef="#br0" timeOffset="817">662 1044 8662,'-8'-7'1781,"3"-3"0,3-3-1196,2-1 1,5-9 0,2-7 0,1-9-89,3-8 1,7-6-1,4-9 1,-3-5 60,-2-6 1,1-4-1,-10 4 1,0-2-81,-3-4 0,-5 4 0,-3 0 0,-4 11 1070,-1 15-1053,5 17 1,-4 25-1,7 17 1,0 14-232,0 14 0,7 8 0,2 14 0,6 2-181,5 2 1,4-1 0,10-4-1,6-2-49,2-3 0,7-10 0,2-11 1,1-8-447,4-11 1,4-6-1,0-11 1,-4-7-962,-4-9 0,-3-2 1,-5-6-1,-1-2-2001,-4-4 3374,-3-1 0,6-54 0,-19 36 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9:36.86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148 4255 8240,'0'-15'2082,"0"1"0,0 4-1207,0 0 0,0 15 0,-2 5 0,-1 14 241,-2 14 1,-6 14 0,-1 18 0,-4 5-1234,-4 4 1,-4 2-1,4-7 117,2-7 0,8-31 0,4-10 0</inkml:trace>
  <inkml:trace contextRef="#ctx0" brushRef="#br0" timeOffset="819">1177 2888 9673,'-8'2'2113,"3"2"1,3 8-1453,2 6 1,-2 13 0,-1 13 0,-5 11-197,-5 12 1,0 9 0,-13 13 0,-5 1-99,-7-2 0,-11-4 0,-6-17 0,-7-9-158,-7-7 1,-6-13 0,1-11 0,9-10-76,8-11 0,8-6 0,10-6 0,6-9 35,7-8 1,5-13 0,8-9 0,3-13-121,5-9 1,7-9-1,9-3 1,13 2-237,12 2 0,10 2 0,8 1 0,11 3-5,10 6 1,7 14-1,6 6 1,0 6 31,1 4 1,-3-1 0,-2 1-1,-6 2 112,-3-2 0,5-7 0,2-5 0,-2-7 187,-7-5 0,-14 3 1,-15 0-1,-8-3-17,-5-5 0,5-10 0,2-6 1,-1-1 499,-3-1 1,-4 4-1,-6-8 1,-6-1-78,-6-1 0,-1-2 0,-6 1 0,-2 4-462,-1 4 0,-7 14 0,-1 13-183,-3 16 0,0 18 1,-4 15-1,1 7-642,2 11 0,2 1 1,-3 11-1,3 2-832,1 4 1,2 12 0,7 1 1573,3 5 0,9 16 0,9 8 0</inkml:trace>
  <inkml:trace contextRef="#ctx0" brushRef="#br0" timeOffset="1184">2764 2315 7663,'2'-10'1270,"3"0"1,-2 8-1,5 2 1,-1 12 175,-4 11 1,-1 9 0,-2 21 0,-2 10-898,-3 14 0,-10 13 1,-9 3-1,-4-3-383,-1-5 0,6-12 0,5-11-166,7-6 0,11-38 0,8-15 0</inkml:trace>
  <inkml:trace contextRef="#ctx0" brushRef="#br0" timeOffset="1867">3323 918 7653,'-8'7'1911,"-5"-6"1,14 4 0,6-11 0,16-11-399,13-10 0,13-16 0,8-12 0,11-7-1135,-27 28 1,2-1 0,4-4-1,2 0 1,6-3 0,1 0-1,2 0 1,0-1-410,0 2 0,-2-1 1,-4 1-1,-4 0 1,-8 7-1,-3 0 0,17-22-353,-20 12 1,-13 15 0,-11 9-707,-5 4 1,-8 9 0,-4 7 0,-3 9-440,-6 4 1,1 3 0,-4 5-1,1 7 1529,-2 5 0,-3 18 0,-3 10 0,-5 3 0,0 0 0</inkml:trace>
  <inkml:trace contextRef="#ctx0" brushRef="#br0" timeOffset="2117">4014 404 7686,'-15'0'1665,"0"0"1,6 0 0,0 1-71,3 4 1,1 5 0,5 10 0,0 6-307,0 6 1,5 19 0,1 14 0,1 12-765,-1 11 1,-1 7-1,-5-43 1,-1 1 0,-1-1-1,-1 0-402,-2 0 1,0-1-1,-2 0 1,-1-2-1,-10 36 1,-3-7-678,-2-9 0,5-11 1,-1-10-1,2-14-2142,3-11 1,5-15 1034,5-8 0,10-8 1,7-12-1,7-4-1748,3-4 3409,-5-8 0,4-28 0,3-14 0,-1-9 0,-1-1 0</inkml:trace>
  <inkml:trace contextRef="#ctx0" brushRef="#br0" timeOffset="2317">4087 492 7686,'0'-10'4650,"0"0"1,3 4-2511,7 1 0,2 8 1,14 17-1,5 4-1360,6 4 1,14 8 0,8 3 0,8 4-781,5 1 0,4-7 0,0-2 0,-8-4 0,-6-2 0,-8-6 0,-18-4 0,-10-2-325,-9-2 1,-13-6 0,1 1 0,-5 0-1499,-5-2 1,-3 4 0,-6-6 0,-1 1-5956,0-1 7778,0 6 0,-25-11 0,-8 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3:26.3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80 43 7649,'-14'-15'550,"-1"0"0,5 7-159,0 3 1,7 5 0,-2 7-1,4 7-72,1 9 1,0 12-1,1 5 1,2 8-19,2 6 0,7 16 1,-2 11-1,4 16-278,-4-42 1,0 3 0,-2 4-1,0 1 1,2 4 0,0 0 0,-2-2-1,0-1-198,0-1 1,-1 0 0,0-2 0,1-1 0,-2-3 0,1-1 0,-2-4 0,1 0-81,4 43 1,-7-17 0,2-19-1,-3-8-29,-2-6 0,0-7 1,0-4-1,0-4-149,0-6 0,0-3 116,0-6 1,0-8-1,0-7-516,0-9 833,0-10 0,-7-63 0,3 31 0,0-1 0</inkml:trace>
  <inkml:trace contextRef="#ctx0" brushRef="#br0" timeOffset="1368">51 439 7650,'-13'2'-309,"1"1"881,3 2 292,-1 0 1,3-5-579,7 0 1,12 0 0,11 0 0,3 0 2,5 0 0,3 0 0,-1 0 1,1 0-133,-1 0 1,3-5 0,-2 0 0,-3 2-155,-5 1 0,0 2 0,-5 0 1,1 0-403,-1 0 1,-6-4-1358,-6-1-404,-5 0 2160,2-2 0,-25-21 0,-6-11 0</inkml:trace>
  <inkml:trace contextRef="#ctx0" brushRef="#br0" timeOffset="1764">301 204 7650,'-15'2'1493,"0"3"0,2-2-844,4 7 1,4-7-1,10 2 1,4-3-284,4-2 0,2 1 1,1 3-1,2 0-184,2 0 1,0-1-1,-4 0 1,2 4-6,2 1 1,-1 2 0,-6 4 0,-1 1-21,-3 0 0,-5 8 0,1 6 1,-4 9-4,-1 4 0,-3 4 1,-5 3-1,-9 3-342,-4 0 0,-3 4 0,-6-7 0,1-3-3496,0-6 3684,-1-10 0,-25-9 0,-7-6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3:32.7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1080 89 7729,'-14'-23'0,"-1"5"732,0 6 1,1-1 0,-1 5-1,0 0 548,1 3 1,-1 3 0,0 4-417,0 3 1,6 16-1,0 17 1,1 12-111,0 14 0,3 14 1,-3 11-1,0 7-600,4-46 0,0 1 0,2 6 0,0 1 0,0 0 0,0 1 0,0 1 1,0-1-85,0 2 1,-1-2 0,3-7 0,-1-1 0,-4 40 0,2-14-365,-2-12 1,1-9 0,-4-7 0,0-7-991,0-9 1,3-14 0,-5-4-141,-1-8 1,3-7 0,-1-7-578,3-8 0,-1-3 2001,3-11 0,2-43 0,-5-21 0</inkml:trace>
  <inkml:trace contextRef="#ctx0" brushRef="#br0" timeOffset="251">228 912 7743,'-57'14'0,"4"0"1478,9-5 1,8-2-174,12-7 0,11 0 1,13-2-1,11-3-390,12-4 1,10-5 0,19 0-1,12-3-513,13-2 1,19-4-1,-45 9 1,1-1 0,1 0-1,0 0-276,2 0 0,-1 1 0,-1-1 0,1 0 0,2 1 1,0-1-1,0 1 0,-1 0-188,-1 2 0,-2 0 0,43-10 1,-21 9-1,-16 4-2340,-18 4 1015,-14 3 0,-20 2 0,-6 0 0,-8 0 847,-5 0 1,-2 0 0,-1 0 0,-2-2 539,-1-2 0,-14-11 0,2-8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3:58.5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1411 3072 7650,'-23'9'1481,"2"-3"-1260,6-6 0,9 2 1,6 1-111,8 2 0,12 6 1,4-1-1,4 2-286,1-3 0,7 4 0,4-4 0,4 0 99,5 1 1,5-5 0,11 3 0,7-1 297,4-4 0,9-1 0,2-2 1,8-2-153,-44 0 0,1-1 0,4 0 1,0 0-1,1-3 0,1 0 0,1 1 1,1 0 18,1 0 0,0-1 0,4 0 1,-1-1-1,1 0 0,-1 1 0,2 0 1,1 0 64,-1 1 1,0 1 0,2 1 0,-1 1 0,-1-3 0,1 0 0,3 0 0,0 0-44,4 1 1,-1 0-1,1-3 1,-1 1-1,-5 2 1,0 0-1,2-1 1,2 0-101,3 0 1,2 0 0,0 1 0,1 0 0,-1-2 0,-1 1 0,-1 0 0,-1 1 54,1 1 1,0 0 0,0-3 0,1 0 0,3 2 0,0-1-1,-1-2 1,1 1-63,1-2 0,0 1 0,0 2 0,0 0 0,-6 0 0,1 0 0,0 0 0,1-1 5,3-1 0,-1 1 0,3 1 0,0 0 0,-2 0 0,0 0 0,-2 0 0,0 0 66,1 1 1,1 0 0,-5-2 0,0 1 0,6 1-1,0 1 1,-1 0 0,1 0-19,1-1 0,-1 1 0,-2 0 1,-2 1-1,-2 1 0,-1 1 1,0-2-1,1 0-19,1 0 0,0-1 1,3 0-1,-1 0 1,0 1-1,0 1 1,-5-2-1,0 1-13,0 0 0,-1 0 0,-1 2 1,-1-1-1,5 0 0,-1 0 1,-3 0-1,-1-1-24,-2 0 0,0-1 1,1 0-1,-1 1 0,0 2 1,-1 0-1,-3 0 1,0 0-14,-3 0 0,0 0 0,5 0 0,-1 0 0,2 0 0,-1 0 0,-1 0 0,-1 0-8,-3 0 0,0 0 0,-1 0 0,1-1 1,-1-1-1,1 0 0,3 0 0,2-1 54,0 2 1,0-1-1,-3 0 1,-1 1-1,-6-1 1,-1 1 0,1-2-1,0 1 16,0 0 1,2 0 0,4 1-1,1 1 1,-2-1 0,-1 0-1,-5 0 1,0-1 35,45-3 0,-46 2 0,0 1 0,1 2 0,0 0 0,2 0 0,-1 0-22,0 0 1,-2 0 0,-2 0 0,-1 0 0,39 0 0,2 0-20,7 0 1,-48 0-1,1 0 1,3 0 0,-2 0-1,42 0-52,-13 0 0,1 0 0,4 0 0,8 0 44,4 0 0,-7 0 0,-14 0 0,-9 0 95,-9 0 0,5 0 0,-4 0 0,4 0-120,1 0 1,6 0 0,-5 0 0,0 0 132,-7 0 1,-9 0 0,-9 0 0,-2 0-145,2 0 0,2 0 1,1 0-1,0 0 53,0 0 1,0 0 0,0 0 0,-1 0-117,-4 0 1,-3 0 0,-9 0-1,-2 0 91,-5 0 1,-4 0 0,-1 0-1,-2-2 225,-4-2 1,3 0 0,-6-4 0,1 0-11,-1 0 0,4-2 0,-3-5 1,-1 1-110,1-1 1,3-1-1,-5-2 1,-2-4-66,-2-1 1,4-3 0,0-6 0,-1-4-112,-3-2 1,-1-3-1,0-6 1,0-4 51,0-1 0,-1-7 1,-4-4-1,-4 1-2,1 1 1,-5 2 0,3-3 0,-3-5-49,-1-6 1,4-4-1,0 4 1,-1-1 31,-2 1 0,-2-4 1,0 3-1,0 6 44,1 1 0,-1 6 0,0-4 0,1 3-65,-1 3 1,0 4-1,-1 10 1,-2 3-55,-2 3 1,-4-2 0,3 7 0,-1 3-36,1 5 0,0-2 1,3 3-1,-2-1 36,2 2 0,-3 2 0,2 8 0,1-1 95,1 0 0,3 2 1,-1 2-1,-1 3 25,-4 1 1,4 1 0,-6 2 0,1-1-41,-3 2 0,-6 2 0,-4 1 0,-7 0 12,-6 0 0,-12 1 1,-10 2-1,-4 2 109,-6-1 0,-1-1 0,-6 0 1,-1 2-74,-2-2 0,-11-1 1,49-2-1,1 0 0,-4 0 1,0 0-45,-2 0 0,1 0 1,-1 0-1,1 0 1,-3 0-1,0 0 1,-1-1-1,0 0-63,-3-1 0,0-1 1,1 2-1,0-1 1,-2-2-1,0-2 1,-1 1-1,0-1 48,-2-1 1,0 1-1,-2 1 1,1 0 0,0 0-1,1 0 1,-1 0-1,0-1-2,-1-1 0,-1 1 0,-5-2 0,-1 1 0,-1 0 0,1-1 0,2 1 0,0 0 7,2-1 0,0 1 0,-2 2 1,-1 0-1,-3 0 0,-1 0 0,0 0 1,1-1-23,1 0 0,0-1 0,-1 0 1,0-1-1,1 1 0,1-1 0,-1 1 1,1 0 26,1-1 1,0 1 0,-7 2 0,0 0-1,0 0 1,0 0 0,2 0 0,0 1-57,1 0 1,-1-1 0,-1 0 0,-2-1-1,-2 2 1,-1 1 0,0 0 0,1 0 34,3 0 0,1-1 1,-1 1-1,0 0 0,3 1 1,1 1-1,-1-2 0,1-1-15,1 0 1,0 0-1,-5 2 1,0 1-1,2-2 1,1-1 0,4 2-1,0-1 15,2 1 1,0-1-1,-1 0 1,1 0-1,-4 1 1,0 1-1,2-2 1,1 1 14,3 0 0,1 0 1,-3-1-1,0 0 0,4 0 1,1 1-1,-3 0 1,1-1 32,0 0 1,1 0 0,-2 2-1,1 0 1,-1-2 0,1 1-1,-1 1 1,1 0-45,0 1 0,-1 0 1,1 0-1,-1 0 1,0 0-1,0 0 1,-3 1-1,1 0 51,-1 1 0,0 1 1,1-2-1,1 1 1,7 2-1,0 0 1,-4 0-1,-1 0-23,-3 1 0,0-1 0,0 0 0,0 0 0,2 1 0,0 1 0,1-1 0,1 0-9,-2 1 0,-1-1 0,3 0 1,-1-1-1,0 0 0,-1 1 0,1 1 1,0 0 1,-3 0 0,1 1 0,2 0 0,0-1 0,0 0 0,0-1 0,2 0 0,1 0 31,0 1 1,-1 0 0,-5 0-1,-1 1 1,1 0 0,2 0 0,3 1-1,1-1 24,4 0 0,0 1 1,-3-1-1,0 1 1,-3-1-1,0 0 0,0 1 1,1 1-26,2 0 1,2 1 0,2-2-1,1 0 1,4 2 0,0 0-1,-4-1 1,0-2 5,1 1 0,-1-1 1,3 2-1,1 2 0,-38 8 1,4-2-108,-2-6 1,4 2-1,-3-3 1,8 1 54,9-1 1,18-2-1,14-4 1,3 1 337,1-2 0,6-2 0,-3-1 0,6 0 947,4 0-640,11 0 0,7 2-652,7 3 0,7-3 1,3 4 65,3 1 1,3-4 0,2 7 0,1 1-71,-1 2 1,4 2-1,-3 1 1,-1 2 14,-1 2 0,2 6 0,1 0 0,-2 5 42,-2 3 1,-1 7-1,-1 0 1,1 6 59,0 7 0,-5 10 0,-1 6 0,3 5-100,1 4 0,2 11 0,-2-1 0,-2 5-15,-1 0 1,-6-43 0,0-1-1,2 2 1,0-1 0,-2 3-1,1 0 94,1-1 0,0 0 0,0-1 0,1-2 0,8 39 0,-1 3 253,1 1 0,0 5 1,-1-7-1,3-4 74,2-7 0,-1-5 1,5 0-1,-2 2-238,-3 1 0,4-6 0,-3-10 1,1-4-161,1-5 0,-5-7 0,4-2 0,-4-8 0,-1-5 0,-2-3 0,-2-4 0,-2-4 0,-3-4 0,4-6 0,-5 0 0,0-7 0,-5 4 0,0-9-307,0-3 0,-5 2 0,-2-5 0,1 0-712,-1 0 1,-4 3 0,3-5-1,-2 0-4949,0 2 5968,7 1 0,3-12 0,8-6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04.3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116 147 8023,'0'-14'0,"0"-1"0,0-1 133,0-4 0,-1 8 1,-3-2-1,-2 1 509,-2 0 1,3 3 0,-5 2-81,-1 1 1,-3 2 0,0 5 326,-1 0 0,5 0-123,0 0 0,7 2-382,-2 3 0,10 1 0,7 4 1,6-3-26,6-1 0,10-4 0,7 3 0,8-4-109,10-1 1,1 0 0,9 0 0,1 0-55,2 0 1,10 0-1,6 0 1,8 0-86,-45 1 1,0-2-1,45-4 1,-3 1 0,-1 0-86,1 3 1,-8 1-1,3 0 1,-3 0-20,-4 0 0,-1 0 0,-9 0 0,-8 0 43,-9 0 0,-6 5 0,-4-1 0,3 1-98,7 2 0,-7-4 0,9 5 0,-6-1 23,-1-4 0,0 4 0,-6-2 1,-2-2 62,-2-2 1,-6 4-1,1 0 1,-1-1 1,1-3 0,3-1 1,8 0-1,-1 0-28,0 0 0,6 5 0,3 0 0,-1-2-40,-3-1 1,-3-2 0,-2 0 0,0 0-3,0 0 1,-5 0-1,-1 0 1,-1 0-6,1 0 0,3 0 1,4 1-1,1 3 15,-3 1 1,-4 1-1,0-3 1,-3 2-8,0-1 1,-12 2-1,2-1 1,-4-2 31,-3-1 1,1 3 0,-5 0-1,-2 0-1,-4 1 0,4-4 1,-3 3-1,3-4-15,2-1 1,0 5 0,1 0 0,2-2-17,2-1 1,1 3-1,-3 0 1,3-2-4,2-1 1,1-2-1,6 0 1,-1 0 13,1 0 1,-1 0 0,0 0 0,1 0 98,-1 0 1,1 0-1,-1 0 1,-1 0-5,-4 0 0,2 0 0,-6 0 1,0 0 30,1 0 1,-5 0 0,5 0 0,-1 1-25,0 4 0,6-3 1,-2 3-1,4-4-1,1-1 0,1 0 0,-1 0 0,1 0-1,-1 0 0,0 0 0,-1 0 0,-2 2-39,-1 3 0,-6-3 0,4 3 0,-2-4-34,-3-1 0,-1 0 0,-3 0 0,1 0-4,0 0 1,0 5-1,-1 0-30,1-2 0,0 4 1,-1-2 27,1-2 0,1-1 0,2-2 0,2 0 28,-2 0 0,0 0 0,0 1 0,3 2-28,2 2 0,-3 0 1,4-5-1,1 0-5,-3 0 0,6 0 1,-5 0-1,2 0 27,-1 0 0,-1 0 1,3 0-1,-3 0-5,-2 0 1,0 0 0,-3 0-1,2 0-17,-2 0 1,-2 0 0,-1 0 0,0 0 8,-1 0 0,1 0 0,0 0 1,-1 0-39,1 0 0,-3 0 0,-1-1 0,2-3-37,-2-1 0,1 1 0,4 4 1,2 0-123,2 0 1,-1 0 0,-4 0 0,1 0 132,4 0 1,-2 0 0,5-2-1,-2-1 30,-3-2 0,-2 0 1,-1 5-1,0 0 41,-1 0 1,1 0 0,0-2 0,0-1 69,-1-2 1,-4 0 0,0 5 49,1 0 0,-3 0 0,1-1 0,-1-3 29,0-1 1,2 0-169,4 5 0,0-1 0,-3-2 89,-1-2 237,0 0 819,4 5 83,-6 0-1143,-1 0-464,-7 0 0,-2 0 0,-3 0-1080,-4 0 1,0 0 0,-2 0 0,-4 1 1456,-3 4 0,-36-11 0,-16-6 0,-2 3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08.4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132 456 7838,'-8'-21'-68,"2"5"0,6-4 0,0 4 300,0 1 1,1-5 0,4-1 0,5 0 390,3 0 1,3-1 0,2 4-1,5-3-123,5-2 1,0 4 0,11-4 0,2 0-142,1 0 1,4 5 0,3-1 0,3 2-7,0 2 1,1 2-1,-4 2 1,6 3-160,7 1 1,0 2 0,7 5 0,1 2 0,2 3 1,-3 10 0,-6 11 0,-5 5-15,-11 3 0,-5 7 0,2-2 0,1 4-58,-1 1 1,-2 5 0,-3 1 0,-4 4-96,-4 7 1,-2-3-1,0 6 1,-1-3-34,-3-3 1,-4 1 0,-6 0-1,-1 0-2,1 0 0,-7 4 0,-1 1 0,-2-2 4,0-2 1,-1-1-1,-4 0 1,-1-2 54,-4-3 1,-3-3 0,-7-6 0,0 4 8,1 5 1,-6-3 0,-1 0 0,0-4 6,-1-3 1,-2 3 0,3-9 0,-2 0-30,-3-4 0,3-3 0,-3-2 0,-4 1 88,-2-1 1,-8 0-1,6 1 1,0-1 39,-2 1 0,5-1 1,-4 0-1,4 1 19,2-1 0,0-4 0,-2-2 0,-4-2 198,-4-3 0,2-2 1,-3-3-1,0-3 76,-3-5 1,-1-3-1,0-2 1,1 0-175,4 0 0,3-2 0,7-3 0,-1-5-53,1-3 1,1-8-1,2-4 1,2-2 78,-2-3 0,-4-6 1,-3-5-1,-1-4-213,2-4 1,-6-2 0,0 4 0,-1-6-100,0-4 0,6 2 0,-1-12 0,3-2 0,2-4 0,1-6 0,3 3 0,6-3 0,2 2 0,8 9 0,0 3 0,3-1-117,3-2 0,1 2 0,2 3 0,2 2 103,3 2 0,-2 5 1,8 1-1,4-1 144,3 1 1,3-4 0,-1 3 0,6-3-131,7-2 0,2 2 0,6 3 0,-1 5-274,0 4 1,4 5 0,4 4 0,-1 5-890,-4 9 0,-1 4 1,-6 5-1,0 3-4134,0 5 5297,5 3 0,55 2 0,-37 0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15.5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280 1926 7763,'-2'-15'161,"-1"1"338,-2-1 1,-4 5 1770,4 0-8,-7 7-1897,11-3 0,-6 12 0,9 2 0,1 2-72,2 0 0,11 1 1,-1 7-1,3 2-116,3-2 1,2 3-1,10 0 1,4 2-49,7 3 0,12-3 1,4 2-1,10 1-116,7 2 1,11 6-1,-3-1 1,2-4-49,4-3 1,4-3-1,-44-10 1,1 0 0,-2-1-1,0-1-40,43 10 1,-7-1-1,-12-5 1,-1-1 17,1 1 1,9 0 0,0-1 0,-3 1 25,-3 0 1,-10-1 0,-3 3 0,-5 1 28,-6 1 1,5 3 0,-3-4-1,6 3-32,2 2 1,4-5-1,-8 1 1,-7-2-79,-4-3 0,-6 1 1,-1 0-1,-2-2-20,2-3 0,3 1 0,5-6 0,5 0-4,3 1 0,2-4 0,-2 3 0,-3-4-17,-5-1 1,-5 0 0,-3 0 0,-2 0 14,2 0 0,3 0 0,5 0 0,7 0 58,6 0 0,3 0 0,2-1 0,-8-2 32,-9-2 0,-6-2 0,-3 4 0,-3-2 85,-2 2 1,-2-4 0,-5 2 0,1 0 23,-1-1 0,7 4 1,2-4-1,1 1 104,0 0 1,-6-5-1,3 4 1,-2-1 82,0 0 1,1-2 0,-8 2 0,0-1 96,-3-3 1,-1-1 0,1 1-1,-2 1-100,-1-2 1,-5-1 0,5-1-1,-1-1 27,0 0 1,6-4 0,-3-1 0,1 0 6,1-1 1,4 3 0,7-6 0,0-1-116,0 2 0,5-4 0,-2 2 0,2-3 27,-2-1 0,-5-5 0,-8-1 0,-3 3 71,-2 1 0,-3-4 0,-6 1 0,-2 1-58,1 2 0,-3-3 1,0-3-1,-1-3 10,-4-1 1,4-4 0,-2 6-1,-2-2-73,-2 2 0,4-7 1,0 5-1,-1 0-50,-3-1 0,-1 4 0,0-3 1,-1-1 43,-4-1 0,1-4 1,-4 8-1,0-2-7,0 2 0,0-2 0,-4 7 0,2 1-15,-1 2 0,3 2 0,-2-2 0,0-1-38,2 3 1,-5-4-1,3 9 1,-3-4-69,-2-1 1,-1-6 0,-2 1-1,-1 1 9,1 2 1,-5 2 0,-2-2-1,-3-2-11,-1-1 0,0 5 0,-2 6 0,-2 0 0,-1 0 1,-5 5-1,3-1 1,0 2 24,0 2 1,-3 1-1,3-3 1,0 1 29,0 1 0,1-6 0,4 8 0,-3-2-66,-5-3 1,-2 0 0,0 4-1,2 1-37,-2 3 1,-6-3 0,-2 3 0,3-3-41,5-2 1,5 5-1,7 2 1,0 0 2,-1 0 0,2 0 0,2-2 0,3 4-15,2-1 1,-5 4 0,2-5 0,-4-1-92,-2 1 1,1 3-1,0-3 1,-1 2 68,1 2 1,-1-2 0,3 1-1,0 0 43,3-2 1,-1 6 0,-4-6 0,0 2 69,-1 1 0,1-1 1,1 5-1,2 0-32,2 0 1,-6 0 0,-4 0-1,1 0-41,2 0 1,-3 1 0,-2 3 0,-2 0 16,-3 0 0,4-1 0,-1 0 1,2 4 56,4 1 0,-4-5 0,3 2 1,4-2 52,3 2 0,3-3 1,-3 4-1,1-1-10,-1 0 0,-2 2 0,-1-4 1,-1 4-63,1 1 0,-7-5 0,-3 2 0,-2-2-50,2 2 0,-4-3 0,3 3 0,-4-2 28,-1 2 1,0-4-1,9 4 1,0-3 105,0-2 1,2 2-1,4 1 1,1 2 111,-1-2 0,-6-1 1,-3-2-1,-2 1-127,2 4 1,-8-3 0,4 3-1,1-2-2,1 2 1,2-4 0,-4 6 0,6-2-16,7 0 0,3 1 1,5-2-1,1 0-9,0 0 0,1-1 1,4 0-1,-2 2-6,-1-2 1,-6-1 0,4 0 0,-2 1-3,-3 2 1,-2 0-1,-1-5 1,-1 0-20,1 0 0,-1 5 0,1 0 0,0-2-5,-1-2 1,1-1-1,-1 0 1,3 0 87,2 0 1,-1 0-1,5 0 1,0 0-36,-1 0 1,1 0 0,3 0 0,-3 0 9,-2 0 1,0 0 0,-3 0-1,2 0-5,-3 0 0,0 0 1,-3 0-1,1 0-19,-1 0 1,1 0-1,1 0 1,2 0-20,2 0 1,4 0 0,-3 0 0,2 0 20,3 0 1,0 5-11,-2 0 1,4 5-1,-2-3 1,5-1 33,3 1 1,2-1-1,-3-3 1,1 4-16,-2 1 0,-1 0 0,-1 4 0,1-2 2,3 1 1,-3 0 0,3 1-1,-1-2 14,1 1 0,-3 1 1,3-1-1,-3-1 6,-2 1 1,5 2 0,1 2 0,-3 0 3,-1-1 1,3 1-1,0 1 1,1 2 22,0 2 1,-2 1 0,4-3 0,1 3 6,-1 2 1,-2-3 0,4 4 0,1 1-12,3-2 0,1 4 0,0-2 0,0 3-84,0 1 0,1 5 0,4 1 0,5-1 0,3 2 0,2-3 0,1 7 0,2 5 0,2 2 0,6 8 0,-3-1 0,1 4-1,1 0 0,-7 1 1,1 0-1,-2-2-1358,-3-3 0,1 3 0,0-3 0,-2 3-826,-3 2 1,3 1 0,-3 2 2184,3 2 0,27 6 0,8-3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20.2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3352 955 7819,'-9'-14'280,"5"-1"1,-3 5-1,2 0 1,2-3 655,1-5 1,2 5-1,-1-5 1,-3 0-5,-1 2 1,0-2 0,4 0 0,-2-1-281,-2 1 0,-2-5 0,2-2 0,-5-2-124,-3-3 0,-3 1 0,-2-2 1,-5-2-243,-5-1 1,1-7 0,-13 3 0,0-1-120,-3 0 0,-6 0 0,-1-5 0,-1 0 63,0-1 0,-3 8 0,5 3 0,2 4-85,1 6 0,-6 2 1,-5 9-1,-7 4 51,-3 4 0,-8 3 0,-8 4 1,-2 3-81,2 4 0,3 4 1,6 1-1,-1-1-28,-3 1 0,-1-6 1,-4 9-1,3-3-36,10-2 0,8-1 1,6 4-1,2 0-6,-1-1 1,-1 1 0,1-2-1,1-1-40,-2-3 1,4 1-1,1 3 1,7-1-48,11-2 1,4-7 0,9 3 71,2 1 1,4-4-62,4 7 1,3-5-69,7 5 0,0-5 1,0 4-73,0 3 0,0 1 1,0 2 167,0-1 0,0 3 0,0 1 1,0 3 76,0 2 0,0-4 0,-1 6 0,-2 2 61,-2 6 1,-5 0 0,3 4 0,-1-1-30,-3-3 0,-2 3 0,-2-2 0,0-1-75,1-2 1,-1-2 0,0 1 0,0-1-47,1 0 1,-1-4 0,0-2 0,1-2 17,-1-3 1,2 0 0,1 0-30,3 2 1,0-1 0,0-4 0,2 0-90,1-1 0,4-4 0,-3 0 0,2 1-250,-2 2 0,3 2 1,-3 0-1,4-1-431,1 1 1,-5-5 0,0 0-1226,2 1 0,-4-3-560,2 2 1,-1-7 522,1 2 0,3-5 2057,-3-5 0,-29-48 0,-7-19 0</inkml:trace>
  <inkml:trace contextRef="#ctx0" brushRef="#br0" timeOffset="433">147 970 8121,'-5'-15'359,"0"1"0,-4-1 0,4 0 0,1 1 307,3-1 0,-4 0 0,0 1 1322,2-1-540,1 0 1,4 2 0,1 5-193,2 8 1,6 11 0,-1 11 0,3 2-715,2 7 0,0 5 0,-1 8 0,3 0-194,2 0 0,-1 5 0,5 0 1,0-1 34,0-3 0,1-2 1,4-4-1,-2-5-218,-1-3 0,-1-8 0,4-5 1,-2-6-166,-1-7 0,-6-4 0,6-4 0,1-7 0,2-9 0,1-9 0,0-6 0,2-7 0,4-7 0,-3 1 0,6-5 0,-2 1 0,-4 4 0,4 3 0,-1 6 0,-3 7 0,-1 5 0,-3 10-334,-3 1 0,-9 7-2755,-6 8 0,-9 1 1334,-1 4 1,-1-2 0,-9 6-40,-1-3 0,-2 4 1794,-2-5 0,-34 1 0,-15-1 0,-4-1 0,-1 0 0</inkml:trace>
  <inkml:trace contextRef="#ctx0" brushRef="#br0" timeOffset="951">59 750 7926,'-7'-23'0,"-1"3"325,0 4 0,-3 1 1,6 1 1276,2-1 1,-1 7-807,-1 3 1,4 6 0,-4 8-223,3 5 0,7 6 1,2 1-1,-1 7 14,1 4 0,4 4 0,-1-1 1,3 4-49,2 3 1,4 2 0,1 1 0,-1-1-145,3 0 0,1-2 0,6-3 0,2-4-55,3-4 0,1-7 0,7-3 0,4-4 91,0-9 0,-1-11 0,-1-9 0,2-6-50,3-6 1,-10-10 0,0-6-1,-6-2-417,-3-2 1,-6 3-1,-1 0 1,-2-1-416,-3 1 0,-2 7 0,-1-1 1,0 3-573,0-3 0,-7 11 0,-3-1-4830,-4 7 4294,-1 10 1,0 3 0,-1 10 0,-4 5 1557,-5 3 0,-23 15 0,-6 3 0</inkml:trace>
  <inkml:trace contextRef="#ctx0" brushRef="#br0" timeOffset="1366">103 588 7939,'-21'-29'472,"5"4"1,-4 4 2341,4 5-2138,7 4 0,3 20 0,8 9 0,2 10 289,6 11 0,0 8 1,3 6-1,3 7 14,1 1 1,1 1-1,0-1 1,3 2-295,2 2 0,1-1 0,6-4 1,-1-3-212,0-7 1,3-2 0,0-14 0,4-7-13,2-10 1,-6-8-1,3-8 1,-3-1-463,3-4 0,-4-5 0,1-9 0,-4-8 0,-3-5 0,-1-12 0,5-9 0,1-1 0,-1 1 0,-4 0 0,-1-2 0,1 3-38,-2 1 0,3 4 1,-8 7-1,-4 8-2993,-2 6 0,-7 4 945,5 8 1,-9 5 0,-1 6 634,-8 6 0,-10 6 0,-3 5 0,-2 1 1451,-3 0 0,-19 7 0,-10 3 0,-4 3 0,-1 0 0</inkml:trace>
  <inkml:trace contextRef="#ctx0" brushRef="#br0" timeOffset="1698">103 750 7953,'-10'0'354,"0"0"380,-1 0 0,5 1 1,1 4-1,3 5 247,2 3 1,2 10 0,3 6-1,4 9-347,4 4 0,7 7 0,1 2 0,2 0 608,3-1 0,-3-2 0,2-9 0,1-7 44,1-5 1,5-13 0,0-9-1,2-5-1074,-1-5 1,3-9 0,0-13 0,2-7-213,2-10 0,1 0 0,-2-7 0,-4 1 0,-4-4 0,-2-3 0,-1-2 0,-4 0 0,-4 0 0,-9 7 0,-2 5 0,-3 7 0,-3 11 0,-1 9-1045,-2 16 1,-2 13 0,-1 19-1,-2 8-442,2 7 1,-4 4 1486,3 12 0,-5-3 0,0 5 0,0 5 0,1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24.0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426 191 8471,'-37'-1'0,"2"-3"883,4-1 0,9-4 0,4 2 4,6-1 1,7 3 0,12-3 0,9 1-501,12 4 0,19-5 0,24 0 0,22-2-283,-38 5 1,2 0 0,5 0-1,2 0 1,5-2 0,3 0-1,3 0 1,1 1-81,6 1 1,1 0 0,4-2 0,-1 1 0,1 1 0,0 1-1,-4 0 1,-1-1-99,-5-1 0,-3 2 1,-7 2-1,-3 1 1,-9-2-1,-4 1 1,33 0-1186,-21 2 437,-24 0 0,-25 0 1,-23 2-1,-10 1 136,-9 2 1,0 6 0,-13-1 0,-4 3-137,-8 2 1,-10-2 0,-6 0 821,-3 2 0,21-7 0,-4 2 0,-2 4 0,0 1 0</inkml:trace>
  <inkml:trace contextRef="#ctx0" brushRef="#br0" timeOffset="283">515 265 8153,'-72'1'0,"5"3"0,6 0 299,6 0 1,7-3-1,1 1 1,8 1 874,9 2 1,8 0-758,7-5 1,21 0 0,16 0 0,18-2-135,18-2 0,17 0 0,19-6 0,-38 5 0,1 1-30,7 0 0,1 0 0,2-3 1,2 0-1,3 2 0,1-1 1,3-2-1,2 0-222,3-2 1,1 0 0,-6 0 0,0 0 0,3 2 0,-1 0 0,-7-1 0,0 0 14,-4 0 1,0-1-1,-7-1 1,-1 2-1,-4 2 1,-2 1 0,35-4-1307,-24 5 242,-24-3 1,-27 6-1,-14-1 1,-12 6-24,-10 7 1,-11-2-1,-9 2 1,-9 2-1159,-12 1 2199,-19 1 0,6 1 0,-9 0 0</inkml:trace>
  <inkml:trace contextRef="#ctx0" brushRef="#br0" timeOffset="483">279 382 8153,'-72'5'0,"6"0"281,7-2 0,15-1 0,18-2 219,14 0 1,20-2 0,23-1 0,13-3-140,14-3 0,10 0 0,19-8 0,-36 8 0,2 0-155,8 0 0,2-1 0,7-3 0,1 0 0,6 1 0,3 1 0,4-2 0,1 1-297,6 0 0,1 0 1,1 0-1,1 1 1,3-2-1,0 0 1,-3 1-1,0 1-18,-2 0 0,-3 1 1,-16 0-1,-4 2 0,-10 2 1,-4 0-1,25-2-1298,-27 1 0,-16 3 762,-12 4 1,-20 4 0,-20 3 0,-16 1 644,-10 4 0,-3 1 0,0 1 0</inkml:trace>
  <inkml:trace contextRef="#ctx0" brushRef="#br0" timeOffset="700">382 368 8153,'-52'8'72,"5"-3"0,7-4 389,11-1 1,9 0 0,16 0-60,8 0 1,16-6-1,9-2 1,11-2-77,7 0 0,22 0 0,20-6 0,-35 7 0,2 0-236,5-1 0,2 0 1,0 0-1,1 1 0,3 1 1,0 1-1,5-1 0,0 0-191,4-2 0,2 0 1,-2 2-1,-1 0 0,-1-2 1,-2 0-1,-5 2 0,-2 0-227,-4 0 0,-3 1 0,-5 2 0,-3 2 0,37-2 0,-14 3-819,-12 2 1,-22 0 1146,-15 0 0,-12 0 0,-7 0 0</inkml:trace>
  <inkml:trace contextRef="#ctx0" brushRef="#br0" timeOffset="916">838 353 8161,'6'-15'138,"6"0"1,9 1-273,13-1 1,22-6-1,31-2 1,-33 11-1,3-1 369,8 1 0,2 0 0,2 0 0,1-1 0,0-1 0,0-1 0,0 1 0,-1 0-37,-1 2 0,0 0 0,-7 0 1,-2 1-1,-4 2 0,-2 0 1,40-11-175,-14 2 1,-22 9-1,-8 4 1,-12 3-386,-6 2 0,-13 0 0,-5 2 0,-6 3 361,-9 4 0,-63 4 0,-23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29.3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222 398 7932,'-57'14'0,"5"1"638,8 0 0,8-1 176,11 1 1,17-7 0,15-3 0,11-5 303,11-5 1,20-1-1,18-7 1,11-2-751,11-6 0,-38 10 0,2 1 0,3-3 0,1-1 0,6 0 0,1-1-171,7-1 0,0-1 1,4-1-1,1 0 0,-1 2 0,1 0 1,3-1-1,1-1-145,3 2 1,-1 0-1,-6 3 1,-2 1 0,-5 2-1,-2 1 1,-13 1 0,-4 1-15,30-3 1,-26-1 0,-16 6-662,-11 2 1,-14 1-1,-13 2-305,-8 0 1,-5 0 0,-3 0 0,-4 0-399,-4 0 1,1 7 0,-2 2 1325,-1 4 0,5 15 0,0 3 0</inkml:trace>
  <inkml:trace contextRef="#ctx0" brushRef="#br0" timeOffset="652">4073 486 7986,'-59'7'261,"-1"1"1,3-1 0,2 0-1,-35 8 1,16 0 1270,17-1 1,18-5-702,9-5 1,34-4-1,22-6 1,21-7-326,22-5 0,27-8 0,-33 13 1,3 1-1,6-2 0,2-1-265,4-2 1,4 0-1,8 1 1,3 0 0,-26 4-1,2-1 1,2 1-1,5-1 1,1 1 0,2-1-384,5 0 0,3 0 0,0 0 0,6-2 0,1 0 0,1 1 0,3 2 0,0 1 0,0 0 0,1 0 0,1 1 0,-1 0 101,-2 1 0,0 0 1,-1 1-1,-4-1 1,0 0-1,-3 0 1,-5 3-1,-2-1 1,-1 1-1,-8 0 1,-2 0-1,-1 0 199,28-2 0,-4 0 1,-12 0-1,-4 1 0,-5 0 1,-3 1-1,-7 0 0,-2 0 65,-6 1 1,-1 1-1,38 0 1,-25-1-576,-17 4 1,-25 1-188,-20 0 1,-10 1 0,-13 3-1,-5 2-498,-7 2 1,-9 2 0,0 5 0,-3 0-436,-2-1 0,-5 6 1,1-1-1,4 1-1091,3 1 2563,9-4 0,-4 6 0,6-4 0,1 4 0</inkml:trace>
  <inkml:trace contextRef="#ctx0" brushRef="#br0" timeOffset="952">4882 721 8003,'-41'0'574,"7"0"0,8-2 1,19-2-1,15-8-295,20-6 0,23-5 0,25-8 1,-30 14-1,3 0 88,8-3 0,2 1 0,11-2 0,4 1 0,10-1 0,3 1 0,7 0 0,2 1-171,-27 5 0,1 0 1,1 1-1,4 0 0,0 1 1,1-1-1,3 0 0,2 0 1,-1 0-1,0 0 1,-1 0-1,0 0-261,-2 0 1,-1 1 0,0 0 0,0-1 0,0 1 0,-1 1 0,-7 1-1,-2 1 1,-1 0 0,31-4 0,-1 1 52,-4 2 0,-2 1 0,-6 0 0,-3 1 0,-9 2 0,-4-1 0,-13 2 0,-4 1 90,20-1-487,-29 3 1,-28 7-1,-14 1 1,-12 3-465,-10 2 1,-18 7 0,-11 3 0,-15 2-247,-17 3 1,38-10 0,-2 1 1118,-6 0 0,0 0 0,2-2 0,-1-2 0,-1-2 0,-1-1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28.3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104 251 8248,'-10'-18'-131,"0"3"1,7-3 0,-4 7 0,3-6 705,-1-2 0,-2-1 1,4 5-1,-2 1 949,2-1 0,-1 0 1201,0 1-2347,2 5 1,-5 11 0,9 13 0,1 8 140,2 4 1,7 9 0,-3 5-1,3 5-140,-2 3 1,3 0 0,-2-3 0,5 1-139,4 2 0,1 0 0,-3-7 0,2-2-251,-2-6 0,0 0 1,0-3-1,0-5-844,-5-3 0,0-3 1,-7-7-4068,3-3 3289,-6 3 0,5-13 0,-5 0 1632,2-8 0,-33-84 0,8 36 0,0-1 0</inkml:trace>
  <inkml:trace contextRef="#ctx0" brushRef="#br0" timeOffset="250">30 309 8225,'-9'-19'0,"0"-1"521,3 2 1,1 7 0,5 1 680,0-1 1,2 4 0,3 2 0,4 7-417,4 8 0,2 1 0,1 15 0,2 4-36,2 2 1,4 9-1,-2-2 1,-1 4-422,0 1 1,5 0-1,-1-2 1,1-1-460,-2-2 1,3-1 0,-6 3 0,0-4-834,0-1 0,-1-6 0,-7-7 0,-2-4-1933,-1-6 0,-5 0 1165,5-8 1731,0-6 0,17-80 0,-11 29 0,-1 0 0</inkml:trace>
  <inkml:trace contextRef="#ctx0" brushRef="#br0" timeOffset="415">765 1 8207,'-14'5'457,"-1"0"0,0 4 1,1-2-1,-3 3 1234,-2 6 1,2 7-1,-4 11 1,0 5-764,-4 4 0,-2 6 1,-1 0-1,3-2-932,6-1 1,9-7 0,5-1-1,3-2-882,2-4 1,2 1-1,5 0 886,7 1 0,14 7 0,10-4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32.8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235 1515 7908,'-6'-23'0,"-1"2"0,-2 4 0,2-1 573,1-1 1,4-7-1,-1 1 1,8-1 360,9 1 1,7-2-1,9 2 1,1-1-343,3 2 1,-1-3 0,8 8 0,3 2-182,3 6 1,14 4 0,-3 9-1,3 3-215,-1 5 0,-3 14 0,-3 7 0,-6 5-143,-8 5 0,-5 2 1,-12 1-1,-7 0 3,-5 0 1,-7 5 0,1 0-1,-5-2-131,-5-1 0,-5 5 0,-10 2 0,-4 3 97,-4-2 0,-3 1 0,-3-7 0,-4-4 111,1-3 0,-11-5 0,4 0 1,-2-9 113,1-4 0,-4-3 0,0-7 0,1-3 28,3-5 1,5-4-1,3-1 1,1-3-30,3-7 1,-3-1 0,2-14 0,1-3-76,2-4 1,2-6-1,-1-8 1,3-1-119,2-2 0,6-11 1,9 1-1,5 0-12,3 4 0,10-1 0,7 7 1,8 2 124,5 1 0,8 8 1,3 2-1,3 2-114,2 0 1,-4 4 0,-3 8 0,-1-1-373,-3 0 0,1 5 0,-3 0 1,-3 7-684,0 6 0,-5 3 0,1 2 0,2 0-499,2 0 1,-4 2-1,1 1 1,1 3 1501,2 3 0,40 7 0,11 7 0</inkml:trace>
  <inkml:trace contextRef="#ctx0" brushRef="#br0" timeOffset="1017">574 1044 7897,'-10'13'-302,"2"-1"771,1-2 0,0-6 0,4 6 520,-2 2 0,0-4 1,5 2 859,0 1 0,0-3-387,0 2 0,2-2-503,3 2 0,-2-3-341,7-7 0,-2-2 1,4-1-1,-4-4-24,-2-1 0,6-2 0,-2-5 0,1 1-65,-1-1 1,3-5-1,-3 1 1,1 1-232,-1 2 1,6 1-1,-4-1 1,-1-2-299,2-2 0,5-5 0,2 4 0,-2 0 0,-2 0 0,0-4 0,2 6 0,2-1 0,-2-1 0,-2 0 0,-1-4 0,0 6 0,-1 2 0,1-2 0,-2-3 0,-2 1 0,-1 0 0,-2-4 0,4 4 0,-2 0 0,1 0 0,-3-4 0,0 6 0,1-1 0,-1-1 0,-3 4 0,3-2 0,0 3 0,0 1 0,-5 0 0,2 0 0,-1 1 0,1-1 0,-4 0 0,4 1 0,-3-1 0,-2 0 0,0 1 0,0-1 0,0 0 0,0 0 0,0 1 0,0-1 0,0 0 0,0 1 0,-5 4 0,0 0 0,2-1 0,-4 2 0,2 0 0,2-3 0,0 6 0,-2 1 0,3-3 0,-4 6 0,6-5 0,-7 7 0,4-4 0,-7-1 0,5 0 0,-3 3 0,1-3 0,-2 2 0,4-7 0,-7 7 0,6-5 0,-4 3 0,2 3 0,3-3 0,3 4 0,-6 1 0,3 0 0,2 0 0,-7 0 0,7 0 0,-4 1 0,7 4 0,-1-3 0,-4 3-92,3 3-1322,-4 0 1,6 2-1843,0 0-2508,0-7 5764,0 10 0,-13-31 0,-4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37.9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920 1 8082,'-73'0'1263,"12"3"1,9 8-1,13 17-633,14 18 1,3 21-1,8 24 1,5-38-1,-1 2-569,-2 7 1,1 2 0,0 1 0,-1 1 0,0 1 0,0 0 0,2-5 0,2 0-473,1-5 0,2-2 0,1-4 0,2 0 0,3 45 0,4-3 411,5-6 0,-6-22 0,-1 4 0,0 0 0,0 0 0</inkml:trace>
  <inkml:trace contextRef="#ctx0" brushRef="#br0" timeOffset="164">38 883 8090,'-14'-30'0,"1"3"1244,3 2 0,10 4 0,13 8 1,10 3 293,11 5 1,13 3-1,11 4 1,8 3-986,13 5 0,12 9 0,6 6 0,-48-12 1,0 2-993,-1-1 0,2 1 0,7 0 0,3-1 0,6 1 1,1 0 80,3-1 0,2 1 0,7 3 1,2 0-1,0 1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37.6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749 0 8092,'-85'23'220,"6"7"1,16 7 0,19 15 0,6 12 583,2 13 1,17-30 0,-1 2 0,-3 5-1,-2 2 1,0 4 0,0 2-847,-2 2 1,2 0 0,4-4-1,1 0 1,0 0 0,1-2-1,2-3 1,3-1-397,0-1 1,3-1 0,2-1 0,3-1 465,1 48 1,7-9-1,1 8 1,0-29-1,0-1 1,-1 1-1</inkml:trace>
  <inkml:trace contextRef="#ctx0" brushRef="#br0" timeOffset="133">14 1220 8140,'-8'-86'0,"3"4"0,5 10 0,5 12 0,6 16 0,12 14 0,8 11-80,5 7 1,11 1-1,12 6 1,6 2 968,2 1 1,3 15 0,-6 7 0,0 9-890,1 10 0,-9 34 0,1 18 0,-14-23 0,1 1 0,0-1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37.0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473 30 7910,'0'-6'1671,"0"7"-956,0 12 1,6 15-1,6 14 1,6 12 183,6 15 1,9 17-609,-16-35 0,0 1 0,3 1 1,-1 1-358,-1 4 0,-1 1 1,0-5-1,0 0 0,-3 2 1,0 1-1,-2-5 1,0 0-1487,8 46 1,-2-5 1551,1-9 0,4-17 0,7-10 0</inkml:trace>
  <inkml:trace contextRef="#ctx0" brushRef="#br0" timeOffset="217">282 162 8779,'-85'-9'0,"10"-1"1717,16-2 0,20 1 1,22 1-618,11 5 1,16-1-1,19-1 1,12 1-775,11-1 1,10-4 0,15 2 0,5 0-674,4-1 0,11 7 0,-41-1 0,3 1 1,5 0-1,2 1-1449,1 0 0,3-1 1654,2 1 1,11-1-1,2 2 1,13-1-1,6 0 1,1 1-1,-13-1 1,1 1-1,-1-1 1,1 0-1,-1 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47.6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543 308 7752,'7'-15'742,"-2"7"0,9 2 0,8-1 211,4-3 0,18-9 0,10-6 0,14-3-178,14-1 0,1 4 0,10 3 1,-6 0-216,-9 4 0,-9 4 0,-20 4 0,-12 5-243,-9 3-520,-7 2 1,-14 2 0,-7 1 0,-10 2-748,-8-2 1,0 4 0,-6-1-1,-2 1 950,-2 0 0,-21-1 0,-10-1 0,-5-1 0,1 0 0</inkml:trace>
  <inkml:trace contextRef="#ctx0" brushRef="#br0" timeOffset="752">43 293 8978,'-14'5'1649,"-1"0"0,7 2-998,3-3 1,16-8 0,11-1 0,10-7-164,12-2 0,14-8 0,12-1 0,8-1-284,10-1 1,-38 13-1,0 0 1,4-3-1,1 1 1,1-1-1,-1 2-331,3 0 0,-1 1 0,-5 0 0,-1 0 1,45-5-1,-13 6-789,-14 3 0,-14-2 0,-20 5 298,-11 2 1,-12 3 0,-7 5-3310,-4 5 3927,-1 3 0,-26 14 0,-7 4 0</inkml:trace>
  <inkml:trace contextRef="#ctx0" brushRef="#br0" timeOffset="938">852 279 7969,'-8'-7'552,"6"-1"-209,10 0 0,12-7 0,19 2 0,10-5 1229,7 0 1,9-5 0,2 0 0,1 0-955,1 4 1,-7-2 0,3 1 0,-2 4-428,-5 4 1,-9 1 0,-16 6-1240,-7 2 1,-13 3-314,-13 4 1,-6 0 0,-9 6 0,-1 3 1360,-4 5 0,-42 17 0,-16 11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54.4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206 927 7864,'-14'1'282,"-1"4"1,5-2 0,0 5 0,1 1 485,0-1 0,1 2 0,5 4 0,-2 1-105,2 0 0,6 4 1,5 3-1,5 0-203,8 5 1,9 0 0,7 3 0,9-1-212,5 0 1,9-4-1,9-2 1,3-4-158,1-5 1,-6-6-1,-3-8 1,-2 0 14,2 0 0,-11-7 1,3-4-1,-5-7 19,-2-7 1,0-4 0,-7-4 0,-3-1 64,-4 1 1,-11 2 0,-6 2 0,-5-1 150,-3 1 0,-7 0 0,2-2 1,-3-4-77,-2-4 1,0-3-1,0-4 1,0-1-192,0-2 1,0 0 0,0 3 0,0-2-101,0-1 0,-7 5 0,-1 7 0,-2 1-2,0 3 0,-1 2 0,-7 2 0,-2 1-24,2 3 0,-3-2 0,0 4 0,-2-2 67,-3 1 0,0 4 1,0-3-1,1 2 63,-1 3 1,-2 3-1,-1 4 1,0 3-46,-1 1 0,1 2 1,-1 5-1,1 0-18,0 0 1,-1 0 0,1 2 0,-2 3 25,-4 5 0,3 4 0,-7 4 0,-2 2 55,-2-2 1,-6 3 0,0-1 0,2-1 53,1 3 0,4-1 1,3 5-1,4-3 78,4-2 0,2 5 0,1-1 0,4 1 125,4-2 1,9 4 0,1-3-1,-2 4-68,-1 5 0,5-1 1,3 6-1,4 2-78,1 2 0,0 1 0,0 1 1,0 3-288,0 1 0,6 0 0,4-5 0,3 0-625,2 0 0,6 0 0,3 0 0,6 0-1205,4 0 1,5 2 0,12 0 1908,8-2 0,-4-22 0,7-3 0,8-5 0,-1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4:59.2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4770 2057 8334,'-23'-53'338,"-3"-1"0,6 9 0,2 4-647,2 3 0,1 4 0,2 6 0,2 5 3977,1 9-3110,7 5 1,-4 11-1,7 5 1,0 7-203,0 9 1,-5 12 0,0 7 0,2 10-110,2 12 0,7 9 0,4 12 0,-4-36 0,1 2-100,0 5 0,1 2 0,1 7 0,1 1 0,0 6 1,0 1-1,0 5 0,-1 1-223,2 6 1,0 2 0,0 6 0,1 3 0,-3-27 0,1 1-1,0 0 1,0 3 0,0 0 0,-1 0 37,1 2 1,0-1 0,0 1 0,-1-3 0,1-1 0,0 0 0,4 25 0,0-1 0,-1-4 0,-2-1-1,0-3 1,-2-1-1,-1-5 1,0-2-1,0-5 1,-1-2-1,0-5 1,-1 0 122,-1-5 1,0 0 0,1-8 0,1-1 0,-2-1 0,0-1 0,8 47 11,2-6 0,-1-7 0,1-17 0,-2-6-160,-3-6 1,-4-7-1,-6-10 1,0-6-537,0-7 1,0 0 0,0-6-1513,0-2 1,-1-9 524,-4-4 1,3-15 1874,-3-4 0,-9-37 0,-3-4 0</inkml:trace>
  <inkml:trace contextRef="#ctx0" brushRef="#br0" timeOffset="899">4829 5614 7806,'-20'10'151,"1"-2"0,-1-2 376,-1-2 0,4 2 0,-2-1 0,2-2 1025,3-1 1,4-2-1022,0 0 0,9 0 1,1 0-311,8 0 0,11-2 0,7-1 0,9-4-37,9-1 0,6-2 0,13-4 0,7-3-100,13-2 1,13 1 0,-40 6 0,1-1 0,5 1 0,2 0-74,4 1 1,3-1 0,8-3 0,2-1 0,6 2-1,0 2 1,0-1 0,0 1-124,-3 1 0,0-1 0,1 0 0,0 0 0,0 1 0,0 1 0,-2-1 0,-2-1 124,-4-1 1,-2 0 0,0-1 0,-3 0 0,-6-1 0,-1 1 0,1-1 0,0 0 43,-2 1 0,-2-1 0,-1 0 1,-3 0-1,-7 2 0,-2-1 1,42-13 22,-2 3 0,-8 6 0,-6-2 0,-16 4 46,-15 1 0,-11 7 0,-20 2 122,-3-1 0,-4 4-53,-6-7 0,-1 7 0,-4-4 0,-3 1 74,-1-4 1,-2 2-1,5-4 1,-1-2 8,0-4 1,-2-7-1,2 4 1,-1-4 157,-3-6 1,2 0 0,-2-8 0,-4-2-204,-3-1 0,-1-9 0,4-4 0,-1-7 91,-4-7 1,2-16 0,-5-6 0,0-6-228,12 49 0,-1-2 1,1-1-1,-2-2 1,-2-5-1,-1 0 0,0-4 1,-1 0-255,0-4 0,0-1 1,-3 1-1,1 0 1,1 0-1,1 0 1,1-3-1,0-1 15,0-1 0,1-2 1,0-3-1,2-1 0,0 2 1,2 1-1,0 4 0,0 1 47,0 2 1,1 0-1,2 8 1,0 1-1,-2 1 1,0 1 0,2 5-1,0 1 28,-7-38 0,-5 4 0,-1 19 0,0 0 84,0-1 0,-4 4 0,4 10 1,0 8 50,0 8 1,-1 12-1,4 4 1,-1 5-183,1 5 0,-3-1 1,1 4 5,2-1 0,2 5 0,1-3 139,0-1 0,6 5 0,-1-3 0,-2 4 115,-1 1 0,-3 0 0,-2 0 0,-3 0-51,-2 0 1,-2 1 0,-6 4 0,-3 5-33,-5 3 0,-5 2 0,-9 1 0,-9 2-97,-10 2 1,-11 1-1,2-1 1,-3 2-29,1 1 0,0 5 0,-7-3 0,-3 2 18,44-12 1,0 0 0,-1 0 0,0-1 0,0 1 0,0 0 0,2-1 0,0 1-59,-47 14 0,2-1 0,3-3 0,-1-6 154,-2-2 1,3 1-1,12-2 1,9-3-10,7 0 1,-2-5 0,-1 0 0,1-1 86,4-4 1,9-1 0,15-2 0,5 0-84,8 0 1,5 0-1,4 0-455,-1 0 0,7-2-783,3-3 0,10 4 0,5-4 1,6 3-1256,9 2 0,9 0 2447,20 0 0,16-16 0,12-7 0,12-2 0,-1 1 0</inkml:trace>
  <inkml:trace contextRef="#ctx0" brushRef="#br0" timeOffset="2565">110 4453 7934,'-29'0'161,"0"0"1,6-5 648,3 0 1,12 0-1,10 6 148,11 4 1,9 0 0,14 8 0,9 4-281,7-1 1,10 7-1,3 3 1,2 5-227,3 3 0,2 7 0,2 0 1,1 6-172,3 7 0,-3 3 1,5 2-1,-6-2-48,-10-3 1,-7-10 0,-28-9 0,-6-6 325,-5-4 0,-10-4 110,-3-7-684,-3-5 1,-2-4-1,0-10-57,0-5 0,0-3 1,0-4-1,1-2-95,4-6 1,5-9 0,10-7 0,4-5-17,4-3 0,5-8 0,6 0 0,11-7 114,11-3 0,-25 30 1,1-1-1,5-3 1,0-3-1,0-1 1,1-3 4,-2-2 1,1-3-1,3-1 1,1-1-1,0-4 1,1 0-1,3 1 1,2 0-81,2 2 1,1 0 0,0-2 0,-1 0 0,-4 2-1,-3-1 1,-2 0 0,-2 0 136,-3 0 1,0 1 0,3-1 0,1 1 0,0 4 0,1 0 0,2 0 0,0 1 30,0-2 1,0 0 0,-1 2 0,-2 1 0,-3-3 0,0 1 0,-2 3 0,0 0-47,2 1 0,0 1 0,2 0 1,0 0-1,3 1 0,0 0 1,0-1-1,-1-1 43,-1 0 1,-1 0 0,-2 3 0,-2 0 0,-4 2 0,0 0 0,-1 4 0,1 1-51,35-32 1,5 8 0,0-2 0,-6 7 12,-7 8 1,-13 8 0,-16 15 0,-7 3 78,-7 2 0,-2 3 0,-4 6 0,-4 2 73,-4-1 0,2 3 0,-2-2 366,-2-1 1,4 3 0,-3-2-313,0-2 0,-1 1 0,0-1 1,2 3 50,-2-3 0,-1 4 0,-2-2 0,0-3-151,0-5 0,-2 2 1,-1-5-1,-3-1-52,-3-2 1,1-6 0,-3-4 0,1-7-61,-1-6 0,-2-5 1,-2-7-1,-1 0-34,-4 0 1,-3-4-1,-8-1 1,-3 0-53,-5-1 0,-9 4 0,-2-2 0,-3 4 43,-2 5 0,4 10 0,1 8 1,2 3-24,4 4 1,-2 1-1,12 10 1,0-1-40,-2 1 0,3 1 0,-4 3 0,1-1 76,3 0 1,2-3 0,0 0 0,0 4 106,1 1 0,1-4 0,13 9 1,3-2-4,0 0 0,4 7-65,0-2 0,5 5 0,-1 5-223,4 5 1,1 8 0,0 3-1,0 2-72,0 3 0,0 2 0,-2 1 1,-1 2 196,-2 4 1,-6-4 0,-1 5 0,-4 0 59,-4 3 1,-8 3 0,-3 4 0,-14 5-4,-17 7 0,20-22 0,-3 0 0,-8 6 1,-3 0-1,-3 2 0,-2 1-35,-2 3 0,-1 2 0,-6 7 0,0 2 0,19-15 0,1 1 0,-1 0 0,-2 1 1,-1 0-1,1-1-161,0 2 0,0-1 0,0 0 0,2 0 0,0 0 0,1-1 0,-17 22 0,0 0 0,0 1 0,-1-2 153,-1 0 1,1 1 0,0 3 0,2 0 0,3-4 0,2 0 0,1 1 0,0 0 10,0 1 0,0-2 1,2-3-1,1 0 0,1-1 1,1 0-1,7-2 0,3-1 44,5-2 0,3-1 0,5 0 0,2-3 0,3-8 0,0-3 0,-27 33 344,2-13 0,10-11 0,12-14 0,9-7 985,5-9-59,8-5-825,1-7 1,7-9 0,2-10 77,3-3 0,-4 3 0,6 0 2315,-1-1-2518,-4 4 0,6 1 1,-1 9-1,7 7-27,9 9 1,11 16 0,7 10 0,7 12 54,6 10 1,1 7 0,1 3 0,-2 3-148,1 1 0,-24-39 0,2 0 1,1 2-1,0 0 0,3-1 1,0 0-221,2-1 0,0 0 0,-1-2 1,-1-2-1,2-3 0,1-1 1,32 26-454,-9-9 1,-17-15 0,-18-17-541,-5-2 1,-4-9 0,-4-3-1199,0-4 0,-1-1 0,1 0 2251,0 0 0,-1-26 0,1-6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5:04.4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301 250 7764,'-57'2'113,"3"2"0,3-2 0,9 3 0,4-3 3382,9-2-2378,6 0 0,16 0 0,9 0 1,13-2-457,12-3 0,17 2 1,20-7-1,16-1-430,17-2 0,-45 5 0,2-1 0,0 0 0,1 0 1,4-1-1,1-1-179,5-1 1,1 1 0,4 1-1,2 1 1,2-3 0,1 1 0,-3 0-1,1 0-281,0 2 1,-1 1-1,0-1 1,0 1 0,-1 1-1,-1-1 1,-6 2-1,-3-1-580,-7 2 1,-3 1-1,32-3 1,-35 7 0,-14 0-1076,-11 0 0,-15 2 1278,-8 3 1,-13-2 0,-13 7-1,-5 1-1449,-4 2 2055,-5 2 0,8-7 0,-3-1 0</inkml:trace>
  <inkml:trace contextRef="#ctx0" brushRef="#br0" timeOffset="267">418 588 7764,'-72'28'218,"6"-5"0,8-7 927,13-5 1,9-7 0,14 1-221,13-4 1,12-2-1,21-3 1,14-2-252,13-2 0,16-7 0,16-6 0,5-1-381,5 1 1,-43 8 0,1 0 0,4 1-1,0 0 1,1-2 0,1 0-279,2-1 0,1 0 0,2-2 0,2 0 0,4 0 0,2 0 0,3 1 0,0 1-202,2 1 1,0 2-1,-6 1 1,-2 2-1,-9 3 1,-2 1-1,35-4-710,-19 3 1,-24 1 341,-14 5 0,-16 2 0,-15 1 0,-6 3-211,-7 3 0,-8-4 0,-3 3 0,-2 0-625,-3 0 0,-7 0 1391,-1 2 0,0-3 0,4-7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5:19.180"/>
    </inkml:context>
    <inkml:brush xml:id="br0">
      <inkml:brushProperty name="width" value="0.06" units="cm"/>
      <inkml:brushProperty name="height" value="0.06" units="cm"/>
      <inkml:brushProperty name="color" value="#AB008B"/>
    </inkml:brush>
  </inkml:definitions>
  <inkml:trace contextRef="#ctx0" brushRef="#br0">485 4908 8206,'-52'-13'0,"5"2"937,6 1 0,5 7 0,8-4 229,4 1 0,9 3 1,12-7-433,6-2 1,8-2-1,14-6 1,11-4-300,10-4 1,22-8 0,20-3-1,-36 18 1,1 1-278,4 0 1,0 1-1,2-3 1,1 1-1,2 2 1,1 1 0,3-3-1,1 1-221,5-2 0,2 0 0,3-1 0,1-2 0,2-4 1,-2-4-1,-2 0 0,-1-2 96,-1-4 0,-1-1 0,-5-1 0,-1-1 0,-3 0 0,-2-1 1,-7 3-1,-4 0-113,-6 2 0,-3 1 1,-5 2-1,-1 1 0,25-21 1,2 1 399,6-2 1,-1-6 0,-4-1-1,-10-1-115,-7-1 1,-9 4 0,-2-3 0,-2 2-155,1-1 1,5-6-1,1-11 1,-18 36 0,2 0-46,1-4 1,1-1 0,4 0 0,1-1 0,-1 0 0,1 0 0,-1 1-1,-1-1-102,-2-2 1,-1-1 0,-1 0 0,-1-2 0,-3-1 0,0 0 0,0 2 0,0 1 99,0 3 1,0 1 0,17-43 0,1 6 0,-20 40-1,0 0 25,1-1 1,1 0 0,22-42 0,0 6-1,-2 13-1,-2 8 1,2 1-1,-3-2 1,4-6-28,1-3 1,-5-1-1,-1 1 1,-1 5-122,1 8 0,-1 2 0,4 10 1,-3 2 15,-2 5 0,-4 9 0,-7 1 1,-6 9 415,-2 5-78,-9 7 0,-6 1 1,-9 5-1,-1-2 433,-4 2 0,1 0 0,0-2-95,1-5 0,2 2 1,-2-2-501,5-1 0,3 2 0,2 0-112,0-3 0,-6-1 0,-4-2 0,-3 1-9,-2-1 0,-6 0 0,-5 1 0,-7-3 32,-6-2 0,-5 2 0,-5-4 0,-7 1-74,-6 1 1,-18-1 0,-16 6 0,43 6 0,0 1-19,-3-1 0,-1 1 1,-3 0-1,-1-1 0,2 1 1,1 0-1,-5-1 0,0 1 13,-2-1 0,-1 1 0,2 3 0,1 0 0,3 1 0,2 1 0,6 1 0,1 1 117,-42 0 1,0 1 0,0 3 0,3 2 83,5 2 0,18-4 1,13 0-1,9-2 213,5-2 0,-5-5 1,4-1-1,0-1-161,-1 1 0,6-1 0,0 4 0,3-2-200,4 2 1,-2 3 0,9 3-1,1 5-103,0 5 1,-4 0-1,4 13 1,-2 7-22,-3 9 1,-8 12 0,-7 20 0,18-30 0,-1 3 4,-3 7 0,0 2 0,-7 11 0,-2 3 0,-5 6 0,0 3 0,10-20 0,0 3 1,0 0-120,-3 5 1,-1 1 0,1 3 0,-2 8-1,1 4 1,0 0 0,-1 1 0,1 1-1,-2 1 1,-1 0 0,-2 1 0,-1-1-256,-4 3 1,-1-1 0,0 0-1,0-2 1,1 1 0,0 0 0,10-20-1,1 0 1,0 1 0,0-1 0,-9 20-1,2-1 1,-1-1 535,2-4 0,0-1 0,1-1 0,0 1 0,0 0 0,-1-3 0</inkml:trace>
  <inkml:trace contextRef="#ctx0" brushRef="#br0" timeOffset="683">1867 4100 7902,'-21'-28'2,"-2"4"0,0 6 1167,3 6 0,4 6-521,1 6 1,7 6 0,5 6 0,8 7 462,10 11 1,12 17 0,14 15 0,7 8-749,5 10 1,-23-33 0,-1 1-1,4 7 1,0 1 0,2 8 0,1 3-192,2 6 0,1 3 0,7 7 0,1 3 0,-14-25 1,0 1-1,1 0 0,3 4 0,1 1 0,1 1-275,3 1 1,0 1 0,0 2 0,0 3-1,-1 1 1,0 1 0,0 0 0,0 1-1,0-1 1,-1-1 0,1 0 0,0-1-61,1 1 1,1 0 0,0-1 0,-2-2 0,0 0 0,1 0-1,0 1 1,1 0 0,-1 0 0,-3-3 0,-2 0 0,0-1-93,-3-1 0,0-2 0,-1 0 0,-1-3 0,0-2 0,0 0 1,14 22-1,0-2 0,-1-1 0,0 0 115,-4-2 1,-1-1 0,-3-3 0,-3 0 0,-8-5-1,-2-1 1,-1-3 0,-2 0 163,0 0 1,1-1 0,-1-3 0,0 0 0,2-1 0,0 0 0,1-1 0,1 0 66,2-1 0,0-1 1,-1-2-1,0-1 1,0-2-1,0-1 1,0-4-1,-1-1-92,22 36 0,-7-14 1,-8-11-1,-4-7-666,-4-5 1,-10-15-97,0-7 0,-9-21 0,0-12 0,-5-13-343,-5-5 1,0-14 1105,-9-3 0,5-5 0,-10 0 0,-1-4 0</inkml:trace>
  <inkml:trace contextRef="#ctx0" brushRef="#br0" timeOffset="1164">1911 3968 7770,'-16'-5'294,"-2"0"0,-2 2 248,2 1 0,2 2 1,3 2-1,3 4 122,5 9 1,-1 8-1,1 14 1,3 14-151,5 16 0,6 23 1,-1-34-1,1 4 1,2 9-1,1 2-136,3 9 1,0 2 0,1 8 0,0 1 0,-1 4 0,0 1 0,0 3-1,-1 0-345,-4-33 0,0 0 1,0 1-1,-1 1 0,-1 1 1,1-2-1,2 30 0,-1-3 1,-3-5-1,-1-3-55,-2-6 1,0-1 0,0-7 0,-1-2-1,-2-8 1,1-2 0,0-4 0,1-2 116,0 42 0,-1-11 0,-2-18 0,-2-8-165,-3-9 1,4-12 0,-4-9 0,1-9-1043,0-9 1,2-6-1,-5-13 1,1-13-1453,-4-17 0,4-21 2564,1-19 0,-4 3 0,1-12 0</inkml:trace>
  <inkml:trace contextRef="#ctx0" brushRef="#br0" timeOffset="1714">2705 2880 7788,'-20'-5'484,"1"0"0,2 0 0,4 5 0,-3 0 852,0 0 1,-1 0 0,3 2-501,-1 3 0,7 5 0,3 9 0,3 7-380,2 7 1,15 13-1,9 16 1,14 15-292,-15-33 0,1 3 0,3 11 0,0 2 1,4 4-1,0 1 0,2 3 0,1 2-28,2 4 1,0 1 0,2 5 0,2 2 0,-9-23 0,2 0 0,0 1 0,1 2 0,1 0 0,0 0-153,2 1 1,1 0 0,-2 0-1,0 2 1,-1 0 0,-1 0 0,-3-3-1,-1 0 1,-1 0 0,0 1 0,-1 1-1,1 0 6,1 1 0,0 1 0,0-1 0,3 2 0,0-1 0,1 0 0,1 1 1,1 0-1,-1-1 0,-1-3 0,-1 0 0,0 0-175,-3 0 1,0-1 0,-1 1 0,1-1-1,-1 1 1,-1 0 0,0 1 0,-2 1-1,2 0 1,0 0 0,0 1 0,1-1 124,0 0 1,1 1-1,0-1 1,0 0-1,1 0 1,-2-1-1,13 27 1,-2-2-1,-3 1 1,-2 0-29,-4-3 1,-2 0 0,0 3 0,-1-2 0,-2-4 0,-1-1 0,1-3 0,0-2-5,2-1 0,0-2 0,0-3 0,1-2 0,0 1 0,1-1 0,-2-2 0,-1-1-18,-2-3 0,-1-2 1,0-6-1,0-2 1,10 34-1,-3-8-253,-5-5 1,0-10-1,-8-7 1,-3-13-504,-4-9 0,-6-18 0,3-10-219,-1-9 0,-4-16 0,-8-12 1084,-5-9 0,-3-11 0,-1-3 0</inkml:trace>
  <inkml:trace contextRef="#ctx0" brushRef="#br0" timeOffset="2217">2793 2865 7760,'0'-14'582,"0"-1"0,-2 0 333,-2 1 0,2-1 0,-5 2 32,1 3 0,3 3 1,-7 11-284,-2 5 0,4 11 0,-2 23 1,-3 17-475,-5 20 1,9-30 0,0 3 0,-3 8 0,0 4 0,-1 5 0,1 3-314,1 6 1,0 1 0,-3 4 0,1 0 0,3-3-1,1 0 1,0-5 0,0 0-443,0-5 1,1-2-1,4-8 1,0-4-1,-1 28 1,4-30-483,1-24 1,1-21 0,4-10 0,5-10-1540,3-8 2586,-5-5 0,2-22 0,0-11 0,-2-4 0,0 1 0</inkml:trace>
  <inkml:trace contextRef="#ctx0" brushRef="#br0" timeOffset="2413">2675 2939 8218,'-14'-8'3003,"14"8"1,10 11 0,12 7-1955,11 7 1,6 7 0,10 4 0,7 0-570,6 0 0,16 5 0,12-4 0,2 1-732,-3-4 0,-2 2 0,-20-3 0,-15-4-906,-13-3 1,-19-3-1,-7 3 1,-5-1-1374,-5 1 1,-7-3 2530,-6 1 0,-23 7 0,-6 7 0</inkml:trace>
  <inkml:trace contextRef="#ctx0" brushRef="#br0" timeOffset="3066">809 4761 7749,'-25'-13'231,"2"2"0,2 3 1091,3 1 0,7-3-755,1 6 0,8 0 0,4 9 0,9 7-2,7 6 0,10 6 0,1 14 0,7 9 3,2 10 0,6 20 1,0 10-1,-17-35 1,2 3-302,3 9 0,3 3 0,5 8 0,3 2 0,-10-20 0,2 2 0,0 0 0,1 2 0,2 0 0,-1 1-307,1 3 0,1 1 1,0-1-1,-2 0 1,1 0-1,0 0 0,0 0 1,1 0-1,1-1 1,1-1-1,0 0 0,1-1 87,1-1 0,1 0 0,0 0 0,0-1 1,0 0-1,-1-1 0,-5-3 0,0-1 0,0 1 1,0 1-1,0 0 0,0 0 40,2 2 1,-1-1-1,1 0 1,2 1-1,0 0 1,0 0-1,1-1 1,-1 1-1,-1 0 1,-2-1-1,-2 0 1,0 1-38,14 26 0,1 1 0,-18-28 0,2 1 0,0-1 0,2 0 0,2 0 0,-1-1 0,1 1 0,1 0 0,-1-1-208,-1-1 0,0-1 0,-1 1 0,17 28 0,-2 0 0,-8-10 0,0-1 0,1 1 1,2-1 91,3-1 0,1 0 0,0-2 1,1-2-1,-1-2 0,-1-1 0,-7-1 1,-2 0-190,-4-3 1,-2 0-1,-2-5 1,-1-1 0,-2-2-1,1-1 1,2-4-1,-1 0-20,1-3 1,-1 0 0,0-3-1,-2-1 1,21 26 0,-9-10-253,-12-11 0,-10-10 0,-11-12-557,-5-4 1,-5-10 0,-5-7 0,-7-8-1665,-5-10 2748,-6-6 0,0-8 0,2-1 0</inkml:trace>
  <inkml:trace contextRef="#ctx0" brushRef="#br0" timeOffset="3466">1264 4864 7762,'-29'-14'71,"1"-1"0,2 2 0,3 3 568,2 5 1,1 4 0,7 4 61,3 7 1,-1 6 0,6 17 0,2 6 32,1 10 1,4 19-1,1 14 1,4 13-474,-3-42 0,0 2 1,0 4-1,2 2 0,1 3 0,0 0 1,1 0-1,-1 1-333,0-1 0,1-1 0,-1 1 0,0-2 0,1-5 0,-1-1 0,8 42-702,0-15 0,1-13 0,2-19 1,1-12-1230,-1-13 1,-1-14 2002,-3-7 0,-12-50 0,-4-12 0</inkml:trace>
  <inkml:trace contextRef="#ctx0" brushRef="#br0" timeOffset="3667">970 4791 7762,'-21'-13'0,"6"8"0,1-10 1137,7 2 1,6 5 0,2 0 0,6 1 70,7 4 1,9 3-1,13 5 1,10 5-67,11 3 0,8 3 0,11 4 0,0 4-1611,3 4 0,7 3 1,-1 3-1,3 6-1364,-1 2 1,-42-19-1,0 0 1833,2-3 0,-1 9 0,6 47 0,-4 18 0,-16-26 0,0 1 0,0-1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6:05.231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662 278 7787,'0'-14'-95,"0"-1"1,-2 2 0,-1 2-28,-2 1 0,0 0 1,5-5-1,-2 1 1159,-3-1 1,4 0 0,-6 0-45,1 1 0,3 1 1,-6 1 125,3 2 1,-6 2-1,3-2-447,-4 6 0,-2 4 0,0 6 0,0 9-103,1 8 0,-8 13 0,-2 8 0,-2 8-178,1 5 0,-2 7 0,2 1 0,-1 2-144,1 3 1,-1-6 0,7-4 0,-1-6-180,-1-3 0,6-2 0,-1-8 1,6-5-413,4-7 1,-4-9 0,5-1-2163,2-2 0,1-11 1668,2-6 1,2-6-1,2-11 1,6-2-336,3-6 0,7-3 0,1-3 0,2-3 1173,3-5 0,19-22 0,10-12 0,4-6 0,1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6:33.9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5645 3332 7868,'0'-32'507,"0"2"0,0 2-33,0 1 1,0-9 0,1-2-1,6 1 166,8 2 1,8-2 0,11-1 0,8-1 32,11 0 0,7 0 0,15-5 0,3-1-231,6 1 0,-3 7 0,3 4 0,1 7-147,1 6 0,9 11 0,3 7 1,2 10-214,-2 12 1,-12 14-1,-12 10 1,-7 10-50,-2 8 0,-3 7 1,-30-31-1,0 2 0,-3 1 1,-3 1-236,17 45 0,-12 3 0,-10 3 0,-8 5-200,-8-47 0,-2-1 0,-1 40 0,-10-8 1,-9-11 163,-4-7 1,-12-2 0,-9 0 0,-9 2 363,-6-2 0,0 3 0,-12-3 0,-1-3-77,-2-3 0,4-15 1,-3-2-1,-4-8 354,-6-7 1,-6-2 0,2-9 0,7-4 127,9-4 1,12-6 0,5-7 0,0-9-21,-1-4 1,6-10 0,-2-8 0,5-5-108,5-5 0,3-12 1,8-14-1,5-10-224,8-6 1,7-7 0,8 3-1,3-3-127,1 46 1,2-1-1,4 2 1,3 0-1,5-2 1,3 1 0,0 3-1,1 2-120,22-42 0,5 18 0,0 4 1,-3 11-545,-6 12 0,-2 11 0,-5 10 0,3 4-951,1 6 0,-1 5 0,8 8 0,8 3-331,9 7 0,9 6 1893,13 13 0,-32-5 0,1 1 0,8 2 0,0 0 0</inkml:trace>
  <inkml:trace contextRef="#ctx0" brushRef="#br0" timeOffset="682">2470 495 7678,'0'-34'0,"1"-2"629,4-1 0,5-4 1,13-7-1,11-2-153,14-2 0,17 4 0,15 1 0,-34 26 0,3 3-214,2 2 0,2 2 0,2 2 0,0 3 0,-2 3 1,0 2-1,1 2 0,1 3-110,1 1 1,-1 4-1,2 4 1,-1 4 0,2 7-1,-2 4 1,-1 3 0,-2 3-201,-2 3 1,-4 4 0,-4 0 0,-3 4 0,-2 2-1,-2 1 1,-3 1 0,-2 0 5,-3 0 1,-1 1 0,-1 0-1,-3 1 1,13 45 0,-11 3-73,-14 1 1,-18-3 0,-14-7 0,-18-2-9,13-43 1,-3-1-1,-37 31 1,30-35-1,-1-1 1,-1 0-1,1 0 181,-2 0 1,-1 0 0,-1 1 0,-3-2 0,-4 0 0,-3-1-1,-4-2 1,-1-2 76,-4-2 1,0-1 0,2-3 0,0-2-1,4-3 1,-1-2 0,0-1 0,-1-1 14,-3-2 1,0-3 0,4-3 0,-1-3 0,0-2-1,1-2 1,-43-8 112,15-12 1,3-14 0,15-12 0,2-11-94,10-10 1,30 22-1,3-3 1,1-6 0,2-2-1,1-7 1,1-3-94,2-5 1,3-3-1,4-3 1,4-1-1,4-5 1,4-1-1,7 0 1,5 2-218,7 0 1,6 4 0,3 3 0,5 4 0,5 11 0,4 3-1,-2 3 1,1 3 43,-2 5 0,1 4 1,2 8-1,2 4 0,1 5 1,1 3-1,3 4 0,1 3-502,2 3 0,0 3 0,-5 4 0,-1 2 0,47 4 1,-2 14 596,-48-1 0,0 0 0,1-3 0,1 1 0,0 2 0,1 0 0</inkml:trace>
  <inkml:trace contextRef="#ctx0" brushRef="#br0" timeOffset="1368">15 3185 7802,'-7'-21'151,"6"3"1,-4-6 0,3-4 670,2-5 1,12 2 0,6-5 0,8 2 180,10 0 0,19-2 0,16 1 0,13-2-704,-36 18 1,1 0 0,0 3-1,1 1 1,0 4 0,0 1-1,0 0 1,1 2-101,4 1 0,0 1 0,-3 3 0,0 1 0,4 0 0,-1 2 0,45 9-17,-12 10 1,-11 14 0,-10 4 0,-2 4-156,-3 3 1,-3-3-1,-5 10 1,-3-1-343,-1 4 1,-12 5-1,-6 3 1,-14 4 243,-11 1 0,-5 8 1,-4 6-1,-5-1 420,-7-6 1,-12-1-1,-12-6 1,-4 4-262,-9 2 0,-5-3 0,-2 9 0,-1-4 96,0-2 0,0-1 0,0-3 0,1-7 51,-1-7 0,-3-4 0,-5-9 1,-8-2 91,-5-6 0,3-5 1,0-4-1,7-7-73,6-7 0,-1-6 1,1-11-1,1-11 32,-3-11 1,7-9-1,-1-14 1,8-8-27,6-7 0,12-10 0,14-7 0,5-13-196,10 42 1,1-2 0,-2-3 0,0-1 0,3-5-1,1-1 1,1 2 0,2 1-41,2 1 1,2 2 0,2 0 0,3 2 0,5 2 0,2 1 0,2 5 0,2 2 35,28-32 1,6 16 0,6 25 0,2 6-771,6 7 0,1 0 0,0 5 0,-1 0-2396,1-1 0,12 8 3106,11 4 0,-16-3 0,19-6 0,10-3 0,-1 1 0,-12 1 0,1 1 0,0 0 0,0 0 0,-1-1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6:37.6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1182 7600,'0'23'1095,"0"-6"1,1-8-17,4 3 1,-2-6-1,7-2 1,2-8-99,1-5 1,6-4 0,3-4 0,-1-1-266,0-1 0,5-7 0,-1-1 1,2-5-132,3-7 0,-1-4 0,1-1 0,-1-2-228,0-3 0,1-10 0,-2-11 0,-4-7-231,-4-6 1,-2-5 0,0-5 0,1-2 79,-1 4 1,-6 12 0,-3 24 0,1 14 178,-2 15 0,-1 16 1,-7 13-368,0 15 0,0 12 0,0 15 1,0 6-458,0 8 1,0 3-1,0 10 1,0 3-368,0 0 1,0-2 0,0-6-1,0-8 318,0-8 0,8-14 0,5-7 0,5-11 549,0-7 0,3-12 0,1-12 0,-1-6 336,0-6 0,5-10 1,-3-4-1,2-3 449,-1-3 1,-4 2 0,4-12-1,1-2-153,-3-1 0,5 6 1,-8 7-1,-1 10-600,-1 8 1,-3 6 0,1 11 0,-2 5-94,-3 8 0,3 9 0,-2 8 0,6 2-1357,2 3 1,9 7 0,1 2 0,11 1 1356,7 0 0,38-5 0,19-1 0,-27-10 0,0 1 0,0 0 0</inkml:trace>
  <inkml:trace contextRef="#ctx0" brushRef="#br0" timeOffset="2313">1588 2138 7697,'-10'-8'1518,"1"3"1,5 2-602,-1-2 0,4 6 1,-1 3-1,-1 10-491,-2 8 0,-6 10 1,1 12-1,-5 10-214,-5 8 0,-4 5 0,-10 7 1,-6-1-142,-2 1 1,-9-6 0,-3-1 0,-3-3 129,-1-7 0,5-6 0,4-12 0,5-6 11,5-7 0,-7-7 0,5-9 0,4-5-93,4-3 1,2-9 0,12-3-1,1-4-38,1-6 1,9-3-1,3-8 1,5-3-20,5-5 0,11-10 0,12-4 0,6-1-113,4 1 0,1 5 1,7-1-1,0 5 46,-2 5 1,3 5 0,-8 7 0,4 5 121,1 0 0,5 0 0,2 5 1,1 4 82,3 0 0,2 0 1,4-3-1,-1-2 101,-1-2 0,-3 1 0,-12 4 0,1 0-41,4 0 1,5 1 0,8 1 0,4 1-205,1 2 0,0-4 0,3-6 0,-5 1-146,-4-3 1,-6 4-1,-11-6 1,0-2-59,1-2 0,4-1 0,0-1 0,-2 1 82,-1-1 0,-9-1 0,-4-1 0,-7-3 54,-6 3 0,-9-4 0,-3 1 0,-1 4-78,-4 5 0,-1 0 0,-4 8-343,-3 5 1,-3 5-1,-8 8 1,-2 0-342,-2 0 0,-6 8 1,0 7-1,-5 8-3500,-4 4 4274,-5 9 0,6 6 0,-3 6 0,-5 7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6:48.3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588 1338 7681,'-23'-1'-52,"4"-4"0,1-3 1,0-7-1,-2-1 524,2-4 0,2-3 0,1-6 1,2-1 25,3 1 1,4-7 0,7-1-1,6-3-93,7 1 0,8 0 0,9-7 0,3-3-80,5-5 0,10 2 0,7-2 1,7-1-203,11-3 0,-31 31 0,2 1 0,6-1 0,1 1 0,2 1 0,0 0-64,-1 0 1,0 2-1,2 2 1,-1 1-1,-2 2 1,-1-1 0,4 0-1,1 0-7,2 0 1,0 1-1,-3 2 1,0 1 0,-3-1-1,-1 1 1,45-11 65,-1-1 0,-44 16 1,2 0-1,5-1 0,0 1 1,2 0-1,-1 1 4,-1 0 0,0 2 0,3 1 0,-1 2 1,0 0-1,1 0 0,5 0 0,0 1 9,4-1 1,-1 1-1,-6 1 1,0 0-1,1 2 1,1 2-1,0-1 1,1 1-109,0 1 1,2 1 0,1 1 0,0 2 0,-1 3 0,0 2 0,1 1 0,1 2 11,0 2 1,0 1 0,-3-2 0,-1 1 0,-2 1 0,1 0 0,-5-1 0,0 1-13,1 0 1,-1 0 0,1-2 0,1 1-1,2 1 1,-1 0 0,-2-1 0,-1 1 95,-3 0 0,0 0 0,2 1 0,0 2 0,-1 1 0,0 2 0,1-1 0,0 0-52,-3-1 0,-1 2 1,-5 1-1,-2 1 0,33 27 1,-39-23-1,0 1 22,1 4 1,0 2 0,-1 0 0,1 0 0,3 4 0,-1 0 0,-2-1-1,-2 1-33,-3-2 0,-3 2 0,-3 0 0,-3 0 0,20 37 0,-2 4 7,2 6 1,-25-40 0,-1 2-1,3 5 1,1 0 0,-2 0-1,0 0-49,0 1 0,-2-1 0,-3-4 0,-1 0 1,-2 1-1,-1 1 0,-3-2 0,0-1-7,6 48 1,-10-47-1,-1-1 1,5 45-1,-4-1 22,-4 1 0,2 4 1,-4-46-1,-1 1 0,-1-1 1,-1 0 13,-1-1 0,-1 0 0,-6 43 1,-8 4-1,6-48 0,0 0 28,-2 1 1,0-1 0,0 2-1,-1-1 1,0 0 0,-2-1 0,0 0-1,-1-2 14,-15 46 1,14-46 0,-2 0 0,1 0 0,0 0 0,0 1-1,-1 0 82,-1 1 1,-1-2-1,-17 37 1,1-2-1,-1-4 104,1-1 1,1 1 0,-7 4 0,-2-1 53,-1-7 1,-11-8 0,-4 0 0,-4 0-249,-5 0 1,1-5-1,4 1 1,6-2-78,2-2 0,-2-6 0,-5 0 0,-6-4 0,-7-7 0,-3 2 0,-3-6 0,3-1 0,0-2 0,10-4 0,-5-2 0,-4 1 0,-7-1 0,-9-6 0,45-13 0,0-1 0,-44 8 0,5-3 0,3-5 0,-9-4 0,44-4 0,-1-1 0,-4 0 0,1 0 0,-43 0 0,5 0 0,3-1 0,-1-4 0,41 0 0,0 0 0,-4-3 0,0-2 0,0 0 0,1-1 0,2-1 0,2 1 0,-44-9 0,1-4 0,43 11 0,-1 1 0,-7 1 0,1-1 0,4-1 0,1-1 0,-1 1 0,1 1 0,-42-16 0,5-1 0,40 13 0,0 1 0,-2-1 0,0-1 0,-1 0 0,1-2 0,1 1 0,1-1 0,-37-21 0,7-4 0,0-1 0,-6-4 0,6-4 0,35 24 0,-1 0 0,3-1 0,1 1 0,-37-30 0,8 5 0,7 0 0,5-1 0,3-2 0,-5 1 0,-6-1 0,-2-5 0,-3-4 0,10 1 0,4 0 0,7 6 0,7 2 0,1 0 0,-2-1 0,2 3 0,2 1 0,-5 0 0,-7-6 0,1-4 0,-1-5 0,4 4 0,8 3 0,4 5 57,4 3 0,4-2 1,2-4-1,5-2-57,4 0 0,3 0 0,2-8 0,2 1 126,3-1 1,1 4 0,5 1 0,0 0-127,0-4 0,0-4 0,2-4 0,1 0 52,2 5 1,6-1-1,-3 6 1,2-3-53,0-4 0,0 9 0,5-10 0,-1 0 0,1-2 0,0-2 0,1 8 0,2 2 0,2 5 0,1-1 0,-2 1 0,7-1 0,7-5 0,0 8 0,6-7 0,0 7 0,-1 3 0,4 5 0,-4 2 0,-1 1 0,-2 4 0,-4 1 0,0 2 0,1 0 0,3 0 0,1 6 0,0 6 0,8 4 0,8 3 0,7 6 0,4-6 0,4 1 0,0 1 0,-6 0 0,-11 5 0,-1-3-824,-1-2 1,-11 5-1,9-1 1,1 1-2383,6-2 0,10 2 3206,6-7 0,-24-15 0,4-16 0,1-3 0,4-5 0,1 0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6:57.9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2279 6011 7687,'-21'6'175,"4"-4"0,-4 3 0,2-4 3716,-1-1-2671,0 0 0,14 0 1,9 0-514,15 0 0,13-1 1,18-4-1,7-5-91,6-3 1,10-8 0,9-4 0,6-2-434,8-3 1,-41 13 0,3 0-1,1-2 1,1 0 0,0 0-1,-2-1-91,-1 0 1,-2-1 0,-7 1 0,-1 1 0,26-9-1,-15 4-281,-16 4 0,-15 6-434,-21 4 1,-7 3 0,-13 7 0,1 0-512,-1 0 1,0 2 0,-1 1 0,-2 4-52,-2 1 0,-4 2 1,3 4-1,-2 1 1185,-3 0 0,-20 9 0,-8 6 0,-6 1 0,1 1 0</inkml:trace>
  <inkml:trace contextRef="#ctx0" brushRef="#br0" timeOffset="266">2764 5776 8361,'-10'-5'1662,"0"0"0,7-2 0,-3 4-357,-1-2 0,4 0 0,-5 7 0,0 4-130,-1 9 0,0 10 0,-8 14 1,-2 11-478,-6 11 0,-3 9 0,-3 12 1,-3 9-665,15-41 1,-1 0 0,-1 1 0,-1 1-1,0 2 1,0-1 0,1-4 0,0-1-159,-18 38 0,3-14 0,6-13 0,1-12-265,0-11 0,7-8 0,8-13 0,5-2-2257,3-3 0,6-4 1941,0-6 1,6-6 0,12-6 0,5-6-2158,7-6 1,4-6 2861,0-4 0,30-36 0,-26 27 0,1 1 0</inkml:trace>
  <inkml:trace contextRef="#ctx0" brushRef="#br0" timeOffset="502">2661 6055 7687,'7'-15'3919,"-4"2"-1995,7 3 1,1 4-1,9 9 1,6 5-795,7 7 0,11 11 0,10 3 0,3 7-672,2 2 1,-2 4-1,-5-4 1,-8 1-353,-8 0 1,-2-6-1,-6 1 1,-10-4-1104,-10-6 0,-1 2 0,-2-6 0,-4-2-671,-4-2 0,-5-8 1,-7-3-1,0-3-2334,1-2 4002,-1-7 0,-19-66 0,14 25 0,1 0 0</inkml:trace>
  <inkml:trace contextRef="#ctx0" brushRef="#br0" timeOffset="1752">3734 440 7747,'-10'-43'789,"1"4"1,4 3 0,-3 8 596,1 4 0,2 13 0,5 15-640,0 14 1,0 17 0,2 10 0,1 16-344,2 16 0,8 21 0,-6-38 0,1 4 0,2 6 0,3 2-250,0 6 1,1 2 0,4 14-1,0 3 1,-4-25 0,0 1 0,1 1-1,1 7 1,2 2 0,0 1-308,2 7 1,1 2-1,2-1 1,-4-19-1,1-1 1,1 1-1,0 0 1,1 3-1,0 0 1,0 0-1,1 0 1,-1-1 0,0 0-1,0 0 1,0 0 130,-1 1 1,1-1 0,-1 0 0,0 0-1,-1-1 1,0 0 0,-1 0 0,0 0 0,-1 0-1,-1 1 1,-1 0 0,0-1 0,4 24 0,0-1-1,-1-1-35,-2-2 0,0-1 0,-1-1 0,0-1 0,0-1 0,0-1 0,-1-5 1,1-2-1,0 0 0,1 0 0,0 0 0,0-1-3,0 0 1,1-1-1,-1-1 1,-1-2 0,0-2-1,-1 0 1,2-2 0,-1-1-1,0-1 1,-1-3-1,0-2 1,0 1 112,4 28 0,1-1 0,0-2 1,-1-1-1,-3-3 0,-1-1 1,-2-3-1,0-1-48,-1-7 1,-1-1-1,-1-3 1,0-3 0,-4-9-1,1-1 1,-2-1-1,1 0 50,-1-4 1,0-2 0,-2 38 0,2-18 0,-5-13-79,-5-14 0,-3-7 0,-7-9 1,-1-1 114,-4-3 0,-3-4 0,-8-6 0,-3-1 510,-5 1 1,-10 0 0,-7-1 0,-6 1-580,-6 0 0,-4-1 0,-3 1 0,-2 0-274,-1 0 1,-9-1-1,-3 1 1,40-8-1,-1 1 91,-4-1 0,-1 0 1,1 1-1,0-1 0,2 0 1,-1 1-1,0-1 1,0 0 131,-2 1 0,-1-1 1,1 1-1,-1-1 0,-4 0 1,0 1-1,3-1 0,0 2-27,4 1 0,0-1 0,-2 0 0,0-1 0,3 2 0,1 1 0,-1-1 0,0 0 231,0-1 1,1 1 0,-39 16 0,17-3 0,11 2 179,7-1 1,1-4 0,7 3 0,6 0-26,6-1 0,16-9-385,6 2 0,15-10 0,4 0 0,7-3 1,2-2 0,1 0 0,0-2 311,-1-3 0,1-5 1,0-9-1,-2-6 166,-3-3 0,-4-1 0,-6-2 0,-2-3-30,-2-5 0,-6-10 0,-10-5 0,-4-5-296,-4-5 1,-8-3 0,-2-8-1,-1-3-105,0-6 1,1-7-1,18 44 1,0 1 0,0-1-1,0 1 7,0-1 0,0-1 0,-1-2 0,-1-1 0,-1-4 0,-1-1 0,-1-1 0,-1 1-148,0-1 0,-2 0 1,-4-1-1,-1 0 1,3 2-1,0-1 0,-2-4 1,0-1 62,-1-1 0,0-3 0,-4-9 0,1-3 0,1-4 0,1-1 1,1-5-1,-1 0-148,1-2 1,-1 0 0,-1 4 0,-1 0 0,-3 2 0,-1 0 0,2 2-1,1 1 104,1 2 1,2 1 0,1 1 0,2 1 0,3 5 0,2 1 0,1-4 0,1 0 149,1-3 0,1 0 0,0 1 1,1 0-1,0-2 0,0-1 0,0 1 1,-1 0-20,0 0 1,-2 0 0,0 0 0,-1 0 0,2 1 0,-1 0-1,0-1 1,-1 1-106,1 2 0,1 1 1,2 3-1,2 0 0,2 5 1,0 0-1,1-1 1,1 0 24,0-2 0,1 1 1,0 7-1,0 3 1,1 0-1,1 1 1,2 5-1,1 1 12,0 1 1,2 1 0,-1-2 0,1 0 0,-1 1 0,1 1 0,-6-43 52,3 14 1,-1 9-1,6 12 1,2 3 169,1 5 0,0 5 0,-1 7 1,-2 7-230,2 9 1,-4 10 565,3 1-750,-1 7 1,5-2 383,0 10 0,1-2 0,4 5 0,5-2 14,3-2 0,3-3 0,4-1 0,8-1 48,9-4 0,6-8 0,17-8 0,12-2-30,13-3 1,-38 9-1,2-1 1,5 0 0,2-1-1,3-2 1,1 1-36,4-2 1,3 0 0,4 1 0,3-1 0,5-4 0,0-2 0,5 0 0,1-1-160,5-2 1,1 0 0,-3 1-1,0-2 1,3-2 0,0 0-1,-5-1 1,-1-1 142,-1 0 1,0 0 0,0 2-1,-1 1 1,0 2 0,-1 0 0,-5 3-1,-1 1-13,-2 2 1,-2 1 0,-5-1 0,0-1-1,-2 2 1,0-1 0,-4 2 0,-1-1-101,-2 1 1,-1 0 0,-4 1 0,0 0-1,0 0 1,0 0 0,-3 1 0,0-1-89,-3 3 1,-1-1 0,25-14 0,-10 9 0,-12 8-725,-12 5 0,-10 1 0,-8 6-516,-2 1 1,-4 9 0,-2 7-1,-3 6-477,-1 6 1,3 11 0,-6 2 1809,0 1 0,4 4 0,0-4 0</inkml:trace>
  <inkml:trace contextRef="#ctx0" brushRef="#br0" timeOffset="2233">706 3615 7730,'-31'5'0,"-1"1"200,-3 2 0,-4-4 0,5 2 0,-1-1 488,0 0 0,3 5 0,-2-4 0,5 1 1872,4-1-2129,4 6 1,21-11-1,13 4 1,20-6 227,19-9 0,15-6 1,15-15-1,11-5-308,-42 14 0,2 0 0,6-3 0,3-1 1,9-4-1,4-2 0,5-3 0,3 0-233,-21 7 1,2 0 0,1 0-1,4-1 1,1 0 0,3-1-1,10-2 1,3-1 0,0 0-1,2 0 1,0-1 0,1 0-220,0-1 0,1-1 0,0 1 0,3 0 1,0 0-1,-1 0 0,-3 0 0,-1 0 0,-1 1 1,-2 1-1,0 2 0,-2 0 123,-3 2 1,-1 1 0,-2 2 0,-9 3 0,-1 1-1,0 1 1,-1 2 0,0 0 0,-2 0 0,25-7-1,-3 0-55,-4 2 0,-4 1 1,-14 2-1,-4 1 0,-10 1 1,-5 0-1,19-15-640,-27 6 0,-14 5 1,-15 10-246,-8 3 0,-8 5 0,-12 10 0,-4 5-850,-4 3 0,-8 8 0,-3 6 1768,-4 5 0,-7-1 0,-4 4 0,-3-4 0</inkml:trace>
  <inkml:trace contextRef="#ctx0" brushRef="#br0" timeOffset="2950">1250 5423 7810,'-34'13'0,"-2"-2"293,-2-1 0,6-2 0,-3 2 0,6-3 1670,4-1 1,4-4-1040,7 3 0,7-4 1,9-2-222,11-4 0,11-3 1,15-9-1,10-1 88,7-1 1,11-9 0,6-1 0,14-11-471,-37 17 1,1-1-1,1 0 1,2 1 0,9-4-1,2 0 1,2-2 0,3 1-124,7-3 1,3 0-1,9-3 1,3 1 0,-25 9-1,0-1 1,2 2-1,-1-1 1,2 1 0,-1 1-194,1 1 1,0 0-1,-1-1 1,-3 1-1,0-1 1,0 0-1,1 1 1,0-1 0,-1 1-1,0 1 1,-2-1-1,1 0 74,-1 1 1,0 0-1,-1 0 1,19-6-1,-2 1 1,-7 2-1,-3 1 1,-7 2-1,-2 0-3,-2 2 0,-2 0 0,-4 1 0,-3 0 0,43-11 1,-17 4-235,-23 4 0,-13-1 0,-14 3 0,-3 3-280,-2 4 0,-2 3-222,-4-2 1,-8 5-40,-7 10 0,-2-2 1,-8 7-1,0 3-907,2 5 1,2-2 0,6 6 0,0-1-955,0 3 0,5 4 2849,0 1 0,6 14 1,-3 3-1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49:46.44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1250 1279 7679,'-15'-37'0,"0"1"825,1 0 0,-1 5 1,2-3-1,3 3 890,5 1 1,3 12-1626,2 3 1,2 17-1,1 5 1,4 9-123,1 8 0,-3 12 1,5 9-1,0 8 94,-2 9 0,3 9 0,-4 12 1,-1 12-150,-3-44 1,1 2 0,1 4-1,1 2 1,-1 6 0,0 3-1,1 5 1,-1 2-31,0 5 1,0 2 0,2 3 0,-1 1 0,-1 5-1,-2 1 1,2 4 0,0 1 289,-1-29 1,-1 0 0,0 0-1,-1 30 1,-1 0 0,2 2 0,1-1-1,-2 0 1,1 0-28,-1 0 0,1 0 1,-2-32-1,0 1 1,0 1-1,-2 0 0,0 1 1,0 0-1,-1 0 1,0-1-1,-1 1-8,1-2 1,-1-1 0,0 0 0,-4 33 0,-1 0 0,2-32-1,-2 1 1,1-1 0,0 1 0,0 1 0,0-1-47,0 1 1,0 1 0,0-1 0,-2-4 0,1 1 0,0-1 0,1 0 0,1 1 0,-1-1 0,-2 31 0,0-1 61,1 0 0,0 0 0,1 0 0,-1 0 0,1-3 1,0 0-1,-1-1 0,-1-1 4,0-4 0,-1-1 1,2-5-1,-1-1 0,0-2 1,-1 0-1,1-1 0,2-1-99,-1 0 0,1-2 0,0-8 0,-1-3 0,1-2 0,-1-2 0,1-3 1,0-1 44,-1-1 0,1 0 0,0-4 1,1-1-1,-5 38 0,2-14-249,3-12 1,-4-16 0,4-12 0,-3-7-1046,-2-6 1,-2-10 0,-2-7 0,-1-8-579,-4-10 0,-3-13 0,-4-12 1768,2-8 0,-3-4 0,5-7 0</inkml:trace>
  <inkml:trace contextRef="#ctx0" brushRef="#br0" timeOffset="869">485 1353 7673,'-39'0'0,"0"-2"0,-2-3 2260,-1-4 1,9 0-1416,4 0 1,17 5-1,9-1-955,14 4 0,12 1 1,13 0-1,8 0-137,8 0 0,9 0 1,7 0-1,12 0 332,10 0 0,-38-1 0,1 0 0,5 0 0,3-1 0,6-1 0,3 1 29,9 0 1,2 1 0,7-3 0,2 0-1,-21 1 1,1 0 0,0 0 0,3 0 0,0 0-1,0 0-113,5-1 0,0 1 0,1 0 0,3 0 0,1 0 1,1-1-1,4-1 0,1 0 0,0 0 0,1 0 1,1 0-1,-1 1 113,-1-1 0,0 0 0,1 0 0,0-1 0,1-1 0,1 0 0,4 0 0,2 0 0,0 0 0,-22 1 0,1 1 0,1-1 0,0 0-172,2 0 0,1-1 0,0 1 0,0-1 0,-2 0 1,-1 0-1,0 0 0,1 0 0,2 0 0,0 0 1,1-1-1,0 1 0,0 0 0,0-1 0,0 1 0,1-1 134,0 1 1,0 0 0,0-1 0,1 1 0,1 0 0,0-1 0,0 1 0,1 0 0,2-1 0,0 1 0,0-1 0,1 1 0,-1 0 0,1 0 0,0 0 0,-1 1-17,-1-1 0,0 1 0,-1 0 0,0 0 0,1-1 0,-2 0 0,2 0 0,-1 0 0,3 1 0,0 0 0,1 0 0,0 0 0,0-1 0,1 1 0,0-1 0,-1 1-32,2-1 1,-1 1 0,1 0-1,-1 0 1,-1-1 0,0 0-1,0 0 1,0 0 0,-1 1-1,0 0 1,1 0 0,-1 0-1,0-1 1,0 0 0,0 0-1,0 0-14,1 0 0,-1-1 0,1 1 0,1 0 0,1-1 0,1 1 0,0 0 0,-1-1 0,-1 1 0,0 0 0,-1-1 0,1 1 0,0 0 0,0-1 0,0 1 0,0-1-9,-1 1 1,0 0-1,0 0 1,-1-1 0,-3 1-1,0-1 1,-1 0 0,1 0-1,4 0 1,0 0 0,1 0-1,-1-1 1,0 1 0,0-1-1,0 1 1,0-1-15,0 1 1,0 0 0,0 0 0,-1-1 0,-4 2 0,0-1 0,-1 0 0,0 0 0,0 1 0,-1 0 0,0-1 0,0 1 0,-1 0 0,-1-1 0,0 1 0,0 0-16,0-1 0,-1 1 0,1 0 0,-1-1 0,0 1 0,-1-1 0,1 1 0,-1 0 1,0 0-1,-1 0 0,0 0 0,-1 0 0,-1 0 0,0 1 0,0-1 0,-1 1 5,21-2 1,0-1 0,-1 1-1,-3 2 1,0-1 0,0 1 0,-1-2-1,0 1 1,0-1 0,-1 1 0,1 0-1,-1 0-49,-1 0 1,0 2-1,-1-1 1,-7 0-1,-2 1 1,1-1-1,1 1 1,1 1-1,-2-1 1,-2 0-1,0 0 1,-2 0 139,0 0 0,-1 0 0,0 0 0,-2 1 0,1-1 0,-2 1 0,28-2 0,-1 1 0,-3 0 0,-1 2-10,-8 0 0,-1-1 1,-4-1-1,-2 0 1,-5 3-1,-2-1 1,0 2-1,-2-1 184,-4 1 1,-3 1 0,-10-1 0,-2 2 0,31-1 0,-4 1 347,-1 4 1,-11 3 0,-5 7 0,-15 0-403,-11-1 1,-9 6 0,-5 3 0,-2 3 427,-7 5 0,0 8 0,-6 4 0,-1 9-560,1 12 1,3 7-1,-4 6 1,1 3-63,-1 2 1,4 9 0,-7-40 0,0 1 0,1 5 0,1 1 31,0 4 0,1 1 0,1 1 0,-1 0 0,1 5 0,-1 2 1,0 1-1,0 2 97,-1 3 0,-1 2 1,1 2-1,0 2 0,2 4 1,-1 2-1,0 1 0,0 1-85,-1 0 1,-1 1 0,0 3 0,1 1 0,0 0 0,1 1 0,-3-30 0,1 2 0,-1-1-95,1 3 0,0 1 0,-1-1 0,0 0 1,-1 0-1,0-1 0,0 0 0,0 0 1,0 0-1,0-2 0,0 1 0,-1-1 0,1 1 1,0 0 0,-1-1 0,2 32 0,-1-1-1,-2-30 1,0 0 0,0-1 0,0 32 0,0-1 115,0-4 0,0-2 0,0-2 0,0 0 0,0-3 0,0 0 0,0 0 0,0 0-136,0 1 1,0-1-1,1-9 1,0-2-1,0-2 1,1-1-1,0-4 1,1-1 71,-1-2 0,-1-2 0,0-3 0,-2-1 0,0-9 0,-1-1 0,-5 38 0,-1-15 0,3-12 0,-5-10 0,-1-8-678,-2-8 1,3-13-1,0-8 1,-1-12-1161,-2-11 1,-2-8-1,1-14 1,-3-1-1274,-2-3 0,1 1 3111,-7-6 0,-4 1 0,-6-1 0,1 3 0</inkml:trace>
  <inkml:trace contextRef="#ctx0" brushRef="#br0" timeOffset="1871">44 7850 7710,'-14'5'0,"1"1"1008,3 2 1,3-3-402,7 5 1,7-5 0,4 5 0,9 1-397,9 2 0,9-3 1,11 0-1,6 1 9,7 2 1,13-4 0,12-5 0,9-2-141,-43-2 0,1 0 0,6 0 1,2 0-1,10 0 0,1-2 0,5 0 1,1-2-16,6-3 0,0-1 0,-1 1 1,2-2-1,9-3 0,1-1 1,1 1-1,0 0-97,-29 4 0,0 1 0,1-1 0,1-1 1,0-1-1,2 1 0,5 1 0,1 0 0,0 0 1,1-1-1,0 0 0,0-1 147,0 0 1,-1 0 0,2 1 0,4-1 0,1 0 0,1 0 0,0 1 0,1-1 0,1 1-1,3 1 1,0-1 0,1 0-174,5 1 0,0 0 0,0 0 0,-3 0 0,-1 0 0,1-1 0,5 0 0,0-1 0,0 0 0,-24 3 0,0-1 0,-1 1 0,1 0 130,1-1 0,0 1 1,0-1-1,0 1 0,1 0 1,1-1-1,-1 1 0,1 0 1,2 0-1,0 0 0,0 0 1,0 0-1,1 0 0,-1 1 1,1-1-1,-1 1-8,0 0 1,0-1-1,-1 1 1,1 0-1,-3 1 1,1 1-1,-1-1 1,1 0-1,3-1 1,1 0-1,0 0 1,0-1 0,0 1-1,1-1 1,0 1-1,0-1-30,2 0 0,0 0 0,1 0 0,-2 0 1,-4 1-1,0 0 0,-1 0 0,0 0 0,3 0 1,-1 0-1,0 0 0,0-1 0,-1 1 0,-1 0 1,0 0-1,0 0-12,0 0 0,1 0 0,-1 1 0,0-1 0,1 0 0,1 1 0,-1 0 0,1 0 0,-1 1 0,0 0 0,0 1 0,0-1 0,-1 0 0,-1 1 0,1-1 0,-1 0-9,-2 1 0,0-1 0,-1 0 0,1 1 0,0-1 0,0 1 0,0 0 0,0 0 0,-1 0 0,0 0 0,0 0 0,1 0 0,-1 1 0,1-1 0,-1 1 0,1-1-19,0 1 0,0-1 0,0 0 1,0 0-1,17 0 0,0 0 1,0 1-1,2-1 0,0 0 0,1 1 1,-3-1-1,0 1 0,0 0 2,-1 1 0,-1 0 1,0 0-1,-1 0 1,0 0-1,0 0 1,-1 0-1,1-1 1,-1 1-1,-2 0 1,-1-1-1,0 0-60,-2 1 0,-1 0 0,0 0 0,0 0 0,0 1 0,-1-1 0,-2 1 0,0 0 1,-1 0-1,0 0 0,1 0 0,-1 0 93,2 0 1,1 0-1,-3 0 1,-7 0-1,-1 0 1,0 0-1,2 0 1,1 0 0,0 0-1,-4 0 1,-1 0-1,1 0 7,-2 0 1,1 0-1,-1 0 1,1 0-1,-1 0 1,0 0-1,27 1 1,1 0 0,-1 1-1,-1-1-43,-6 2 1,0-1 0,4 1 0,-1-1 0,-6-2-1,-1 0 1,-1 0 0,0 0 42,-3 0 1,-1 0 0,-4 0 0,0 0 0,-2 0 0,-1 0 0,-1 0 0,-1 0 10,-4 0 0,0 0 0,-4 0 0,0 0 0,-2 1 0,-1 0 0,3 0 0,-1 1 217,-2 0 1,-1 1 0,-4 0-1,-1-1 1,38-2 0,-3 0-188,0 0 1,-3 0-1,8 2 1,-6 1-33,-9 2 1,-6 0 0,-13-5 0,0 0 371,0 0 0,1 0 0,0 0 0,1 0-387,-4 0 0,-10 0 0,-1 0 0,-7 0 434,-3 0 0,-1 4 0,-8 1 0,-2-1-389,-6-3 1,-2 4-1,-2 0 1,1 0 75,3 2 1,-7-6 0,3 6-1,-2-2-188,0-1 1,1 1-1,1-3 1,0 1 24,-1 2 0,-4 0 1,-2-3-1,1 1-155,-1 2 1,-3 0 0,3-4 135,-2 4 1,1-3 0,-2 3 40,5-4 1,-2-1-143,2 0 1,-2-1-1,3-2-354,-1-2 1,-7-2 0,2 2-934,-3-5 1,-5-3 0,-6-1 1418,-5-1 0,-55-13 0,-24-4 0,28 8 0,0 0 0,1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0:06.88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59 456 7647,'-14'-21'855,"-1"5"-163,0 4 0,7 11 0,3 1 0,4 9-196,1 9 0,0 9 0,1 12 0,2 11-158,2 11 1,2 17 0,-4 22 0,0-40 0,1 2-150,0 8 0,0 2 0,0 8 1,2 2-1,1 5 0,2 1 1,0 2-1,0 1-282,0 2 1,1-1 0,4-2 0,0-1 0,0 2 0,0 0-1,2-4 1,1-1 4,-1-4 0,0-3 0,-1-8 0,0-4 1,-3-12-1,0-1 0,-2-4 0,0 0 231,6 44 0,-8-5 1,-3-16-1,-3-14 190,-2-10 1,0-13 0,-2-5-480,-3-5 1,-4-10-1,-9-1-1002,-2-8 0,0-7 0,6-7 0,1-8-674,3-7 1,3-8 1821,7-4 0,0 3 0,0-5 0</inkml:trace>
  <inkml:trace contextRef="#ctx0" brushRef="#br0" timeOffset="1002">59 589 7651,'-1'-15'0,"-4"0"0,3 5 248,-3 1 0,5 5 626,5-1 1,5 4 0,10 1 0,4 0-418,4 0 0,14 1 0,11 3 1,12 1-298,13-2 0,9 3 0,6 1 0,-43-4 0,1 0-80,4 1 1,1-1-1,6 0 1,2-1-1,6-1 1,0 0-1,1 0 1,1 1-121,-2 0 0,2 1 0,2-1 0,2 1 0,5-3 0,1 0 1,4 0-1,0 0 126,1 0 0,0 0 1,6-1-1,1 0 0,-5 0 1,0-1-1,2-1 0,1 1-92,0 0 0,2 1 0,0-3 0,1 1 1,5 0-1,-1 1 0,-3 0 0,0 1 73,0 0 0,0 0 0,-2-1 1,0-1-1,5 1 0,0-1 1,-1 1-1,0 0-10,1-2 0,-1 1 1,-1 1-1,-1 1 1,-7-3-1,-2 0 0,4-1 1,0 1-58,0 0 0,1 0 0,2 2 0,-1-1 0,-2-1 0,-2 0 0,-1 0 1,-1 0-34,-3 0 1,0 0 0,1 1 0,0 1 0,1-2 0,-1 0 0,0 0-1,-1 0-72,-6-1 0,0 1 0,5 3 0,-2-1 0,-8-1 0,-1 0 0,3 0 0,0 1 108,-1-1 1,-1 1 0,2-2 0,-1 1 0,-2 2 0,0-1 0,1-1 0,-1-1-1,-1 0 0,-1 0 1,-4 2-1,0-1 1,1-1-1,0-1 1,2 0-1,1 0-53,-1 1 1,0 0 0,-3-3-1,-3 1 1,-7 1 0,0 1 0,0 0-1,2-1 61,3-1 0,0 2 0,2 1 1,-2 1-1,-1-2 0,-2 0 1,-5 0-1,-1 0 88,46-5 0,-47 8 1,0-1-1,5-1 0,1 0 1,0 0-1,-1 1-96,-2 0 0,0-1 0,0-2 1,-1 0-1,-2 2 0,0 1 1,4 0-1,1-1-1,5 0 1,0 0 0,-1 1 0,-1 0 0,-2-1-1,-1-2 1,-4 1 0,-1 0-1,0 0 0,-1 0 1,2 2-1,1 1 0,5-2 1,0-1-1,-2 2 0,-1-1-2,-3 1 0,-1-1 0,42-6 0,-5 2 1,8-1-3,-43 2 0,-1 0 0,-1 1 0,-1-1 0,47-5 0,-14 1 2,-6-2 1,-1 4-1,14-2 1,2 1 19,1 0 0,-13-4 0,-12 5 1,-6-2 273,-3 1 0,5 4 1,1-4-1,2 3-177,3 3 1,-4-4 0,-3 2 0,-5 2 103,-9 1 0,-7-3 1,-12 1-1,-3 0-151,-2 3 1,3 1 0,-6 0 0,3 0 299,-1 0 1,-6 0-1,2 0 300,-4 0 423,-8 0-798,-1 0 0,-5 0-200,3 0 0,-4 1 0,6 3-33,-1 0 0,-4 3 0,4-4 204,1 2 1,-4 7 49,7-3 0,-7 0 1,4-1 34,-1-2 1,-4 6 0,4-3-111,1 5 1,-5 2 0,4 5 0,-1 9 33,0 7 1,5 19-1,-4 11 1,2 16-219,-2-33 0,0 3 1,-2 7-1,0 2 1,1 9-1,0 2 1,0 1-1,0 1-102,-1 0 0,0 1 1,2 0-1,-1-1 1,-2-2-1,-1-1 1,0-1-1,-1 0-212,0-1 1,0-1 0,2-5 0,1-2 0,-1-10 0,2-1 0,5 42-269,-1-8 1,1-7-1,5-9 1,0-7 56,-1-7 1,-1-4-1,-1-9 1,-4-2-258,-2-6 0,-1-10 0,-5-4-1110,0-4 0,0-9-258,0-7 1,-1-12 2092,-4-7 0,3-1 0,-4 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0:27.58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13 309 7635,'10'-15'25,"0"0"1,-2 1-1,5-3 1,0-1 271,3-1 0,4-2 0,1 3 1,7-4 635,5 0 0,8 2 0,-4-3 0,2 2-415,1 3 0,-3 2 0,4 2 0,-4 5-260,-1 4 0,5 3 0,0 4 1,3 4-93,0 9 0,4 1 0,-11 9 0,1 3-81,-4 4 1,-5 4 0,-4 3-1,-7-4-43,-7-4 0,1-2 0,-7 1 0,-2-1-86,-1 0 0,-2-1 1,0-2-1,-2-1-52,-3 1 0,-3 2 0,-8 1 1,-2 0-147,-2 1 1,-6-1-1,0 2 1,-7 2 107,-6 1 1,1 1-1,-1-6 1,-2-1 109,-1-4 1,-1 2 0,4-8-1,3-5 123,0-6 0,5-5 1,-5-4-1,2-5 11,0-7 1,-2-8 0,3-7-1,-1 0 98,1-1 1,4-4-1,4 0 1,6 1-25,2 2 0,3 2 0,-1-3 0,2 0-20,3-2 0,5-2 0,10 3 0,7-1-29,5 1 1,6-3 0,7 0 0,1 0-11,3 0 0,-1 0 1,4 4-1,1-3 101,-1 3 0,-4 7 1,1 6-1,-3 2-59,-1 3 1,4 5 0,0 4 0,1 4-118,1 1 1,-5 6 0,5 6 0,-2 4 12,0 4 1,4 6-1,-7-2 1,-3 4-127,-1 2 1,-1-1 0,-3 0 0,-6 1-3,-6-1 1,-3 1 0,2-1 0,-5 0-77,-3 1 0,-2-3 1,0 0-1,-2-3-107,-3 2 0,-3 7 1,-7 1-1,1-1 145,-1-2 0,0-2 1,-1 1-1,-2-1 53,-2 1 0,-6-3 1,2-1-1,-3-3 68,3-1 0,-9 2 1,4-6-1,-2-3 66,0-4 0,1-8 0,-1 2 0,-1-5 92,-3-5 1,3-3 0,6-8 0,1-4-25,-1-4 0,0-4 0,0-1 0,1-1 8,-1 1 0,3-2 0,0-2 1,2-3 45,3-1 0,2 2 0,3-4 0,3 0 2,5 1 0,3-7 0,4 4 1,3 2-45,5 1 1,4-1 0,6 3-1,3 2-7,0 3 1,5 0-1,-4 11 1,4 2-54,1 2 0,6 1 0,-1 2 0,-2 3-179,0 5 1,2 4 0,2 1 0,1 0-37,4 0 1,2 4 0,-1 5-1,-3 2 26,-4 5 1,1 4 0,-4-2-1,-4 3 46,-7 2 1,-6-3 0,-4 4-1,-3 2-41,-1 2 0,-2-3 0,-5-1 0,0 2-67,0 2 1,-7 0-1,-4-2 1,-5-2-99,-4 2 1,-6 1-1,1-1 1,-2-2 38,-3 2 1,-4-3 0,0 0 0,-1-2 80,-1-3 0,0 4 1,-3-5-1,5-2 40,3-3 1,2-9 0,1 2 0,2-4 210,1-1 0,7 0 1,-1-1-1,2-2 167,3-2 1,-6-12 0,0 3 0,2-3 23,2 1 0,1-5 0,1-4 0,1-3 12,3-1 1,-2 0 0,7-1 0,2 1 0,2-1 0,1 1 0,0 0 0,1-1-63,4 1 1,3-1 0,7 1 0,0 0-102,-1-1 1,1 2 0,0 2 0,-1 3-226,1 2 1,5-3 0,-1 4 0,-1 4-578,-1 4 0,-3 1 0,1 6 0,1 2-691,4 1 0,-2 4 1,6 4-1,3 7-1754,0 5 3081,3 15 0,32 37 0,-27-23 0,0-1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0:31.68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236 5969 7952,'-25'0'0,"3"0"336,0 0 1,1 0-1,3-2 935,-1-3 0,-1 4 1363,5-4-2201,7 3 0,8 4 1,10 3-1,5 4 6,4 4 0,4 2 1,6 1-1,1 2-137,-1 2 0,2 4 0,4-2 0,4-1-73,3 0 0,9-1 0,3-6 1,3 1-17,2 0 1,4-7 0,1-3 0,0-3-81,1-2 0,-9 0 0,1 0 0,-3 0-98,-2 0 1,3-7 0,9-3-1,3-4-26,0-6 1,3-3 0,-6-8 0,-2-2-153,-1-1 0,-1-7 1,2 2-1,3-3 162,2-3 0,4 0 1,2-1-1,-3 0 18,-8 4 0,-11 6 0,-2-2 0,-3 1 86,-2-1 1,6 4-1,4-4 1,3 1-58,2-1 0,2-1 1,-1-5-1,-1 0-23,-7 0 0,-4 0 0,-4 0 1,1-1-22,4 1 1,-1 7-1,6 2 1,1 4 24,2 2 0,0 0 0,-3-1 0,-6 2 111,-7 4 0,-5-2 0,-7 5 0,0-2-49,1-3 1,4-2 0,4-3 0,2-3-5,6-6 1,13 1 0,1-2 0,4-1-99,1 1 1,-6 5 0,-7-3 0,-1-2-136,-4-1 1,-1-3 0,0 3 0,1 0 94,2-3 0,7 5 0,-4-11 1,2 2 64,0 0 1,-7 0 0,1 5-1,-6 0 39,-3 0 0,-4 0 0,4 1 1,2 1-28,1-2 1,4 3 0,3-10 0,5 1-43,3-4 1,-3 1 0,-4 1 0,-2 1 40,-6 4 0,-8 8 0,1 5 0,-6 3 74,-4 1 0,2-1 1,-2 0-1,3 0 49,1 3 1,0-3 0,1-3-1,1 0-5,3-2 1,-3 3-1,4-4 1,-4 1-18,-2 3 1,0 0 0,1 2 0,-2 0-51,-4 3 1,2 2 0,-6-3 0,-1 0-14,3-1 0,-8 1 1,3-1-1,-6 1-5,0 0 1,3-1 0,0 1 0,-1-1 21,-3 1 1,3 0-1,-5-3 1,2 0-7,0-2 1,-2-1 0,4 6 0,-3-1 1,3 1 1,1 1 0,0 2-1,-2 2-50,-1-2 1,0 3 0,3 0 0,-2 0-60,-1 0 1,-2-1-1,4-4 1,-4 2 20,-1 1 0,2-1 0,-4-7 0,-1-1 17,-3 1 0,4-3 0,0 1 0,-2-3-37,-1-3 1,-2 5 0,0 2 0,0 3 12,0 1 0,-5 1 1,-2 0-1,1-2 5,-1-4 1,-4 4-1,3-3 1,-2 1-4,0-1 1,0 1 0,-4-6-1,1 0-13,3 1 1,-3-4 0,3 3-1,-3-2 6,-2 2 1,0-2-1,1 7 1,-1-1 18,0-1 0,1 0 0,1-3 1,1 5-21,2 3 1,5-3-1,-4-1 1,-1 3 11,2 1 1,-4 1-1,7 2 1,0 2 25,-1 2 0,4 11 0,-3-2 1,4 2-32,1 0 0,-2 3 0,-3 0 0,-1 5 0,-6-3 0,2 2-87,-1 2 1,3 3 0,-2 1 0,-1 0-69,-2 0 1,-4 0-1,-1 0 1,-3 0 4,-2 0 1,-1 0 0,-6 1-1,-1 3 46,-3 1 0,1 6 1,-6-1-1,-2 5 49,-1 4 0,-2-1 0,0 5 1,-1 0 57,1 0 0,-1 6 0,-4 5 0,-7 1-41,-6 1 1,-5 0 0,-6 4-1,1-2 90,3-2 1,2 5 0,7-4 0,-1 3-39,4-1 0,2-7 1,-4 4-1,-2 0-22,-2 3 1,2 4 0,-2 1-1,4 0 1,5 0 0,3 0 1,7-1-1,-2-4 8,-3-5 0,2 2 0,-7 0 0,-3 0 7,-5 0 1,3 0 0,0-3 0,9 3 65,4 1 1,7 2 0,0 5-1,-2 0-22,-2 1 1,-2 4 0,-4 0 0,-5-2 34,-3-1 0,-1-9 0,4-1 0,5-2-54,4 1 0,7 1 1,4-2-1,3 4-6,1-1 1,6 6-1,-2-6 1,-4 4-4,-2 3 0,-7-8 0,3 6 0,-2-2 6,-3-3 0,-1-2 1,-1 2-1,2 1-10,2-1 1,7-3-1,-3 6 1,3 1 19,-3 1 0,6 2 0,-2 0 1,3 2 11,-3 3 1,0-7 0,-8 4 0,0-2 25,1-3 0,-4-5 0,2 2 0,-2-1-78,-2 1 0,1-1 0,4 6 0,3-1 0,0 4 0,5 3 0,-1-2 0,4 1 0,3-6 0,1 1 0,-4-9 0,0 0 0,-1 2 0,5-5 0,-8 2 0,6-5 0,0-4 0,-2 1 0,1 2 0,1-1 0,1-1 0,5-5 0,-2 4 0,-1 2 0,0 2 0,5-4 0,-2 1 0,2 1 0,-1 2 0,2 1 0,-2 1 0,2-3 0,3-2 0,-3 3 0,-1-4 0,-1 4 0,1 1 0,-3-1 0,-1-2 0,1-1 0,0 1 0,-5 2 0,1 1 0,-1 0 0,2 1 0,-4-1 0,3 1 0,-2-1 0,-3 0 0,6 1 0,1-1 0,0 1 0,0-1 0,5-1 0,-3-2 0,1-2 0,1 2 0,4-4 0,5-1 0,-1 0 0,-2 4 0,-2-4 0,2 0 0,2-1 0,1-1 0,2 6 0,-4-4 0,2 0 0,-1 1 0,3 2 0,0-4 0,-1-1 0,1 2 0,0 2 0,-3 5 0,1-2 0,-2-1 0,-1-1 0,0 6 0,2-3 0,1-2 0,2 1 0,-3-5 0,1 0 0,-2 1 0,4 2 0,-2-4 0,1-1 0,0 3 0,-4-6 0,5 5 0,-2-1 0,1-1 0,5 1 0,-1-5 0,4-1 0,1 1 0,0-5 0,0 0 0,0 1 0,0 2 0,0-3 0,1 0 0,4 1 0,3 2 0,7 2 0,0-2 0,0-3 0,1 3 0,2-3 0,1 3 0,-1 1 0,0 1 0,0 0 0,4-2 0,0-3 0,-4 3 0,4-3 0,-1 3 0,3 1 0,2 1 0,2 0 0,0-2 0,3-3 0,8 1 0,2-4 0,6-1 0,7 1 0,3-2 0,2-5 0,2 0-4131,2 0 4131,4 6 0,8 1 0,9 1 0,6 3 0,-1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0:35.134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102 1617 7728,'-6'15'322,"2"-1"106,-5 1 1,4-2 0,-3-1 194,1-3 0,-3 1 1,4 5 5,-2 0 1,4-1-1,-2-1 1,1-1 272,0-2 0,0-6 1,3 5 1366,-3-3-1865,4-1 0,-4-13 0,8-7 1,4-9 160,1-9 1,2-8 0,4-11-1,1-9-106,0-4 1,4-5 0,1-8 0,0-7-299,1-7 1,-3-4 0,-7 45 0,1 1-1,9-47-52,-3 9 0,-7 13 0,-1 14 0,0 12 68,-2 15 1,-1 10-1,-6 9-51,4 0 1,-3 5-89,3 1 0,-4-1 0,-1-5-97,0 0 1,2 2 0,1 2-285,2 1 1,0 5-194,-5-5 0,0 6-432,0-6 0,2 6-1343,3 0-677,-4 2 1926,6 2 0,-7 6 1,0 4-1,1 2-474,4-3 1,-3 5 1535,3-5 0,16-9 0,3-1 0</inkml:trace>
  <inkml:trace contextRef="#ctx0" brushRef="#br0" timeOffset="315">381 74 7754,'-9'-9'0,"-1"3"893,-2-1 1,-1 1 0,0-6 0,2 4 1393,1 2 0,5-4 0,-5 5-1331,-1 2 0,3 1 0,-2 2 0,0 2-88,2 3 0,-5 4 1,3 11-1,-3 6-264,-2 7 1,4 11 0,0 10 0,-4 3-414,-2 2 0,4 6 0,-6 2 1,3 0-192,1-3 0,5-7 0,0-7 0,0-5 0,2-3 0,0-13 0,5-4-1387,-2-7 1,2-10-348,8-3 0,3-3 0,6-4 0,1-3-173,0-5 0,0-9 1,-1-6-1,1-3 421,0-1 1,-1-2 0,1-3 1485,0-6 0,-1-48 0,-6 38 0,-1-1 0</inkml:trace>
  <inkml:trace contextRef="#ctx0" brushRef="#br0" timeOffset="517">220 294 7754,'-2'-8'921,"-1"1"1837,-2 1 0,-2 4 3787,3-3-5397,2 4 1,-3 1-1,10 0 1,6 0-314,7 0 0,5 0 0,8 0 1,4 0-836,4 0 0,3 5 0,2 1 0,2 2 0,3 4 0,-3 1 0,1 0 0,-6-2 0,-7-1 0,-4 0 0,-6 3 0,-4-2-5584,-4-1 3385,-8-7 1,-3 4 2198,-10-7 0,-44-46 0,-21-26 0,19 23 0,0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01.09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.2834E6"/>
      <inkml:brushProperty name="anchorY" value="-3.52156E6"/>
      <inkml:brushProperty name="scaleFactor" value="0.5"/>
    </inkml:brush>
    <inkml:brush xml:id="br1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.2884E6"/>
      <inkml:brushProperty name="anchorY" value="-3.53949E6"/>
      <inkml:brushProperty name="scaleFactor" value="0.5"/>
    </inkml:brush>
  </inkml:definitions>
  <inkml:trace contextRef="#ctx0" brushRef="#br0">412 58 7622,'-23'-18'0,"3"2"1315,4 3-988,8 8 1,-3 0 0,4 10-1,-1 5-6,-4 3 0,-1 13 1,-3 6-1,-2 9 108,-2 10 0,-1 6 0,3 10 1,-1 10-336,1 9 0,10-34 1,1 2-1,1 2 0,2 1 1,1 5-1,1 2-82,1 3 0,1 1 1,0 4-1,1 0 0,1 3 1,1 0-1,2 0 0,2-1-225,1 1 1,2 0 0,-2 4 0,0 1 0,2 1-1,-1 1 1,0 4 0,-1 1 200,-1 3 0,1 0 1,-1 2-1,0 0 0,1 1 1,-1 1-1,0 4 0,-1 1-60,-3-30 0,0 0 1,1 1-1,0 3 1,1 1-1,-1 1 0,-1 0 1,0 0-1,1 0 1,0-1-1,0-1 0,1 1 163,-1-1 1,1 1 0,0-1-1,0-1 1,0 0 0,0 1-1,0 4 1,0 1 0,0-1-1,0 1 1,0 0 0,0 0 34,0 0 1,0-1 0,-1 1 0,0 2 0,-1 0 0,0-1-1,0-3 1,1 0 0,-1 0 0,0 1 0,0 0 0,1 0-71,-2-1 0,1 1 0,0 0 0,1 0 0,0 1 0,-1-1 0,-1 1 1,0 0-1,-1 0 0,1-3 0,-1 1 0,1 0-40,0-1 0,1 0 1,-1 0-1,-2-1 1,0-1-1,1 0 1,1 0-1,0 0 1,1 0-1,-2 0 1,1-1-1,0 0 3,-1-2 1,1-1 0,-1 0-1,2-1 1,-1 1 0,0-2-1,0 25 1,-1-1 0,2 0-1,1-1-78,0-1 0,0-1 0,-2-1 1,1-1-1,1-3 0,0-1 1,0-8-1,0-1 69,0-6 0,0 0 0,-1-4 1,-1-1-1,3 1 0,0-1 1,0-6-1,0-1-23,3 39 0,5-17 0,-5-13 0,2-5-394,0-6 1,-7-4 0,4-11 0,-2-9-518,-1-7 0,1-16-898,-5-11 1,0-11 1821,0-18 0,-6-4 0,-2-6 0</inkml:trace>
  <inkml:trace contextRef="#ctx0" brushRef="#br1" timeOffset="466">74 293 7643,'-15'0'-26,"0"0"366,1 0 0,4 0 0,2 2 167,1 3 0,2-2 1,7 7-323,3 1 1,-2 2 0,7 2 0,1 0-163,2-1 1,4 3-1,1 1 1,3 1-39,2-1 0,1 3 15,6-1 0,25 39 0,7 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04.683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470 216 7774,'13'-44'9,"-3"0"1,-3 1 233,-1 4 0,-4 15 1,1 11 257,-6 4 0,-5 13 0,-9 10 0,-1 9 60,-1 5 1,-9 8-1,0 5 1,-6 8-144,-4 10 1,-1 6 0,-3 10-1,1 7-272,20-37 1,3 3 0,1 1 0,1 3 0,-2 7 0,2 3 0,0 2-1,2 1-188,1 0 1,2 2 0,1 6 0,3 1 0,3 1 0,0 0 0,1 3 0,0 1 19,1 2 1,0 0-1,2-3 1,0 1-1,2 2 1,0 1-1,1-3 1,0-1-23,1-2 1,0 1-1,1 3 1,0 0-1,2 0 1,1-1-1,-1 1 1,1 0 20,-1-3 1,0 1 0,-2 1 0,0 0 0,0 1 0,0 1-1,0 2 1,1 0 74,1 2 1,-1 0 0,-1 0-1,0 0 1,0 1 0,0 1-1,0-1 1,1 1-152,1 2 1,-1 0 0,2 1 0,-1 0 0,0 3 0,-1 0 0,0-1 0,0 0 83,-2-2 0,1-1 0,2-3 1,1 1-1,2-1 0,1-1 1,0 0-1,1 0 17,1 2 1,0-1-1,-1-6 1,-1-1 0,1 3-1,1 0 1,-1-1-1,0-1-37,0 0 1,-1 1 0,1 2-1,-1-1 1,-2-2 0,0 0 0,1 0-1,0-1 25,-1-1 1,-1 0-1,1-2 1,-1-1-1,-1 1 1,1 0-1,-1-1 1,2 1 55,1 3 1,-1-1 0,-3-8-1,0-1 1,1 2 0,1-1-1,-2-4 1,-1 0-17,-1-1 0,0 1 0,3-4 0,-1 0 0,-1 2 0,-2 1 0,2-4 0,-1-1-16,-2-4 0,0-1 1,2-4-1,-1 0 0,2 49 1,0 0 171,1-6 1,-4-17 0,4-13-1,-1-12-2,0-6 0,5-4 0,-5-4 1,0-9-662,1-7 1,-4-11-33,3-1 0,1-13 1,-1-2-1,-1-8-526,-3-7 1,-1 0-1,2-7 1,1-4 1034,2 0 0,7-7 0,-4 0 0</inkml:trace>
  <inkml:trace contextRef="#ctx0" brushRef="#br0" timeOffset="2016">485 8962 7884,'-23'-10'0,"3"2"249,4 1 0,-4-2 0,1 4 0,2 0 2107,6-2-1998,5 6 0,12-4 1,5 8-1,9 4-169,9 1 1,7-5 0,10 2-1,3-2-27,5 2 1,6-3 0,11 3-1,14-4-109,14-1 0,-44 0 0,1 0 1,5 0-1,1 0 0,3 0 1,0 0-42,5 0 0,1 0 0,3 0 0,2 0 0,5 0 0,1 0 1,1 0-1,-1-1-62,1-2 0,-1 1 0,1 0 0,-1 0 0,4-2 0,0-1 0,-1-1 0,1 0 92,3 0 1,0-1-1,-3 2 1,0 0 0,5 1-1,1-1 1,-4-1-1,0 0-12,1 0 0,0-1 0,2 0 0,1-1 0,3 1 0,1 0 0,0-1 1,-1 1-49,1 0 1,-1-1 0,2 1 0,-1 0-1,3-1 1,0 1 0,-32 2 0,1 1 0,1 0-119,0 0 0,1 1 0,0 0 1,1-1-1,0-1 0,-1 1 1,0 1-1,-1 0 0,0 1 0,0-1 1,1-1-1,0 1 85,-1-1 0,1 1 0,0 0 0,0 1 0,0 1 0,0-1 0,3 0 0,0-1 0,0 0 0,-1 1 0,0-1 0,0 2-12,-2-1 0,0 1 0,1 0 0,-1 0 0,0 0 0,0 0 1,1 0-1,1 0 0,-1 0 0,2-1 0,0 0 0,0-1 9,0 0 0,-1 1 1,0-1-1,1 1 0,0 1 1,-1-1-1,-3-1 0,-1 0 1,0-1-1,0 1 1,-1 0-1,1 0 37,0 0 0,0 0 0,0 0 0,29-3 0,0-1 1,3 2-1,0 1 0,-4-3 0,-1 0 85,-2 0 0,0 0 0,-6 0 0,-1-1 0,1 0 1,1 0-1,-2-1 0,1 0-74,2-1 1,-2 0 0,-8-2 0,-3 0 0,-3 2 0,-2 0 0,-1 1 0,-1 0 75,2 1 0,-2 0 0,-5 0 0,-2 1 0,-3 0 0,-2 1 0,-4 0 0,-1 1-12,46-5 0,0 5 1,-48 1-1,1 0 1,45-4 18,-8-1 0,-19 0 0,-13-5 1,-4 3 234,2 1 0,8 0 1,1-4-1,0-1-194,-3 0 1,-8 6-1,-3-1 1,-5-2 118,-4-1 0,-5 0 0,-7 2 1,-2 3-293,-1 1 1,-1 1-1,4 2 1,-3-1 165,-6 2 1,2 1-1,-1 2-197,-2 0 299,-2 0 0,-1 0-199,0 0 1,-1 0 0,1 0-1,0 2-81,0 3 0,-1-2 0,1 5 0,0-1-32,-1-4 1,1 5 0,0 1 276,-1-1 0,-4-2 1565,0-6-1022,-7 0 1,4-1 0,-7-4-177,0-5 1,0-3-1,0-2-221,0 0 1,0 1-1,0-1 1,1 0-202,4 1 1,-3-6 0,3-1 0,-2-2 42,2-3 0,2-4 1,4-4-1,-1-7-90,1-6 1,2-7 0,2-11 0,0-9-32,-1-7 0,0-8 0,-3-4 0,-1-3-25,1 0 0,-7 42 1,-1 0-1,0 1 1,0 0-1,0-3 0,-1-1-16,1-2 0,-1 0 1,1 5-1,-1 1 1,-2-4-1,0-1 1,0 2-1,0 0 65,0-3 0,0 0 1,2 0-1,1-1 0,-1-2 1,1 0-1,-1 1 0,-1 1-87,0 2 1,0 0-1,1-2 1,1 1-1,-1-3 1,0 1 0,0 1-1,0-1-11,-1 1 1,-1 1 0,0 0 0,0 0 0,0 1-1,0-1 1,0 0 0,0 0 44,0 0 0,0 1 0,0-2 0,0 0 1,0 1-1,0-1 0,0 0 0,0 1 19,0 1 0,0 0 0,0 2 0,0-1 0,0 0 0,0 0 0,0 0 0,0 0 53,1-3 0,-2 0 0,-1 4 0,-1 0 0,0-2 0,0 0 1,-1 2-1,0 1-48,-2 1 0,0 2 0,3-2 1,0 0-1,-1-1 0,1 0 1,1-1-1,-1 0-74,1 1 0,-1 0 0,1 3 1,0 0-1,0-48 0,-1 0-28,0 48 1,1 0 0,-1 1 0,1 1 0,2-2 0,0 1 0,0-44 77,0 5 1,0 2-1,0 0 1,-2 0 30,-3-1 1,4 8 0,-6 2 0,2 3-24,0-3 0,-1 11 1,3-3-1,-4 4-100,-1-1 1,3 1 0,-5 1-1,0 6 45,2 8 1,-3 4 0,6 4 0,0 0-84,-2 0 0,6 2 0,-4 1 0,3 2 62,2-2 0,0-2 0,0 1 0,0 3 136,0 4 1,0 9-1,0 3 1,0 2-78,0 3 1,0 2 0,0 1 140,0 0 0,0 6 318,0-1-347,0 7 1,-1-4-163,-4 7 0,3 2 0,-4 1 0,1 3 78,0 3 0,-7-1 1,3 3-1,-5-1 39,0 1 1,-3-2 0,-2 0 0,-7 3 30,-7 1 0,-1 2 0,-9-1 0,-2 1 73,-1 0 0,-2-1 0,-1 0 1,-6-3-80,-7-1 0,-5 0 0,-10 4 1,-6-1-100,-10-3 0,-4 3 1,-2-5-1,48-3 0,0 0 14,2 0 0,-1 0 0,-4-1 0,0 0 0,-3 2 0,-2 0 0,-1-2 0,-1 0-85,1-1 0,-1 0 0,4 1 0,0-1 0,0-1 0,0-1 0,-2 1 0,0 1 56,-1-1 0,-1-1 0,1 1 0,1-1 0,2 1 0,0 0 0,-2 0 0,0 1 9,-1-2 0,1 1 0,1-1 0,0 0 1,-2-1-1,-1 0 0,3 0 0,0 0-7,2 0 0,-1 0 0,1 0 0,0 0 0,-2 0 0,0 0 0,1-1 1,1 0 30,2-1 1,0-1-1,3 2 1,1-1-1,0-2 1,-1 0-1,-1-1 1,-1 1-38,1 0 1,0 0 0,-2 0 0,0 0 0,2-2 0,-1 1-1,2 0 1,0 0-7,-3-1 0,1 0 0,1 2 0,0 0 0,-4 0 0,1 0 0,0 0 0,0 0-17,2 0 0,0 0 0,2 0 0,1 0 0,-1-2 0,1 0 1,-2 1-1,-1 0 66,1 0 0,0-1 0,-1 2 0,1 0 0,-48-4 0,4-1-41,3 1 1,0 0 0,41 2 0,-1 1 0,1 0 0,0 1-51,0 1 1,1 0 0,-45-8 0,11 2 0,-4 0 24,0-1 0,-8 5 0,46 1 1,-1 0-1,-46-4 51,2-1 1,9 6 0,-6-2 0,-3 2-15,-4-2 1,2 3 0,4-3 0,2 4 20,6 1 0,-11 0 1,46 0-1,-1 0 1,0 0-1,0 0-43,-1 0 0,1 0 0,-42 1 1,4 3-1,3 1-76,-3-2 0,-4-1 0,-6-2 1,9 0 77,12 0 0,4 0 0,5 0 1,-9 0 75,-9 0 0,7 0 0,-3 0 0,9 0-35,7 0 1,1 0 0,3 0-1,-5 0 44,-3 0 0,-3 0 0,-1 0 1,-1 0-38,5 0 1,7 0-1,9 0 1,1 0 131,-6 0 0,-4 0 1,-9 1-1,2 2-75,4 2 1,4 0 0,9-5-1,2 0 2,3 0 1,-1 5 0,2 0 0,-5 0-88,-3 1 0,-3-4 0,-2 5 0,-1-2 42,6-1 0,5 1 0,8-5 0,0 2 53,0 3 0,0-3 0,0 2 0,-1-2-18,1-2 0,-6 0 1,-3 0-1,0 0-36,-1 0 1,8-5 0,0 0-1,7 2 28,3 1 1,2 2 0,4 0 0,3 0 28,2 0 1,-3-1-1,4-3 1,-4 0-94,-1 0 0,4 3 0,2 1 0,2 0 0,3 0 0,2-5 0,1 0 0,0 2 0,6 1 0,-1 2 0,5 0-71,-5 0 1,0 0 0,-4 0-1441,-1 0 0,0 0 0,1 0-4413,-1 0 5924,0 6 0,27-37 0,6-3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13.51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74 338 7726,'-5'-14'0,"0"-1"0,-1 0 0,3-1 0,-2-2 334,1-2 1,3 1-1,1 2 1,1-1 863,4-1 1,8-6 0,10 4 0,3 0-497,5 0 1,10 1 0,3 5 0,9 1-339,4-1 1,6 7 0,3 3-1,-1 3-162,0 2 1,-3 13 0,-8 7-1,-5 8-199,-3 6 0,-2 10 0,0 10 0,-1 1-165,-4-1 1,-10-1 0,-11-6 0,-6 2 3,-7-2 1,-7 2-1,-8-3 1,-9-4 125,-8 1 1,-7-1 0,-3 2 0,-3 1 247,0-1 0,-6-7 0,7-1 0,-4-3 152,-1-4 1,0 4 0,2-10 0,1-2 18,2-6 0,-1-7 0,-2-8 0,1 0-32,2 0 0,6-8 0,-1-7 0,3-8-101,1-5 1,3-8 0,1-4 0,4-8-50,6-6 0,-2-9 0,10-6 0,0-3-196,3-1 1,5 1-1,6 2 1,9 3-213,8 1 0,6 4 0,4 10 0,3 10-743,1 10 1,3 16-1,4 11 1,1 5-113,4 5 1,-3 11 0,3 14 0,-3 7 1057,-2 6 0,18 5 0,12 7 0,5 4 0,0-1 0</inkml:trace>
  <inkml:trace contextRef="#ctx0" brushRef="#br0" timeOffset="664">192 1191 8394,'-5'-10'701,"0"0"1,0 5 0,7-5 0,4-1-140,9-2 0,8-2 1,13 1-1,8-1-108,8 0 0,5 5 1,4 2-1,1 2-86,1 2 1,-1 6 0,-6 6 0,-4 10-231,-1 8 1,-4 5 0,-8 10 0,-6 0 31,-7 5 1,-5-1 0,-7 11 0,-5 1-255,-4 0 0,-11 4 0,-9-12 0,-8-2 150,-5-1 0,-8-4 0,-3-3 0,-3-4 237,-2-4 1,0-3-1,0-2 1,-1-3 3,1-2 0,5-2 1,0-6-1,-2-3-49,-1-5 0,-1-3 1,2-4-1,4-3-53,1-5 1,-3-11 0,4-7 0,4-7 39,5-8 1,0 1 0,8-14-1,3-4-174,4-7 1,8-15 0,-2-1 0,5 4-283,5 7 0,9 15 1,13 13-1,4 10-350,3 8 1,8 11-1,2 10 1,9 5-868,4 5 1,7 3 0,-2 9-1,-4 2 1428,-2 6 0,15 17 0,10 9 0,-21-14 0,1 0 0,-1 0 0</inkml:trace>
  <inkml:trace contextRef="#ctx0" brushRef="#br0" timeOffset="1400">221 2411 7774,'-15'-17'0,"1"1"190,-1 1 1,5-6 0,2 10-1,2-1 694,2-1 1,9 0 0,7-2 0,6 1-34,6-1 0,5 0 0,6 1 0,6-1-184,6 0 1,-1 1 0,4 1 0,-1 3-292,0 5 1,7 3-1,-4 4 1,2 3-244,0 5 1,-5 4 0,5 7 0,-2 7-99,-5 5 0,1 6 1,-16-3-1,-4 3-158,-7 7 1,-11-2 0,-5 5 0,-5-2 80,-5 2 1,-5-1-1,-11 4 1,-7-1 72,-4-4 0,-9-8 0,2-4 1,-4-4 37,-1-2 1,-3-1 0,1-4 0,4-4 25,-1-4 0,7-8 0,0-3 0,2-3-40,0-2 1,-5-2 0,3-3-1,0-6 112,0-7 0,-3-7 1,4-9-1,3-7 51,1-6 0,1-10 1,2-10-1,4-2-118,4-1 0,10 1 1,6 12-1,4 3-244,4 5 0,13 5 0,12 7 0,10 7-617,9 9 1,-1 1 0,9 4 0,1 5-733,0 2 0,3 5 1,-9 5-1,0 6 1493,-1 7 0,6 27 0,-4 13 0</inkml:trace>
  <inkml:trace contextRef="#ctx0" brushRef="#br0" timeOffset="1997">265 3322 7737,'-5'-15'0,"0"1"0,2-1 0,2 0 0,1-1 0,3-2 527,7-2 1,1-1-1,15 3 1,5-1 178,7 1 0,6 6 1,3 4-1,4 2-157,1 2 1,-3 4 0,5 7 0,0 8-283,-2 7 0,-1 8 0,-9 6 0,-3 6-227,-4 6 0,-6 7 1,-4-3-1,-7 1 37,-7-4 1,-4 1 0,-9-1 0,-3-1 13,-5-3 1,-11-7 0,-7-4 0,-6-3 197,-4-1 0,-1-1 0,-3-1 0,1-2 67,2-2 0,4-6 0,-4 2 1,0-5-233,1-6 1,1-2 0,4-7 0,-3 0-36,-1 0 0,-1-13 0,-1-7 0,5-7 27,3-8 0,1-4 1,2-12-1,2-6-96,2-5 0,8-8 0,1 1 1,8-4-295,6-6 0,2 1 0,6 1 1,9 14-448,12 10 0,5 16 0,11 9 0,6 12-536,6 9 0,4 7 1,2 5-1,2 7 1257,-2 5 0,-9 9 0,9 8 0,1 1 0,6 5 0,-1 0 0,1-1 0</inkml:trace>
  <inkml:trace contextRef="#ctx0" brushRef="#br0" timeOffset="2614">353 4292 7744,'0'-23'225,"2"-4"1,1 4 0,6-2 420,4 1 0,0 1 0,11-2 0,2 6 62,2 2 1,3 9-1,3 3 1,4 7-283,-1 8 0,4 8 0,-5 16 0,0 5-390,0 4 1,-3 6 0,-9 1 0,-4 3 3,-4 2 0,-3-3 1,-3 4-1,-5 1-98,-3 0 1,-11-1 0,-5-12 0,-9-2 42,-5-2 0,-3 0 0,-2-7 0,-3-4 229,-1-2 0,4-9 0,-3 3 0,0-3 72,-3-4 1,2-2 0,-3-12 0,1 0-34,2 0 1,-6-8 0,6-7 0,-1-9 2,4-9 1,3-6 0,1-12 0,3-8-46,2-8 1,9-5 0,8-1 0,1-1-147,4 1 1,13 1 0,8 5 0,8 10-103,10 11 0,6 9 0,9 9 0,6 3-595,5 6 0,2 9 0,-6 7 1,1 8-599,0 9 1,-2 8 0,-3 9 0,-5 3 1229,-3 5 0,-11 19 0,0 11 0,3 7 0,1-1 0</inkml:trace>
  <inkml:trace contextRef="#ctx0" brushRef="#br0" timeOffset="3149">280 5248 7741,'0'-20'466,"0"1"1,2-8-1,2 5 1,6-3 535,3 1 1,9 6 0,4-2-1,5 5-318,3 5 0,7 4 1,-2 8-1,4 2-304,1 6 0,3 10 0,0 4 0,-1 6-259,1 4 0,1 4 0,-4 6 1,-2 0-251,-2 0 1,-11 2-1,-11 1 1,-7 2-7,-6-2 0,-6-1 0,-9-2 0,-11 0 171,-10 0 0,-7 0 0,-6 2 0,-2 0 242,-3-2 0,3 2 0,-3-12 0,4-1 154,1-2 1,-2 1 0,-1-2 0,-4-7-40,-1-5 1,-2-5 0,-3-2-1,3-3-84,5-1 0,9-9 0,8-8 0,4-6 98,4-8 0,7-4 0,1-16 0,6-7-228,4-4 0,1-16 1,5-4-1,0-2-245,0 2 0,11 5 0,5 15 0,7 6-99,8 9 1,5 9-1,8 8 1,0 9-634,1 7 0,4 6 0,3 1 0,2 1-811,1 4 1,-1 8-1,-10 8 1609,0 2 0,-1 4 0,4 3 0,4 6 0,-1-1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21.43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235 1146 7853,'-6'-15'-466,"2"0"0,-4 1 650,2-1 1,-1 2-1,4 1 1,-4 4 196,-1 2 1,3-4-1,-4 5-11,-3 2 0,-1-4 0,-2 2 0,1 2 18,-1 1 0,0 7 1,1 2-1,-1-1 41,0 1 0,2 4 1,2-2-1,3 0-61,1 1 1,2-5-1,5 5-129,0 1 0,2-4 1,4-1-1,7-1-4,5 0 0,8 2 0,-1-4 0,4 2-32,6-2 1,2-1-1,9-2 1,3 0-44,5 0 1,10 0 0,6 0 0,5-2-100,3-3 1,1 2 0,-4-5 0,3 0-2,5-1 1,-1 5 0,0-5 0,-2 3-52,-3 3 0,-2 1 0,-5 2 0,-6 0-129,-10 0 0,1 0 1,4 0-1,9 0 180,9 0 0,-3 0 0,1 0 0,-7 0 46,-2 0 0,4 0 1,0 2-1,7 1-40,6 2 0,5 0 0,2-5 0,2 0 20,-1 0 0,-3-5 0,10 0 1,2 2-23,-49 2 0,-1 0 1,48-4-1,-3-1 0,-2-1-8,-1 0 0,2 1 0,-42 4 0,1 1 0,-1-2 0,0-1-11,-1 0 0,0 0 0,42 1 1,0-4-1,-2 2 34,2 0 0,4 0 0,1 4 0,-8-2-20,-12-2 1,-5 0 0,6 5 0,6 0-36,6 0 1,-7 0 0,-1 0 0,-8 0-19,-6 0 0,4-2 0,-1-1 0,6-2-13,4 2 1,-10 1 0,-2 2-1,-6 0 11,-7 0 1,-8 2 0,0 1 0,-3 2-6,-2-2 1,6-1-1,3-1 1,-1 3 23,-3 1 1,-3 1 0,-4-3 0,-1 2-31,-2-1 0,-8 2 1,0 1-1,-5-1-24,0 1 1,-1-1-1,3-3 1,3 2-3,0-1 1,5 2 0,0-1 0,1 0 46,4 2 0,0-6 0,0 4 0,-4-2 36,-1 2 1,3-3-1,-4 3 1,-3-2 40,-1 2 1,-6-3-1,-1 2 1,2 0-39,2 1 0,2-4 1,1 4-1,3-3-3,5-2 1,5 0 0,4 0 0,2 0 21,3 0 1,-6 5 0,0 0-1,-4-2-10,-4-2 1,-6 4-1,3 0 1,-2-1-60,0-3 1,7-1-1,-2 0 1,4 0-20,1 0 1,0 0 0,0 0 0,2 0 26,3 0 0,-5 0 0,1 0 0,-5 0 3,-4 0 0,-2-1 1,-5-3-1,1-1 48,-1 2 1,0-3-1,3 1 1,2 1-48,5 3 0,-1-4 0,1 0 0,2 2-101,1 1 1,-3 2-1,-1 0 1,-2-2 46,-4-2 0,-2 2 0,-6-3 0,-4 3 6,-4 2 0,-6 0 1,0 0 15,1 0 1,-3 0 2,2 0 0,-5 0 1,5 0 11,1 0 1,-2 0 12,0 0 0,1 0-24,5 0 1,0 0-131,-1 0 1,1 0 701,0 0 0,-7-6 182,-3-4 1,-4-3 0,-1-3-232,0-4 0,0 4 1,0-6-1,2 1-269,3-3 0,-4-4 0,4-3 0,-3-2-240,-2-1 1,5-5 0,0 4-1,0 1-144,1-2 1,-2 7-1,4-2 1,-2 5 92,-3 0 1,-1 3 0,-2 0-1,0 0 116,0 0 1,0 4 0,0-6-1,-2-1 71,-2-2 1,0-1 0,-5-2 0,-1-2 7,2-1 1,-6-2 0,5 3 0,-3-1-165,2 1 1,-1 4 0,4 3 0,1 3-323,-1 2 0,1 3-513,1 8 1,3 5-467,-3 10 1,4 5-1,1 9 1,0 4-372,0 0 0,0 5 0,0-2 0,0 5 1691,0 3 0,0 40 0,0 4 0</inkml:trace>
  <inkml:trace contextRef="#ctx0" brushRef="#br0" timeOffset="1614">323 1219 7796,'-9'-10'665,"-1"1"1,5 4 0,-3-5 220,1-1 0,1 2 0,2 0-375,0-3 1,-6-1-1,5-2 1,2-1-9,1-4 0,-3-2 0,0-8 0,2-2-242,1-8 1,-3-1-1,0-12 1,2-3-143,2-1 1,1-4-1,0-1 1,0-1-23,0 1 0,0 3 1,0 3-1,0 4 17,0 1 0,0 2 1,0 7-1,0 3 4,0 4 0,4 9 0,1 3 392,-1 2-84,-3 8-590,-1 7-134,0 12 0,2 2 160,3 7 0,-2-7 0,7-1 0,1-2 151,2 0 0,4-1 0,2-2 0,6 1 42,3 2 0,3 0 0,3-5 0,7 0 18,6 0 0,-1 0 0,4 0 0,-1 0-48,0 0 1,2 0 0,-2 0 0,3 0-28,1 0 0,4 0 0,-3 0 1,4 0-8,6 0 1,-8 0-1,2 0 1,-2 0-37,-4 0 1,-1 0 0,-9 0 0,-1 0-4,-2 0 0,1 0 0,4 2 0,1 1 12,4 2 0,-3 1 1,5-2-1,-2 1 60,0-2 0,0 3 0,-5-1 0,-2 0 67,-2 2 1,2-6-1,-1 4 1,8-3 44,10-2 0,1 0 0,9 0 1,1 0-56,2 0 1,-4 0 0,-1 0 0,0 0-2,0 0 1,3-5 0,7 0 0,3 2-1,2 1 1,-12 1 0,-1-3 0,-7-1 30,-3 2 1,3 2 0,3 1 0,5 0 94,0 0 1,1-5 0,1 0-1,-4 1-84,-4 3 0,-9 1 0,-2 0 1,1 0-72,3 0 1,6 0 0,12 0 0,1 0-35,-5 0 1,-7 0-1,0 0 1,-2 0 86,2 0 1,3 0 0,6 0 0,2 0 18,4 0 0,-4 0 0,0 0 1,-8 0 17,-8 0 1,-2 0-1,6 0 0,6 0-19,3 0 0,1 0 0,-1 0 0,-5 0-38,-8 0 1,0-5-1,-5 0 1,3 2-142,2 1 1,6-3-1,4 0 1,3 2 49,1 1 1,-6 1 0,-5-2 0,-5-2 61,-3 1 0,0 3 0,5 1 0,0 0 22,-1 0 0,1 0 0,-2 0 0,-1 0-4,-2 0 0,-13 0 1,-2 0-1,-7 0-50,-2 0 0,1 0 0,2 0 0,1 0-45,-1 0 0,2 1 0,1 3 0,4 1 5,5-2 1,-6-2-1,4 1 1,-4 1-3,-1 2 0,-6 0 0,3-3 0,-6 1 11,-4 2 1,1 0 0,-5-4-1,2 3 28,3 1 0,0 0 0,0-4 0,-1 2 14,1 2 1,3 0-1,4-5 1,1 0 30,-1 0 1,-2 5-1,-2 0 1,2-2-6,4-1 1,-4 3-1,1 0 1,-4-2-19,-3-1 0,-1-2 0,5 0 0,1 1 72,-1 4 0,1-3 0,-1 3 0,2-4-40,3-1 1,-1 0 0,6 0-1,2 0-21,2 0 1,1 2 0,-2 1 0,-1 2 52,-2-2 0,-6-1 0,1-2 1,-3 0 25,-1 0 1,-6 0 0,-1 2 0,0 1-93,0 2 0,-4 5 0,4-4 1,0 1-41,0-1 0,-4 4 0,4-3 0,-1 1 0,-5 3 0,0-4 0,-2-2-567,-7-4 0,-3-1-502,-10 0 0,1 0-2430,-5 0 1,5-1 3498,-1-4 0,30-30 0,8-12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24.54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154 353 7709,'-25'9'286,"1"-5"0,4 3 1,-3-2 943,2-2 0,1-1 450,6-2 1,7 0-998,7 0 0,8 0 0,12 0-147,4 0 0,4 0 0,3 0 0,3 0-207,6 0 0,7-5 0,4 0 0,1 0-244,3-1 0,4 2 0,3-4 1,4 0-30,1 0 0,6-2 0,7-3 0,2 2-66,3 1 1,-9 2 0,-5-2 0,-14 3-142,-10 1 0,-8 4 0,-14-3-120,-5 4 217,-11 1 1,-4 0-157,-10 0 0,2 0-404,-7 0 1,5 0-797,-4 0 0,5-2 0,-2-1-2723,-1-2 4133,6 0 0,-12 5 0,4 0 0</inkml:trace>
  <inkml:trace contextRef="#ctx0" brushRef="#br0" timeOffset="400">1021 30 7709,'-15'-2'0,"0"-1"773,1-2 0,-1 0 1,0 5-1,2-1 3539,4-4-3516,2 3 1,9-4-1,3 6 1,4 0-100,4 0 0,9 1 0,2 3 0,4 0-443,1 0 1,1 4 0,1 0 0,1 2-275,3 0 1,-1-2 0,-5 3-1,1-1-113,-1 1 0,1 3 1,-3 0-1,-2 1-227,-6 0 1,-4-1 0,-5 1 0,-5 1 320,-4 4 0,-1-7 0,-1 3 0,-4-1 229,-5-4 0,-9 3 0,-4 2 0,-2 0-187,1-3 1,1-1 0,-3 2 0,1 3-279,-1 2 0,-2-2 1,-1 2-1,-1-2-1235,1-3 1,0 3-1,-1 2 1,3 4 1509,2 0 0,-9 11 0,3-3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27.46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160 250 7750,'-14'0'13,"-1"0"1,0 0 829,1 0 1,4 0-1,0 0-106,-2 0 0,-1 0 0,-1 0 632,-1 0 0,5 0 341,0 0-1096,7 0 1,-2 0-376,10 0 0,5 0 1,10 0-1,6-1-143,6-4 0,12 3 0,9-3 0,1 2-126,0-2 1,-1 3 0,6-4 0,-2 1-99,-3 0 0,2 0 0,-7 5 0,-3 0-11,-6 0 0,1 0 0,-8 0 0,-5 0 168,-7 0 1,-10 0 220,-1 0 0,-5 0 0,3-1 359,-1-4 0,-1 1-442,-1-5 1,-2 5-1,6-2-743,-3-1 1,6 6 13,-3-4 0,3 1 1,-1 1-179,-1-2 0,-5 0-690,5 5 1360,-7 0 0,5 0 35,-3 0-627,-3 0-1053,4 7-605,-6-5 2320,0 4 0,-19 1 0,-6 1 0</inkml:trace>
  <inkml:trace contextRef="#ctx0" brushRef="#br0" timeOffset="302">748 15 7794,'-29'0'362,"-1"0"0,8 0 794,2 0 0,18-1 0,11-3-458,7-1 1,15 0 0,0 5-1,5 0-258,5 0 1,1 0 0,2 0 0,-1 0-314,-4 0 1,-3 0 0,-7 2-1,1 3 24,-1 5 1,-8 0 0,-4 3 0,-8 5-16,-2 3 1,-9 5-1,-9 7 1,-7 3 66,-7 1 1,-14-3 0,-8 6 0,-7 0-459,-6 3 0,-12-1 0,3-2 1,5-4-1120,7-1 0,7-4 0,5 4 1374,1-4 0,-6 5 0,-2 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36.0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95 206 7778,'-23'15'157,"3"-1"1,4 1 2806,1 0-2047,1-7 0,7-2 1,9-6-1,11 0-288,10 0 0,18-1 0,9-4 1,12-5-79,12-3 1,-1-2 0,7 1 0,0-3-175,4-2 0,4 1 0,2-5 0,-4 2-743,-9 3 1,-12 3 0,-16 3-1,-11 4-841,-10 2 1,-15 1 0,-13 5 55,-8 0 1,-6 5-1,-2 0 1,-2 0 358,-1 1 0,-8-4 1,3 3 791,-4-4 0,-40-1 0,-11 0 0</inkml:trace>
  <inkml:trace contextRef="#ctx0" brushRef="#br0" timeOffset="213">507 29 9033,'16'-4'2038,"5"-3"1,8 1-1244,9-1 1,13 2 0,7 5-1,8 0-453,1 0 0,-4 12 0,-10 4 1,-9 7 249,-8 8 0,-13 5 0,-10 9 0,-13 4-452,-13 5 0,-17 3 0,-16 1 0,-9-3-537,-7-1 0,-8-7 1,3 2-1,-2-1-1428,0 1 0,14-3 1825,1 3 0,-19 9 0,-4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32.0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507 1455 7850,'-21'0'0,"0"2"0,-5 1 0,1 2 399,-1-2 0,-2-1 1,-1 0-1,-1 1 192,1 2 1,-5 0 0,-1-4 0,3 3 268,1 1 0,3 1 1,3-3 193,6 2 1,11 2-445,8-2 1,14-4 0,16 4 0,9-3-120,8-2 0,12 0 0,10-2 0,4-3-248,6-4 0,1 0 1,6 0-1,1-3-138,3-1 0,6-2 0,-3 1 1,-3-1-979,-5 0 1,-25 7-230,-16 3 0,-24 4 1,-15 1 276,-12 0 0,-11 0 0,-1 0 1,1 0 177,1 0 1,1 5 0,-2-1 0,-2 0 646,2-3 0,-17-20 0,-5-6 0</inkml:trace>
  <inkml:trace contextRef="#ctx0" brushRef="#br0" timeOffset="252">875 1235 7850,'-15'-2'259,"0"-3"0,0 2 1014,1-7 1,9 1-1,10-5-423,13 5 1,10 1 0,6 4 0,5-1-315,3 2 0,1 1 0,-2 4 0,-4 3-212,-1 5 1,-3 4-1,-7 6 1,-3 5-34,-2 2 0,-3 9 0,-8 3 0,-7 4-35,-6 1 1,-7 0 0,-11 2 0,-9 1-232,-7 2 1,-12-5 0,-5-4-1,-1-3-1283,1-4 0,5-1 0,9-14 0,8-3-4864,6-3 6122,4-9 0,53-62 0,12-23 0</inkml:trace>
  <inkml:trace contextRef="#ctx0" brushRef="#br0" timeOffset="832">169 353 7853,'-23'0'0,"4"0"779,2 0 0,3 0 65,-1 0 0,8 0 0,9 0 0,11 0-18,10 0 1,13-2-1,10-1 1,11-3-216,10-3 1,5 0 0,1-4 0,2 1-302,4 2 1,4 1-1,10-5 1,3 3-106,1 1 0,-11 7 0,-16-2 0,-16 3-2327,-18 2 550,-11 0 1,-24 2-1,-6 1 129,-6 2 0,-4 0 1,1-5 1442,-1 0 0,-13-19 0,-3-6 0</inkml:trace>
  <inkml:trace contextRef="#ctx0" brushRef="#br0" timeOffset="1050">1007 0 7853,'-15'0'129,"0"0"1,1 0 1477,-1 0 1,9 0-436,6 0 0,8 0 1,11 2-1,6 3-112,3 5 0,-4 4 0,1 6 0,-1 4-414,-1 4 1,3 3-1,-8 3 1,-3 6-466,-4 2 1,-9 4-1,-2 3 1,-10 3-103,-8 0 1,-6 4-1,-11-7 1,-4 0-499,-3 2 419,-3 1 0,-25 7 0,-7-1 0</inkml:trace>
  <inkml:trace contextRef="#ctx0" brushRef="#br0" timeOffset="1836">492 2543 7877,'-19'0'0,"-1"0"0,-1 0 0,3 0 0,-3 0 588,-2 0 1,3 5 0,-3 0 0,2 0 1368,3 1 1,2-4-1182,1 3 1,14-3-1,7-2 1,12 0-133,11 0 0,9-2 1,11-3-1,7-5-402,6-3 1,0-2 0,6 1 0,4-1-180,5 0 1,5 1 0,4-1 0,-4 0-404,-9 1 1,-12 1-1,-16 1 1,-9 4-1702,-11 1 0,-15 2 1031,-10 5 1,-7 0-1,-8 0 1,1 0 165,-1 0 1,0 0 0,1 0 0,-1 0 843,0 0 0,-19-39 0,-5-10 0</inkml:trace>
  <inkml:trace contextRef="#ctx0" brushRef="#br0" timeOffset="2025">1051 2220 7877,'-23'-7'333,"2"-1"543,6-7 1,9 2 0,6 2-223,8 1 0,7 7 0,4-2 0,4 3 76,0 2 1,5 7 0,-6 4 0,3 6-39,-1 2 1,-4 9 0,1 0 0,-3 6-397,-5 4 0,-8 6 0,-2 6 0,-6 4-926,-7 7 0,-14-3 0,-9 6 1,-8-3 629,-9-3 0,-12-4 0,-10 3 0,-7 5 0,1 1 0</inkml:trace>
  <inkml:trace contextRef="#ctx0" brushRef="#br0" timeOffset="2582">140 3675 7794,'-25'0'293,"2"0"0,2 0 731,3 0 1,2 0 0,1 0 388,0 0 1,9 0-738,6 0 0,13 0 0,15 0 0,9-2-33,12-3 0,21-3 0,12-6 1,10-1-373,4 0 0,-47 8 0,2-1 1,2 1-1,1 0 0,4-1 1,0-1-263,5-1 1,0 1 0,-8 3 0,-2 0-1,0-1 1,-2 0 0,33-5-240,-21 4 1,-17 2-422,-17 6 1,-19 0-1,-15 0 1,-6 0-287,-4 0 0,1 0 0,-1 1 0,0 3-202,0 0 0,-1 1 0,-2-5 1,-1 2-1008,1 3 2146,1-4 0,-4-14 0,-2-11 0</inkml:trace>
  <inkml:trace contextRef="#ctx0" brushRef="#br0" timeOffset="2765">992 3352 8123,'-15'-10'624,"1"0"1,6 5 0,4-3-1,8 0 99,5 0 0,11 3 1,6-3-1,7-1 264,6 1 0,-1 5 0,-1 0 0,1 6-417,-1 7 0,-6 4 1,0 6-1,-6 6-493,-4 7 1,-8 4 0,-8 8 0,-3-1-328,-2 0 0,-13 6 0,-7 4 0,-8 3 250,-6 2 0,4-20 0,-4 1 0,-4 1 0,-1 1 0</inkml:trace>
  <inkml:trace contextRef="#ctx0" brushRef="#br0" timeOffset="3315">110 4483 7753,'-23'14'0,"4"-5"0,2 3 0,3-7 0,1 0 1038,3 1 1,5-4 0,10 3 24,5-4 1,13-1 0,11 0 0,15 0-359,11 0 0,14 0 0,9 0 0,4-1-382,1-4 0,7 1 0,-46 0 0,1-1 0,3-1 0,0 0-394,4 0 1,-1-1 0,40-8 0,-11 1-1,-18 1-530,-18 3 1,-16 2 0,-17 4-184,-9 0 1,-9-1-1,-13 5-955,1 0 1,-1 0 632,0 0 1,1 0 0,-1 0 1105,0 0 0,-6-7 0,-2-1 0</inkml:trace>
  <inkml:trace contextRef="#ctx0" brushRef="#br0" timeOffset="3518">845 4263 7881,'-16'0'520,"-4"0"0,9 0 386,-4 0 1,12 0 0,4 0 0,13 0-205,8 0 1,14 0 0,8 0-1,9 0-33,4 0 1,-3 2-1,-2 4 1,-3 7-509,-7 5 0,-6 10 0,-11 1 0,-5 9-615,-4 4 0,-10 4 0,-7 1 1,-12 4-612,-10 1 0,-13 2 1065,-8 5 0,-4-23 0,-15 1 0,-1 1 0,-7 3 0,-1 1 0,1-1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41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1323 73 8257,'-2'-14'546,"-3"5"1,2-4 0,-7 3-214,-1-3 1,-2 5 0,-3 3-1,-6 6 1580,-7 9 0,-9 8 0,-11 16 0,-6 7-1524,-7 7 1,0 15-1,28-25 1,1 1 0,0 3-1,0 1-859,2 4 0,0 1 0,4-2 0,2 1 0,2-1 0,2-1 470,-15 40 0,-3-6 0,-5 7 0,12-26 0,1 0 0,-1 0 0</inkml:trace>
  <inkml:trace contextRef="#ctx0" brushRef="#br0" timeOffset="450">926 999 7858,'2'-9'379,"1"3"375,2-1 1,-2 7 0,-8 0-1,-5 10 79,-3 8 1,-9 13 0,-6 13 0,-7 8-801,-2 6 0,3 0 1,-4 3-1,2 1-33,3 2 0,9 0 0,-2 7 0,-1 3 0,0 1 0</inkml:trace>
  <inkml:trace contextRef="#ctx0" brushRef="#br0" timeOffset="767">1294 2174 8017,'0'-24'0,"0"1"976,0 2 0,-2 3-45,-3 8 0,-5 5 0,-11 12 0,-8 9-214,-9 12 1,-13 14-1,-7 12 1,-8 5-736,-1 5 1,4-4 0,9 4 0,6-4-1052,8-1 0,5 3 1069,11-3 0,3 23 0,6-6 0</inkml:trace>
  <inkml:trace contextRef="#ctx0" brushRef="#br0" timeOffset="1167">1338 3174 7761,'-15'0'0,"0"0"174,1 0 1,-1 7 0,-1 2 0,-6 4 1010,-7 2 1,-9 6-1,-12 7 1,-9 8-803,-8 8 1,2 10 0,1 2-1,7 4-1251,8 4 1,8-2 0,18-10 867,8-8 0,14 7 0,9-6 0</inkml:trace>
  <inkml:trace contextRef="#ctx0" brushRef="#br0" timeOffset="1484">1529 4291 7761,'-15'0'182,"-1"0"1,-2 2 0,-3 1 815,-2 2 1,3 1 0,-6-1-1,-5 7-250,-7 6 0,-12 1 1,-11 9-1,-9 5-714,-7 3 1,-9 8-1,7 6 1,9 1-1105,6 0 0,19 4 0,6-2 1070,6-1 0,-2-6 0,-5 4 0,-4 1 0,1-1 0</inkml:trace>
  <inkml:trace contextRef="#ctx0" brushRef="#br0" timeOffset="1818">1382 5379 7743,'-15'0'1227,"0"2"1,1 2-306,-1 6 1,-13 10-1,-9 8 1,-14 9-578,-13 12 1,24-19 0,-3 2-1,-3 3 1,-1 0-1,-3 4 1,0 1-321,-1 3 1,-1 2 0,-1 2-1,0 1 1,1 2 0,0 1 0,2-1-1,0 0-68,3-4 0,-2 6 1,-5 9-1,-5 9 0,0 1 1,-3 7-1,0 0 0,0 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1:52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89 1529 7632,'14'-2'947,"1"-1"0,1-2-630,4 2 0,5 1 0,9 2 0,7 0-422,6 0 0,-1 0 0,3 0 0,-4 0-14,0 0 1,5 0 0,4 0 0,5 0 87,5 0 1,9 0-1,9 0 1,1 0 69,0 0 0,-1 0 0,3 0 0,0-1-19,5-4 0,-40 4 0,1 0 0,3-1 0,1-1 0,-1 2 0,-1 1 18,45 0 0,-48 0 0,1 0 0,1-1 0,2 2 0,4-1 0,2 1-8,2 2 1,0-1-1,-4 0 1,0-1 0,2 3-1,0 1 1,3-1-1,0 0 39,5 0 0,0 0 0,1-2 0,1-1 1,0 2-1,2-1 0,0 0 0,1-1-22,2 2 1,0-1-1,-1 0 1,-1-1 0,2 3-1,-1 1 1,0-2-1,1 0-27,4-1 0,0-1 0,-4 3 0,0 1 1,6-1-1,0 0 0,-3 1 0,-1 0-133,1-1 1,1 1 0,1 0 0,2 0 0,2 2 0,1 1-1,-2-1 1,-1 1 113,0-1 0,0 0 0,-3 1 0,0-1 1,5 1-1,0 0 0,2 1 0,0 0 24,5 1 1,-1 0 0,-6 2 0,-1 0 0,5-1-1,0 0 1,-1-1 0,1 1-44,1-1 1,2 1-1,2 1 1,1 1-1,-1-3 1,-1 1-1,2-1 1,0 1 124,-3 0 1,1-1 0,3 0-1,1 0 1,-4-2 0,0-1-1,4-1 1,1 1-34,0-2 1,0-1-1,2 2 1,0 0-1,-2-3 1,0-1 0,0 0-1,-1-1-36,0 0 0,1 0 0,0-1 0,0 1 0,-29 0 0,0 0 0,0 1 0,0-1 0,-1 1 0,1-1-6,-1 1 0,0-1 1,0 0-1,28 0 1,1-1-1,2 1 0,0-2 1,1 1-1,1-1-26,-33-1 1,1 0-1,0 1 1,31-1-1,-1 1 1,0-3-1,0-1 1,0 1-1,0 0-8,-2 0 0,-1 0 1,-28 2-1,0 1 1,0-1-1,0-1 0,0 0 1,0-1-1,31-1 1,0-1 31,-4 0 0,0-1 0,-2 0 0,0-1 0,3 1 0,0-1 0,-1 1 0,0 0-18,4-1 1,0 1-1,-8 0 1,-1-1-1,6 1 1,0 0 0,-3-1-1,0 1 2,0 0 0,1-1 0,2 0 0,1 0 0,-3-1 0,0 0 0,2-1 0,0 0-5,-5 1 1,1 0 0,0-1 0,1-1 0,-3 1 0,0-1-1,4 0 1,0 1 37,1-1 0,0 0 0,-3-1 1,-1 0-1,0 1 0,0 1 1,-3-1-1,1-1 20,-3-1 0,1 0 1,0 1-1,-1 1 0,1-1 1,0-1-1,-3 1 0,-1 0-31,-3 1 0,-1-1 0,1-2 0,0 0 0,3 2 1,-1 0-1,0-2 0,-1 0-101,-1-1 1,0 1-1,-3-1 1,0 0-1,3 0 1,0 1-1,-5-1 1,-1 0 25,-3 1 0,-1-1 0,2 0 0,0 1 0,4-1 0,-1 2 0,-4 0 0,-1 0 34,-7 0 1,0 1 0,1 2-1,1 1 1,-1-3 0,0 1 0,3-1-1,0 1 24,0-1 1,-1 1-1,-7 1 1,-2 0 0,-3-1-1,0 0 1,2 0 0,0 0-11,3 2 1,0 0 0,-1-1 0,-2-1 0,-4 1 0,-2 0 0,39-7 114,-8 0 1,5 2 0,13 1 0,-48 6-1,0 1-125,48-8 0,-17 1 1,-12-1-1,-7 0 212,-3 1 1,8 4 0,3 0 0,0 0-173,-8 2 1,-8-3 0,-11 4-1,-4 1 288,-5-1 0,-9 2 1,-6 3-113,-2-2 0,-3 2 1,1-3 192,0 3 0,-5 2 1,-1 0-30,3 0 1,-4 0-127,2 0 0,-5 0 162,4 0-168,-5 0 1,4 5-54,-3 0 0,-4 7-84,4-3 0,2 5 0,-2 0-19,-2 1 1,0 0 0,1-1-53,0 1 1,3 5 0,-4-1 0,4-1 29,1-2 0,-3 1 1,3 1-1,0 3 2,0 2 0,-3 1 0,3 6 1,1-1-18,-1 1 0,-3 1 0,3 3 0,0 5 1,0 4 0,0 6 0,4 1 0,-2 2-7,1 4 1,0 0 0,1-1 0,-2-1-10,1 1 1,2 4-1,0 3 1,-3 4-12,-5 1 1,1 0 0,-1 4 0,-1 1 4,-3 3 0,-1 2 0,0-3 0,0 1 14,0 3 0,0 4 0,0 6 0,0-1 1,0-4 0,0-1 1,0-2-1,0 8-10,0 8 0,0-1 0,0-4 0,0-4-30,0-4 1,0 2 0,0 5 0,0 0-83,0-4 0,0-7 1,0-1-1,0-1 40,0 1 0,2-9 1,1 1-1,4-5 20,1-1 0,-5 5 1,2-6-1,-2-2-24,2-6 0,-3-6 1,3-8-1,-4-2 66,-1 2 1,0-5-1,0 0 1,0-2 79,0 1 0,-1 1 1,-3-5-1,-2 0-65,-2-4 1,3-7-1,-3 0 1,0-4 27,-1-1 1,0-5 0,-6-2 0,0-2-38,0-3 0,-4 1 0,-2-1 0,-2 2-33,-3-2 0,-2-1 1,-3-2-1,-2 0-37,-1 0 1,-5 0 0,3-2 0,0-1-3,0-2 1,-5-5-1,2 5 1,-5 0-4,-5-1 0,-10 3 0,-10-6 0,-4 3-49,-6 3 1,9-4-1,-2 2 1,4 0 18,1-1 1,-8 4 0,-9-3-1,-2 4 71,-2 1 1,4 0-1,3 0 1,-1 0-29,0 0 0,2 0 0,-6 1 0,-4 3 31,0 0 0,0 6 1,4-3-1,-1 1-4,-1 3 0,1-2 0,-11 0 0,0 3-19,2 1 0,6 2 0,7-1 0,-4 1-9,-4 0 1,-5-1-1,46-6 1,0-1-1,-43 8 25,10-1 0,3 1 0,-4 0 0,-10 0-5,41-8 1,1 0 0,-46 13-1,2-1 1,6-1 37,2-1 1,-10 2 0,42-8-1,1 0 1,0-1 0,0 1 4,3-1 1,1 1 0,0 2-1,-1 0 1,3-1 0,-1-1 0,-4 1-1,0 0-62,-5 1 1,0-1-1,4-2 1,1 0-1,0 1 1,0 0 0,4 0-1,0 0 31,1-2 1,-1 0-1,-3-1 1,0 0 0,-6-1-1,0 1 1,2-1 0,0 0 5,3 1 1,2-1-1,-45 6 1,48-7 0,-1 0-1,-3-1 1,-1-1 18,-4 2 1,0 0-1,6-2 1,0 0-1,-1 0 1,1 0 0,-46 4 7,0 0 0,45-6 1,-1 0-1,-2 1 1,1 0-1,0 0 1,0-1-41,3 1 0,1-1 1,-47 5-1,5-4 1,43-1-1,-1 1-37,-4-1 1,-1-1-1,4 0 1,-1 0-1,-1-1 1,1 0-1,-44 0-13,7 0 0,40 0 0,-3 0 0,-1 0 0,-1 0 0,-1 0 0,-1 0 39,4 0 1,0 0 0,-45 0 0,7 0 0,-9 0 40,44 0 0,-1 0 0,3 0 0,1 0 0,-2 0 1,2 0-1,-45 0 5,3 0 0,43 0 0,0 0 0,-5 0 0,-1 0 0,1 0 0,0 0-22,4 0 1,0 0 0,0 0 0,1 0 0,-47 0-1,45-1 1,0 0-11,-5-1 0,0-1 0,4 2 0,-1 1 1,0-4-1,1 1 0,3 0 0,0 1-3,0 0 0,1-1 1,-5 0-1,-1 0 0,-4 1 1,0 0-1,1-1 0,2 0 2,4-1 0,0 0 0,3 1 0,-1 1 0,-2-2 0,-1 0 0,-3-1 0,-2 1 18,-3 0 0,0 0 0,7 2 0,0-1 0,2-1 0,0-1 1,1 0-1,0 0-1,-2 1 0,-1 0 0,-3-2 0,0 0 1,-4 3-1,0 0 0,4-1 0,1 1-25,3 0 0,0 0 0,-3-2 0,-1 0 0,-1 1 0,-1 1 0,-1-1 0,0 0-6,0-2 1,1 1 0,4 0-1,0 1 1,0 0 0,0-1-1,-3-1 1,0 0-1,-2 0 0,-1-1 0,3 2 0,0 0 0,2 0 0,-1 1 0,1-1 0,0 0 27,0 1 0,0 0 1,-3-2-1,-1 0 0,2 3 1,0 0-1,0-1 1,0 1 46,1 0 0,-1 0 0,0-1 0,-1 1 0,-4 1 0,0 1 1,1-2-1,0 1-1,3 0 0,0 1 0,0 0 0,-1 0 0,0 1 0,-2 0 0,-1 0 0,0 0-29,0 0 0,1 0 1,1 0-1,0 0 0,3 1 1,-1 0-1,-3 1 1,-1 1-26,-6 1 1,0 1 0,8-1-1,0 0 1,1 1 0,0-1-1,3 0 1,1 0-71,-3 0 0,-1 0 0,0-2 0,-2 1 1,-2 1-1,0 0 0,4 0 0,2-1 1,3-2 1,1 1 0,1 1 0,-1 0 0,-4 1 0,-1-1 0,0 0 0,-1 0 59,2 0 1,0 1 0,3 1-1,1 0 1,0-2 0,1-1-1,-1 0 1,-1 1 36,-2 0 1,1 0-1,0 0 1,1 1-1,4 1 1,0-1 0,2 0-1,1-1 80,-48 4 0,47-6 1,-1 1-1,-2 2 1,0 0-1,2 0 0,0 0-52,-48 4 0,10-4 0,4 2 0,-8-1-78,44-3 1,-1 1 0,1 2 0,1 0 0,-41 0 0,8-1-44,9 3 1,1-4 0,-7 5-1,-6-1-35,-6-4 1,14 4 0,4-1 0,11 1 83,8-1 0,1-1 0,4-5 0,-4 2 9,-5 3 1,5-4 0,0 4 0,1-1-22,0 1 1,11-4 0,2 6 0,8-2 97,6-1 1,-3 6-1,6-5 1,-1 0 27,3 2 0,4-4 1,-1 7-1,-2 1-104,-6 2 0,4-3 0,0 0 1,1 1 22,1 2 0,-3-3 0,4 0 44,-1 1 0,-1-4 0,7-1 0,2-1-36,1 0 0,2 2 1,-4-4 71,3 2 98,5 0 99,-2-5-241,6 0 0,0-7 1,0-3-46,0-3 0,0-1 1,0-1-1,0-1-10,0-4 1,0 2 0,0-6 0,0-3-25,0 0 0,0-4 1,-2-2-1,-1-3 22,-2-2 1,0-2 0,3-9 0,-1-5 36,-2-3 1,-5-1-1,4 3 1,-2 1-2,-4-2 0,4-1 0,-2-1 0,1-1 11,0 0 0,-2-2 0,4-2 0,1-6 19,-1-3 0,2 0 0,5 2 0,0 2 22,0-3 1,0-4 0,0-5 0,0-5-60,0 0 1,0 5-1,0-1 1,2-3-3,3-2 0,-2 6 0,7-8 0,2 1 16,1 1 0,1-3 0,3 1 0,1 0-102,1 0 1,2 0 0,-3 1 0,4 0-99,0-1 1,-2 10-1,3-5 1,0 4 185,0 1 1,-4-4 0,4-4 0,-2 2 38,-3 6 0,-1 8 1,-3 3-1,1-2-54,0-3 1,-2 7 0,-2-9 0,-1 4-23,1 3 1,-2 0 0,0 5 0,3-2-11,1 2 0,0-3 1,-2 0-1,-1-4 7,2-6 0,1 10 0,0 1 0,-2 10-1,-1 3 1,0 4-1,3-5 1,-2 1-12,-1 4 0,0-1 0,5 1 0,-1-4-21,1-1 1,0 10 0,-1-1 0,1 6-50,0 4 1,1 0-1,2 1 1,2-1-52,-2 5 1,-4 1 0,-2 5 0,-2 1-75,1 0 1,-3 1 0,0 4 0,1-2-72,-1-2 1,-5 1 0,2 4-467,-3 0 0,-2 6-1270,0-1 0,-7 6 2026,-3 0 0,-55-5 0,-15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2:02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1380 7637,'-13'-1'310,"3"-4"0,3 1 1,7-5-1,3-4 785,7-5 1,13-12 0,18-9-1,10-5-564,12-5 0,-20 21 1,4 0-1,12-5 1,3-2-1,8-5 1,2 0-311,6-5 0,2 0 0,6-2 1,2-1-1,-30 15 0,0 0 1,0 1-1,31-14 0,-1 1-324,-4 1 0,2 3 1,2 1-1,0 3 0,-7 4 1,-2 1-1,-4 3 1,-1 1 256,-7 2 0,-2-1 1,-11 2-1,-4 0 1,34-21-1,-11 2-467,-9 6 0,-15 9 0,-21 8-611,-12 6 0,-9 10 0,-14 0 0,-8 5-141,-8 5 0,-11 5 1,-7 9-1,-4 8-337,-4 5 1,-5 6 1401,5 6 0,-7 7 0,4 1 0</inkml:trace>
  <inkml:trace contextRef="#ctx0" brushRef="#br0" timeOffset="299">314 1483 7643,'-59'43'0,"2"-3"0,3-4 960,5-5 0,7-6 1,9-17 399,13-8 1,27-8 0,22-13 0,17-9-414,10-7 0,12-12 0,12-7 0,-32 25 0,2 0-519,7-3 0,1-1 0,4-3 0,1 0 0,7-2 0,1 0 0,5-2 0,3 0-491,8-2 1,1-1-1,-28 12 1,0 0-1,1-1 1,3-2-1,1-1 1,-1 1 0,-2 0-1,-1 0 1,0 1 45,-1 2 1,0-1-1,-2 2 1,20-12-1,-4 3 1,-9 9-1,-2 2 1,-6 2-1,-2 0-66,-2 4 0,-1-1 0,-2 1 0,-1-1 0,-2 2 1,-2 0-1,30-17-271,-18 2 1,-16 10-1,-21 9-1297,-11 2 1128,-5 9 0,-11 3 1,-3 10-1,-3 5-314,-1 3 1,-8 3 0,-2 4-1,-6 3-477,-4 0 1,2 3 0,-6-5 1313,2 2 0,2-5 0,4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2:18.5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368 309 7867,'-14'-14'229,"-1"-1"0,0 2 1,2 1 1354,3 3 0,-3 5 1,4-1-671,-5 4 0,5 1 0,1 1-420,1 4 1,-3 5 0,5 10 0,2 4-56,1 4 1,2 8-1,0 5 1,0 6-143,0 7 0,0 8 0,0 3 0,0 2-60,0 4 0,12-1 0,3 0 0,1-3 77,0-2 1,4-1 0,1-4 0,2 2 15,3 2 1,-3-2 0,0-6 0,0-4-87,-1-1 1,3-4 0,4-8 0,1-5-34,-1-2 1,7-3 0,5 2-1,6 2-85,7 1 0,5 0 0,5-4 0,3-1-91,0 0 0,3 4 1,-6-2-1,-1-5-72,3-3 1,2 2 0,11-6 0,2-1 165,1-2 0,-9 4 0,-9 1 1,-5 1-122,-5-1 0,1 3 0,-4-4 0,3-2-60,6-2 1,-1-1-1,6 0 1,-4-1 73,-7 1 1,-2 0 0,-16-1-1,0-1 14,0-3 1,5 3 0,-1-3-1,8 3 26,6 2 1,4-2 0,5-3 0,0-5 5,-1-4 0,-8-1 1,-5-1-1,-3-3-133,-2-1 1,5-1 0,2 3 0,1-2-73,3 2 1,3 1-1,2 0 1,0-1 26,-1-2 1,-3-1 0,-12 2 0,2-2-8,3-2 0,1 3 1,6-5-1,-2 0-28,1 2 0,4-4 0,3 6 0,2-2 140,-2-4 0,-8 4 0,-5 0 0,-4 1-152,0 4 1,-3-3 0,-1 1 0,-4 2 335,-1 1 1,5-3 0,-3-2 0,1-1 107,0-3 0,-6 3 1,3-2-1,-2 0-43,0 2 0,1-5 0,-8 3 0,-1-3-38,-1-2 1,-5 1-1,4-1 1,2 0-207,2 0 0,3 1 0,2-1 0,3 0 0,1 1 0,2-6 0,5 0 0,-1 3 0,-4 0 0,2-2 0,-7-3 0,-1 1 0,-2 0 0,-7-4 0,-1 4 0,-1 0 0,-4 0 0,-2-5 0,-1 3 0,-2-2 0,-4 1 0,4 4 0,-3-4 0,3-3 0,2 0 0,0 2 0,-1 1 0,1-1 0,0 2 0,0-4 0,-2 2 0,-2-3 0,-1-1 0,-2 4 0,3 1 0,-1-2 0,2-2 0,-6-1 0,-1-2 0,-3-2 0,-2-1 0,0-1 0,-2 6 0,-3 1 0,-5 4 0,-3-4 0,-1 3 0,-3-1 0,-2 2 0,1-4 0,-5 4 0,0-4 0,0-2 0,0 1 0,-3 0 0,3-1 0,2 1 0,-5 1 0,1 0 0,-2 2 0,-3 0 0,-6-3 0,-3 7 0,-3 1 0,-2 0 0,-10-4 0,-2 6 0,1 1 0,-3 1 0,3 8 0,-1-1 0,2-2 0,-1-1 0,3-1 0,-2-1 0,-2 0 0,-1 1 0,-7-1 0,1 0 0,2 1 0,6-1 0,4 5 0,5 0 0,1-1 0,1-2 0,-9 3 0,8 0 0,-6 0 0,-5 2 0,-1-5 0,-2 5 0,2-2 0,3 0 0,5 5 0,9-4 0,0-1 0,0 2 0,2-4 0,-1 6 0,-2-1 0,-2 1 0,-10-4 0,-3 5 0,1 0 0,-3-2 0,8 6 0,-1-6 0,4 2 0,3 1 0,-4-1 0,9 5 0,-3 0 0,-2 0 0,-5-2 0,-2-1 0,-1-2 0,-4 2 0,5 1 0,1 0 0,2-1 0,4-2 0,4 0 0,10 5 0,2 0 0,4 0 0,-7 0 0,5 0 0,0 0 0,-2 0 0,-5 0 0,-3 0 0,0 0 0,0 0 0,-3 0 0,3-1 0,0-3 0,0-1 0,-3 1 0,5 4 0,1 0 0,2 0 0,3 0 0,1 1 0,-1 2 0,-3 2 0,-2 2 0,2-4 0,-3 2 0,-5-2 0,-9 4 0,-1-1 0,2 1 0,1-1 0,2 4 0,0-3 0,2-1 0,2 1 0,9 3 0,7-4 0,-1 1 0,2-1 0,-4 4 0,4-5 0,-2 0 0,1 1 0,-1-2 0,-4 4 0,0 0 0,-1 0 0,-1 0 0,-2 4 0,-1-2 0,1 1 0,2 0 0,2 1 0,0-2 0,-1 1 0,1 2 0,-1 2 0,1 0 0,0-1 0,-1 6 0,-1-1 0,-1-1 0,-3-1 0,-6 4 0,4 2 0,-2 3 0,-1 3 0,8-1 0,-2 11 0,2 2 0,3 2 0,8 6 0,5 0 0,6-2 0,3-1 0,2 4 0,5 3 0,0 0-804,0 1 1,0 0 0,0 7 0,0 2-1208,0 6 1,-1-2 0,-3 2 0,0-1-4419,0-1 6429,-4 5 0,6 21 0,-1-40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3:19.6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417 88 7663,'0'17'0,"0"1"0,2 1 1072,3-1 0,-1 5 0,10 2 0,4 4-899,3 5 0,3 10 0,6 12 0,-1 8-302,0 9 1,-4 9 0,-2 13 0,-12-46 0,-1 1-70,0 0 1,-2 1 0,-2 3-1,-2 0 1,-1-2 0,-1-1-1,-1 5 1,-1 1 81,0 3 1,0 1 0,2 2 0,1 1 0,0 1 0,-1-1 0,0-2 0,1 0 114,0 2 1,1 0-1,-1-2 1,0 1 0,3 6-1,0 1 1,-1-1-1,1-1 94,2 1 1,0 0 0,-1 2 0,1 0-1,2-3 1,0 1 0,-2-1 0,0-1 158,-1 0 0,1 0 0,-2 3 1,1 1-1,-1-2 0,-1 1 1,-1-4-1,0 0-28,0-2 1,-1-1 0,0-1 0,-1 0 0,-2 0 0,0 1 0,0 0 0,0 1-94,0-1 1,0 0 0,0-2 0,0-1 0,0-9 0,0 0 0,0 2 0,0-1-18,0 2 0,0 0 0,-2-1 1,-1 0-1,0 0 0,1-2 1,-1 43 63,1-6 0,4-7 1,1 3-1,2-1-239,-2-1 0,-1-9 0,-2-11 1,0-6-22,0-7 0,0-5 0,-2-7 0,-1-7-595,-2-9 1,-7-6-1,3-5-220,-4-6 1,3-2-1,0-4 47,-1-2 0,-1-6 1,1-8 941,1-2 0,0-52 1,-5-8-1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4:32.6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721 2265 7698,'-10'5'164,"0"-1"1,0 1 464,-4-5 1,-1-1 0,2-4-1,1-7 9,3-6 1,-1-8 0,-5-11-1,-1-12-267,-4-12 0,2-11 0,-6-22 0,10 41 0,0 0-255,-2-7 1,-1-1-1,1-5 1,0-2-1,-3-7 1,0-2 0,0-1-1,0-1-169,0-1 0,1 0 1,1 4-1,0 0 0,-1 2 1,0 1-1,1 3 1,1 1 118,2 6 1,0 2 0,2 9 0,-2 3 0,-15-31 0,1 15 183,3 16 1,4 18 0,6 16-1,1 8 2204,-1 6-2106,7 1 0,1 8 0,11 5-291,5 5 0,8 3 0,15-3 0,9 2-7,13-2 1,26-4 0,-30-8-1,1-2 1,7-1 0,0-1-36,4 0 0,1-2 1,7-3-1,3-2 1,7-2-1,2-1 1,8-3-1,1-1-125,7-1 1,2-2 0,-32 4 0,1-1 0,0 1 0,2-1-1,1 1 1,0 0 0,0 0 0,-1 0 0,0 0 134,2 0 1,-1 1 0,0 0 0,-2 1 0,0 1 0,-1 0 0,2 1 0,0 0 0,0 0 0,-4 1 0,0 0 0,0 0-38,29-1 1,-1 1-1,-10 3 1,0 1-1,-1 0 1,0-1 0,-2 2-1,1-1 70,0 0 0,-1-1 0,-8 2 1,-3 1-1,-5-3 0,-1 1 1,-4 1-1,0 0 188,2 1 1,-2 0 0,-2 0 0,-2 0 0,-2 1 0,-2 0 0,39 2 342,-19 2 0,-8 1 0,-2-2 0,0 4-231,-1 5 0,-14-2 0,-11 10 0,-9 1-170,-8 2 0,-4 6 1,-3 2-1,-3 4-188,-5 2 0,-4 1 0,-1 7 0,0 4 326,0 9 0,0 3 0,0 12 0,0 7-326,0 9 0,0-39 0,0 1 0,0 3 0,0 1 0,0 0 0,0 1 0,0-1 0,0 1 0,0 1 0,0 1 0,1 2 0,0 1 0,0-1 0,1 0 38,0 1 0,1 0 1,2-5-1,0-1 0,-2 0 1,-1 1-1,0-4 0,-1 0-38,0-1 0,0-1 0,4 40 0,-1-4 0,0-7 0,-3-8 0,-1-1 0,0-9 0,0-3 0,0-3 0,0-15 0,0-2 0,0-8 0,0-7 0,0-7 0,0-7 0,0-7 0,-1-2 0,-3-7 0,-2-1 0,-2 1 0,-2-6 0,-6 4 0,-4-2-69,-4 1 0,-7 0 1,-9-2-1,-10 1-190,-11-1 0,-11 3 0,-9-1 1,-7 3 121,-12 3 1,43 2 0,-2 2 0,-5 0 0,-1 1 0,-1 1 0,0 0-37,0 1 1,1 1 0,-3-1-1,-1 1 1,-4 2 0,-1-1-1,-4 0 1,-1 0-27,-3-1 1,-1 0 0,0-3 0,-1-1 0,-3 2 0,0-1 0,-2-1 0,0 0 209,0-1 1,0 0-1,-4-1 1,-1 0-1,2-1 1,0-1-1,1-1 1,2-2 9,6 0 0,1-1 0,0-1 1,-1 0-1,4-2 0,0-1 1,2-3-1,2-2-52,4-2 0,3-1 0,7-2 1,1-1-1,7 0 0,2 0 0,3 1 1,3 0 208,-34-19 0,17 4 1,17 7-1,10 1 383,16 4 1,9 7 0,11 8-300,4-3 1,-1 6 0,5-1-1209,3 1 1,3 4-1,3-3 1,1 3-509,-1 2 0,5 0 0,1 2 1688,4 3 0,-77 10 1,-19 8-1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7:56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1000 779 7856,'-15'-27'0,"0"2"672,1 5 1,-1 11 0,2 7 0,2 12-280,1 14 0,-5 20 0,-6 22 0,0 15 164,-1 14 1,10-38-1,1 2 1,3 5-1,0 3 1,1 7-1,1 2-221,-1 8 1,1 2-1,2 5 1,1 2-1,1 4 1,0 1-1,1-3 1,2 1-363,0-1 0,2-1 1,2-3-1,0-2 0,4-5 1,0-1-1,1-4 1,0 0-318,-1-5 1,0-1 0,-1-7-1,-1-3 1,-2-11 0,-1-3-1,3 41-733,-1-10 1,-4-3 0,3-9 0,-2-12-628,2-12 1,-3-10 1702,3-9 0,-4 3 0,-1-6 0</inkml:trace>
  <inkml:trace contextRef="#ctx0" brushRef="#br0" timeOffset="735">471 3851 7743,'-57'7'0,"3"3"410,5 3 0,9 0 1,8 0-1,6-2 175,6 1 1,10 4-1,7-4 1,6 4-224,7 3 0,15 3 0,7-4 0,11 1-140,12-1 1,15-1 0,15-3 0,5 1-112,3 0 0,-43-8 1,2 0-1,0 0 0,2-1 1,5 0-1,3 0-28,4-1 1,3 0-1,8-3 1,3 1-1,3 1 1,2 0-1,4-1 1,0 0-159,4-1 1,0 0-1,3 1 1,1 0 0,-30-1-1,0 0 1,0-1 0,2 0-1,0 0 1,0 0 82,0 0 0,0-1 0,1 1 0,1-1 0,2 0 0,-2 0 1,-1 0-1,-2 0 0,2 0 0,1 0 0,1-1 0,0 0-98,4 0 0,-1-1 0,1 0 0,0 2 0,0-1-1,1 1 1,2-2 0,1 0 0,-1 1 0,-1 0 0,-1 0 0,-1 1 116,-3 0 1,1 0-1,-1 0 1,4 1 0,0-1-1,0 1 1,-2 0 0,0 0-1,0 0 1,0 1 0,0-1-1,0 1-16,0-1 0,0 0 0,-1 0 0,-2 0 0,-1-1 0,0 1 0,0-1 0,1 0 0,-1 0 0,0 0 0,0 0 0,-1 0-12,1 0 0,-1 0 0,0 0 0,1 0 0,1-1 1,-1 0-1,28-1 0,0-1 0,-2-1 0,0-1-7,-4-2 0,0 0 0,0 1 1,0-1-1,-1 1 0,-1 1 0,-2 0 1,-1 0-76,-7 0 1,-1-1-1,4-1 1,-1 1 0,-6-2-1,-1 1 1,1 0 0,-2-1 180,-2 1 0,-2 0 0,0-1 0,-2 1 0,0-1 0,-2 0 0,-2-1 0,-1 0-174,-4-1 1,-1 0-1,-6-1 1,-1 1-1,44-8 1,2-2-23,-46 11 0,-1 0 0,47-7 0,-11 1 0,-12 0-9,-10 1 0,-6-1 0,-5 2 1,-4 2 237,1 1 0,-5 2 1,3-4-1,-7 4-112,-7 1 1,-8 3 0,-12 2 1659,0-3-814,-7 3 1,-2-6 242,-6 3 1,-1 2-901,-4-7 0,3 5 1,-3-4-1,4-3 31,1-1 0,0-3 1,0-4-1,0-4 44,0-4 0,5-8 0,-1-3 1,1-5-101,2-5 0,-5-10 0,2-10 0,-2-4-47,-2-6 1,0-6-1,0-14 1,0 43-1,0-1-74,0-4 0,0-2 0,-1-2 0,0-1 0,0-1 0,-1-1 0,-1-2 0,0-1-128,-1-2 0,-1-1 1,1 0-1,-1 0 1,-2 3-1,-1 1 1,0 4-1,0 0 71,-2 4 1,0 0 0,2 2 0,0 1 0,-1 0-1,0 2 1,2 1 0,1 1-183,1 2 0,0 3 0,-3-40 1,-4 11-1,2 6-13,-1 4 1,5 1 0,1 9 0,3 8-511,2 9 0,0 6 0,0 7 0,0 1-1049,0 3 0,2 4 1,3 8-563,4 3 1,-2 5 2311,-2 10 0,3 3 0,0 7 0</inkml:trace>
  <inkml:trace contextRef="#ctx0" brushRef="#br0" timeOffset="1503">0 559 7720,'2'-10'0,"1"0"263,2-1 0,7 3 1,-3-1-1,6 3 284,5 3 0,4-1 0,12 1 0,10-2-248,11 2 1,25 0 0,-32 1 0,3-1-1,6-2 1,2 0-159,5-1 1,2-1-1,11-1 1,2 0-1,7-2 1,1 0-1,4-2 1,2-1-258,2 0 1,2-1-1,-29 4 1,1 0-1,0 0 1,1 0 0,1 1-1,-1-1 1,0 0-1,0 0 1,0 1 181,2-1 0,0 0 0,0 0 1,-2 2-1,1-1 0,1 2 0,6-1 1,1 0-1,1 1 0,0-1 1,0 1-1,1 1-21,-2-1 1,1 2-1,1-1 1,5-1-1,1-1 1,-1 1-1,-4 1 1,-1-1-1,1 1 1,2 0-1,1 0 1,0 0-195,2 0 0,1 1 0,0-1 0,3 0 0,1-1 0,-1 1 0,-2 0 1,-1 0-1,0 0 0,-1 1 0,0 0 0,1 0 113,0 1 1,0 0-1,-1 1 1,-2 1-1,-1 1 1,1 0-1,1 0 1,1-1-1,-2 1 1,-1 0 0,-1 0-1,-1 1 46,-4 0 1,-1 0-1,1 0 1,1 0-1,0 0 1,-2 0 0,-7 0-1,-1 0 1,-1 0-1,1 0 1,-1 0 0,1 0-106,-1 0 1,-1 0 0,0 0 0,28 2 0,0 1 0,-5-1 0,-1 1 0,-9-1 0,-1-1 100,-3 0 1,-1 0 0,-4-1 0,-2 0 0,0 0-1,-2 0 1,-6 0 0,-1 0-23,-6 0 0,-1 0 0,-1 0 1,1 0-1,-1 0 0,-2 0 0,46 0 101,-13 0 0,-13 0 0,-18 0 1,-3 0 251,-1 0 0,-2 0 0,4-2 0,-3-1-242,-7-2 1,1-5 0,-11 5 0,-2 2 299,-4 1 0,-8 2 0,1 0 0,-2 0-336,-2 0 0,-6 0 1119,1 0-790,-7 0 26,4 0 0,-7 2 651,0 3-487,0-4 0,0 8-344,0-5 1,6 11 0,3 10-1,0 6-88,1 8 0,0 10 0,6 21 0,2 15-414,-8-36 1,0 2 0,0 5 0,-1 2 0,-1 4 0,-1 2 0,1 1-1,-1 0-457,1 5 1,-1-1 0,-3-1-1,0 0 1,-1-2 0,-1 0 636,-1-4 0,-1 0 0,0 4 0,0 1 0,0-1 0,0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1:58:07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162 228 7605,'-25'-23'378,"3"3"1,0 5 1097,4 6 1,2 4 0,3 13-1,2 13-357,1 17 0,5 19 1,-3 20-1,1 16-821,5-39 1,1 3-1,0 11 1,0 3 0,1 8-1,0 3 1,0 6-1,0 1-176,0 2 0,0 1 0,0 5 0,0 2 0,0-4 0,0-1 0,0-1 0,0-1-462,0-6 1,0-1 0,1-2 0,0-1 0,1-1 0,1-2 0,1-4 0,0-1-951,0-5 0,0-3 0,0-10 0,0-4 0,0 30 0,2-28-291,2-25 0,-3-19 1,7-25 1580,4-14 0,0-17 0,9-8 0,-1-3 0</inkml:trace>
  <inkml:trace contextRef="#ctx0" brushRef="#br0" timeOffset="250">485 316 7607,'0'-51'1006,"0"1"1,0-39-1,0 24 156,0 26 0,0 18 1,0 22-1,-1 14 361,-4 13 0,3 9 1,-3 15-1,4 12-871,1 13 0,0 23 1,0-46-1,0 3 0,0 3 1,0 2-469,0 3 0,0 1 0,0 4 0,0 2 1,0 8-1,0 2 0,0 5 0,0 2-592,0 8 1,0 2-1,0-2 1,0 0 0,0 2-1,0-2 1,-1-5 0,0-1-67,-1-3 0,-1-3 0,2-6 0,0-3 0,-1-6 0,0-4 0,0-8 0,2-3-949,0 28 1,0-19 0,0-23 0,0-7 537,0-10 1,0-14-1,0-11-428,0-13 1,0-13 1312,0-13 0,-7-2 0,-1-2 0</inkml:trace>
  <inkml:trace contextRef="#ctx0" brushRef="#br0" timeOffset="3086">515 1448 7771,'-20'4'984,"1"1"1,-1 0 0,5-5 4,1 0 1,5-6-1,4-6 1,7-6 32,8-6 0,1-4 1,15-3-1,7-3-722,10-5 1,15-6 0,16-4 0,-33 22 0,1-1-405,4-3 0,0 0 1,0-1-1,1-1 0,0-2 1,-1 1-1,-4 2 0,-1 0-918,36-28 1,-10 11 0,-5 8 0,-10 13-1254,-13 10 1,-11 8 2274,-18 15 0,-29 49 0,-21 25 0,-1 6 0,0 0 0</inkml:trace>
  <inkml:trace contextRef="#ctx0" brushRef="#br0" timeOffset="3252">588 1756 7783,'-6'23'786,"4"-5"850,-3-13 0,12-15 0,9-19 0,12-9-502,9-4 1,12-9 0,7-4-1,6-6-785,7-3 0,2 1 0,1 4 0,-3 2-1144,-5 3 1,-4 5 0,-3 10 794,-3 4 0,-2 10 0,5 0 0,2-2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06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88 7773,'-33'10'0,"3"-2"0,8-1 1296,4-4 1,13-1-182,10-2 1,9-2-1,17-1 1,5-4-91,8-1 1,7-2-1,8-4 1,1-1-534,4 0 1,9 6 0,14 0 0,6 1-420,5 0 1,0 5 0,-10-2 0,-1 3-292,-4 2 0,-6 0 1,-15 0-1,-15 2-384,-14 3 0,-17 3 0,-11 8 1,-5 2 470,-5 2 0,-11 6 1,-13-2-1,-11 6 232,-7 4 0,-5 4 1,-7 6-1,0 0-155,0 0 0,-1-2 0,-4-1 0,-3-1-830,0 0 1,-3-5-1,6-6 1,4-9-3087,4-9 3970,-1-4 0,5-60 0,-7-12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04.6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66 675 7745,'-23'-15'0,"2"-4"0,8-1 0,5 2 1067,8 2 0,8 1 0,13 0 0,9 1-488,7-1 1,7 0 0,4-1 0,4-2 251,5-2 1,7-6 0,17 2-1,9-4-323,-42 13 0,1 1 1,2-1-1,0 0 1,41-14-1,-6 1-594,-6 3 0,-8 6 0,-6 7 0,-9 4-987,-5 2 1,-5 1-1,-7 5-1103,-6 0 1,-16 1-1,-12 4-341,-12 5 2517,-10-3 0,-29-3 0,-12-2 0,-2-2 0,-1 0 0</inkml:trace>
  <inkml:trace contextRef="#ctx0" brushRef="#br0" timeOffset="218">551 87 7773,'7'-15'501,"-4"1"1,8 1 0,4 1 806,3 2 0,10 5 0,0-3 0,6 2-282,3 2 1,8 6 0,4 8 0,-2 13-373,-1 13 1,-9 11 0,-3 18 0,-4 10-489,-6 12 1,-9 9-1,-12-43 1,-3 1-1,-1-1 1,-3 1-480,-2 0 1,-2-2-1,-1 2 1,-2-1-1,-2-4 1,0 0 0,-10 37-2781,2-7 1,3-19 3092,8-6 0,-9-13 0,2-5 0</inkml:trace>
  <inkml:trace contextRef="#ctx0" brushRef="#br0" timeOffset="569">448 1527 7773,'-14'0'-542,"-1"0"1,0 0 1724,0 0 1,4 0-264,6 0 0,10 5 0,19 0 1,12-1-306,10-3 1,13-1 0,10-1 0,2-4-109,3-5 0,-5-5 1,-3-3-1,0-3-868,-4-2 0,3 0 0,-1-3 0,-4 3-581,-4 2 0,-12 3 0,-10 8 942,-3 5 0,-93 36 0,-23 10 0</inkml:trace>
  <inkml:trace contextRef="#ctx0" brushRef="#br0" timeOffset="1018">816 1307 7773,'-15'0'0,"5"0"1195,0 0 0,9 0 1,1 0 144,8 0 1,12 0-1,6 0 1,6 0-471,8 0 0,9 5 0,6 1 0,7 3-694,7 2 1,-2 2-1,-2 2 1,-3 1-912,-5 4 0,-11 4 1,-7 9-1,-14 3-1189,-12 1 0,-13-2 0,-12 4 1924,-6 2 0,-31 14 0,-13 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03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162 456 8460,'-42'23'907,"3"-4"0,4-2 0,11-4-723,4-3 1,19-4 0,12-8 965,15-2 0,7-5 0,11-7 0,8-2-391,9-1 1,12-8 0,10 5 0,4-3-441,1 1 1,0 1 0,2-3 0,2 3-212,1 1 0,-7 3 0,-7 6 1,-7 1-301,-9 3 0,-2 5 0,-19-2-2825,-9-1 1585,-15 6 1,-18-11 0,-12 6 0,-6-1 1431,-6 1 0,-29 7 0,-13 6 0,-6 1 0,0 0 0</inkml:trace>
  <inkml:trace contextRef="#ctx0" brushRef="#br0" timeOffset="500">809 0 7739,'-23'7'235,"2"-4"1,6 7-1,1 1 1281,-1 2 0,7 2-992,3 0 1,11-7-1,9-3 1,9-4 218,9-1 1,6 0-1,10 0 1,7 0-346,6 0 0,-2 7 1,4 3-1,-5 4-328,-5 6 0,-5 5 0,-12 9 0,-9 7-211,-12 6 0,-11 10 0,-16 10 1,-15 2-709,-15 1 0,-10-3 1,-8-13-1,2-5-1375,3-3 1,-1-9 2223,6-3 0,-33-2 0,-3-3 0</inkml:trace>
  <inkml:trace contextRef="#ctx0" brushRef="#br0" timeOffset="800">177 1294 7918,'-25'14'0,"3"0"1037,0-5 1,3 4-159,4-3 0,9-3 0,6-2 0,9-4-140,9-1 0,12-1 0,11-3 1,8-2-128,9-2 0,9-2 0,13-6 0,7-2-198,4-2 1,4-1-1,-4 3 1,3-3-290,-3-2 0,7 5 0,-6-2 0,-12 4-904,-12 1 0,-21 2 0,-7 2-359,-8 1 0,-17 7 0,-10-4-367,-12 0 0,-6 4 0,-3-5 1505,-4 1 0,-35-17 0,-15-1 0</inkml:trace>
  <inkml:trace contextRef="#ctx0" brushRef="#br0" timeOffset="1033">706 956 9466,'15'0'1284,"1"0"1,4 0-1,4 0-331,4 0 0,13 1 0,5 4 0,3 5 64,1 3 1,4 15 0,-7 8-1,-6 11-467,-10 12 1,-9 3-1,-16 10 1,-12 5-539,-17 3 1,-18 8 0,15-42 0,-2-1-1,0 0 1,-1-1-684,0-1 0,-1-2 0,-27 35 0,3-1 0,7-10-1749,6-9 2420,5-9 0,-7-37 0,-2-5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01.1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850 161 7696,'-25'-8'0,"3"1"203,0 1 0,1 4 0,3-3 5720,-1 3-4822,6 2 0,8 0 1,11 2-572,9 3 0,3-2 0,10 5 0,6 1-296,7-1 0,0 0 1,9 3-1,1-1-213,3 2 0,-5-4 0,-4 1 0,-5 3-812,-4 1 0,3-3 0,-7 0 0,-4 1-5994,-7 2 6785,-11 2 0,-36-1 0,-15 1 0</inkml:trace>
  <inkml:trace contextRef="#ctx0" brushRef="#br0" timeOffset="869">100 543 7680,'-19'13'896,"-1"-3"1,1 3 0,4-5 3260,0 0-3357,7 5 1,5-11-1,11 3-304,7-4 1,9-1-1,2-1 1,9-2-170,9-2 1,8-2-1,10 4 1,3-4-274,2-1 1,2 3 0,3-3 0,0 0-57,1 0 1,-8 3 0,9-3-1,-4 0-86,-3-1 0,0 4 1,-7-3-1,-2 2 38,-11 3 1,-9-4 0,-14 2 0,-4 2-214,-4 1 0,-10 2-670,-6 0 1,-4-1-1,-8-3 1,4-2-345,1-2 0,1-2 0,3-5 0,-2 0 337,1 1 0,3-6 0,1-1 940,0-2 0,-33-34 0,-8-13 0</inkml:trace>
  <inkml:trace contextRef="#ctx0" brushRef="#br0" timeOffset="1168">953 14 7680,'-39'-8'0,"1"3"1,2 5 496,4 5 0,0 3 0,5 5 0,2 0 770,6 2 0,2-4 1,4 9-496,3-4 1,4-1 0,8-1 0,2 1-234,6 0 1,10-1 0,6 1 0,8 0-392,10 0 1,7 4 0,9 1-1,2-2-38,2-2 1,0-1 0,-5-1 0,-1 1-17,1 0 0,-13 4 0,-8 3 0,-12 2 5,-12 7 0,-1 5 0,-9 10 0,-8 3 78,-9 5 1,-9 8-1,-14 3 1,-9 1 9,-7-1 0,-5-1 0,-2-7 1,0-3-385,1-5 0,5-10 0,6-8 0,8-10-1207,9-11 0,9-9 0,10-7-3061,1-9 4465,7 1 0,9-34 0,11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1:53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381 234 7811,'-7'-23'56,"1"0"0,-5 5 0,1-3 460,-2-2 0,4 5 0,0-3 0,0 1 596,0 1 1,3-1 0,-5 7 11,-2 3 0,4 5-666,-1 10 1,5 5-1,-2 13 1,1 11-35,0 13 0,-2 17 0,4 10 0,-3 7-132,-3 6 0,6 8 1,-2 4-1,4-46 1,1 0-178,0 4 1,0-1 0,-3-2 0,1 0 0,-1-2 0,1-1 0,-1 40-28,1-11 0,2-10 1,0-17-1,0-11-112,0-11 0,0-8 1,0-8-1783,0-1 0,0-7-281,0-7 0,5-7 0,1-7 412,3-1 1,0 0 1674,6 1 0,13-40 0,3-10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1:59.2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514 618 7696,'-15'0'1834,"0"0"-1084,7-7 1,15 6 0,12-4-1,9 3-102,6 2 0,4 0 0,4 0 0,-2 2-217,-6 3 1,-5 3 0,-3 6 0,-3 3-458,-1 2 1,-9 3 0,-8 4 0,-5-2-504,-5 2 0,-10 5 0,-8 0 0,-1-3-1058,-1 0 1587,1-7 0,-38 0 0,-9-6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2:06.8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719 986 7612,'34'-30'0,"5"1"0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3:12.7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3029 102 7918,'-5'-14'0,"0"-1"304,2 0 1,1 5 0,2 1 0,-1-1 1129,-4 2 10,3-6-1064,-4 13 0,6-4 0,0 10 1,0 6 6,0 7 1,0 0-1,0 7 1,0 2-161,0 6 0,-2 5 1,-1 6-1,-2 2-88,2 3 1,1 4 0,0 11 0,-1 5 53,-2 3 1,-6 6 0,2 2 0,0 2-53,-1 3 1,5 3 0,-3 3 0,1 1-86,4-6 0,1 1 1,2-9-1,0 1 19,0 1 1,0-5 0,0 3 0,0-1-24,0 1 0,0-1 1,2 5-1,1-2-11,2-3 0,0 4 0,-5 2 1,0 4-99,0 1 0,2-6 1,1-4-1,2-1 31,-2 1 1,-1 4-1,-2 5 1,0-2 9,0-2 1,0-8 0,0 0 0,1-3 23,4 3 1,-1-1 0,4 4 0,0-4-8,0-6 1,0-1 0,2-5 0,-3 2 7,-1-2 1,-3-2 0,6 1-1,-3 1-5,-3 2 0,4-1 0,-2-6 1,-2-1-34,-1-2 0,-2 0 1,0 3-1,1-2 47,4-1 0,-3-5 1,4 5-1,-1 2 8,0 1 1,2-5 0,-4-3 0,2-3 13,-2-2 1,4 0 0,-2 0 0,-1 0-40,3 0 0,-4 2 0,5 1 1,-1 4-45,-4 1 0,4-4 0,-1 1 0,1-4 4,-1 0 1,4-5 0,-5 1 0,0 2 61,1-2 1,-4-6 0,5 5 0,-2 0 103,-1 3 1,1 3-1,-5 1 1,2 2 18,3-2 1,-3-4 0,2-2 0,-2 1-44,-2-1 0,0-5 0,0 3 0,2 2-59,3 1 0,-4-2 1,4-1-1,-3 2-90,-2 1 1,0-1-1,0 0 1,0 1-35,0-1 1,0-7 0,0 1 0,0-3 51,0 3 1,0-4-1,0 3 1,0-3 67,0-2 0,0 1 0,0-1 0,0 1 12,0-1 0,0 0 0,0 1 0,0 1-18,0 3 0,0-5 0,0 3 0,0-6 16,0 0 1,0 2 0,0 1 0,0-1-38,0-4 1,0 4-1,0-5 1,0 1 48,0 1 1,0-2-1,0 1 1,-2-3 99,-3 1 0,4-4 0,-6 4 0,2 1-78,0 0 1,0-5-1,4 3 1,-3-1 109,0 0 0,-6-1 0,5-4 38,2 0 1,-4-6-1,1 0 168,-3-3 1,4-1-149,-4-5 1,4 0 0,-5 0-80,-1 0 1,2 0 0,0 0-114,-3 0 1,4 0 0,-2 2 0,-1 1-74,-2 2 0,-2 1 1,0-2-1,1 2-16,-1 2 0,-1 2 0,-4 3 0,-5-1 41,-2-3 0,-3 0 0,-1 2 1,-3-1 39,-5 1 0,-4-3 0,-1 2 0,0 2-3,0 1 0,-2 1 0,-1 1 0,-4 0-40,-1-1 0,-2 3 0,-5 1 0,-1 1-41,-4-1 0,4-1 1,-2-3-1,5 1 0,3 0 0,3-1 1,-5 1-1,-2-2 39,-3-3 1,4 1-1,-8-4 1,1 0 14,0-1 1,2 1 0,8-4-1,7 2-10,6-2 1,-6-1-1,1-2 1,-3 0-15,-2 0 1,-4-5 0,3-2-1,-2-1-10,0-3 1,8-2 0,2-2 0,8 0-19,5 0 1,2 4 0,-1 0 0,1-2-17,0 1 1,-1 1 0,1-4 0,-1 0 58,1 1 0,0 4 0,1 0 1,2 0 12,1 2 1,2-3 0,-3 6-1,3 0-64,2-2 1,1 6-1,6-4 1,-1 1-65,0 0 0,1 0 0,-1-4 0,0 2-19,1 2 0,-1-2 0,2-1 0,1 1 46,3-1 1,4 2 25,-5 5 0,5-5-20,-5 0 1,7-1 103,-2 1 185,3 3 0,2-11 1,0 4 1,0 0-1,0 0 1,0-3 50,0-1 0,0-2 0,0-1 0,0-4-14,0-4 0,0-9 1,0-3-1,2-1-69,3-4 1,-3-1 0,2-4 0,0-2-34,1-1 0,-4-6 0,4-1 0,-3-6-156,-2-6 0,0-4 0,1-2 0,3 1 0,1-1 0,-1 4 0,-4 0 0,0-2 0,0 2 0,2 0 0,1-6 0,2 0 0,-1-3 0,-3 3 0,1 7 0,1 4 0,2-1 0,0-2 0,-4-9 0,3-1 0,1 1 0,1 2 0,-3 1 0,2-1 0,-1-3 0,2 2 0,-1-2 0,0 1 0,1-1 0,-4 1 0,5-3 0,-2 3 0,-1 6 0,1-1 0,-3-5 0,1-3 0,2-2 0,0 7 0,-5 0 0,0 5 0,0-1 0,0 0 0,0-3 0,0 1 0,0-1 0,0 1 0,0 1 0,0 2 0,0 1 0,-5 7 0,-1-2 0,-1 4 0,1 1 0,-4-6 0,3-1 0,1 3 0,-1 4 0,1 8 0,2-1 0,-1 0 0,2-1 0,-3 4 0,1-4 0,0-3 0,-2-1 0,6-2 0,-4 2 0,3 1 0,2 2 0,-1 7 0,-3-4 0,-1 1 0,2-4 0,1 3 0,2 2 0,0 2 0,0-2 0,0-3 0,0-5 0,0 3 0,0 5 0,0 3 0,0 2 0,0-2 0,0-3 0,0 5 0,-1-2 0,-2 5 0,-2 1 0,0-9 0,5-4 0,0 3 0,0 6 0,-2-1 0,-1 8 0,-2-4 0,2-3 0,-1 10 0,1-7 0,-2 5 0,2 2 0,1-2 0,1 1 0,-3-2 0,0-1 0,-1-4 0,5 4 0,0-1 0,0 0 0,-5 1 0,0-1 0,2 5 0,1 3 0,2-4 0,0 1 0,0 1 0,0 2 0,0 2 0,0 0 0,0-1 0,0 1 0,0 4 0,0 3 0,0 0 0,0 4 0,0-3 0,0 1 0,0 3 0,0 0 0,0 2 0,0 6 0,0-1 0,0 7 0,0-6 0,0 5 0,2 2 0,1-5 0,2 1 0,0 3 0,-5-7 0,6 7 0,-4-6 0,4 6 0,1-2 0,-5-1 0,2 1 0,-2-5 0,3 2 0,0-2 0,0 0 0,-5-5 0,0 1 0,0 4 0,0 0 0,0 0 0,1 1 0,4-1 0,-1 7 0,5-2 0,3 3 0,2 2 0,4 0 0,4 0 0,1 0 0,6-2 0,7-1 0,1-2 0,4 2 0,3 1 0,4 1 0,1-3 0,-2 0 0,-1-3 0,-4 4 0,-1-2 0,-2 2 0,-1 1 0,3 2 0,-4 0 0,-1 0 0,10 2 0,0 1 0,3 2 0,1-2 0,1 4 0,-4-1 0,4 2 0,1 4 0,-9-4 0,1 2 0,-2-1 0,1 0 0,1 2 0,2-4 0,2-1-615,6 1 1,5-3 0,3-4 0,5 0-3728,5 0 4342,-8 0 0,-10-13 0,3-6 0,-3-2 0,0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3:35.9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736 2661 6836,'-10'9'779,"2"-3"-18,1 1 0,-4-4 1,3 7-89,-1 1 0,-4-4 0,4-1-224,-4 1 1,-2-4-1,0 5 1,0-1-158,1-4 1,-3-1 0,-2-4 0,-4-3-47,0-5 1,-5-9 0,2-6-1,-5-4 8,-3-5 0,-7-6 0,3-10 1,-1-7-100,0-6 1,6-7 0,-3 2-1,2-3 34,0 3 0,6 1 1,8 5-1,6-4-75,4 0 0,-1-3 1,6-5-1,1 3 54,3 2 1,2-3-1,3 4 1,2-3 33,2 3 0,2 1 0,6 3 0,2-5-38,2-2 1,11-6 0,0 3 0,5 6 1,5 1 0,3 6 1,5-4-1,3 1-39,0 1 0,-1 1 0,-7 8 0,0 5-54,0 3 0,7 3 0,5 4 0,6 5-40,6 3 1,4 2-1,2-1 1,-4 2 29,-6 4 0,-2 4 1,-12 10-1,4 6-29,7 2 0,4 2 1,8 0-1,1 2-6,-1 2 1,-6 5 0,-3 5 0,-5 3 69,-5 2 0,-2 1 1,-3 8-1,6 3 116,8 0 1,-3 6-1,2 2 1,-6 6-15,-7 4 0,-9-2 0,-2 7 1,-2 1 1,-3 3 0,-2-5 1,-2 1-1,0 2-40,1 1 0,-1 0 0,1-3 0,-3-3-43,-2-1 1,-4 3 0,-5 7-1,1 0-98,-3-1 0,3 2 0,-12-11 0,-2 1-34,-1 0 1,-2-2 0,0-5 0,0 0-50,0 0 0,-2 5 0,-5 1 0,-6 3 17,-5 2 0,-3-4 0,2-2 0,-6-3 5,-3-2 1,-1 5 0,1 0-1,2-4 85,1-4 1,3 2 0,-5-4 0,5 3 46,0 2 0,-2 1 0,3-3 1,-1-1 27,1-2 0,-5 0 0,2 4 1,-4-4-36,-2-5 1,-4-3 0,-2-1 0,0-1-21,0 0 1,2-6-1,5-3 1,-1-4 32,1-1 1,-4 3 0,2-2 0,3-3-42,1 0 1,0 0 0,0 2 0,1 0-58,-1 0 0,-4-2 0,7-2 0,-4-1 0,-1 1 0,-7 1 0,-3-1 0,-5-1 0,-5 1 0,3-4 0,-5-2 0,2-2 0,0 2 0,5-3 0,7 3 0,1-5 0,3-5 0,4-4 0,2-5 0,3-1 0,-2 0 0,-2-1 0,-1-2 0,-1-3 0,1-2 0,-1-2 0,-1-4 0,-1 0 0,-3-1 0,1 1 0,5-2 0,-1-2 0,1-1 0,1-7 0,2 0 0,3-5 0,2-3 0,1 0 0,6 4 0,-1-3 0,0-1 0,-4-5 0,-1 5 0,2 2 0,2 1 0,1 4 0,0-1 0,1 1-69,-1-4 1,7-1 0,1 1 0,2-3-1466,0-5 0,1-8 0,5-1 0,4-1 1534,5-1 0,23-16 0,6-8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3:38.3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158 207 7838,'-15'0'0,"-1"0"13,-4 0 1,4-2-1,-4-1 1,4-2 1326,1 2 1,0-4-365,1 2 1,6-6 0,6 2-382,10 1 1,5 0 0,15 5-1,5-2-166,3 2 0,8-4 0,6 1 0,4-1 81,7 1 0,4-6 1,10 4-1,3-2-170,6 0 0,2 2 0,1-3 0,-5 1-161,-9-1 1,-8 4 0,-11 1-1,-6 1 48,-8 0 0,-10 0-183,-11 5 1,-10 0-8,-9 0 1,-7 0 0,-8 0-324,1 0 0,-3 0 0,-1 0 0,-3 0-953,-2 0 1,-1 1 1238,-6 4 0,-25 4 0,-7 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3:40.1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410 381 7774,'-23'-44'63,"4"2"0,2 2 631,3 6 1,4 5 0,2 4 461,1 6 0,1 4 0,1 5 0,5 5-556,0 10 0,6 5 0,11 9 0,2 6-131,6 3 0,2 9 0,4 6 0,2 7-221,1 8 0,1 0 0,-6 14 1,1 5-34,-1 3 1,-1 3-1,-4 5 1,-4 2-20,-4 3 0,-8 4 0,-3 2 0,-3-7-93,-2-14 1,-7-16 0,-1-13 0,0-5 6,3-4 1,3-9-1,2-9-25,0 0 1,2-3 0,3-6-1,5-1 51,3-2 0,3-7 1,5 2-1,9-4-73,7-1 0,7-3 0,5-5 0,5-7-226,3-1 0,4-2 0,1 0 0,2-2 7,-2 2 0,-2 2 1,-1 1-1,3 1 101,7-1 1,-6 2 0,9 2-1,-6 2 36,-9 3 0,-5 1 1,-10 5-1,-2 0 2,-6 0 0,-8 5 0,-3 1 0,0 1 39,0-1 1,-4 4 0,4-5 0,-2-2 4,-3-1 1,4 3 0,-3 0 0,-1-2 116,-2-1 1,-6-2 422,0 0 1000,-7 0-1101,4 0 0,-12-2 0,-2-3 0,-1-5-112,-3-3 0,-2-6 0,-2-3 0,0 0-188,1-5 0,-6-7 0,-1-5 0,0-5-152,-1-5 0,1-10 0,3-10 0,-1-4-114,1-5 0,1 1 1,3-5-1,0 1-178,5-1 0,-3-1 0,7-4 0,2 5 95,1 9 1,4 8 0,1 11 0,4 5 73,1 3 0,-3 13 0,3 5 0,0 6 61,0 4 1,-4 1 294,1 3-247,-4 5 1,-1 5 63,0 8 1,-1 0-1,-4 4-84,-5-2 1,-5-1-1,-3-5-18,-1 0 0,-6 5 0,4 0 0,-4-2 6,-6-1 0,-1 3 0,-11 0 0,-4 0-4,-4 1 0,-4-3 1,-9 6-1,-5-1-58,-2 0 0,2 2 0,0 4 0,-2 1-78,-6 0 0,-11 6 1,-9 2-1,2 1 86,7 1 0,8-2 0,12 3 0,2-2 177,1 3 0,5-5 0,-4 1 0,5-1 62,5-4 0,4 3 0,9-3 0,6-4 274,11-2 1,8-7 0,4 3 643,2-2-821,7-1 1,-2-5-225,10 0 1,3-1 0,7-3 0,0-2-293,-1-2 0,1 3 1,-2-5-1,-1 0-952,-3 2 1,1-3 0,5 4-2159,0-1 0,-1 5 3376,1-2 0,6 36 0,2 10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3:47.5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1691 7867,'-10'5'51,"1"-1"0,-1 6 1,-5-5 713,0-2 1,1-1 250,-1-2 0,5 0 980,0 0-1507,7 0 0,-2-6 0,9-4-195,0-3 1,6-2 0,-3 0-1,3-1-33,6-4 0,0-3 1,9-6-1,3-2-62,4-3 1,12-10 0,12-10-1,6-5-111,6-5 0,-31 31 1,0-2-1,2-4 0,0-1 1,3-1-1,1 1-36,2-1 1,2 0 0,3-2 0,3 1-1,2 2 1,2 2 0,0-1 0,1 1-57,-2 0 0,0 1 0,-2-1 1,-1-1-1,-6 2 0,0 0 1,-3 4-1,0 1-32,0 3 1,-1 1 0,42-21 0,-2 8 0,-9 5 30,-14 5 1,-12 0-1,-24 12 1,-4 1 332,-4 1 82,-8 3-4,-1 5-752,-7 3 0,-2 6-2647,-3 0 1,3 2-1017,-2 2 4009,-5 5 0,-31 12 0,-16 2 0</inkml:trace>
  <inkml:trace contextRef="#ctx0" brushRef="#br0" timeOffset="633">1278 59 7870,'-15'-6'0,"2"-4"96,3-3 1,-3 5 0,5 1 0,-2 2 1201,0 0 1,5 0-279,-5 5 1,7 2-703,-2 3 1,10 3 0,5 5 0,5-2 23,4-1 0,-1 0 0,7 3 0,2-1-117,6-3 0,5-4 0,7 3 1,3-1-130,1-4 1,6-1 0,-1-2-1,2 0 24,-2 0 0,1-7 0,-6-1 0,-3 0-153,-5 3 0,-10 3 1,-8 2-1,-4 2 9,-6 3 1,-5 5 0,-8 9 0,-1 6 155,-4 3 0,-5 8 0,-8 3 0,-3 3 58,-2 2 0,-1 2 0,-6 3 0,2 3-345,4 1 1,-4 2 0,5-6-1,0-1-282,4-3 0,-1-4 1,4-5-1,4-8-730,4-5 0,3-4 1,5-4 1166,0 0 0,20-20 0,4-5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3:49.9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340 3702 7702,'-15'-23'0,"1"3"1594,-1 4 1,7 6-373,3 0 1,5 9-1,5 1-327,4 8 1,5 7 0,2 4 0,2 7-323,1 7 0,3-2 0,-4 5 0,1-2-419,-1 0 1,3 6-1,-1-6 1,-2-1-645,-2-2 0,-1-2 0,0 0 0,-2-1-782,-3-3 0,1-4 0,-6-6-3755,-2-1 5027,5 1 0,-26-53 0,0-12 0</inkml:trace>
  <inkml:trace contextRef="#ctx0" brushRef="#br0" timeOffset="398">164 3952 7710,'-30'14'607,"1"1"1,1-2 0,3-3 0,6-5 1221,3-4 0,4-2-917,7-4 0,8-5 1,17-10-1,6-4-312,7-4 1,0-3 0,6-3 0,2-5-135,1-4 0,2-6 0,0 0 0,0 2-346,0 1 1,1 2 0,-1 0 0,-2 1-25,-3 4 1,0 5 0,-9 11 0,-7 8 266,-5 9 0,-5 1-298,-3 5 0,-4-2 1,-6 12-1,0 2 238,0 1 1,0 6-1,0 2 1,0 2 79,0 3 1,5 2-1,2 2 1,1-1-212,3 0 0,2 1 0,2-1 0,-2-1-218,-3-4 1,3-1-1,-2-5 1,6 0-1298,2-5 0,1 2 1,-6-7-1,1 0-538,0-3 1,4-3-1,1-2 1,-2 0 437,-2 0 1,1-2-1,1-4 1,1-7 1442,-1-5 0,11-29 0,4-11 0,3-2 0,0-1 0</inkml:trace>
  <inkml:trace contextRef="#ctx0" brushRef="#br0" timeOffset="963">1413 3364 7715,'-10'5'1244,"0"-1"0,5 6 0,-3-3-344,2 1 0,-1-5 0,4 4 0,-4-1-45,-1 4 1,-2-2 0,-4 0 0,-1 1-341,0-1 0,-4-3 0,-2 3 0,-2 0-176,-3 0 1,3-5 0,-2 2-1,1-3-149,1-2 0,-3-2 1,6-3-1,0-4-39,-1-5 1,5-2 0,-2-3 0,7-4-110,6 0 0,3-3 0,2 4 1,0 1-126,0 0 1,0 1 0,2 6-323,3-1 372,3 7 0,0 8 1,-3 11-1,-5 6-660,-5 2 0,-2 12 0,-4-1 0,1 1-729,-1 0 1,-1-2 0,2-1 0,6-4-1255,2-4 1,4-12 2016,2-8 0,6-13 1,10-13-1,4-7 659,4-6 0,3-3 0,2-2 0,3-1 0,1 1 0,1-3 0,1 1 0,-5 5 238,-3 4 0,-8 9 0,-3 10 1066,-4 7 1,-8 6-1,-3 10-85,-3 4 0,-2 5 0,0 0 1,0 1-31,0 0 0,0-1 0,1 1-758,4 0 0,4-2 1,5-3-1,1-4-347,0 1 1,1-6 0,2 4 0,2-3-144,-2-2 1,-2 0 0,-1 1 0,-1 3-324,1 1 1,-2 6-1,-3 0 1,-5 6-16,-4 2 0,-2 8 0,-6-3 0,-6 4 94,-5 1 1,-3 1-1,3-3 1,-2-1-389,2-1 1,2-7-1,1 0 691,1-7 0,12-43 0,4-17 0</inkml:trace>
  <inkml:trace contextRef="#ctx0" brushRef="#br0" timeOffset="1265">1633 2879 7715,'-9'-9'562,"0"3"3933,3-1-2483,1 6 0,8-4 1,5 10-1248,7 4 0,11 11 0,2 5 0,6 4-374,4 5 1,1 5-1,5 9 1,-1 2-312,-4 3 0,3-6 0,-4 2 1,-2-3-401,-7-2 1,-6-8-1,-8-5 1,-2-7-3715,-3-2 2832,-4-9 1,-11-8-1,0-10 1,1-5 108,-3-3 0,4-4 1093,-7-2 0,-19-24 0,-11-10 0</inkml:trace>
  <inkml:trace contextRef="#ctx0" brushRef="#br0" timeOffset="1497">1648 2952 7715,'-15'-29'204,"6"-1"1,0-1 0,3-1 490,3-3 0,1-4 0,5 3 1,5 0 273,7 0 1,15 4-1,1 7 1,6 7 74,9 7 1,-2-1 0,5 11 0,-7 7-521,-7 12 0,-3 10 1,-14 6-1,-5 7-344,-6 6 0,-7-1 0,-7 3 0,-6-3-408,-5-2 1,-6 5 0,4-2 0,1-4-1204,-3-7 1,8-7 0,-3-3 0,6-5-1582,0-4 0,4-9 186,2-18 2826,10-6 0,15-37 0,7-15 0,5-4 0,0 0 0</inkml:trace>
  <inkml:trace contextRef="#ctx0" brushRef="#br0" timeOffset="1750">2030 2393 11513,'0'15'1011,"0"0"0,2 0 0,3-1-239,5 1 0,3 3 0,3-2 0,4-4-154,4-4 1,-1-3 0,2-5 0,1 0-217,1 0 1,1-8-1,-3-7 1,-6-8-294,-2-5 0,-4 0 0,-2 2 0,-3 2-9,-1-2 1,-9 5 0,-8 1 0,-4 4-481,-6 1 0,-3 7 0,-6 3 0,1 3-599,4 2 1,-3 2 0,6 1-1,0 4-469,0 1 0,6-3 0,7 4 1,1 3-2846,4 1 4293,1 2 0,29-7 0,5-2 0</inkml:trace>
  <inkml:trace contextRef="#ctx0" brushRef="#br0" timeOffset="2032">2207 2202 7736,'13'-14'-8,"-2"1"1,-1 1 623,1 2 0,3 5 1,0-3-1,3 2 239,2 3 0,2 1 0,5 2 0,-1 0-82,1 0 0,2 5 0,1 1 0,1 1 405,-1-1 0,-6 4 1,-3-5 1317,-4-2-1862,-8 6 0,-1-14 1,-7 0-1,-2-8-312,-3-7 1,3 2 0,-2-6 0,2-3-169,2 0 0,0-3 1,0 3-1,0 2-77,0 5 1,2 4-1,2 3 1,6 2-315,3 1 1,-3 7 0,2-2-1,2 3-116,4 2 1,2 5-1,-6 1 1,3 1-1226,2-1 1,-2 4-1,2-3-76,-2 1 1,-3-5 0,1 2 1653,0-3 0,26-48 0,6-11 0</inkml:trace>
  <inkml:trace contextRef="#ctx0" brushRef="#br0" timeOffset="2269">3000 1556 7746,'-14'0'0,"-1"0"0,0 0 807,1 0 0,-6 0 1,0 1-1,2 4 492,2 5 1,1 1 0,2 1 0,4-2 90,4 1 1,-2 2 0,2 2-1102,2 0 1,10-6 0,6-1 0,6-1-144,4-4 0,2-1 0,4-4 0,0-1-141,1-2 1,4-5 0,-1 5 0,-4 2-399,-3 2 1,-8 1-1,3 0 1,-3 1-104,-3 4 1,-3 5 0,-12 8 0,-2 3-135,-3 2 0,-5 0 0,-8 3 0,-1-3-417,1-2 1,1-1 0,3-6-1,-1-1 1047,0-3 0,20-49 0,5-18 0</inkml:trace>
  <inkml:trace contextRef="#ctx0" brushRef="#br0" timeOffset="2447">3118 1526 7746,'0'-14'421,"0"4"3992,0 0-2892,0 7 1,2-2 0,3 10-538,4 4 1,4 5-1,2 0 1,0 1-839,0 0 1,-2-6-1,-2 1 1,-1 0-1183,1-2 0,2 5 0,2-5-5692,0 1 6728,-1 4 0,-18-38 0,-6-1 0</inkml:trace>
  <inkml:trace contextRef="#ctx0" brushRef="#br0" timeOffset="2597">2839 1056 7746,'-20'-23'490,"1"3"1,-1 1-1,7 2 1,3 4 858,5 0 1,5 7-1444,5 1 0,3 5 0,7 5 0,0 5-2455,-1 3 2549,8 8 0,27 54 0,-18-28 0,0 1 0</inkml:trace>
  <inkml:trace contextRef="#ctx0" brushRef="#br0" timeOffset="3180">3294 688 7771,'-29'-29'183,"1"0"0,5-1 0,7 1 1463,5-1 0,7 8 0,1 4-702,6 6 1,6 14-1,7 12 1,3 11-397,6 8 0,4 4 0,4 7 1,1 0-28,-1 0 0,3 5 0,0 0 0,0-1-231,0-2 1,5-2 0,-2-2 0,3-3-1136,2-4 0,5-6 0,0-6 1,-1-8 50,-3-9 0,-9-4 0,-5-6 0,-8-4 767,-6-6 1,-6-11 0,-13 1-1,-3-4 113,-4-2 0,-6-4 1,-5 0-1,-6 1 396,-6 2 1,-1 3-1,-8 4 1,-3 4-217,-3 4 0,-2 8 1,6 3-1,2 3-1103,2 2 0,8 2 1,2 4-1,7 9-914,6 8 1,8 0-1,3 1 1751,3 2 0,42-4 0,9-1 0</inkml:trace>
  <inkml:trace contextRef="#ctx0" brushRef="#br0" timeOffset="3416">3794 453 7827,'-6'-19'490,"-4"-1"1,3 5 0,2 5 1148,4-1 0,2 5 0,4 1-285,5 3 1,5 15 0,3 7 0,3 6-629,2 3 1,1 5 0,4 2 0,-2 2-484,-1 3 0,-1 0 0,4-2 0,-3-5-512,-6-3 1,2-1 0,-1-1 0,-2-1-1399,-2-4 1,-1-3-1,-2-6-1972,-3 0 1,-2-7 182,-3-3 3456,-3-10 0,4-68 0,-6-24 0</inkml:trace>
  <inkml:trace contextRef="#ctx0" brushRef="#br0" timeOffset="3547">4191 600 7827,'-10'-15'390,"0"1"0,7-1 0,-3 2 1465,-1 3 1,6 5-746,-4 10 1,3 3-1,2 7 1,0 0-775,0-1 0,0 1 1,0 0-1,0 0-1050,0-1 1,5 1-1,1 0-3626,3-1 4340,-6 1 0,16-20 0,-2-5 0</inkml:trace>
  <inkml:trace contextRef="#ctx0" brushRef="#br0" timeOffset="3664">4029 277 7827,'-29'-44'0,"1"1"-83,4 4 1,7 3 0,8 7 0,-1 1 957,2 3-1384,-5 4 1,17 13 0,1 5 508,7 6 0,9 18 0,2 10 0</inkml:trace>
  <inkml:trace contextRef="#ctx0" brushRef="#br0" timeOffset="3848">4147 71 9525,'10'5'1676,"0"1"1,3 3-759,5 2 1,4 2 0,8 2 0,1 1-327,3 4 1,2 1-1,5 5 1,-3-3-965,-3-2 1,-2-1 0,-7-6-1,-3 1-1455,-2 0 1,-6-2 0,-7-2 47,-1-1 0,-4-7 1779,-8 2 0,-55-16 0,-20-5 0</inkml:trace>
  <inkml:trace contextRef="#ctx0" brushRef="#br0" timeOffset="4032">4250 365 7827,'-15'10'1264,"0"0"0,6-7-211,-1 2 1,8-9 0,2-4 0,10-3 276,8-5 1,5-4-1,8 0 1,3-4-431,5-4 1,10-1 0,5-1 0,2 1-652,-2 0 1,-5 4 0,-10 2 0,-5 2-1232,-3 3 1,-8 3-685,-3 5 1,-12 6-1,-6 8-152,-6 6 1,-12 5 0,1 3 1817,-1 2 0,-40 25 0,-7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17.2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1684 6174 7658,'-43'29'660,"4"1"1,-3-6 0,6-1 175,3-2 1,14-9 0,20-12-866,12-8 0,9-7 1,9-6-1,3-7-36,5-5 0,5-12 0,4-1 0,1-5 35,-2-4 1,5-2-1,5-5 1,12-9 88,-28 30 0,1-1 0,6-5 0,2-1 1,4-5-1,0-2 0,0 0 0,0-1 64,0 1 1,1-1 0,4-4 0,1 0 0,5 1 0,1 2 0,0-1 0,0 1 170,-3 2 1,0 1 0,2 1-1,1 1 1,-4 1 0,2-1 0,4-1-1,2 0-105,6-3 1,0 0-1,-4 3 1,-2-1-1,2-2 1,0 0-1,0 1 1,1 2-229,2-1 1,-1 0-1,2-2 1,0-1 0,-2-1-1,-1-1 1,0 1 0,1 1 30,0 4 1,-1 0-1,-3 3 1,-1-1-1,-1-1 1,-1 0 0,1-2-1,0 0-26,4-3 0,0 1 0,-4 2 1,-1 0-1,0 2 0,-2 1 0,-4 4 1,-2 0 43,-1 1 1,0 2 0,1-1-1,1 2 1,3-1 0,0 1-1,-6 1 1,-2 1 9,-7 1 1,-3 1-1,-3 5 1,-2 1 0,0 2-1,0 2 1,3 1 0,1 2 99,1 0 0,1 1 0,39-22 1,-13 6-1,-12 2-72,-9-2 0,-10 5 0,-4 2 0,1 5-70,0 4 0,-6 4 0,2 6 0,-3 0 161,-1 1 1,-2-1 0,-4 0 0,-4 1-112,-4-1 0,-6 5 0,-2 0 404,-1-1 1,-3-2 0,-4-2-397,0 0 0,0 1 0,-1-3 1,-2-1-19,-2-1 1,0-2 0,5 3 0,-2-4 37,-3 0 1,-1-1 0,-6-3-1,4-1-6,2-4 0,-4 2 0,3-7 0,1 0 71,-1-3 1,2-4 0,5-1 0,0 0-131,0 0 1,2 3 0,1-1-1,4-4-20,1 0 0,-5-4 0,4 1 1,-2 0 8,-1-2 0,1-1 0,-5-7 1,0 2 37,0 3 1,0 3 0,-1 7 0,-4 0 32,-5 0 0,-3 7 1,-2 2-1,1 6 14,-1 4 0,-1-2 0,-2 4 1,-2 0-47,2 3 0,2-1 0,1 1 1,2 2-49,3 2 0,-3 8 1,3 3-44,-3 3 1,-1 2 0,-1 2 30,0 3 0,0 3 0,1 7 1,-1 1 70,0 4 0,-4-2 0,-3 5 0,0-1 64,-5 1 1,-7-1-1,-5 5 1,-7 4 96,-8 0 0,-1 2 1,-14 0-1,-4 4-103,-9 6 1,2 1 0,33-16 0,-2 1 0,-4 2 0,0 2-55,-6 1 0,-2 2 0,-4 2 0,-2 2 0,-3 5 0,0 2 0,-4 0 0,-1-1-189,-1 0 1,-2-1 0,-1 3 0,-2 1 0,-2 0-1,0 0 1,-2 2 0,-2 1 132,26-17 0,-1 2 1,1-2-1,-25 17 1,2-1-1,26-16 0,-1 0 1,1 0-1,0-1 1,1-1-1,-1 1 15,-2 1 0,0-1 0,0 2 0,0 0 0,1 0 0,-1 1 0,-2 1 1,1 0-1,-1 0 0,0-1 0,0 0 0,0-1 7,2-2 1,-1 0 0,1 1 0,-4 0 0,0 1-1,1 0 1,1 2 0,1 1 0,1 0 0,-3 1 0,0 1-1,1-1 7,0 1 1,1 0 0,-1-2 0,2-2 0,-1-1 0,1-1 0,1 0-1,0-1 1,1 0 0,0 0 0,0-1 0,0 1 15,-24 17 0,-1-1 0,0 2 1,0-1-1,0-1 0,1 0 0,3-3 1,3-1-9,7-4 1,1-1-1,-1-2 1,0-1-1,2 0 1,0-1-1,1 1 1,0 1-30,4 0 1,2 0-1,8-3 1,2-1 0,7-5-1,0-2 1,-40 21 236,1-8 1,12-10 0,4-8 0,16-3 171,15-7 1,11-5 392,9-8-702,7 0 0,8 0 1,10 0-1,3 0-125,2 0 0,1-5 0,4 0 0,4 0 353,4-1 0,6 4 1,0-3-1,1 4-250,1 1 0,-2 1 0,7 2 0,0 4 147,-5 1 0,1 2 0,-3 6 1,1 4-57,1 4 0,-5 11 0,5 4 1,-2 7-121,0 7 1,9 10 0,1 13 0,8 6-29,-24-39 1,1 1 0,1-2 0,-1 2-1,1 4 1,-1 2 0,0 1 0,1 1-27,-1 4 1,0-1 0,0-5-1,0 0 1,-2 1 0,-1 1 0,0-5-1,-1-1-3,0-2 1,1 0 0,0-1 0,2-1 0,2 1 0,2 0 0,0 2 0,-1 0 93,1 0 0,-2 0 0,0-2 0,-1-1 0,25 40 1,-5-2 206,-3-4 1,-9-1-1,-4-1 1,-5-2-169,-4-4 0,1-2 0,3-11 0,-4-4-111,-4-7 0,-2-11 0,-2-4 0,0-8 0,-3-4 0,-3-3-589,0 1-536,-3-7 0,-9-1 0,-3-7 0,-6 0-822,-7 0 1,-5-2 0,-5-1 0,2-4 1946,1-1 0,-12-15 0,-9-8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24.7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249 1162 7729,'-34'-21'166,"-1"-4"1,4-2 488,5-3 1,6-6 0,11-3 0,4-3 13,3-2 0,10-2 0,9-5 0,10-8-307,11-8 1,11-9 0,6-3-1,8 3-173,-30 37 1,2 2-1,7 1 1,3 1-1,3-1 1,3 3 0,4 1-1,1 2-28,2 1 1,0 2-1,-1 5 1,-1 2 0,-5 5-1,-1 2 1,1 4 0,1 2-65,2 2 1,2 3 0,2 4 0,0 3 0,-2 1 0,-1 4 0,39 18-13,-15 9 1,-14 12 0,-9 9 0,-4 7-95,-1 8 0,-27-29 0,-1 2 0,14 46 0,-21-44 1,-2 0-84,-2 1 1,-3 0 0,-3 1-1,-2 1 1,-1 1 0,-3-1 0,-6 47 51,-14-1 1,7-49-1,-3 0 1,-6 3-1,-2 1 1,0-2-1,-1-1 39,-1-1 1,-2-2 0,0-2-1,-1-2 1,-30 32 0,0-1 340,0 1 0,-6-9 0,-5-6 0,-9-10-17,-9-8 0,2-14 0,-4-12 0,10-10-89,10-8 0,-4-19 0,14-15 0,-6-15-147,-4-17 0,31 25 0,1-3 0,-1-8 0,2-2 0,0-3 1,3-4-218,3-3 1,2-3 0,3-2 0,3-1 0,4-2 0,4 0-1,2 0 1,3 1 68,2 3 0,3 1 0,4 9 0,3 3 0,15-38 0,10 9-92,11 9 0,6 11 0,7 10 1,8 9-408,8 8 0,13 7 1,8-3-1,-41 19 1,0 0-1772,2-1 0,-1 1 2331,47-10 0,-7 4 0,0 3 0,0-4 0,0-4 0</inkml:trace>
  <inkml:trace contextRef="#ctx0" brushRef="#br0" timeOffset="902">117 3426 7818,'-20'-20'156,"0"1"1,1-9-1,4 0 1,0-6 577,1-4 1,5-3 0,5-9 0,4-7-28,4-5 1,11-7 0,11 5 0,7 2-97,6 2 0,9-2 1,2 1-1,1 6-160,-1 2 1,12 0 0,4 2 0,11 2-225,11 3 1,-42 25-1,1 3 1,2 5 0,0 3-1,44-5-29,-3 9 0,-4 17 0,1 9 0,-1 9-119,4 11 1,-42-19 0,-1 3-1,-1 5 1,-2 3 0,-2-2-1,-1 2-10,36 31 0,-7 1 1,-11-5-1,-2 1-170,-3 4 1,2 3 0,-9 7 0,-5 1 38,-6 3 1,-6-3 0,-6 4 0,-6-4 151,-6-2 0,-1 2 0,-6 2 1,-2 3 73,-1 2 1,-9-2 0,-3 0-1,-4-8-132,-6-5 0,-4-4 0,-11-2 0,-4 1 129,-3 2 0,-9-1 0,-1-6 0,-2-3 37,0-5 0,3-6 1,1-7-1,6-10 84,1-8 1,6-2-1,-4-11 1,-3-5-119,-4-8 0,-7-5 1,-1-15-1,-6-6 30,-6-7 0,-3-6 0,3-12 0,4-2-26,4-2 0,-4-4 0,-1-8 0,-1-1-242,1 3 1,3 1 0,10 10 0,8-3-223,8-2 0,6-2 1,7-3-1,9 2 66,7 1 0,6 1 1,2-6-1,4 1 15,5-1 0,3-1 0,2-2 0,1-1-384,4 1 1,1 9-1,7 7 1,-1 9-179,4 8 0,9 16 0,-1 2 0,3 6-829,2 6 0,2 6 1,1 17 1605,2 11 0,-5 15 0,7 15 0,1 2 0,4 4 0,-1 0 0,1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27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2491 7757,'-15'-14'191,"0"1"1,1 1 0,-1 2 2012,0-1 1,5-2-291,1-2 1,7 9-1117,2 6 0,11 14 0,11 14 0,1 6-179,3 4 0,1 3 1,1 6-1,-2 2-230,-1-1 1,-2 4 0,3 0 0,-3 0-315,-2-3 1,-6-5-1,-7-4 1,-2-6 45,-2-3 1,-4-15-175,-5-6 0,-4-10 0,-5-8 1,-1-10-105,0-8 0,-4-4 0,-2-14 0,-1-5-24,1-1 1,1-12 0,6 1 0,-1-3 251,0-1 0,2-8 0,4 6 0,4 6 143,3 9 1,5 14 0,7 11 0,10 10 109,6 11 1,3 11 0,2 8 0,4 8-163,4 8 0,8 11 1,2-3-1,0 2-475,2 1 1,1-3 0,8 4 0,2-3 238,2-3 0,-3-7 0,-12-8 0,-10-5 311,-7-6 122,-9-2 1,-10-14 0,-13-4 0,-6-7 306,-2-7 1,-5-2-1,3-4 1,-3-5-667,-2-8 0,-1-7 0,-2-9 0,-3-4 0,-2-5 0,-2-1 0,-4 0 0,1 4 0,3 6 0,4 6 0,8 17 0,2 9-1465,1 11 0,8 11-170,2 11 0,9 8 0,12 8 1,6 2-5319,6 3 6953,8 2 0,4 7 0,6 5 0,8 3 0,0 1 0</inkml:trace>
  <inkml:trace contextRef="#ctx0" brushRef="#br0" timeOffset="364">1669 2109 7757,'-15'21'0,"5"-4"0,0 2 0,0-1 1477,2 2 0,-5-4 1,5 4-1,-2-4-202,0-1 0,1 4 0,-8 3 0,-2 1-662,-6 3 0,-3-5 0,-1-1 0,0-4-373,-1-1 1,-6-7 0,-1-3 0,-1-4-70,4-1 1,8-6-1,3-6 1,0-6-4,0-6 0,10-10 0,0-7 0,5-7-166,5-6 0,1-8 0,4 0 0,4 4-252,9 2 0,6 15 0,10 2 0,3 8-53,6 6 1,0 11-1,-2 9 1,-7 3 106,-5 2 0,-10 7 0,-1 4 0,-8 5 162,-6 4 0,-4 6 1,-5-1-1,-10 4-252,-8 5 0,-2-3 0,-11 4 0,-2-4-657,-1-2 1,-3 1-1,3-3 1,4-2-4070,9-6 5012,0-2 0,63-38 0,26-15 0,-1-2 0,0 0 0</inkml:trace>
  <inkml:trace contextRef="#ctx0" brushRef="#br0" timeOffset="697">1727 1712 7775,'-14'7'330,"1"1"1,1 7 0,2-2 1411,-1-3 0,4 8 0,2-4 0,4 4-411,1 3 0,0 1 1,0 4-1,1-3-597,4-2 1,4-2 0,5-4 0,3-2-634,2-3 0,4-3 1,6-7-1,1-2-377,-1-3 0,1-5 0,-1-9 0,0-6-93,1-3 0,-6-1 0,-1-2 0,-2-2 240,-3-1 0,-1-5 1,-4 6-1,-2 5 717,-1 7-393,-7 5 0,4 14 0,-7 7 1,0 8 38,0 7 0,0-4 0,0 4 0,1-4-213,4-1 1,3-6 0,7 0 0,0-3-851,0-3 0,-1-1 0,1-2 0,0-2-783,-1-2 0,6 0 0,1-6 0,0-1-1759,1-2 3371,-3-2 0,42-32 0,11-9 0</inkml:trace>
  <inkml:trace contextRef="#ctx0" brushRef="#br0" timeOffset="1264">3109 1139 7775,'-10'-15'637,"0"1"1,6 1-1,-5 1 1,1 4 495,0 1 1,3 3 0,-5 5 0,1 4-302,0 5 0,-9 9 1,4 6-1,-3 3-375,1 1 0,1 1 0,2-1 0,2 0-428,1 1 0,7-6 1,-2-1-1,5-3-245,5-7 1,5 0-1,9-8 1,6-2-285,2-1 1,8-9 0,1-3 0,1-4 15,4-6 0,-10-3 0,-3-6 0,-5-1 352,-5 1 1,-4-7 0,-4-5-1,-7-6 447,-6-7 1,-8-8 0,-12-3 0,-8-4 379,-5-6 0,3 9 0,-1 3 0,3 12 1530,2 10 0,4 10-1628,1 7 0,7 24 0,2 8 1,9 13-338,4 10 0,4 8 1,3 1-1,6 2-281,7 2 1,5 2 0,7 1-1,-1 2-573,0-1 1,2-3 0,4-1 0,4 1-1805,3-1 1,1-2 0,-2-4 2397,-2-9 0,0-13 0,5-9 0</inkml:trace>
  <inkml:trace contextRef="#ctx0" brushRef="#br0" timeOffset="1585">3756 698 7775,'-30'5'260,"1"1"1,0 3 736,-1 2 0,1-1 1,1 3-1,4 3 65,4 1 0,8 4 1,4 0-1,2 2-647,3 3 1,3 0 0,6-1 0,7-4-469,5 0 0,8-9 0,-1 1 0,4-5-106,5-5 0,-3-1 0,4-4 0,-4-1-176,-2-2 0,-1-11 0,-4 1 0,-4-3 254,-4-3 1,-1-2-1,-2-7 1,-3 1 696,-5 0 0,-4-1 1,-1 1-1,0 1 373,0 4 0,-4 2 1,-3 9-546,-1 3 1,3 4-1,-3 8-863,1 2 0,2 5 0,7 5 0,3 3-246,5 2 1,-2-2-1,2 2 1,1-2-212,2-3 876,8 1 0,41-7 0,17-1 0</inkml:trace>
  <inkml:trace contextRef="#ctx0" brushRef="#br0" timeOffset="1785">4285 51 7819,'-23'-13'571,"3"3"0,4-1 0,3 4 1074,3-1 0,-1 7 0,6 1 0,3 8-394,6 5 1,-1 10-1,8 5 1,4 6-639,3 3 1,6 3 0,-2 4-1,2 0-922,7 0 0,-1-2 0,4-1 0,-3-3-434,-2-2 1,2 0 0,2-5 0,0-2 742,-6-6 0,-10-5 0,-11-3 0</inkml:trace>
  <inkml:trace contextRef="#ctx0" brushRef="#br0" timeOffset="2201">4094 566 7819,'-28'0'0,"4"0"0,4 0 0,10-2 1428,5-3 1,7 2 0,6-7 0,8-1 179,6-2 0,9-2 0,8 0 0,3 1-1344,2-1 1,7-5-1,3 1 1,5-1-449,4-1 0,-4-2 0,2-6 0,-7-1-41,-4 1 1,-7-1 0,-9 3 0,-6 0 732,-9 3 1,-1 11 290,-13-2 1,-2 10-1,-7 2 1,-6 8-364,-3 10 1,3 6 0,0 8 0,0 1-367,2-1 1,-3 0-1,6 1 1,2-1-195,1 1 0,2-3 0,2-2 1,1-5-457,2-4 1,6-6 0,-1-2 0,3-2-23,2-2 1,-1-9 0,1-7 0,0-4 339,0-4 1,-1-11 0,-1 2 0,-1-4 449,-3-3 1,0 4 0,0-6 0,-2 4 788,0 6 1,-6 0 0,6 9 0,-2 1-194,-1 1 0,3 4-3038,-2 4 0,3 10 0,5 12-2136,-3 5 4390,3 8 0,8 49 0,10 20 0</inkml:trace>
  <inkml:trace contextRef="#ctx0" brushRef="#br0" timeOffset="2648">2462 2903 7798,'-29'-59'500,"1"2"0,4 1 480,4 3 1,5 4 0,5-2 0,6 4 178,2 4 1,4 22 0,2 6 0,6 10-253,3 5 1,9 7-1,0 4 1,3 9-101,-1 9 1,7 7 0,9 10 0,2 5-208,2 7 0,-5 8 0,-1 7 0,-2 1-526,-3-1 1,-7 1 0,-2-3 0,-1-2-644,-5-5 1,2-10 0,-12-7 0,2-6-2231,-1-7 1,-4-11 2009,5-8 1,-5-14 0,5-12 0,0-7-635,-2-7 0,-2-2 1423,-6-3 0,-6-51 0,-2-14 0</inkml:trace>
  <inkml:trace contextRef="#ctx0" brushRef="#br0" timeOffset="3198">2433 2697 7876,'-51'0'0,"7"0"459,8 0 1,17 0 0,6-1 0,4-4 692,6-5 0,11-10 1,12-4-1,14-4-464,12-1 0,9-9 0,14-6 0,9-8-446,-35 24 0,-1-2 0,0-2 0,0-1 0,0-2 0,1 0 0,2-3 1,1-1-100,4-3 1,1 1 0,1 1-1,1 1 1,1 3 0,1 1 0,-3 3-1,-1 3 84,-4 3 1,-2 2 0,31-17 0,-14 5-1,-6 3 315,-7 5 0,-3 9 0,-2-1 1,-2 5 121,-3 6 0,-4 2 0,-9 10 0,-3 7-206,-2 10 0,-1 8 1,-4 4-1,2 4-280,1 2 0,3 6 0,-4 6 1,3 4-179,2 7 0,1-6 0,6 9 0,1 1 0,3 1 0,-1 5 0,4-4 0,-1-1-160,-3-7 1,-1-7 0,-1-10 0,1-1-544,-5-2 0,-2-13 0,-2-1 0,-7-7-355,-5-3 0,-6-1 807,5 1 1,-8-7 436,-2-3 0,-7-8 1,-7-2 111,-1 2 0,0-1 0,0 1 1,-1-2-95,-4 2 1,3 3 0,-10 5 0,-2 5-45,-4 3 1,-7 6 0,-1 3 0,-5 0-65,-3 5 1,-8 2 0,-2 4 0,-10 3-7,-7 1 0,-14-3 0,40-14 0,-1 0 0,-2 0 0,-1 0-22,1 2 0,0-1 0,6-2 0,1-1 0,-40 17 0,4-4 32,5-2 0,2 1 0,5-1 0,6-1-125,10-4 1,15 2-1,10-6 1,7-2-696,6-2 0,1-1-3344,1 0 1865,5-7 1,5-2 0,10-6 2198,9 0 0,19-13 0,12-3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39.8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1 264 7664,'0'20'1019,"0"-1"0,0 2 0,3-3 0,8 2-825,14-2 0,6-2 0,13-1 0,5 0-546,2-1 1,4-6 0,-6-3 0,-1-3-79,-3-2 0,-2-7 0,-4-4 1,-3-7 332,0-6 0,-3-6 1,7-4-1,6-5 545,6-4 0,4 1 0,-1 1 1,-2 3 44,-3 2 0,4 4 1,-6 7-1,-4 7-30,-3 7 1,-9 6 0,4 11 0,-2 8-224,1 4 0,-1 9 0,-5 1 0,1 6-112,-1 4 0,1-1 0,-1 4 0,2-5-128,3-5 1,-3-5 0,5-13 0,-1-3-181,-1-5 1,2-6 0,-4-9 0,4-10 128,2-6 0,1-5 1,5-2-1,0-1 30,0 1 1,1 2 0,0 2 0,1 1 173,-2 4 0,-3 9 0,-13 10 1,-4 5 343,-4 5 1,-1 10 0,-4 9 0,-5 6-201,-2 4 0,-5 3 0,6 9 0,-1 0-312,0-2 0,-3-3 0,5-12 0,3-3-189,5-6 1,4-2-1,9-13 1,4-4-16,4-4 0,10-12 0,6-9 1,4-4 57,0-1 0,2-1 0,-12 1 0,-2 1 283,-1 4 0,-4-1 0,-3 9 0,-4 4 368,-4 4 1,-7 12 0,1 10 0,1 9-75,1 5 0,1 8 1,-2 3-1,-1 2-315,1-2 0,7 2 1,1-7-1,-1-1-7,-2-2 1,5-10 0,3-5 0,3-6-339,2-3 1,7-10 0,5-12 0,7-8-393,11-5 1,6-8 0,6-3 0,-2-2 488,-6 2 0,-8-3 0,-1 2 0,1 0 374,2 0 0,1 11 0,-1 11 1,-3 7 337,-5 6 0,-7 11 0,-8 9 0,-10 9-131,-6 9 1,-4 5-1,0 6 1,2 0-436,4 0 0,2-7 0,9-4 0,3-5-305,5-4 0,8-7 0,2-3 0,-4-7-96,-4-5 0,2-9 0,3-4 0,9-7 14,7-7 0,8-3 1,-2-1-1,2 0 408,-2-1 1,-4 2 0,-9 2 0,-2 3 390,3 2 1,2 3 0,4 8 0,-2 6-214,-8 2 1,-8 15 0,-17 7-1,-2 7 330,-6 8 1,3-3 0,1 6 0,3-2-515,3-4 0,3-1 0,12-1 1,0-4-373,0-6 0,-1-2 0,1-14 0,0 0 31,0-3 1,6-9 0,4-5 0,4-6 61,6-4 1,1-2-1,3-4 1,-6-1 199,-7 1 1,-3 0 0,-3 1 0,4 3 600,4 6 0,2 2 1,-4 4-1,-7 4 38,-9 4 1,-11 10-1,-6 4 1,-1 4-334,-3 2 0,-7 5 0,-1 1 0,2 0-223,6 0 0,5 2 0,6-6 1,1-4-155,4 0 0,4-7 0,6-1 1,-2-5-250,-3-5 1,-2-5-1,-3-8 1,6-3 179,7-2 0,10-1 0,7-4 0,-4 2 303,-5 2 1,-6 6 0,-9-2 0,-4 5 264,-5 5 0,-6-1 0,-10 6 0,-1 3 30,1 6 1,-1 4-1,-1 8 1,-4 2-271,-4 2 1,-4-1-1,-1-6 1,0-1-1967,-1-2-1300,-5 0 0,-6-2 3143,-13-3 0,-32-10 0,-21-3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5:57.2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4121 1 7582,'-23'37'2404,"-6"-3"0,-14-3 0,-11 0 0,-1 5-2250,1 8 0,8 17 0,5 19 0,18-32 0,-1 4-407,-4 6 1,-1 3 0,-6 6 0,0 3 0,-4 7 0,-1 3 0,1 1 0,0 1-87,-1 4 0,0 1 1,9-25-1,-1 0 0,-2 0 1,-3 3-1,-2-1 1,-1 0-1,-2 3 0,-1 0 1,-1 0 254,-1 1 1,0 0 0,0 0 0,0 2-1,1 0 1,1-1 0,2-2 0,0 0-1,0 0 1,-3 1 0,0 0 0,-2 0 85,-1 1 1,-1-1 0,1 1 0,2 0 0,1 0 0,1 0 0,1-1 0,1-1 0,1-1 0,2-2 0,1-1 0,0 0 181,0-2 0,0 0 0,1-2 0,-15 24 1,-1-3-1,1-1 0,3-1 0,4-1 1,4 0 64,6 1 0,3 1 0,1-3 0,3-1 0,3 1 0,2-3 0,1-9 0,-2-2 86,-1-8 1,1 0 0,1-3 0,1 0 0,-1 0 0,0 0 0,-15 40-312,1-9 0,9-27 0,0-12 1,2-14-988,2-9 0,5-5 0,-1-4 1,2-3-3925,3-1 4887,-1-15 0,-6-2 0,-2-12 0</inkml:trace>
  <inkml:trace contextRef="#ctx0" brushRef="#br0" timeOffset="484">108 515 7594,'-21'0'0,"-4"0"0,-1 0 1755,2 0 0,12 0 0,19 0-310,16 0 0,18 13 1,14 8-1,7 12-1300,7 11 0,-26-18 1,2 2-1,5 6 1,3 2-1,6 6 1,3 3-191,4 6 0,2 2 0,9 8 1,2 2-1,-20-16 0,0 2 0,1-1 1,3 1-1,1 0 0,0 0-130,0 0 1,0 0-1,1 0 1,4 1-1,1 1 1,-1-2-1,-5-1 1,0-1 0,0 0-1,3 2 1,1-1-1,0 1 257,0-1 1,0 1 0,0 1 0,1 2 0,1 1 0,-2 0 0,1 0 0,-1 1 0,0-1 0,-3 0 0,-1 1 0,1-1-15,0 0 0,0-1 0,-1 2 0,-2 1 0,-2 1 0,0 1 0,1 1 0,1 1 1,-1 0-1,-1 0 0,-2 1 0,1-1 160,-1 1 1,-1-1 0,1 0 0,-3 0 0,0 0-1,0 0 1,-3-1 0,-1 0 0,1 1 0,0-1-1,0 0 1,1 0 44,1 1 0,0 0 1,-1 0-1,-2-2 0,0 1 1,-2 0-1,-3 0 0,0 1 1,-1-1-1,-2-4 0,0 1 1,0-1-152,0 1 1,0-1-1,0 0 1,19 23-1,0 0 1,-19-25-1,-1 0 1,0 1 0,16 20-1,-3 1-122,-4-5 0,-1-1 0,1-3 0,1-1 0,-2-8 0,0-1 0,-1-4 0,0-1-452,-5-4 1,-2-2 0,-4-4 0,-2-2-1,16 26 1,-6-13-1143,-5-14 1,-9-11 0,1-18 1593,-7-8 0,-5-6 0,-6-9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4:57.51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8.06902E6"/>
      <inkml:brushProperty name="anchorY" value="-6.60873E6"/>
      <inkml:brushProperty name="scaleFactor" value="0.5"/>
    </inkml:brush>
    <inkml:brush xml:id="br1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8.09539E6"/>
      <inkml:brushProperty name="anchorY" value="-6.62654E6"/>
      <inkml:brushProperty name="scaleFactor" value="0.5"/>
    </inkml:brush>
  </inkml:definitions>
  <inkml:trace contextRef="#ctx0" brushRef="#br0">559 404 7793,'-8'7'-70,"0"-6"1,4 6 1153,-1-1 0,-4 2-693,4 7 1,0 0-1,5 0 1,0-1-62,0 1 0,0 5 0,0 1 1,1 2-3,4 3 0,-1 2 0,4 3 0,0 1-110,0 3 0,0 5 1,4 0-1,-4 2-55,-2 2 1,6 0 0,-4 2 0,2 1-145,0 2 1,-5 13 0,3 2-1,-2 5-83,-3-1 1,-1 9 0,-2-2 0,0 4 84,0 1 0,0 6 1,-2 1-1,-2 6 42,-6 3 1,2 0-1,-2 2 1,-2-3-15,-1 0 0,-1 3 0,6-45 0,1 2 0,0-1 0,-1 1-69,1-2 1,0 0 0,-1 2 0,1 0-1,-1-4 1,1 1 0,0 3 0,-1 1 25,1 2 0,0 0 0,-1 0 0,1 0 0,0-2 0,-1 0 0,1 0 0,0-1-4,0 3 1,-1-1 0,-2-1 0,0 0 0,0 6 0,1 1-1,0-3 1,0 0 2,0-1 1,1 0-1,1 4 1,0 0-1,-1-4 1,1-1 0,0 2-1,-1 0 16,1-1 1,0 1 0,-1-1 0,1-1 0,-1 2 0,1 0-1,0 0 1,1 0 19,1 2 0,0-1 0,-1-2 1,-1 0-1,3-2 0,0 0 1,-1 1-1,0 1-26,0 2 1,1-1-1,0 2 1,-1-1-1,0-2 1,-1-1 0,2 1-1,0 0-16,1-1 0,-1 2 0,-1 3 0,0 1 0,2 0 0,0-1 1,0 0-1,-1-2 9,1 0 1,0-1 0,-2-1 0,0 0 0,2 1 0,0 1 0,-1 1 0,1 0-4,0 2 1,-1-1 0,1 1 0,0 0 0,1-5 0,1-1 0,-2 2-1,1 0 7,0 1 1,0 0-1,-1 1 1,0 0 0,0 1-1,1 0 1,0-3-1,1-1 2,0-2 1,0 0 0,1 2 0,0 0 0,0 2 0,0 1 0,0-3-1,0 1 19,0-3 1,0 0 0,0 0-1,0-1 1,0-1 0,0 1-1,0 2 1,0 1 13,0 1 0,0 0 1,0-1-1,0-1 1,0 0-1,0-1 0,0-1 1,-1 0-40,-2 1 0,1 1 0,1-1 0,0 2 0,-2-1 0,-1 1 0,2-1 0,0 0-4,-1-1 1,1-1 0,-1-1-1,1 1 1,1-2 0,0 0 0,0 1-1,-1 1 16,0-1 0,-1 1 1,0 1-1,1 0 0,1-3 1,0 0-1,0-1 1,-1 0 3,0-1 0,-1 1 1,1 0-1,-1 0 1,3 0-1,0 0 1,0-1-1,0-1 2,0-1 1,0 1-1,0 1 1,0 1 0,0 45-1,0 1 44,0-1 1,0 0 0,0-6 0,0-3 29,0 3 1,0 4 0,0-3 0,0-3-29,0-5 0,0-3 1,0-4-1,0 4-19,0 0 1,5 2 0,0-7-1,0-5 104,2-7 0,-6-4 0,6-2 0,-2-1-61,0 1 0,4-2 0,-4-3 0,0-5-45,2-3 0,-4-8 0,5-6 0,-1-4-189,-4-3 1,3-8 0,1 1 0,0-4-1609,-1-5-1581,-1-5 2563,-5 2 1,0-17 0,0-6 0,0-6-613,0-8 1376,0-4 0,0-44 0,0-17 0,0 27 0,0-1 0,0 1 0</inkml:trace>
  <inkml:trace contextRef="#ctx0" brushRef="#br1" timeOffset="1216">1382 22 7875,'-5'-10'-388,"0"0"1,0 9 0,5 1 888,0 8 0,0 10 0,0 3 1,0 3 327,0 8 1,0 3 0,0 11 0,0 3-494,0 5 0,0 15 1,0 7-1,0 8-149,0 6 1,0-40 0,0 1 0,0 47 0,0-2-86,0 1 0,0 1 1,0-44-1,0 1 0,0 2 1,0 0-109,0 1 0,0 0 0,0 0 0,-1 0 1,-1-4-1,0 0 0,0 3 0,0 0 46,0 3 0,0 1 0,1 0 0,1 1 1,-1-1-1,0 0 0,0-3 0,-1 0 3,-1 0 1,1 0-1,-1-1 1,1 0 0,2 7-1,0 0 1,0 0-1,0-1 5,0 0 0,0 0 0,-1 0 0,0 0 0,0-2 0,-1 0 1,0 3-1,-1 0-14,2 1 0,-1 0 1,-1 3-1,-1 0 0,1 0 1,0-1-1,0 0 1,-1 0-19,1 1 1,0 0 0,-3 0 0,0-1 0,2 1 0,0 0 0,-1 1 0,0 1 14,0 1 1,1 0 0,-1 0-1,0 0 1,-2-4 0,-1 0 0,1 1-1,-1 1-69,1 2 0,0 0 0,-1 3 0,1 1 0,0-1 1,-1-1-1,1-2 0,1 0 77,1-1 1,0 0 0,-1 0-1,-1-1 1,2 3 0,1 0-1,-3-2 1,0 0 14,0 0 1,0-1-1,-1 3 1,1 0-1,0-1 1,-1 0-1,1 1 1,0 0-33,-1-2 1,1 2 0,0 4 0,1 1 0,0-3 0,1-1 0,0-1 0,0-2-25,-1-1 0,0 0 1,0 2-1,-1 1 1,0 2-1,0-1 1,-1 0-1,1 0 18,-1-4 1,1 1 0,0-1 0,1 0 0,0-3 0,1-1 0,0 3 0,0 0 25,-1-1 1,0 1 0,3 1 0,0-1 0,0-1 0,1 0 0,0-1 0,1-1-9,-2 0 1,1 1-1,1-4 1,0 0-1,-1 0 1,-1 0-1,2 0 1,1 0-15,0 2 0,0-1 0,0 0 0,0-2 0,-1 0 0,0-1 0,0-1 1,-1 0 12,-1 0 1,1-1-1,-1 2 1,1 0-1,2 3 1,0-1-1,0-2 1,0-2-37,0-3 0,0-1 0,0 2 0,0 0 0,0 0 0,0 0 0,0 1 0,0 1 24,0-2 1,0 0-1,0-3 1,0-1 0,2 44-1,1 0 9,2 1 1,-2-47 0,0 1 0,-1 1 0,0-1 0,2 45 36,0-4 1,2-9 0,-1 2 0,-2 2-10,-1-1 1,3-1 0,1-13 0,1-3-33,0-6 1,2 1-1,-2-4 1,1-2-30,3-1 0,3-2 0,0 1 0,-1-4 66,-3-1 1,3-4-1,-3-8 1,3-4-103,2-4 1,-5-2 0,-2-1 0,0-4 192,0-4 1,-5 1-1,4-1 1,-2-2-100,0-2 0,-1-1 0,-4-1 0,2 1 80,3 0 0,-3-1-121,3 1 0,-4-5-16,-1 0 1,0-5-81,0 4-189,0-5 39,0 9 1,-5-10-730,0 7-1138,0-7 581,5 4 1,0-11 0,0-4 1517,0-7 0,-8-37 0,-7-27 0,-1-3 0,0-5 0,0 0 0,-1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5:03.5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381 500 7701,'-10'0'1591,"2"1"-1045,1 4 0,2 10 0,5 11 1,0 8-386,0 11 1,2 22 0,1 22-1,0-33 1,-1 3-163,0 9 0,-1 3 1,3 9-1,-1 3 0,0 11 1,-1 1-1,0 3 0,-1 0-140,0 2 1,0 0 0,-1-33 0,1 0 0,-1 1 0,1 2 0,0 0 0,1 1 0,0 1 0,0 0 0,0 1 156,1 1 0,0 1 1,-1 0-1,1-3 1,0 0-1,0-1 1,0 1-1,1 0 1,0 0-1,-1-3 1,0 1-1,1-2 37,-1-1 1,1 0 0,0 0 0,1 1 0,0 1 0,0-2 0,4 32 0,0-2 0,1-1 0,-1-1 207,0-3 0,0-2 1,0-6-1,0 0 0,0-1 1,0 1-1,1-2 0,0 1-142,-1 0 1,0 0 0,-1-7 0,-1-2 0,-2 0 0,-1-2 0,-1-5 0,-1-2-80,0-4 1,-2 0 0,0 2-1,-2-1 1,0-2 0,-1-1 0,-1-4-1,-1-1-221,-8 41 0,-9-18 0,-1-14 0,-1-5-1900,-1-9 1,8-10 2080,-3-20 0,5-6 0,5-13 0,4 0 0</inkml:trace>
  <inkml:trace contextRef="#ctx0" brushRef="#br0" timeOffset="1211">72 250 7739,'-16'-25'352,"-4"1"0,9 1 1,-2-3-1,5 3-45,4 2 0,4-4 0,5 7 0,5 4-227,3 2 0,3 2 0,4-3 0,4 4 15,4 4 0,2 3 1,1 2-1,1 0 165,3 0 0,4 7 1,-3 2-1,1 4-81,4 2 1,5 6 0,8 2-1,11 2-88,10-1 0,9-4 1,9 3-1,-43-12 1,1-1-16,4-1 1,1 0 0,1-1-1,2 0 1,6-1 0,2-1 0,2 0-1,1 0-93,1-1 0,2 0 0,2-3 0,2-1 1,1 1-1,2 1 0,3-2 0,1-1 99,-1 0 0,0 0 0,1 0 0,0 0 0,0 0 1,1 0-1,2 0 0,0 0 6,3 0 1,-2 0-1,-2 0 1,0 0 0,3 0-1,0 0 1,-1 0 0,0 0-173,-1 0 1,-1 0-1,7 0 1,1-1 0,2-1-1,0 0 1,2-1 0,-1 0 116,-2-1 0,1 0 0,-1 0 1,1 0-1,0-2 0,1 0 0,-1 1 1,2 0 8,-30 1 0,1 0 0,-2 1 0,25-1 1,-1 1-1,6 0 0,0 0 0,-3 0 1,0 1 18,1 0 1,0-1-1,1 0 1,0 0-1,0 1 1,-1 0-1,1 0 1,0-1-34,-6 2 1,1-1 0,3 0 0,0 1 0,-4-1 0,1 1 0,3-2 0,0 1 2,1 0 0,-1 0 0,-2 1 0,1-1 1,4 1-1,0-1 0,-1-1 0,1 1-33,1 0 1,0 1 0,-3-2 0,1-1 0,-28 2-1,0 1 1,0-1 0,-1 1 0,0-1 0,0 0-24,33-1 0,-1 0 1,-1 1-1,0 1 1,-31-2-1,0 0 0,0 0 1,1 1-1,-1-1 1,1 0 64,0 0 0,0 0 1,0 1-1,-1 1 0,0 0 1,0 0-1,32-2 0,1-1 1,-1 2-1,0-1 10,-2 1 1,0-1 0,-29 2 0,0-1 0,0 1 0,0 0 0,-1 1 0,1 1 0,-1-1 0,0 0 0,-1 0-6,34 0 0,-2 0 0,-5-3 1,-1 1-1,4-1 0,0 1 0,2 0 1,0 0-11,-30 2 0,1-1 0,-1 1 0,27 0 1,-1 0-1,2 0 0,1 0 0,-2 0 1,1 0-29,0 0 0,1 0 1,-30 0-1,2 0 0,-1 0 1,31 0-1,1 0 1,-1 0-1,0 0-18,-4 0 1,-1 0 0,1 0 0,-1 1 0,3 1 0,1 0 0,0 1 0,0 0 25,-31 0 1,1 0 0,-1-1-1,25 0 1,-1 0 0,7 1 0,0 0-1,-4 0 1,0-1 3,2 1 0,1-1 0,-2 1 0,1 1 0,1-3 1,0 1-1,-1 1 0,-1 0 25,-3 2 1,-1-1 0,5-3 0,-1 1-1,-3 1 1,-1 0 0,4 0 0,0-1 27,0 1 1,-1-1 0,-2 2 0,-1-1 0,1-2-1,1 1 1,-2 0 0,1 1-37,-3-1 1,1-1 0,5 1 0,0-1-1,-2 1 1,0 0 0,-1 0 0,-1 1 1,-2-2 1,0 1 0,-5-1-1,0-1 1,4 1 0,0-2-1,-1 1 1,0 0-57,2 0 0,0 0 0,-10 0 1,0 0-1,4 0 0,-1 0 1,-4 0-1,-1 0 3,2 0 0,0 0 0,1 0 0,-1 0 0,1 0 0,0 0 0,-4 0 0,-2 0-55,-2 0 1,0 0 0,-2 0 0,0 0 0,1 0-1,-1 0 1,-1 0 0,-1 0 66,2 0 0,-1 0 0,-5 0 0,1 0 0,3 0 0,-1 0 0,-5 0 0,-1 0 5,-4 0 1,0 0 0,1 0 0,0 0 0,3 0-1,1 0 1,-1 0 0,0 0-17,-3 0 0,-1 0 0,-6 0 0,-1 0 0,46 0 0,4 0 22,-46 0 1,0 0 0,45 0 0,-6 0 0,-14 0 45,-14 0 1,-1 2 0,-12 1-1,0 2 295,-3-1 1,-5 2-1,-4 1 1,-6-1-94,-3 1 1,-8 2 0,-5-2 0,-5 0 252,-3-1 1,-6 4 0,5-4-367,-3 3 0,-1-5 0,-5 6 61,0 2 1,5 1-1,0 3 1,-2 2-131,-1 2 1,-1 12 0,3 3 0,1 7 136,-2 7 1,-2 15 0,-2 13-1,-2 9-143,-2 14 0,-1-49 0,0 1 0,1 5 0,0 2 0,-1 2 0,-1 2-82,0 4 1,0 1-1,-3 3 1,0 0 0,0 3-1,-1-1 1,0 2 0,1 1-372,-1-2 1,0-1 0,1-6-1,1 0 1,2-2 0,1 0-1,0-1 1,0 0 358,1-1 0,0-1 1,4-5-1,-1-1 0,0-2 1,-1 0-1,2 42 318,1-6 0,0-7 0,-2-1 0,-1-2 38,-2-3 0,-2-4 1,4-4-1,-3-7-173,-3-7 1,4-7 0,-3-12 0,0-9-1079,0-4 0,3-5-331,-5-8 0,7-5 0,-4-12 0,3-7-743,-1-9 1,0-6-1,5-6 1,-2-6 1994,-3-6 0,4 1 0,-6-4 0</inkml:trace>
  <inkml:trace contextRef="#ctx0" brushRef="#br0" timeOffset="2429">469 5071 8080,'0'10'1937,"0"0"1,0-5-1528,0 5 0,7-6 0,4 6 0,9 2 27,9 1 1,15 1 0,16 1 0,12 0-297,10 0 1,-32-8-1,3-1 1,5-1-1,1-1 1,8-1-1,2-1-79,5-1 0,1 0 0,2-1 0,1 0 1,4-1-1,1 0 0,3-1 0,1-1-222,6-1 1,0-1-1,-1-2 1,1-1 0,3-1-1,2 0 1,1-1 0,0 0 188,-32 4 1,1 0 0,1 0 0,3-1 0,1 0 0,1 0 0,-1 0 0,0 1-1,1 0 1,1-1 0,0 1 0,1 1-5,-2-1 1,-1 1 0,2-1 0,0 1 0,2 0 0,-1 1 0,2-1 0,1 0 0,-1 0 0,3 0-1,-1-1 1,1 1-80,3-2 1,1 0-1,-1 1 1,0 0 0,-1 1-1,0 0 1,1-2 0,1 0-1,-1 1 1,2 1 0,0 0-1,0 0 100,3 2 0,0 0 1,0-1-1,-2 0 1,0 0-1,2-1 1,3 2-1,0 1 1,1-1-1,0 0 0,0 0 1,-1-1-16,-1 1 0,0 0 1,0 0-1,0 0 1,0 0-1,1 0 1,3 0-1,0-1 1,1 0-1,1 1 0,1 0 1,1-1-13,-24 1 1,1 0 0,-1 0 0,1 1 0,24-1 0,-1 0 0,1 1 0,-1-1 0,0 0 0,0 0 0,-1 1 0,0 0-1,0 0-83,0 1 1,1 0 0,0 0-1,-23-1 1,2 1 0,-1-1-1,0 0 1,0 1 0,0 0 0,0-1-1,-1 1 1,1 0 0,-1 0-1,0 0 1,-1-1 116,24 0 0,-1 0 0,1 0 0,-23 1 1,1 1-1,0 0 0,0-1 0,-1 0 1,0 0-1,0-1 0,0 1 0,0 1 0,0-1 1,1 1-1,-1 0-17,2 0 1,-1 0 0,1 0-1,-1 0 1,-1-1 0,0 0-1,-1-1 1,1 1 0,23-1-1,0 0 1,0 1 0,-2 0-1,1 0 1,-1 0 7,0 0 1,0 0-1,0 1 1,2 0 0,0 0-1,0 0 1,-3 0-1,0 0 1,0 0 0,-1 0-1,1 1 1,0 0 1,-1 0 1,-1 1 0,0-1 0,-4 0 0,0-1 0,1 1 0,2 1 0,1 1 0,0 0-1,0 0 1,0 0 0,0-1 11,2 1 1,-1 0 0,0 1 0,-5 1 0,-2 1 0,2 0-1,2-3 1,0 0 0,0 0 0,-3 1 0,1 0 0,-1 0-2,-2-1 0,1 0 1,0 1-1,1 0 0,0 1 1,0-1-1,-3-1 0,0-1 1,-1 1-1,0 0 0,0 0 1,0 1-82,-2-1 1,1 0 0,-1 0 0,-2 1 0,0-1 0,0 0 0,0 2 0,1 0 0,0 0 0,-1 0 0,0-1 0,0 0 61,-1-1 1,-1 0 0,-1 1-1,-3 0 1,0 1 0,-1-1-1,-1-1 1,-1-1 0,0 1 0,-2 0-1,0 1 1,1-1 9,0 0 1,1 1 0,-1-1 0,28-1 0,-1 1 0,-29-1 0,0 1 0,-1 0 0,32 0 0,-1 0 48,-2-1 1,-1 0-1,0 1 1,-1 0-1,-4 0 1,-1-1-1,2 0 1,-1-1-43,0 0 0,-2 0 0,-3 0 0,-2-1 0,-5 2 0,-1 0 0,0 0 1,0 1 12,0-2 1,0 1-1,-3-1 1,0 0-1,-3-1 1,0 0 0,-1 0-1,0 0 93,-4 0 1,0 0 0,-6 0 0,-2 0 0,-4 0 0,0 0 0,-1 0 0,1 0-108,2 0 0,-1 0 0,-4-3 1,-1 1-1,44-3 0,-12 1 476,-10 3 0,-6 1 0,4 0 0,-1 0-456,-5 0 1,-4-2-1,-8-1 1,-5-2 361,-7 2 1,-12 1 0,-9 2-437,-4 0 955,-1 0-955,-7 0 294,-2 0-294,-6 0 0,0 0 0,7 0 0,-5 0 0,4-6 0,-6-4 0,0-3 0,0-7 0,0-1 0,0-2 0,0-3 0,0-8 0,0-6 0,0-5 0,0-9 0,0-12 0,-2-20 0,1 36 0,-1-1-978,0-5 1,-1-1 0,-2-4 0,-1-2 0,1-8 0,0-2 977,-1-3 0,-1-5 0,2 10 0,0-6 0,0 0 0,0-6 0,0-1 0,1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5:27.2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4093 7630,'-8'-2'3731,"3"-4"-2551,4-9 0,2-13 0,6-14 1,11-12-585,15-15 1,-9 25 0,4-3 0,8-8 0,3-1 0,4-7 0,0-1-262,5-9 1,1-1 0,2-4 0,1 0 0,1-2 0,2 0 0,0 8 0,2 2-350,1 5 0,0 3 0,-4 5 0,0 3 0,-4 2 1,0 1-1,-6 4 0,-2 2-65,-3 4 1,-1 2 0,34-26 0,-10 16 0,0 5-769,-5 5 1,-8 0 0,-15 9 0,-11 7-963,-10 5 0,-8 10 0,-11 3 357,-9 4 0,-6 14 0,-10 6 1452,-4 7 0,-2 10 0,-7 2 0</inkml:trace>
  <inkml:trace contextRef="#ctx0" brushRef="#br0" timeOffset="399">133 3446 7628,'0'-44'0,"0"2"225,0 3 1,0-7 0,-2 5-1,-1 2 2732,-2 1 1,-6 7-2326,1 12 0,2 9 1,0 21-1,-1 15 23,1 15 0,0 16 0,-3 14 0,1 4-201,-2 3 0,4 5 1,0-3-1,2 2 21,2 3 1,3 0 0,1-2 0,1-6 68,4-7 0,5-18 1,11-14-1,7-12-59,5-11 1,14-9 0,5-14 0,15-11-310,17-14 1,-36 12 0,2 0-1,3-3 1,1 0 0,0-1 0,-2 0-177,1-1 0,-1-1 0,-1-1 0,-1-1 0,0-1 0,0 0 0,-2 2 0,-1 0-289,-2 2 0,-1 0 0,28-21 0,-19 7 0,-14 6-894,-15 3 0,-4 8 0,-15 4 1,-4 4 139,-4 5 1,-5 2-1,-8 3 1,-2-3-3215,-2 0 4257,-6-5 0,-30-15 0,-14-11 0</inkml:trace>
  <inkml:trace contextRef="#ctx0" brushRef="#br0" timeOffset="900">2529 1433 7619,'0'-30'205,"0"2"1,0 4 593,0 4 1,-7 6 0,-2 4 0,-5 6 48,0 8 0,-7 10 1,-6 13-1,-5 7-444,-7 10 0,-7 12 0,0 9 0,5 0-289,4 1 1,4 2-1,10-6 1,8-5-110,9-6 1,14-18 0,12-11 0,12-8 2,9-10 1,10-8-1,3-6 1,3-5 94,2-5 1,-5-1-1,-2-3 1,-2 4 71,-2 4 0,-4 3 0,-5 3 0,-6 5 175,-7 3 1,-6 11-1,-11 5 1,-4 11-154,-3 7 1,-9 6 0,-4 8 0,-9 3-514,-9 5 0,-2-4 0,-7 1 0,2-4-1099,4-3 0,-4 2 0,3-13 0,5-6-4,7-5 0,11-14 0,5-10 1418,4-11 0,34-59 0,19-27 0,-17 26 0,0 1 0,1-1 0</inkml:trace>
  <inkml:trace contextRef="#ctx0" brushRef="#br0" timeOffset="1151">2999 1315 7619,'-14'0'801,"-1"3"748,0 7 1,0 6 0,1 15 0,-1 4-656,0 4 1,1 3-1,1 1 1,4-4-701,9-5 0,10-9 0,13-7 0,10-7-128,8-6 1,-1-5 0,11-5 0,-2-5 106,0-3 0,0-8 1,-8-3-1,-5-4-107,-7-2 1,-14 1 0,-2-2-1,-5-2 93,-5-1 1,-8 0 0,-4 6 0,-6 3-321,-5 6 1,-4 3-1,-9 2 1,-3 5-748,-1 4 1,-1 10 0,-3 4 0,4 6-1152,1 5 0,8-2 2059,8 6 0,56 7 0,15 7 0</inkml:trace>
  <inkml:trace contextRef="#ctx0" brushRef="#br0" timeOffset="1514">3337 521 7638,'-16'-24'0,"0"1"1219,1 2 0,-1 1 4293,11 5-5052,0 7 0,11 8 1,4 12-1,5 6-117,4 6 0,4 5 0,8 6 0,4 4-51,4 3 1,8 9 0,4 1-1,1 4-176,4 3 0,-1-4 1,-1 10-1,-7-1 255,-6 0 0,-8 0 0,-13-6 1,-11 0-46,-5-5 0,-16 1 0,-4-10 0,-5-6-513,-6-5 1,1-7 0,0-5 0,3-6-1141,2-2 1,1-7-1,6-1 1,-1-3-1494,0-2 1,-6-2 0,-3-3 2819,-4-5 0,-15-29 0,-2-8 0</inkml:trace>
  <inkml:trace contextRef="#ctx0" brushRef="#br0" timeOffset="1631">3352 1197 7672,'-2'-14'567,"-3"-1"1,4 0 0,-4 1 543,3-1 1,10 5 0,7 0 0,10-1-827,7-2 1,6-2 0,8 0 0,3-1-882,5-4 1,3 2-1,1-6 596,1-2 0,-6-8 0,-3-4 0</inkml:trace>
  <inkml:trace contextRef="#ctx0" brushRef="#br0" timeOffset="1848">4058 21 7646,'-17'-4'811,"-2"-1"0,7 0 1,-2 3 1326,0-3 0,8 7 0,3 3 0,6 14-633,7 12 1,9 9 0,7 9 0,5 6-690,4 7 0,11 0 0,-2 7 0,1-1-639,1-1 1,-7-1 0,-1-9 0,-2-2-1263,-4-1 0,-7-6 0,-5-1 0,-6-8-1373,-4-9 0,-3-6 1,-7-6-1,-2 2-586,-3-2 1,0-9 3043,-10-4 0,-48-75 0,19 25 0,1 0 0</inkml:trace>
  <inkml:trace contextRef="#ctx0" brushRef="#br0" timeOffset="2048">4072 653 7646,'-14'-9'1782,"-1"-1"1,7 5-261,3-5 0,6 2 1,9-3-1,11 1-288,11-2 1,7-1 0,8-1-1,4-1-668,1 0 0,-5 0 0,4 1 0,-4-1-793,-3 0 1,-4 2-1,-16 4-2465,-4 4 1279,-10-4 1,-10 14 0,-10-1 0,-5 4 31,-5 2 1,-2-1 1380,-8 6 0,-45 19 0,-12 6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5:32.2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43 847 7915,'-15'-44'72,"5"6"1,2 2 0,2 0 357,2-3 1,4-8 0,5-4 0,7 0 832,6 1 0,6 1 1,10 6-1,9 1-632,9-2 0,9 8 0,14-7 1,1 7-213,3 9 0,7 1 0,1 11 1,8 7-308,-45 5 1,1 2-1,-1 5 1,0 2 0,2 2-1,0 2 1,-3 4 0,-2 3 38,42 24 1,-13 1 0,0 14 0,-8 4 5,-3 7 1,-2 9 0,-11 5 0,-10 7 81,-11 2 0,-9 5 1,-13 0-1,-5 3-103,-5-46 0,-2 0 0,-11 46 0,1-46 0,-2-1 1,-3 0-1,-2-1-121,-3 2 1,-3-2-1,-4-3 1,-3-1 0,-3-2-1,0 0 1,-2-2 0,1-1 140,1-2 0,0-3 0,-36 30 0,7-3 0,-4-2-70,-6-2 0,-5-15 0,-7-10 0,4-11 159,5-7 1,9-9-1,9-7 1,7-12 92,9-11 1,3-11 0,-4-20 0,-3-14-150,-1-17 0,24 39 0,1-3 0,1-9 1,2-3-1,0-4 0,1-1-245,2-5 1,2-2-1,1-7 1,4-3-1,4-5 1,4-2-1,2-1 1,2-1-203,3 2 1,5 2 0,4 6 0,7 4 0,7 8 0,5 4-1,0 8 1,3 2 116,0 5 0,1 4 0,31-21 0,-3 12 0,-3 14-184,-3 6 0,4 8 1,5 8-1,10 6-958,8 4 1,-2 10 0,7 13 0,-7 10 1282,-3 11 0,0 8 0,-1 7 0,3 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07:08.5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127 101 7862,'16'-28'0,"2"3"274,1 6 1,1 4 0,-4 5 0,2 7 100,2 6 0,1 5-375,-1 7 0,35 19 0,16 6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0:18.4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4434 1662 7686,'-23'-4'0,"3"-6"0,6-8 0,4-3 0,3 0 0,47 19 0,9 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1:10.0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7042 10937 7943,'-14'11'0,"-2"7"0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4:53.6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714 677 8493,'7'-67'552,"3"3"0,-4 0 0,-1 4 1,-3 4-1050,-2 4 1,-8 10 0,-7 7-1,-8 6 1430,-5 4 0,-1 11 0,-1 7 0,1 2-161,0 0 1,-1 2 0,1 10 0,-2 7-231,-4 9 1,-2 13-1,-9 12 1,-3 14-345,-5 14 0,28-28 0,2 2 0,-1 3 0,1 2 0,1 3 0,2 2-73,0 3 0,2 1 0,2 4 0,2 1 0,3 5 0,4 1 0,3-3 0,4 0-136,2-2 0,4 0 0,5-1 0,6-1 1,7 0-1,5-2 0,4 0 0,3-1 8,4-3 0,2-2 0,-1-2 1,2-5-1,-2-9 0,3-4 1,0-1-1,0 0 0,2 0 0,2-3 0,4-2 1,2-4-1,5-2 0,2-4 0,1-4 1,2-5 8,0-5 0,0-2 0,-4-4 0,-1-2 1,-2-3-1,0-3 0,-1-1 0,1-1 117,0-2 0,0-2 0,3-3 0,-2-4 1,-4-2-1,-3-2 0,-2-2 0,-1-2 74,-3-1 1,-2-2 0,35-32-1,-12 1 1,-6 5 112,-2 2 0,-6-2 0,-4-11 1,-6-9 2,-6-7 0,-13-13 0,-13 45 0,-1-1 0,-3-2 0,0-1-204,-2 0 1,0-2 0,0-3 0,-1-1 0,-2 2 0,0 0 0,0 1-1,-2 0 33,1 3 0,-3 0 0,-10-45 1,-12 13-1,-7 5 148,-6 5 0,-10 5 0,-7 11 0,-6 0-290,-6 1 0,-4 0 0,0 5 0,3 5 0,6 7 0,-4 5 0,-4 7 0,-5 1 0,-8 4 0,-1 9 0,2 10 0,6 4 135,7 1 1,-2 3 0,4 7 0,-4 9-554,-2 7 0,-4 12 0,0 8 1,2 12-388,40-23 1,2 2-1,3 6 1,3 2 0,3 6-1,3 3 1,1 3 0,1 2-2293,2 3 1,2 2 3096,0 7 0,1 1 0,1 1 0,2 1 0,1 5 0,2-1 0,3-1 0,-1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5:01.470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7556E7"/>
      <inkml:brushProperty name="anchorY" value="-8.53359E6"/>
      <inkml:brushProperty name="scaleFactor" value="0.5"/>
    </inkml:brush>
  </inkml:definitions>
  <inkml:trace contextRef="#ctx0" brushRef="#br0">1926 441 7663,'6'-8'1,"7"-5"1,10 5 0,5-2 1023,8 0 1,13 2 0,11-3 0,14 3-859,12 1 0,4 1 0,7 2 0,-4-2-105,-7-2 0,2-2 0,-1-5 1,9-1 33,-42 6 1,0 0-1,-1 1 1,0 0-1,0-2 1,-1-1-1,-2 1 1,-1-1-22,1 1 0,0 0 0,7 1 1,2 0-1,2-1 0,1-1 1,0 1-1,0 1 81,-4 1 1,0 0 0,0 0-1,0 2 1,0 0 0,1 1-1,4 0 1,0 0-60,2 1 0,1 0 1,-6 1-1,0 0 1,0-2-1,0 1 0,1 0 1,0 2-51,4-1 1,1 1 0,-1 0 0,0 1 0,2 1 0,-1 0 0,-3 0 0,0-1-24,-1 0 0,0-1 0,0 0 0,0 1 0,2 3 0,-1 0 0,-1 1 0,-1 1-11,-2 1 1,1 2 0,-1 0 0,1 1-1,1 0 1,-1 0 0,1 1 0,-1 1 12,-2 0 0,0 1 0,-4-1 0,0 0 0,-4 4 0,1 1 0,2 0 0,0 1 2,2 1 1,-1 1 0,-1 2 0,-1 1-1,0-2 1,-1 0 0,-3 0 0,-1 1-2,42 22 0,-42-20 1,0 1-1,0-1 1,0 0-1,0 0 1,-1-1 16,44 19 0,-5 2 0,-11 6 0,-1 2 14,1-1 1,1-1 0,3 4-1,4 6-48,-41-27 1,-1 2 0,34 32-1,-10-7 1,-4-2 9,-1-1 1,8 0 0,5 5 0,3 1 56,-3 4 0,-2 3 0,-10 6 0,-4 3-2,-4 2 0,-3-8 0,-3 2 0,3-3-52,5-2 1,8 8 0,-30-35 0,-1 1 0,0 0 0,-1 0-10,25 37 0,-1-2 0,-8-3 0,-5 1 25,-4-1 0,-1 2 0,-3 2 0,3 3 48,2 2 0,2-6 0,8 3 0,-1-4-12,-4-2 0,1 1 0,-7 1 0,1 3 27,-4 6 1,-8-4 0,-3-2 0,-2-3-8,-3-1 0,-6 3 0,-2 3 0,-1 4-76,-1 1 1,-1-6 0,-7-1-1,0-1-66,0 1 0,0-6 0,0 5 0,-2 1 50,-3 2 0,2-3 1,-7 2-1,-1-6 18,-2-4 0,-8 1 0,-2-3 1,-3 3 104,-4 5 0,3 0 0,-13-6 0,0-4-43,-3 1 1,-3-6 0,-1 4 0,-2-2-58,2 1 0,1 0 0,2 3 0,-2 0-29,-3-4 0,2-3 0,-9-4 0,-4-3 8,-7-1 0,-12 5 1,-1-2-1,4 1 30,7-1 0,0 1 0,-1-4 0,-8 0-19,34-25 0,0-2 0,-45 20 0,43-24 0,-1-2 0,-41 20-11,5-1 1,-5-4-1,1 1 1,-8-3 20,45-16 1,-1 0-1,-42 19 1,44-17-1,0 0 1,-43 16-21,4-2 0,-6-3 0,45-16 0,0 0 0,-2-2 0,0 0-8,0-2 1,-1 0-1,-41 7 1,2-2-1,-2-3 18,-2-5 0,44-4 0,-1-1 1,-1 0-1,0 0 0,1 0 0,1 0 48,-49 0 1,7 0 0,-6 0 0,48 0 0,-1-1-41,-1-2 0,0 1 1,-1-2-1,0-1 1,3-1-1,1-2 1,-1 0-1,0 1-13,0 0 0,-1-1 1,0-1-1,-2-1 1,-3-1-1,-2 1 1,2-2-1,0 1-70,0-2 0,1 0 0,2-1 0,1 0 0,-4-1 0,1 0 1,-1 0-1,0-1 45,-1-1 1,0 0 0,0 1 0,1-1 0,0-1 0,0-1 0,-2 0 0,0 2 66,0 1 0,-1-1 1,3-1-1,0 0 1,-2 0-1,0 0 1,3 0-1,1-1 62,0-1 1,1-1 0,-2 0 0,1-1 0,-4 1 0,0-2 0,1 1 0,2-1-6,2-1 1,0-1 0,-2-1 0,1-1-1,2-1 1,0-1 0,-4 1 0,-1 1-12,1 0 1,0 0 0,1 0-1,1 0 1,4-2 0,1-1 0,-2 0-1,1 0-96,-3-2 0,0 0 0,4 1 0,-1 0 0,-6-3 0,1-1 0,3 1 0,2-2-39,1 1 0,2-2 0,-1 0 1,1-1-1,2 1 0,-1-1 0,-1 0 1,-2 1-6,0 1 1,-1 0-1,1 0 1,0 0-1,2-2 1,2-2-1,1-1 1,1-2 47,1 0 1,0 0-1,0 1 1,-1 1-1,0 0 1,0 0 0,0 0-1,0 0 63,-1 1 0,2-1 0,4-1 0,2-1 0,2-2 0,2-2 0,2 1 0,1-1 11,4 1 1,-1 1-1,-4 2 1,-1 1 0,2 0-1,0 0 1,-2 0 0,-1-1-40,-3 0 1,2 0-1,3-1 1,3 0-1,0-1 1,2 0 0,2-1-1,2 0-24,2 0 1,1-1-1,-17-46 1,7 5 0,1-2-65,3-3 0,-1-2 1,7-3-1,-1 4 33,-1-1 1,9 10-1,-1-5 1,5-1 22,5-6 1,1 1 0,2 1 0,2 4-6,3 4 0,8 2 0,8-3 0,2-2 5,3-3 1,-3 10-1,3 0 1,3 4-12,4 1 0,8-4 0,-2-4 1,5 2-25,5 6 0,8 4 0,7 4 0,0 2-5,1-3 0,-6 1 1,1 0-1,-6 1-124,-3-1 0,6 3 0,3 2 1,11 4 120,5 9 0,8 5 0,-6 3 1,-3-2 3,-5-3 1,1 5 0,-4-2-1,6 7-22,12 3 0,3 3 0,7 9 0,-5 4-169,-9 4 1,-2 6 0,1 2-1,8 1-778,8 4 1,-1 1 0,-3 2 0,-7 2-1464,-7 3 1,7 3 2460,8 7 0,0 3 0,-40-10 0,2-1 0,-1-2 0,0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5:12.221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7812E7"/>
      <inkml:brushProperty name="anchorY" value="-8.54453E6"/>
      <inkml:brushProperty name="scaleFactor" value="0.5"/>
    </inkml:brush>
  </inkml:definitions>
  <inkml:trace contextRef="#ctx0" brushRef="#br0">217 3409 7576,'-6'10'0,"-2"0"1016,0 1 0,1 7 0,10 0 0,7-3-1089,10-4 1,12-7 0,8 1-1,4-5-121,5-5 0,5-5 0,13-11 0,9-9 107,11-7 1,-36 15 0,1 0 0,-1-2 0,1-1 0,1-3 0,0 0 129,1-2 1,1-2 0,7-4 0,0-1 0,6-5 0,0-1 0,1-2 0,1-2-70,-2-1 1,1-2-1,2 0 1,2-1-1,3-1 1,1-1-1,4 0 1,1 0 91,0 0 1,0-2 0,-25 18 0,2-2 0,-2 1 0,23-18 0,0 1 0,-23 18 0,0 0 0,0 0 67,1 1 0,-1 0 0,2 0 1,2 1-1,2 0 0,-1 1 1,-2-1-1,0 1 0,-1 0 1,1 0-1,-1 0 0,0 0-6,0 2 0,-1-1 0,0 0 0,1 0 0,-1 1 0,2-1 0,0 3 0,0 0 0,1 1 0,28-14 0,0 1-68,-2 1 0,-1 0 1,0-1-1,0-1 1,-4 2-1,-1-1 1,-1-1-1,0 1-43,0 0 1,0 1-1,1 1 1,0 1-1,-3 4 1,-1 2-1,-5 1 1,-2 0 9,-4 2 0,0-1 1,3 0-1,-1-1 1,3-1-1,-1 0 1,-4 1-1,-2-1-42,-5 0 1,-2 1 0,2 0-1,-2 2 1,-3 2 0,0 2 0,2 1-1,-1 1-7,-1 0 1,0 2-1,-4 4 1,-2 0-1,30-13 1,-7 8 68,-4 7 1,-2-2 0,5 10 0,-4 0 39,-6 3 0,-9 5 0,-14 3 0,-3 4 42,-6 1 1,2 6-1,-6 6 1,4-2 18,1-2 0,1 4 0,1 0 0,3-1 178,5 2 1,-1-3 0,1 7-1,2 1-327,1 2 1,2 6 0,0 2 0,1 3 65,-1 7 0,-5 0 0,2 7 0,3 3-126,3 1 0,9-3 0,1 0 0,10 3 69,11 5 1,-33-29-1,0 1 1,1 3 0,-1 0-1,-1-1 1,-1 1-18,-3 0 1,0 0-1,4 2 1,0 0-1,4 1 1,1 0-1,3 0 1,2 0 53,2 0 1,0 0 0,-2 5 0,-1 2 0,-5-1 0,0 1 0,1 2 0,2 1-100,2 2 1,1-1-1,7 3 1,1 0 0,0 0-1,-2 1 1,-2 1 0,-1 1 103,-3 2 0,0 1 1,3 2-1,1 0 1,4 4-1,1 1 0,1-1 1,1 0 31,-2 0 0,1 0 0,2 3 0,-1 0 0,-4-1 0,0 1 0,5-1 0,2-1-151,1 0 1,1 0-1,-1 4 1,-1 0 0,-2 0-1,-1 0 1,0-1-1,0-1 90,3-1 0,-2 0 0,-1 1 0,-2 1 0,-2 0 0,-1 2 1,-2 0-1,1-1-28,0 1 0,1-1 0,3-1 1,-1 0-1,-4-2 0,0 0 1,-4 0-1,-2 1 25,-4-1 1,0-1 0,2 0 0,0 0 0,0 0 0,1-2 0,-1 1-1,1-1-58,0-1 1,-1 0-1,-4-3 1,-3 2-1,-7-4 1,-2 1-1,-4 0 1,-1 1 43,-3 0 0,0 0 0,1 1 0,0-1 0,-2-3 0,-1 0 0,0-2 0,-1 0 43,1-2 0,-2 0 1,-3 3-1,-2 1 0,-2-2 1,-2 0-1,-4-1 1,-2 0 36,-3-2 1,-2 0 0,-1 1-1,-2 0 1,-1 0 0,-2 1 0,-2 0-1,-3-1 0,-1 1 1,-3 0-1,-3-1 1,-4-2 0,0-2-1,-2-2 1,-2-1 0,-1-1-15,-1-1 1,0 0-1,0 4 1,-1 0 0,0 0-1,-1 0 1,1-1 0,0-1-37,0-1 0,-2-1 0,-4-3 0,-4-1 1,-3 1-1,-1 0 0,-4 0 0,-2 1 9,-2 0 0,0 0 1,0 3-1,0 1 1,5 0-1,0-1 0,-1 0 1,0-2 1,0-1 0,-3-1 1,-7 1-1,-3-1 1,-2-2-1,-1 0 1,2 1-1,1 0-63,2 1 1,1 1 0,-1 0 0,-1 0-1,-2 2 1,-1 0 0,-3 0 0,-1 0-55,-2-1 1,1 0-1,3 2 1,1 0-1,5-4 1,0 0-1,-3 4 1,0 0-7,-4 3 1,-1 0 0,-3-1 0,0-1 0,4-1 0,2-1 0,3-2 0,1-1 12,0-2 1,0-2 0,-3 3-1,-1 0 1,-6 1 0,0 1 0,3 1-1,2 2 54,4 0 0,0 1 1,-4-2-1,-1-2 0,5-2 1,0 0-1,-3-1 0,1 0 10,1-2 1,0 1-1,4 2 1,1 3-1,4-3 1,2 1-1,0-2 1,0 0 76,-2-1 0,0-1 0,3-2 0,-1-1 0,-1 1 0,0-1 1,6-2-1,3 1 319,-32 31 1,7-1-1,4-6 1,-2 1-274,-6 0 1,5-7 0,5-6 0,9-8-40,4-9 1,9-9 0,4-1 0,5-2-111,4-3 0,4-1 1,-3-1-1,0-4 111,0-2 1,1-1-1,-5-5 1,5 0-24,0 0 0,-4 0 1,2 0-1,-4-1 94,-1-4 0,-1-8 0,-1-8 0,-3-2-86,-5-3 1,-2-4-1,0-3 1,2-2 7,-2-3 1,-2-6 0,-2-7 0,-3 1 133,-1-1 1,-8-3 0,-3 5 0,-10 0-119,-7-2 1,-5-1 0,7-7 0,5-1-160,3-4 1,-5-3 0,34 31 0,-1-1 0,-4 0 0,-2 0-110,-3 1 1,0-1-1,-1 0 1,1-1-1,6 0 1,1-1-1,1-1 1,0 0 64,0-1 1,0 0 0,-4-3 0,0 0 0,-4-2 0,-1-1 0,1 1 0,-2 1 111,1-1 1,0 2 0,6 2 0,0 0 0,-2 0 0,0-1 0,-1 0 0,1-2 132,-3 0 1,-1-1 0,-1-3-1,-1 0 1,0 2 0,1 1-1,0 0 1,2 0 15,1 1 1,1 0 0,1 1 0,1-1 0,1-2 0,0 1 0,-2-3 0,0 0-61,-4-2 1,-2 0-1,2 2 1,0 0-1,-2 0 1,1 0-1,4 0 1,1 0-43,1 1 0,1 0 0,-5-5 0,0 0 0,1 2 1,-1 0-1,-2 1 0,-1-1-69,-1 1 0,1 1 0,1 3 0,2 0 0,5-1 1,1-1-1,0 2 0,-1-1 37,-2 1 1,0-1 0,-2-2 0,-1 0 0,-2 2 0,-1 0 0,2 0-1,2 0 38,2 3 1,2-1-1,3-4 1,1 0 0,2 1-1,-1 1 1,-4-4 0,-1-1-9,-4-2 1,-1 0 0,-1 1 0,0 0 0,3 3-1,1 0 1,4 1 0,2-1 9,2-2 1,2-1-1,0-1 1,0-1-1,-4-3 1,-1 0 0,-1 1-1,-1 1-22,-1 2 0,0 0 1,-1 1-1,1-1 1,1-1-1,2-1 1,3-2-1,1 0-31,3 0 0,1 1 0,1 2 0,0 1 0,-2 3 1,0 1-1,-2-2 0,-2 1 13,-1-4 1,0 0-1,-4 1 1,0 0-1,3 1 1,1 0-1,2 2 1,1 1 6,1 1 1,2 0-1,4 3 1,1-1-1,0-2 1,0 0-1,-1 0 1,-1 0 38,-2 0 1,0 2-1,-1 4 1,-2 2-1,-34-31 1,4 5-25,4 5 1,7 0 0,6 0-1,6-1-39,7 1 0,3 1 0,1 4 0,1 3-66,0 5 1,1 3 0,2 2 0,3 2-164,2 3 0,-4-4 0,6 6 0,1-3 21,1 1 1,-2 6-1,1 1 1,3 4 113,4 4 0,2 6 0,-2 0 1,1 5 231,-1 3 0,3 2 129,-2-2-188,6 3 1,1 9-1,11 3-269,7 5 0,11 3 0,4 1 0,9 1-163,8 0 0,7-5 0,10-2 1,8-3 31,9-7 0,-32-5 0,2-4 0,11-8 0,3-4 321,8-6 0,5-9 0,-14-4 0,5-8 0,4-6 0,0 1 0,-7 5 0,0 0 0,0 0 0,0 0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5:23.38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7903E7"/>
      <inkml:brushProperty name="anchorY" value="-8.55678E6"/>
      <inkml:brushProperty name="scaleFactor" value="0.5"/>
    </inkml:brush>
  </inkml:definitions>
  <inkml:trace contextRef="#ctx0" brushRef="#br0">176 294 7629,'-14'-8'-483,"-1"-4"1,2 6 963,3-2 1,4-2 0,6-5 382,0 1 1,1-1 0,6 0 0,6 0-399,5 1 0,13-1 0,-2 0 0,2 1-150,0-1 0,4-3 0,1 2 0,1 3-21,4 0 0,-5 1 1,0 2-1,-2 4-123,0-1 1,6 6 0,-4-4-1,-1 3-39,1 2 1,4 0 0,-4 0 0,1 2-36,4 3 0,-5 0 0,-3 8 1,-6 3-20,-2 0 1,-2 7 0,1 2 0,-4 2-37,-4 3 0,-6 4 1,0 2-1,0 2-72,-2 2 0,0-2 0,-5 0 0,2-3-18,-2-2 0,-1 3 0,-2-2 0,2-1 36,2-2 1,-2-3 0,3-2 0,-3-2 38,-2 3 0,0-5 0,0 1 1,0 0 44,0 0 1,0 0 0,0 3 0,-2-3 47,-3-2 1,2 4 0,-5-4 0,-1 2-11,1 3 0,-1-5 0,-5 0 1,1-1-64,-1 0 1,2-1 0,-9-4 0,0 0-4,-4-1 0,2-1 1,-3-1-1,-3-2-18,-4 1 0,-1-5 0,5-1 1,-1-1 61,1 1 0,-6-4 0,3 4 1,2-3 16,4-2 1,3-2 0,-3-1 0,3-4-3,2-1 1,-3 0 0,2-3 0,0 1-36,-5-2 0,0-1 1,-1-1-1,2-1-19,1 0 1,1 0 0,-6-1 0,1-4 0,0-4 1,-1 1-1,2 0 1,2 0 29,2 1 1,6-3 0,-2-4-1,4-1 56,1 1 1,2-1 0,2 1 0,3 0-25,1-1 1,2 1 0,5-1-1,0 1 70,0 0 1,0-6 0,0 1 0,0 1-2,0 2 0,7 2 1,2 0-1,6 1-37,5 3 0,-2-1 0,6 5 0,2 0-11,2-1 0,8-2 1,3 4-1,4 4-61,1 5 1,5-1-1,1 7 1,1 2-10,0 1 1,-2 2 0,-4 2 0,4 5-61,5 7 0,3 3 0,2 5 0,-2 1-466,-3 0 1,-3-3 0,-7 4 0,-3 1-805,-7-2 1,-6 4-1,-13-4 1,-2 2-2136,-4-1 3401,-2 1 0,-20 11 0,-3 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2:15:24.339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8033E7"/>
      <inkml:brushProperty name="anchorY" value="-8.57059E6"/>
      <inkml:brushProperty name="scaleFactor" value="0.5"/>
    </inkml:brush>
    <inkml:brush xml:id="br1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82E7"/>
      <inkml:brushProperty name="anchorY" value="-8.58138E6"/>
      <inkml:brushProperty name="scaleFactor" value="0.5"/>
    </inkml:brush>
    <inkml:brush xml:id="br2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8378E7"/>
      <inkml:brushProperty name="anchorY" value="-8.59385E6"/>
      <inkml:brushProperty name="scaleFactor" value="0.5"/>
    </inkml:brush>
    <inkml:brush xml:id="br3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1.08561E7"/>
      <inkml:brushProperty name="anchorY" value="-8.60728E6"/>
      <inkml:brushProperty name="scaleFactor" value="0.5"/>
    </inkml:brush>
  </inkml:definitions>
  <inkml:trace contextRef="#ctx0" brushRef="#br0">15 397 7632,'-8'-24'70,"3"-1"0,3 5 0,2-4 0,0-2 561,0-2 0,0 4 0,2-1 0,4 1 18,9 1 0,6-5 0,10 5 0,4 0-210,4 4 0,10 2 0,6 3 0,7 0-146,7 5 0,-2 2 0,-2 9 1,-3 4-102,-5 9 1,-4 1 0,-3 9 0,-6 1-64,-1 2 1,-6 1 0,1 2 0,-2 3 40,-3 6 0,-9 2 0,-4 2 0,-6 0-84,-4 0 0,2 1 0,-7-3 1,-4-1-27,-4-2 0,-10-5 0,-8 6 1,-2-1-45,-3-2 1,-7-1 0,-3-5 0,-2 2-1,-2 1 1,-3 5 0,1-4 0,1-4 42,2-5 1,0 0-1,-6-5 1,1-1 115,0-4 0,2 0 1,1-12-1,2-6 80,-2-6 1,0-8-1,2-7 1,5-8 58,3-5 0,1-5 1,2-6-1,2-4-119,2-1 1,11 4-1,0-2 1,4-1-357,6-3 0,3-3 0,7 0 0,9 1-373,12 2 0,8 7 0,11-2 0,5 5-624,7 5 0,15 9 1,1 11-1,3 2 1158,2 3 0,-15 3 0,13 0 0,1-2 0,6 0 0,-1 0 0,0 0 0</inkml:trace>
  <inkml:trace contextRef="#ctx0" brushRef="#br1" timeOffset="816">1514 1676 7660,'0'-20'398,"0"2"1,0 0 104,0 2 0,7 0 0,4 1 0,5 0 175,4 1 0,11-1 0,0 0 0,5 0-15,5 1 1,8-1-1,5 2 1,1 3-291,-1 5 0,3 4 1,-3 2-1,5 6-209,5 8 1,1 7 0,2 13-1,-8 4-71,-9 3 0,-10 2 0,-6 1 1,-5-1-43,-4 0 0,-6 0 0,-9 0 0,-5 0-159,-3 0 1,-4 0 0,-3 0 0,-5 0 34,-3 1 1,-6-1-1,-2 0 1,-2 0 41,-3 0 1,-7-2 0,-3-2 0,-2-6 12,-2-3 1,-8 2 0,-1-2 0,0-5-13,-1-3 0,4-4 0,-5-4 1,4-2-41,3-3 0,-2-4 1,10-6-1,-1-1 67,-4-4 0,-5-5 0,0-8 0,4-3 87,-1-2 1,2-7-1,1-5 1,2-3 202,2-3 0,8-3 0,9-3 0,4-4-11,5-1 1,-1-5 0,8-4 0,6 6-251,10 2 0,8 4 0,10 5 0,5 0-576,8 0 0,7 7 0,8 4 0,-1 7-902,1 6 0,5 1 0,-2 4 1452,-5 7 0,30 21 0,16 10 0,-32-7 0,1 0 0,0 1 0</inkml:trace>
  <inkml:trace contextRef="#ctx0" brushRef="#br2" timeOffset="1533">2029 2984 7635,'-15'-6'181,"0"-4"1,2-3 0,2-2 0,3 0 311,1 1 1,2-3 0,5-2 0,2-6 67,3-3 0,9-3 0,11-3 0,4-4-119,6 1 0,4-4 1,8 7-1,4 3-58,1 5 1,2 1-1,5 9 1,-1 4-167,1 4 1,-5 5 0,-2 8 0,-1 6-103,-4 7 1,6 5 0,-1 8 0,0 3-102,-3 6 0,-10 4 0,-4 5 0,-6 3-19,-4 0 0,-11 4 0,-9-7 0,-3-2 79,-2-1 1,-13 3 0,-7-2 0,-6-3-20,-3-3 0,-7-7 1,-5 6-1,-5 0-22,-3 3 1,0-4 0,5-1 0,0-1-50,0 1 0,-5-6 1,0 1-1,2-7 56,1-6 0,2-5 0,0-6 0,-1-5 233,1-8 0,5-5 0,2-13 1,1-7 36,3-9 0,4-16 1,4-4-1,6-3-137,2 1 0,4 1 0,3-1 1,5-1-293,4 2 1,7 4 0,6 11 0,6 0-284,6 0 0,11 1 1,5 2-1,8 5-467,6 5 1,-2 0 0,3 12-1,3 1-976,-1 1 1,3 9 1843,-11 3 0,26 17 0,2 4 0</inkml:trace>
  <inkml:trace contextRef="#ctx0" brushRef="#br3" timeOffset="2299">3263 3719 7659,'-5'-15'0,"1"1"157,0-1 0,3 0 1,1-1-1,0-2 335,0-2 0,1-6 0,4 2 0,5-6 72,3-4 0,8 3 0,4-5 0,4 2-88,5-1 0,4 1 0,6 5 1,2 1 0,3 3 0,-2 11 0,7 9 0,-2 3-224,-4 2 0,-1 7 0,-11 4 1,0 9-75,0 9 0,3 9 0,-6 9 0,-4 4-90,-3 1 0,-8 2 1,2 6-1,-5 2 71,-6 2 0,-2-5 0,-7-7 1,-3-1 9,-7-4 0,-7 4 1,-12-2-1,0-2-54,-1-1 0,-1-4 0,-1-1 0,-4-3 30,-2-2 0,5-4 1,-1-6-1,3-3 58,2-1 1,-6-4 0,1-9-1,1-4-46,2-3 0,-3-4 0,-2-3 1,0-6-32,0-7 0,2-7 1,3-9-1,-2-7-89,-1-6 0,-4-5 0,7-7 1,5 0-36,3 0 0,4 0 0,4 1 0,2 1 38,3 3 0,4 0 1,9 8-1,5 4-4,7-1 0,11 7 0,2 3 0,6 7-316,4 7 1,7 4-1,9 4 1,3 2-733,2 3 1,0 3-1,-2 9 1,-3 9-1094,-5 8 1,0 6 2103,-5 5 0,-13 5 0,-1 6 0,-3 5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33987-5805-9F88-9AAE-CC590198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0805B-B05C-B25B-871E-B7C4E1E66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7AAF3-B039-8A72-37DF-C377C784F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ECF8D-87FD-D947-E83D-B24F94943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1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D751-9F7A-0DFF-40F1-749A275B7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A1F21-10D4-1643-76CE-122B2A00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BC1BD-130C-0520-7991-4DC8EBAC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168CF-A18C-D794-CA21-92A6B8F7B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3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D46E-6514-913C-A4F6-FEE94337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5727B-1C96-92D0-6B75-2439CC9B0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CD85E-43CE-BD3E-BE4B-6338C48A8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77299-297F-05C6-9D6B-2AF29FA02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49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ED8E-43A9-8448-9663-2CBBCCAF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6EB66-A312-A93B-8239-2DA1960A8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9E061-776F-C1EA-DEB8-6AE1BCABF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55B91-EDB5-4BB2-CE13-D03C59E1E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57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55DF-06BC-5CC3-AFDC-765D4C79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0AE82-1656-4538-561A-48271245F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52289-275B-DD37-F700-046C5BCD3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8B258-E2EE-E33E-239B-7238A8887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69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68C2-617D-5B7F-6CFD-BAD244D8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25BC4-3E90-CFBE-519F-90811DE63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4814A-7E7E-73FA-8654-5265D99CE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38504-6D15-45A2-FEBB-B8AE29F7D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64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3A295-A135-20CF-4EFC-0C5D2D18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9E24F-97AA-D9C8-7F26-6D550A66B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41148-3512-2D2A-8348-0CA0EFB9B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152EF-60EE-7C3D-C581-95734046F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90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043-6B08-3AB5-ED63-7B6F7629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9EC21-F632-BB14-8385-943625594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2CFF6-E918-69E8-12E7-B1A21E1D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E7BE7-4B93-0484-BDBA-914C6E069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17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0D22-1EE0-E452-BD4C-BEACAA06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6ED7A-B875-9A2F-5F87-26CC0EA98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05F92-3602-CE9A-4409-C71E7BB9B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EB3F6-69D0-0A1A-2707-8F03D1B35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97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7B0C-F43A-E524-F48B-3C4AF08C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6B330-189E-D424-3748-ABFEF8670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B49A7-651D-8ACC-476A-64CC92B90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4BCA0-D97F-6479-6B86-9653ACC48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22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9F4C-35AE-3240-4A6E-847406CD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59B62-E4EB-149A-36D1-8255FD8CE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DFF18-5911-52D8-61E7-AE0D087B8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5DF99-5B86-9DF2-523F-425DB29AB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55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5510-5353-22F3-7B87-3AFC9CE6B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8E2B2-C5FB-698D-86BA-795ADF23C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4DB4F-F002-EE72-BFA4-FC7A8851A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22EA2-080F-B637-BCFF-E4D126C2A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38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78811-508D-C2BD-8C3B-B3E0A2B6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0EFDA-EC3E-056F-06B9-92494FADA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7EA97-A934-9C7B-EE4D-77A060046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7B865-9034-512B-0300-F9868A9B4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15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31EB0-FA1C-4A75-9C55-D131C948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4ADDA-30A1-8AA1-967D-0EC1C9897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2856F-5AE1-8CAE-24C9-54DD756E8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D5BC0-AD6F-D815-2AEA-23AF764FA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90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D53D-BC24-79F6-AE00-E99798A3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F3566-A68C-BBB8-2D3C-760200141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7F1E7-6672-C477-59D4-610A01367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BE8E-27AA-14B6-C32A-9AB5E58DA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24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5B86-EE2A-F8DF-F137-408DDBCB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DDC0A-7A3F-0508-2157-D2E83C297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3A6FD-62A9-0899-B378-56992346B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1EB56-7AEC-9160-2875-D965B1C0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32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559AE-6CA2-16B5-FDDF-FD028063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3DE0B-535F-1468-6E57-106174980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19CB0-730B-6249-4252-99C598FEC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F61A-206C-7FBB-5B8A-5C674451C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82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5776-8442-B1FD-4212-5386AD29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3D6D-8379-4F6E-1509-F8CA3A166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BE4B6-2884-3DCE-BDBC-38D6EAAAB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48DA-1821-B307-309E-6075066AD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44A56-5378-E19A-FDAB-72EF869C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BAA7B-9BE6-8242-2509-20C6B5611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02C67-DE8C-3F14-9D8E-2EC9A2201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6EECA-C491-209F-5488-1F694224C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45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D843-3CE1-96A1-6E8D-18374A96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18E0D-16F2-D943-E405-22C82A434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09F0A-DFA3-FB11-2A31-AA65BCD34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82875-F640-EFB4-2ACB-3730F1ECD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199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2FF3-CEAD-801D-A49B-27D0F1A8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09083-3C16-448A-A1FE-2A41A89B3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E6B8A-89E3-AA2D-E464-FADF63EB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A61CB-FEF4-40F7-1E7D-432AE653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339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6870-C5BD-D48B-E7DD-F04FDF5A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36AC1-8FD5-F39E-C826-0831D9E64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B481E-2633-310F-2388-FB0A0284D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343A3-CCFA-EB9B-8EC9-0FA0F27EE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507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BB54-2B4E-4FB5-F14C-A2084B927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55540-E89D-CA7E-717E-17814219B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97C65-19E0-2DDF-5E1C-09A37D6C7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2410-2C69-AB8F-F28B-1D767CBA2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152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5B0E-8FF9-F988-B0AE-E55ADE61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9E1D9-354C-7779-54B5-4E67A3A5E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B3D65-01AD-F58D-DE40-8C15CAD1C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20E2D-4796-FCD3-6588-5B6ACF3C2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2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C2E4-46E6-D26D-B838-FAFB5B09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B6DA4-0627-6EED-16A2-36EF51C4C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43B45-DED5-59FF-F68C-8557D3998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B0FD4-1E58-F17F-8DA7-A2DD1D075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306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749BC-0883-E2A3-641A-BD29C435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809F3-C29C-6AC5-8D56-5EBC2F6B5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88869-7549-1007-225A-C4C94F16E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B6CD7-D127-44F0-0F99-77FC82E64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12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DC25-8829-1CE9-EEBC-892FE64F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A31EF-5A97-3D43-987F-0FFC27148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230C8-D723-4830-66B8-F33365306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10BCE-70CE-41D8-B450-E2797A7DB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287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1153-AD9B-8E53-ECC5-AC9EB6FF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C9C6B-8AC8-3E1D-A4C8-E1324345D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F5C44-D73E-DAA6-DAF7-7CA59E98C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DE434-D215-3578-BA4D-58558A56F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64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6440-0670-4F7C-B1EA-42CE14F9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0BEA7-8555-EC2D-AAF5-A5716706F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BC85D-0E42-B119-8B83-144FCB3D3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3014-E235-3B28-5AEE-64882C676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10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BE65-EE36-6E4E-DD49-B7D0A1EA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78022-A988-2DD9-2F83-9AD33090A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EFF1-9205-FC7A-FFBB-26A1C8813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3DC12-F759-EECE-06F5-12E142A38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880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E94C0-4603-F3DB-864D-92BD7A75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2EFAD-11B1-E795-2395-8001E9201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B9E8B-121A-65F9-F8D5-A42317F95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E2B1A-9665-331B-4D11-8E8DFC4EF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425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8C53-4C74-3B7C-18E5-3FEE2152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4B281-AD39-DD95-F8BF-311F1E719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1612A-1B82-115D-B31F-3C97E456E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A37D4-6841-774B-966E-D1B57E70F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822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CD5E-A022-C31E-0372-DC5F7069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182E7-CE27-41B1-CC34-92E10FB9C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0AAF2-FF8A-836F-6BC0-847FA0D54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80B50-1EF7-29C7-200D-1351655CE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0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5D51-2637-ED50-74BA-6B845985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83E2F-0690-220A-C238-73FBB4C4D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F40DA-0031-1A20-2B54-AC6466B5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51CF5-55B3-503F-CDAE-6A23176AB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1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AB0B-8CEA-43AB-7FD3-9CA5CDB9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E3161-3681-C5DC-B14C-95729188E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52060-80F5-97DC-D2E6-AEF631606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E593-7F3A-DD62-4833-AAD4CCF19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98CD-6D90-DC72-761A-FBB13615A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66C9E-CE1E-FBCC-0A8A-AA5858699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9AAFD-34FE-8DD7-E844-C6917C841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252E8-8004-47AF-DA87-3E5B45E10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905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9E80-D0D6-6551-EC01-11D3375BE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FA864-2DF9-4B77-BD4A-6918A554B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07BC7-BD4E-D10D-2F88-4C0513313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BEADD-0DC4-723A-91AB-8727CB4B0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072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FD4C7-C635-A272-AF21-33FD20F71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AA86F-C54B-FE9B-FC10-33C6E614E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B2DD0-417E-E6BF-BE07-B6FD7BFD4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71407-9961-C271-7A0A-7277C5558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755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071E-DAFC-40FA-BD11-60B49C053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7EBDB-89C3-06D2-C983-243F51BDE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C6139-F161-7ED4-B984-378638915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C1084-E78A-2B6D-6A9F-91C8E5DEE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591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AADF-BAC2-2986-1B8F-1F56E219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A78A1-0BF3-919A-9A09-DB43E5C90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F837D-5034-C644-5058-D383F2E0B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6085-7597-9196-A589-CAA71BCA2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56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2AAA-507F-D1F8-6488-ABBDE57A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7A00A-6034-8817-8301-84CAD66E3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4D201-EB09-9F33-802D-95BD3C685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1D937-BD24-D14C-D743-48CE9A030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3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2455"/>
            <a:ext cx="1036320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45280"/>
            <a:ext cx="853440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5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6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50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38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26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13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01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522" y="6801312"/>
            <a:ext cx="4545497" cy="389467"/>
          </a:xfrm>
        </p:spPr>
        <p:txBody>
          <a:bodyPr/>
          <a:lstStyle/>
          <a:p>
            <a:r>
              <a:rPr lang="en-US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92947"/>
            <a:ext cx="109728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2"/>
            <a:ext cx="10972800" cy="482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780108"/>
            <a:ext cx="284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780108"/>
            <a:ext cx="3860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780108"/>
            <a:ext cx="284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121920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701105"/>
            <a:ext cx="12192000" cy="614096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489" y="6823737"/>
            <a:ext cx="5757333" cy="368829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132521" y="6838122"/>
            <a:ext cx="3547659" cy="3682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73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487695" rtl="0" eaLnBrk="1" latinLnBrk="0" hangingPunct="1"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71" indent="-365771" algn="l" defTabSz="487695" rtl="0" eaLnBrk="1" latinLnBrk="0" hangingPunct="1">
        <a:spcBef>
          <a:spcPct val="20000"/>
        </a:spcBef>
        <a:buFont typeface="Arial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1pPr>
      <a:lvl2pPr marL="792505" indent="-304810" algn="l" defTabSz="487695" rtl="0" eaLnBrk="1" latinLnBrk="0" hangingPunct="1">
        <a:spcBef>
          <a:spcPct val="20000"/>
        </a:spcBef>
        <a:buFont typeface="Arial"/>
        <a:buChar char="–"/>
        <a:defRPr sz="2987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487695" rtl="0" eaLnBrk="1" latinLnBrk="0" hangingPunct="1">
        <a:spcBef>
          <a:spcPct val="20000"/>
        </a:spcBef>
        <a:buFont typeface="Arial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48769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487695" rtl="0" eaLnBrk="1" latinLnBrk="0" hangingPunct="1">
        <a:spcBef>
          <a:spcPct val="20000"/>
        </a:spcBef>
        <a:buFont typeface="Arial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48769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487695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" Type="http://schemas.openxmlformats.org/officeDocument/2006/relationships/image" Target="../media/image12.png"/><Relationship Id="rId21" Type="http://schemas.openxmlformats.org/officeDocument/2006/relationships/image" Target="../media/image25.png"/><Relationship Id="rId7" Type="http://schemas.openxmlformats.org/officeDocument/2006/relationships/image" Target="../media/image16.png"/><Relationship Id="rId12" Type="http://schemas.openxmlformats.org/officeDocument/2006/relationships/customXml" Target="../ink/ink9.xml"/><Relationship Id="rId17" Type="http://schemas.openxmlformats.org/officeDocument/2006/relationships/image" Target="../media/image23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customXml" Target="../ink/ink15.xml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28" Type="http://schemas.openxmlformats.org/officeDocument/2006/relationships/customXml" Target="../ink/ink17.xml"/><Relationship Id="rId10" Type="http://schemas.openxmlformats.org/officeDocument/2006/relationships/image" Target="../media/image19.png"/><Relationship Id="rId19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.png"/><Relationship Id="rId21" Type="http://schemas.openxmlformats.org/officeDocument/2006/relationships/image" Target="../media/image48.png"/><Relationship Id="rId42" Type="http://schemas.openxmlformats.org/officeDocument/2006/relationships/image" Target="../media/image69.png"/><Relationship Id="rId47" Type="http://schemas.openxmlformats.org/officeDocument/2006/relationships/image" Target="../media/image74.png"/><Relationship Id="rId63" Type="http://schemas.openxmlformats.org/officeDocument/2006/relationships/image" Target="../media/image90.png"/><Relationship Id="rId68" Type="http://schemas.openxmlformats.org/officeDocument/2006/relationships/image" Target="../media/image95.png"/><Relationship Id="rId84" Type="http://schemas.openxmlformats.org/officeDocument/2006/relationships/image" Target="../media/image111.png"/><Relationship Id="rId89" Type="http://schemas.openxmlformats.org/officeDocument/2006/relationships/image" Target="../media/image116.png"/><Relationship Id="rId112" Type="http://schemas.openxmlformats.org/officeDocument/2006/relationships/image" Target="../media/image139.png"/><Relationship Id="rId16" Type="http://schemas.openxmlformats.org/officeDocument/2006/relationships/image" Target="../media/image43.png"/><Relationship Id="rId107" Type="http://schemas.openxmlformats.org/officeDocument/2006/relationships/image" Target="../media/image134.png"/><Relationship Id="rId11" Type="http://schemas.openxmlformats.org/officeDocument/2006/relationships/image" Target="../media/image38.png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53" Type="http://schemas.openxmlformats.org/officeDocument/2006/relationships/image" Target="../media/image80.png"/><Relationship Id="rId58" Type="http://schemas.openxmlformats.org/officeDocument/2006/relationships/image" Target="../media/image85.png"/><Relationship Id="rId74" Type="http://schemas.openxmlformats.org/officeDocument/2006/relationships/image" Target="../media/image101.png"/><Relationship Id="rId79" Type="http://schemas.openxmlformats.org/officeDocument/2006/relationships/image" Target="../media/image106.png"/><Relationship Id="rId102" Type="http://schemas.openxmlformats.org/officeDocument/2006/relationships/image" Target="../media/image129.png"/><Relationship Id="rId123" Type="http://schemas.openxmlformats.org/officeDocument/2006/relationships/image" Target="../media/image150.png"/><Relationship Id="rId128" Type="http://schemas.openxmlformats.org/officeDocument/2006/relationships/image" Target="../media/image155.png"/><Relationship Id="rId5" Type="http://schemas.openxmlformats.org/officeDocument/2006/relationships/image" Target="../media/image32.png"/><Relationship Id="rId90" Type="http://schemas.openxmlformats.org/officeDocument/2006/relationships/image" Target="../media/image117.png"/><Relationship Id="rId95" Type="http://schemas.openxmlformats.org/officeDocument/2006/relationships/image" Target="../media/image12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43" Type="http://schemas.openxmlformats.org/officeDocument/2006/relationships/image" Target="../media/image70.png"/><Relationship Id="rId48" Type="http://schemas.openxmlformats.org/officeDocument/2006/relationships/image" Target="../media/image75.png"/><Relationship Id="rId64" Type="http://schemas.openxmlformats.org/officeDocument/2006/relationships/image" Target="../media/image91.png"/><Relationship Id="rId69" Type="http://schemas.openxmlformats.org/officeDocument/2006/relationships/image" Target="../media/image96.png"/><Relationship Id="rId113" Type="http://schemas.openxmlformats.org/officeDocument/2006/relationships/image" Target="../media/image140.png"/><Relationship Id="rId118" Type="http://schemas.openxmlformats.org/officeDocument/2006/relationships/image" Target="../media/image145.png"/><Relationship Id="rId80" Type="http://schemas.openxmlformats.org/officeDocument/2006/relationships/image" Target="../media/image107.png"/><Relationship Id="rId85" Type="http://schemas.openxmlformats.org/officeDocument/2006/relationships/image" Target="../media/image112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Relationship Id="rId59" Type="http://schemas.openxmlformats.org/officeDocument/2006/relationships/image" Target="../media/image86.png"/><Relationship Id="rId103" Type="http://schemas.openxmlformats.org/officeDocument/2006/relationships/image" Target="../media/image130.png"/><Relationship Id="rId108" Type="http://schemas.openxmlformats.org/officeDocument/2006/relationships/image" Target="../media/image135.png"/><Relationship Id="rId124" Type="http://schemas.openxmlformats.org/officeDocument/2006/relationships/image" Target="../media/image151.png"/><Relationship Id="rId129" Type="http://schemas.openxmlformats.org/officeDocument/2006/relationships/customXml" Target="../ink/ink18.xml"/><Relationship Id="rId54" Type="http://schemas.openxmlformats.org/officeDocument/2006/relationships/image" Target="../media/image81.png"/><Relationship Id="rId70" Type="http://schemas.openxmlformats.org/officeDocument/2006/relationships/image" Target="../media/image97.png"/><Relationship Id="rId75" Type="http://schemas.openxmlformats.org/officeDocument/2006/relationships/image" Target="../media/image102.png"/><Relationship Id="rId91" Type="http://schemas.openxmlformats.org/officeDocument/2006/relationships/image" Target="../media/image118.png"/><Relationship Id="rId96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49" Type="http://schemas.openxmlformats.org/officeDocument/2006/relationships/image" Target="../media/image76.png"/><Relationship Id="rId114" Type="http://schemas.openxmlformats.org/officeDocument/2006/relationships/image" Target="../media/image141.png"/><Relationship Id="rId119" Type="http://schemas.openxmlformats.org/officeDocument/2006/relationships/image" Target="../media/image146.png"/><Relationship Id="rId44" Type="http://schemas.openxmlformats.org/officeDocument/2006/relationships/image" Target="../media/image71.png"/><Relationship Id="rId60" Type="http://schemas.openxmlformats.org/officeDocument/2006/relationships/image" Target="../media/image87.png"/><Relationship Id="rId65" Type="http://schemas.openxmlformats.org/officeDocument/2006/relationships/image" Target="../media/image92.png"/><Relationship Id="rId81" Type="http://schemas.openxmlformats.org/officeDocument/2006/relationships/image" Target="../media/image108.png"/><Relationship Id="rId86" Type="http://schemas.openxmlformats.org/officeDocument/2006/relationships/image" Target="../media/image113.png"/><Relationship Id="rId130" Type="http://schemas.openxmlformats.org/officeDocument/2006/relationships/image" Target="../media/image15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9" Type="http://schemas.openxmlformats.org/officeDocument/2006/relationships/image" Target="../media/image66.png"/><Relationship Id="rId109" Type="http://schemas.openxmlformats.org/officeDocument/2006/relationships/image" Target="../media/image136.png"/><Relationship Id="rId34" Type="http://schemas.openxmlformats.org/officeDocument/2006/relationships/image" Target="../media/image61.png"/><Relationship Id="rId50" Type="http://schemas.openxmlformats.org/officeDocument/2006/relationships/image" Target="../media/image77.png"/><Relationship Id="rId55" Type="http://schemas.openxmlformats.org/officeDocument/2006/relationships/image" Target="../media/image82.png"/><Relationship Id="rId76" Type="http://schemas.openxmlformats.org/officeDocument/2006/relationships/image" Target="../media/image103.png"/><Relationship Id="rId97" Type="http://schemas.openxmlformats.org/officeDocument/2006/relationships/image" Target="../media/image124.png"/><Relationship Id="rId104" Type="http://schemas.openxmlformats.org/officeDocument/2006/relationships/image" Target="../media/image131.png"/><Relationship Id="rId120" Type="http://schemas.openxmlformats.org/officeDocument/2006/relationships/image" Target="../media/image147.png"/><Relationship Id="rId125" Type="http://schemas.openxmlformats.org/officeDocument/2006/relationships/image" Target="../media/image152.png"/><Relationship Id="rId7" Type="http://schemas.openxmlformats.org/officeDocument/2006/relationships/image" Target="../media/image34.png"/><Relationship Id="rId71" Type="http://schemas.openxmlformats.org/officeDocument/2006/relationships/image" Target="../media/image98.png"/><Relationship Id="rId92" Type="http://schemas.openxmlformats.org/officeDocument/2006/relationships/image" Target="../media/image119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56.png"/><Relationship Id="rId24" Type="http://schemas.openxmlformats.org/officeDocument/2006/relationships/image" Target="../media/image51.png"/><Relationship Id="rId40" Type="http://schemas.openxmlformats.org/officeDocument/2006/relationships/image" Target="../media/image67.png"/><Relationship Id="rId45" Type="http://schemas.openxmlformats.org/officeDocument/2006/relationships/image" Target="../media/image72.png"/><Relationship Id="rId66" Type="http://schemas.openxmlformats.org/officeDocument/2006/relationships/image" Target="../media/image93.png"/><Relationship Id="rId87" Type="http://schemas.openxmlformats.org/officeDocument/2006/relationships/image" Target="../media/image114.png"/><Relationship Id="rId110" Type="http://schemas.openxmlformats.org/officeDocument/2006/relationships/image" Target="../media/image137.png"/><Relationship Id="rId115" Type="http://schemas.openxmlformats.org/officeDocument/2006/relationships/image" Target="../media/image142.png"/><Relationship Id="rId131" Type="http://schemas.openxmlformats.org/officeDocument/2006/relationships/customXml" Target="../ink/ink19.xml"/><Relationship Id="rId61" Type="http://schemas.openxmlformats.org/officeDocument/2006/relationships/image" Target="../media/image88.png"/><Relationship Id="rId82" Type="http://schemas.openxmlformats.org/officeDocument/2006/relationships/image" Target="../media/image109.png"/><Relationship Id="rId19" Type="http://schemas.openxmlformats.org/officeDocument/2006/relationships/image" Target="../media/image46.png"/><Relationship Id="rId14" Type="http://schemas.openxmlformats.org/officeDocument/2006/relationships/image" Target="../media/image41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56" Type="http://schemas.openxmlformats.org/officeDocument/2006/relationships/image" Target="../media/image83.png"/><Relationship Id="rId77" Type="http://schemas.openxmlformats.org/officeDocument/2006/relationships/image" Target="../media/image104.png"/><Relationship Id="rId100" Type="http://schemas.openxmlformats.org/officeDocument/2006/relationships/image" Target="../media/image127.png"/><Relationship Id="rId105" Type="http://schemas.openxmlformats.org/officeDocument/2006/relationships/image" Target="../media/image132.png"/><Relationship Id="rId126" Type="http://schemas.openxmlformats.org/officeDocument/2006/relationships/image" Target="../media/image153.png"/><Relationship Id="rId8" Type="http://schemas.openxmlformats.org/officeDocument/2006/relationships/image" Target="../media/image35.png"/><Relationship Id="rId51" Type="http://schemas.openxmlformats.org/officeDocument/2006/relationships/image" Target="../media/image78.png"/><Relationship Id="rId72" Type="http://schemas.openxmlformats.org/officeDocument/2006/relationships/image" Target="../media/image99.png"/><Relationship Id="rId93" Type="http://schemas.openxmlformats.org/officeDocument/2006/relationships/image" Target="../media/image120.png"/><Relationship Id="rId98" Type="http://schemas.openxmlformats.org/officeDocument/2006/relationships/image" Target="../media/image125.png"/><Relationship Id="rId121" Type="http://schemas.openxmlformats.org/officeDocument/2006/relationships/image" Target="../media/image148.png"/><Relationship Id="rId3" Type="http://schemas.openxmlformats.org/officeDocument/2006/relationships/image" Target="../media/image30.png"/><Relationship Id="rId25" Type="http://schemas.openxmlformats.org/officeDocument/2006/relationships/image" Target="../media/image52.png"/><Relationship Id="rId46" Type="http://schemas.openxmlformats.org/officeDocument/2006/relationships/image" Target="../media/image73.png"/><Relationship Id="rId67" Type="http://schemas.openxmlformats.org/officeDocument/2006/relationships/image" Target="../media/image94.png"/><Relationship Id="rId116" Type="http://schemas.openxmlformats.org/officeDocument/2006/relationships/image" Target="../media/image143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Relationship Id="rId62" Type="http://schemas.openxmlformats.org/officeDocument/2006/relationships/image" Target="../media/image89.png"/><Relationship Id="rId83" Type="http://schemas.openxmlformats.org/officeDocument/2006/relationships/image" Target="../media/image110.png"/><Relationship Id="rId88" Type="http://schemas.openxmlformats.org/officeDocument/2006/relationships/image" Target="../media/image115.png"/><Relationship Id="rId111" Type="http://schemas.openxmlformats.org/officeDocument/2006/relationships/image" Target="../media/image138.png"/><Relationship Id="rId132" Type="http://schemas.openxmlformats.org/officeDocument/2006/relationships/image" Target="../media/image157.png"/><Relationship Id="rId15" Type="http://schemas.openxmlformats.org/officeDocument/2006/relationships/image" Target="../media/image42.png"/><Relationship Id="rId36" Type="http://schemas.openxmlformats.org/officeDocument/2006/relationships/image" Target="../media/image63.png"/><Relationship Id="rId57" Type="http://schemas.openxmlformats.org/officeDocument/2006/relationships/image" Target="../media/image84.png"/><Relationship Id="rId106" Type="http://schemas.openxmlformats.org/officeDocument/2006/relationships/image" Target="../media/image133.png"/><Relationship Id="rId127" Type="http://schemas.openxmlformats.org/officeDocument/2006/relationships/image" Target="../media/image154.png"/><Relationship Id="rId10" Type="http://schemas.openxmlformats.org/officeDocument/2006/relationships/image" Target="../media/image37.png"/><Relationship Id="rId31" Type="http://schemas.openxmlformats.org/officeDocument/2006/relationships/image" Target="../media/image58.png"/><Relationship Id="rId52" Type="http://schemas.openxmlformats.org/officeDocument/2006/relationships/image" Target="../media/image79.png"/><Relationship Id="rId73" Type="http://schemas.openxmlformats.org/officeDocument/2006/relationships/image" Target="../media/image100.png"/><Relationship Id="rId78" Type="http://schemas.openxmlformats.org/officeDocument/2006/relationships/image" Target="../media/image105.png"/><Relationship Id="rId94" Type="http://schemas.openxmlformats.org/officeDocument/2006/relationships/image" Target="../media/image121.png"/><Relationship Id="rId99" Type="http://schemas.openxmlformats.org/officeDocument/2006/relationships/image" Target="../media/image126.png"/><Relationship Id="rId101" Type="http://schemas.openxmlformats.org/officeDocument/2006/relationships/image" Target="../media/image128.png"/><Relationship Id="rId122" Type="http://schemas.openxmlformats.org/officeDocument/2006/relationships/image" Target="../media/image149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26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5.png"/><Relationship Id="rId21" Type="http://schemas.openxmlformats.org/officeDocument/2006/relationships/image" Target="../media/image31.png"/><Relationship Id="rId34" Type="http://schemas.openxmlformats.org/officeDocument/2006/relationships/image" Target="../media/image179.png"/><Relationship Id="rId42" Type="http://schemas.openxmlformats.org/officeDocument/2006/relationships/image" Target="../media/image55.png"/><Relationship Id="rId47" Type="http://schemas.openxmlformats.org/officeDocument/2006/relationships/image" Target="../media/image188.png"/><Relationship Id="rId50" Type="http://schemas.openxmlformats.org/officeDocument/2006/relationships/image" Target="../media/image191.png"/><Relationship Id="rId55" Type="http://schemas.openxmlformats.org/officeDocument/2006/relationships/image" Target="../media/image196.png"/><Relationship Id="rId63" Type="http://schemas.openxmlformats.org/officeDocument/2006/relationships/customXml" Target="../ink/ink20.xml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7.png"/><Relationship Id="rId29" Type="http://schemas.openxmlformats.org/officeDocument/2006/relationships/image" Target="../media/image60.png"/><Relationship Id="rId11" Type="http://schemas.openxmlformats.org/officeDocument/2006/relationships/image" Target="../media/image135.png"/><Relationship Id="rId24" Type="http://schemas.openxmlformats.org/officeDocument/2006/relationships/image" Target="../media/image173.png"/><Relationship Id="rId32" Type="http://schemas.openxmlformats.org/officeDocument/2006/relationships/image" Target="../media/image178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186.png"/><Relationship Id="rId53" Type="http://schemas.openxmlformats.org/officeDocument/2006/relationships/image" Target="../media/image194.png"/><Relationship Id="rId58" Type="http://schemas.openxmlformats.org/officeDocument/2006/relationships/image" Target="../media/image199.png"/><Relationship Id="rId66" Type="http://schemas.openxmlformats.org/officeDocument/2006/relationships/image" Target="../media/image205.png"/><Relationship Id="rId5" Type="http://schemas.openxmlformats.org/officeDocument/2006/relationships/image" Target="../media/image159.png"/><Relationship Id="rId61" Type="http://schemas.openxmlformats.org/officeDocument/2006/relationships/image" Target="../media/image202.png"/><Relationship Id="rId19" Type="http://schemas.openxmlformats.org/officeDocument/2006/relationships/image" Target="../media/image45.png"/><Relationship Id="rId14" Type="http://schemas.openxmlformats.org/officeDocument/2006/relationships/image" Target="../media/image165.png"/><Relationship Id="rId22" Type="http://schemas.openxmlformats.org/officeDocument/2006/relationships/image" Target="../media/image171.png"/><Relationship Id="rId27" Type="http://schemas.openxmlformats.org/officeDocument/2006/relationships/image" Target="../media/image37.png"/><Relationship Id="rId30" Type="http://schemas.openxmlformats.org/officeDocument/2006/relationships/image" Target="../media/image63.png"/><Relationship Id="rId35" Type="http://schemas.openxmlformats.org/officeDocument/2006/relationships/image" Target="../media/image180.png"/><Relationship Id="rId43" Type="http://schemas.openxmlformats.org/officeDocument/2006/relationships/image" Target="../media/image111.png"/><Relationship Id="rId48" Type="http://schemas.openxmlformats.org/officeDocument/2006/relationships/image" Target="../media/image189.png"/><Relationship Id="rId56" Type="http://schemas.openxmlformats.org/officeDocument/2006/relationships/image" Target="../media/image197.png"/><Relationship Id="rId64" Type="http://schemas.openxmlformats.org/officeDocument/2006/relationships/image" Target="../media/image204.png"/><Relationship Id="rId8" Type="http://schemas.openxmlformats.org/officeDocument/2006/relationships/image" Target="../media/image161.png"/><Relationship Id="rId51" Type="http://schemas.openxmlformats.org/officeDocument/2006/relationships/image" Target="../media/image192.png"/><Relationship Id="rId3" Type="http://schemas.openxmlformats.org/officeDocument/2006/relationships/image" Target="../media/image158.png"/><Relationship Id="rId12" Type="http://schemas.openxmlformats.org/officeDocument/2006/relationships/image" Target="../media/image164.png"/><Relationship Id="rId17" Type="http://schemas.openxmlformats.org/officeDocument/2006/relationships/image" Target="../media/image168.png"/><Relationship Id="rId25" Type="http://schemas.openxmlformats.org/officeDocument/2006/relationships/image" Target="../media/image174.png"/><Relationship Id="rId33" Type="http://schemas.openxmlformats.org/officeDocument/2006/relationships/image" Target="../media/image70.png"/><Relationship Id="rId38" Type="http://schemas.openxmlformats.org/officeDocument/2006/relationships/image" Target="../media/image182.png"/><Relationship Id="rId46" Type="http://schemas.openxmlformats.org/officeDocument/2006/relationships/image" Target="../media/image187.png"/><Relationship Id="rId59" Type="http://schemas.openxmlformats.org/officeDocument/2006/relationships/image" Target="../media/image200.png"/><Relationship Id="rId20" Type="http://schemas.openxmlformats.org/officeDocument/2006/relationships/image" Target="../media/image170.png"/><Relationship Id="rId41" Type="http://schemas.openxmlformats.org/officeDocument/2006/relationships/image" Target="../media/image184.png"/><Relationship Id="rId54" Type="http://schemas.openxmlformats.org/officeDocument/2006/relationships/image" Target="../media/image195.png"/><Relationship Id="rId6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5" Type="http://schemas.openxmlformats.org/officeDocument/2006/relationships/image" Target="../media/image166.png"/><Relationship Id="rId23" Type="http://schemas.openxmlformats.org/officeDocument/2006/relationships/image" Target="../media/image172.png"/><Relationship Id="rId28" Type="http://schemas.openxmlformats.org/officeDocument/2006/relationships/image" Target="../media/image176.png"/><Relationship Id="rId36" Type="http://schemas.openxmlformats.org/officeDocument/2006/relationships/image" Target="../media/image181.png"/><Relationship Id="rId49" Type="http://schemas.openxmlformats.org/officeDocument/2006/relationships/image" Target="../media/image190.png"/><Relationship Id="rId57" Type="http://schemas.openxmlformats.org/officeDocument/2006/relationships/image" Target="../media/image198.png"/><Relationship Id="rId10" Type="http://schemas.openxmlformats.org/officeDocument/2006/relationships/image" Target="../media/image163.png"/><Relationship Id="rId31" Type="http://schemas.openxmlformats.org/officeDocument/2006/relationships/image" Target="../media/image177.png"/><Relationship Id="rId44" Type="http://schemas.openxmlformats.org/officeDocument/2006/relationships/image" Target="../media/image185.png"/><Relationship Id="rId52" Type="http://schemas.openxmlformats.org/officeDocument/2006/relationships/image" Target="../media/image193.png"/><Relationship Id="rId60" Type="http://schemas.openxmlformats.org/officeDocument/2006/relationships/image" Target="../media/image201.png"/><Relationship Id="rId65" Type="http://schemas.openxmlformats.org/officeDocument/2006/relationships/customXml" Target="../ink/ink21.xml"/><Relationship Id="rId4" Type="http://schemas.openxmlformats.org/officeDocument/2006/relationships/image" Target="../media/image80.png"/><Relationship Id="rId9" Type="http://schemas.openxmlformats.org/officeDocument/2006/relationships/image" Target="../media/image162.png"/><Relationship Id="rId13" Type="http://schemas.openxmlformats.org/officeDocument/2006/relationships/image" Target="../media/image35.png"/><Relationship Id="rId18" Type="http://schemas.openxmlformats.org/officeDocument/2006/relationships/image" Target="../media/image169.png"/><Relationship Id="rId39" Type="http://schemas.openxmlformats.org/officeDocument/2006/relationships/image" Target="../media/image18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7.png"/><Relationship Id="rId21" Type="http://schemas.openxmlformats.org/officeDocument/2006/relationships/image" Target="../media/image222.png"/><Relationship Id="rId42" Type="http://schemas.openxmlformats.org/officeDocument/2006/relationships/image" Target="../media/image243.png"/><Relationship Id="rId47" Type="http://schemas.openxmlformats.org/officeDocument/2006/relationships/image" Target="../media/image248.png"/><Relationship Id="rId63" Type="http://schemas.openxmlformats.org/officeDocument/2006/relationships/image" Target="../media/image264.png"/><Relationship Id="rId68" Type="http://schemas.openxmlformats.org/officeDocument/2006/relationships/image" Target="../media/image269.png"/><Relationship Id="rId84" Type="http://schemas.openxmlformats.org/officeDocument/2006/relationships/image" Target="../media/image277.png"/><Relationship Id="rId89" Type="http://schemas.openxmlformats.org/officeDocument/2006/relationships/customXml" Target="../ink/ink31.xml"/><Relationship Id="rId16" Type="http://schemas.openxmlformats.org/officeDocument/2006/relationships/image" Target="../media/image217.png"/><Relationship Id="rId11" Type="http://schemas.openxmlformats.org/officeDocument/2006/relationships/image" Target="../media/image212.png"/><Relationship Id="rId32" Type="http://schemas.openxmlformats.org/officeDocument/2006/relationships/image" Target="../media/image233.png"/><Relationship Id="rId37" Type="http://schemas.openxmlformats.org/officeDocument/2006/relationships/image" Target="../media/image238.png"/><Relationship Id="rId53" Type="http://schemas.openxmlformats.org/officeDocument/2006/relationships/image" Target="../media/image254.png"/><Relationship Id="rId58" Type="http://schemas.openxmlformats.org/officeDocument/2006/relationships/image" Target="../media/image259.png"/><Relationship Id="rId74" Type="http://schemas.openxmlformats.org/officeDocument/2006/relationships/image" Target="../media/image272.png"/><Relationship Id="rId79" Type="http://schemas.openxmlformats.org/officeDocument/2006/relationships/customXml" Target="../ink/ink26.xml"/><Relationship Id="rId5" Type="http://schemas.openxmlformats.org/officeDocument/2006/relationships/image" Target="../media/image206.png"/><Relationship Id="rId90" Type="http://schemas.openxmlformats.org/officeDocument/2006/relationships/image" Target="../media/image280.png"/><Relationship Id="rId22" Type="http://schemas.openxmlformats.org/officeDocument/2006/relationships/image" Target="../media/image223.png"/><Relationship Id="rId27" Type="http://schemas.openxmlformats.org/officeDocument/2006/relationships/image" Target="../media/image228.png"/><Relationship Id="rId43" Type="http://schemas.openxmlformats.org/officeDocument/2006/relationships/image" Target="../media/image244.png"/><Relationship Id="rId48" Type="http://schemas.openxmlformats.org/officeDocument/2006/relationships/image" Target="../media/image249.png"/><Relationship Id="rId64" Type="http://schemas.openxmlformats.org/officeDocument/2006/relationships/image" Target="../media/image265.png"/><Relationship Id="rId69" Type="http://schemas.openxmlformats.org/officeDocument/2006/relationships/image" Target="../media/image270.png"/><Relationship Id="rId8" Type="http://schemas.openxmlformats.org/officeDocument/2006/relationships/image" Target="../media/image209.png"/><Relationship Id="rId51" Type="http://schemas.openxmlformats.org/officeDocument/2006/relationships/image" Target="../media/image252.png"/><Relationship Id="rId72" Type="http://schemas.openxmlformats.org/officeDocument/2006/relationships/image" Target="../media/image271.png"/><Relationship Id="rId80" Type="http://schemas.openxmlformats.org/officeDocument/2006/relationships/image" Target="../media/image275.png"/><Relationship Id="rId85" Type="http://schemas.openxmlformats.org/officeDocument/2006/relationships/customXml" Target="../ink/ink29.xml"/><Relationship Id="rId93" Type="http://schemas.openxmlformats.org/officeDocument/2006/relationships/customXml" Target="../ink/ink33.xml"/><Relationship Id="rId3" Type="http://schemas.openxmlformats.org/officeDocument/2006/relationships/image" Target="../media/image15.png"/><Relationship Id="rId12" Type="http://schemas.openxmlformats.org/officeDocument/2006/relationships/image" Target="../media/image213.png"/><Relationship Id="rId17" Type="http://schemas.openxmlformats.org/officeDocument/2006/relationships/image" Target="../media/image218.png"/><Relationship Id="rId25" Type="http://schemas.openxmlformats.org/officeDocument/2006/relationships/image" Target="../media/image226.png"/><Relationship Id="rId33" Type="http://schemas.openxmlformats.org/officeDocument/2006/relationships/image" Target="../media/image234.png"/><Relationship Id="rId38" Type="http://schemas.openxmlformats.org/officeDocument/2006/relationships/image" Target="../media/image239.png"/><Relationship Id="rId46" Type="http://schemas.openxmlformats.org/officeDocument/2006/relationships/image" Target="../media/image247.png"/><Relationship Id="rId59" Type="http://schemas.openxmlformats.org/officeDocument/2006/relationships/image" Target="../media/image260.png"/><Relationship Id="rId67" Type="http://schemas.openxmlformats.org/officeDocument/2006/relationships/image" Target="../media/image268.png"/><Relationship Id="rId20" Type="http://schemas.openxmlformats.org/officeDocument/2006/relationships/image" Target="../media/image221.png"/><Relationship Id="rId41" Type="http://schemas.openxmlformats.org/officeDocument/2006/relationships/image" Target="../media/image242.png"/><Relationship Id="rId54" Type="http://schemas.openxmlformats.org/officeDocument/2006/relationships/image" Target="../media/image255.png"/><Relationship Id="rId62" Type="http://schemas.openxmlformats.org/officeDocument/2006/relationships/image" Target="../media/image263.png"/><Relationship Id="rId70" Type="http://schemas.openxmlformats.org/officeDocument/2006/relationships/image" Target="../media/image17.png"/><Relationship Id="rId75" Type="http://schemas.openxmlformats.org/officeDocument/2006/relationships/customXml" Target="../ink/ink24.xml"/><Relationship Id="rId83" Type="http://schemas.openxmlformats.org/officeDocument/2006/relationships/customXml" Target="../ink/ink28.xml"/><Relationship Id="rId88" Type="http://schemas.openxmlformats.org/officeDocument/2006/relationships/image" Target="../media/image279.png"/><Relationship Id="rId91" Type="http://schemas.openxmlformats.org/officeDocument/2006/relationships/customXml" Target="../ink/ink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15" Type="http://schemas.openxmlformats.org/officeDocument/2006/relationships/image" Target="../media/image216.png"/><Relationship Id="rId23" Type="http://schemas.openxmlformats.org/officeDocument/2006/relationships/image" Target="../media/image224.png"/><Relationship Id="rId28" Type="http://schemas.openxmlformats.org/officeDocument/2006/relationships/image" Target="../media/image229.png"/><Relationship Id="rId36" Type="http://schemas.openxmlformats.org/officeDocument/2006/relationships/image" Target="../media/image237.png"/><Relationship Id="rId49" Type="http://schemas.openxmlformats.org/officeDocument/2006/relationships/image" Target="../media/image250.png"/><Relationship Id="rId57" Type="http://schemas.openxmlformats.org/officeDocument/2006/relationships/image" Target="../media/image258.png"/><Relationship Id="rId10" Type="http://schemas.openxmlformats.org/officeDocument/2006/relationships/image" Target="../media/image211.png"/><Relationship Id="rId31" Type="http://schemas.openxmlformats.org/officeDocument/2006/relationships/image" Target="../media/image232.png"/><Relationship Id="rId44" Type="http://schemas.openxmlformats.org/officeDocument/2006/relationships/image" Target="../media/image245.png"/><Relationship Id="rId52" Type="http://schemas.openxmlformats.org/officeDocument/2006/relationships/image" Target="../media/image253.png"/><Relationship Id="rId60" Type="http://schemas.openxmlformats.org/officeDocument/2006/relationships/image" Target="../media/image261.png"/><Relationship Id="rId65" Type="http://schemas.openxmlformats.org/officeDocument/2006/relationships/image" Target="../media/image266.png"/><Relationship Id="rId73" Type="http://schemas.openxmlformats.org/officeDocument/2006/relationships/customXml" Target="../ink/ink23.xml"/><Relationship Id="rId78" Type="http://schemas.openxmlformats.org/officeDocument/2006/relationships/image" Target="../media/image274.png"/><Relationship Id="rId81" Type="http://schemas.openxmlformats.org/officeDocument/2006/relationships/customXml" Target="../ink/ink27.xml"/><Relationship Id="rId86" Type="http://schemas.openxmlformats.org/officeDocument/2006/relationships/image" Target="../media/image278.png"/><Relationship Id="rId94" Type="http://schemas.openxmlformats.org/officeDocument/2006/relationships/image" Target="../media/image282.png"/><Relationship Id="rId4" Type="http://schemas.openxmlformats.org/officeDocument/2006/relationships/image" Target="../media/image16.png"/><Relationship Id="rId9" Type="http://schemas.openxmlformats.org/officeDocument/2006/relationships/image" Target="../media/image210.png"/><Relationship Id="rId13" Type="http://schemas.openxmlformats.org/officeDocument/2006/relationships/image" Target="../media/image214.png"/><Relationship Id="rId18" Type="http://schemas.openxmlformats.org/officeDocument/2006/relationships/image" Target="../media/image219.png"/><Relationship Id="rId39" Type="http://schemas.openxmlformats.org/officeDocument/2006/relationships/image" Target="../media/image240.png"/><Relationship Id="rId34" Type="http://schemas.openxmlformats.org/officeDocument/2006/relationships/image" Target="../media/image235.png"/><Relationship Id="rId50" Type="http://schemas.openxmlformats.org/officeDocument/2006/relationships/image" Target="../media/image251.png"/><Relationship Id="rId55" Type="http://schemas.openxmlformats.org/officeDocument/2006/relationships/image" Target="../media/image256.png"/><Relationship Id="rId76" Type="http://schemas.openxmlformats.org/officeDocument/2006/relationships/image" Target="../media/image273.png"/><Relationship Id="rId7" Type="http://schemas.openxmlformats.org/officeDocument/2006/relationships/image" Target="../media/image208.png"/><Relationship Id="rId71" Type="http://schemas.openxmlformats.org/officeDocument/2006/relationships/customXml" Target="../ink/ink22.xml"/><Relationship Id="rId92" Type="http://schemas.openxmlformats.org/officeDocument/2006/relationships/image" Target="../media/image281.png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230.png"/><Relationship Id="rId24" Type="http://schemas.openxmlformats.org/officeDocument/2006/relationships/image" Target="../media/image225.png"/><Relationship Id="rId40" Type="http://schemas.openxmlformats.org/officeDocument/2006/relationships/image" Target="../media/image241.png"/><Relationship Id="rId45" Type="http://schemas.openxmlformats.org/officeDocument/2006/relationships/image" Target="../media/image246.png"/><Relationship Id="rId66" Type="http://schemas.openxmlformats.org/officeDocument/2006/relationships/image" Target="../media/image267.png"/><Relationship Id="rId87" Type="http://schemas.openxmlformats.org/officeDocument/2006/relationships/customXml" Target="../ink/ink30.xml"/><Relationship Id="rId61" Type="http://schemas.openxmlformats.org/officeDocument/2006/relationships/image" Target="../media/image262.png"/><Relationship Id="rId82" Type="http://schemas.openxmlformats.org/officeDocument/2006/relationships/image" Target="../media/image276.png"/><Relationship Id="rId19" Type="http://schemas.openxmlformats.org/officeDocument/2006/relationships/image" Target="../media/image220.png"/><Relationship Id="rId14" Type="http://schemas.openxmlformats.org/officeDocument/2006/relationships/image" Target="../media/image215.png"/><Relationship Id="rId30" Type="http://schemas.openxmlformats.org/officeDocument/2006/relationships/image" Target="../media/image231.png"/><Relationship Id="rId35" Type="http://schemas.openxmlformats.org/officeDocument/2006/relationships/image" Target="../media/image236.png"/><Relationship Id="rId56" Type="http://schemas.openxmlformats.org/officeDocument/2006/relationships/image" Target="../media/image257.png"/><Relationship Id="rId77" Type="http://schemas.openxmlformats.org/officeDocument/2006/relationships/customXml" Target="../ink/ink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36.xml"/><Relationship Id="rId18" Type="http://schemas.openxmlformats.org/officeDocument/2006/relationships/image" Target="../media/image290.png"/><Relationship Id="rId3" Type="http://schemas.openxmlformats.org/officeDocument/2006/relationships/image" Target="../media/image15.png"/><Relationship Id="rId7" Type="http://schemas.openxmlformats.org/officeDocument/2006/relationships/image" Target="../media/image285.png"/><Relationship Id="rId12" Type="http://schemas.openxmlformats.org/officeDocument/2006/relationships/image" Target="../media/image287.png"/><Relationship Id="rId17" Type="http://schemas.openxmlformats.org/officeDocument/2006/relationships/customXml" Target="../ink/ink38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4.png"/><Relationship Id="rId11" Type="http://schemas.openxmlformats.org/officeDocument/2006/relationships/customXml" Target="../ink/ink35.xml"/><Relationship Id="rId5" Type="http://schemas.openxmlformats.org/officeDocument/2006/relationships/image" Target="../media/image283.png"/><Relationship Id="rId15" Type="http://schemas.openxmlformats.org/officeDocument/2006/relationships/customXml" Target="../ink/ink37.xml"/><Relationship Id="rId10" Type="http://schemas.openxmlformats.org/officeDocument/2006/relationships/image" Target="../media/image286.png"/><Relationship Id="rId4" Type="http://schemas.openxmlformats.org/officeDocument/2006/relationships/image" Target="../media/image16.png"/><Relationship Id="rId9" Type="http://schemas.openxmlformats.org/officeDocument/2006/relationships/customXml" Target="../ink/ink34.xml"/><Relationship Id="rId14" Type="http://schemas.openxmlformats.org/officeDocument/2006/relationships/image" Target="../media/image28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13" Type="http://schemas.openxmlformats.org/officeDocument/2006/relationships/image" Target="../media/image301.png"/><Relationship Id="rId18" Type="http://schemas.openxmlformats.org/officeDocument/2006/relationships/image" Target="../media/image304.png"/><Relationship Id="rId3" Type="http://schemas.openxmlformats.org/officeDocument/2006/relationships/image" Target="../media/image291.png"/><Relationship Id="rId21" Type="http://schemas.openxmlformats.org/officeDocument/2006/relationships/customXml" Target="../ink/ink42.xml"/><Relationship Id="rId7" Type="http://schemas.openxmlformats.org/officeDocument/2006/relationships/image" Target="../media/image295.png"/><Relationship Id="rId12" Type="http://schemas.openxmlformats.org/officeDocument/2006/relationships/image" Target="../media/image300.jpg"/><Relationship Id="rId17" Type="http://schemas.openxmlformats.org/officeDocument/2006/relationships/customXml" Target="../ink/ink40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03.png"/><Relationship Id="rId20" Type="http://schemas.openxmlformats.org/officeDocument/2006/relationships/image" Target="../media/image3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4.png"/><Relationship Id="rId11" Type="http://schemas.openxmlformats.org/officeDocument/2006/relationships/image" Target="../media/image299.png"/><Relationship Id="rId24" Type="http://schemas.openxmlformats.org/officeDocument/2006/relationships/image" Target="../media/image307.png"/><Relationship Id="rId5" Type="http://schemas.openxmlformats.org/officeDocument/2006/relationships/image" Target="../media/image293.png"/><Relationship Id="rId15" Type="http://schemas.openxmlformats.org/officeDocument/2006/relationships/customXml" Target="../ink/ink39.xml"/><Relationship Id="rId23" Type="http://schemas.openxmlformats.org/officeDocument/2006/relationships/customXml" Target="../ink/ink43.xml"/><Relationship Id="rId10" Type="http://schemas.openxmlformats.org/officeDocument/2006/relationships/image" Target="../media/image298.png"/><Relationship Id="rId19" Type="http://schemas.openxmlformats.org/officeDocument/2006/relationships/customXml" Target="../ink/ink41.xml"/><Relationship Id="rId4" Type="http://schemas.openxmlformats.org/officeDocument/2006/relationships/image" Target="../media/image292.png"/><Relationship Id="rId9" Type="http://schemas.openxmlformats.org/officeDocument/2006/relationships/image" Target="../media/image297.png"/><Relationship Id="rId14" Type="http://schemas.openxmlformats.org/officeDocument/2006/relationships/image" Target="../media/image302.png"/><Relationship Id="rId22" Type="http://schemas.openxmlformats.org/officeDocument/2006/relationships/image" Target="../media/image30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9.png"/><Relationship Id="rId5" Type="http://schemas.openxmlformats.org/officeDocument/2006/relationships/customXml" Target="../ink/ink45.xml"/><Relationship Id="rId4" Type="http://schemas.openxmlformats.org/officeDocument/2006/relationships/image" Target="../media/image30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3" Type="http://schemas.openxmlformats.org/officeDocument/2006/relationships/image" Target="../media/image310.png"/><Relationship Id="rId7" Type="http://schemas.openxmlformats.org/officeDocument/2006/relationships/image" Target="../media/image3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6.xml"/><Relationship Id="rId11" Type="http://schemas.openxmlformats.org/officeDocument/2006/relationships/image" Target="../media/image315.png"/><Relationship Id="rId5" Type="http://schemas.openxmlformats.org/officeDocument/2006/relationships/image" Target="../media/image312.png"/><Relationship Id="rId10" Type="http://schemas.openxmlformats.org/officeDocument/2006/relationships/customXml" Target="../ink/ink48.xml"/><Relationship Id="rId4" Type="http://schemas.openxmlformats.org/officeDocument/2006/relationships/image" Target="../media/image311.png"/><Relationship Id="rId9" Type="http://schemas.openxmlformats.org/officeDocument/2006/relationships/image" Target="../media/image3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png"/><Relationship Id="rId13" Type="http://schemas.openxmlformats.org/officeDocument/2006/relationships/customXml" Target="../ink/ink54.xml"/><Relationship Id="rId18" Type="http://schemas.openxmlformats.org/officeDocument/2006/relationships/image" Target="../media/image323.png"/><Relationship Id="rId3" Type="http://schemas.openxmlformats.org/officeDocument/2006/relationships/customXml" Target="../ink/ink49.xml"/><Relationship Id="rId7" Type="http://schemas.openxmlformats.org/officeDocument/2006/relationships/customXml" Target="../ink/ink51.xml"/><Relationship Id="rId12" Type="http://schemas.openxmlformats.org/officeDocument/2006/relationships/image" Target="../media/image320.png"/><Relationship Id="rId17" Type="http://schemas.openxmlformats.org/officeDocument/2006/relationships/customXml" Target="../ink/ink56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22.png"/><Relationship Id="rId20" Type="http://schemas.openxmlformats.org/officeDocument/2006/relationships/image" Target="../media/image3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7.png"/><Relationship Id="rId11" Type="http://schemas.openxmlformats.org/officeDocument/2006/relationships/customXml" Target="../ink/ink53.xml"/><Relationship Id="rId5" Type="http://schemas.openxmlformats.org/officeDocument/2006/relationships/customXml" Target="../ink/ink50.xml"/><Relationship Id="rId15" Type="http://schemas.openxmlformats.org/officeDocument/2006/relationships/customXml" Target="../ink/ink55.xml"/><Relationship Id="rId10" Type="http://schemas.openxmlformats.org/officeDocument/2006/relationships/image" Target="../media/image319.png"/><Relationship Id="rId19" Type="http://schemas.openxmlformats.org/officeDocument/2006/relationships/customXml" Target="../ink/ink57.xml"/><Relationship Id="rId4" Type="http://schemas.openxmlformats.org/officeDocument/2006/relationships/image" Target="../media/image316.png"/><Relationship Id="rId9" Type="http://schemas.openxmlformats.org/officeDocument/2006/relationships/customXml" Target="../ink/ink52.xml"/><Relationship Id="rId14" Type="http://schemas.openxmlformats.org/officeDocument/2006/relationships/image" Target="../media/image3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3" Type="http://schemas.openxmlformats.org/officeDocument/2006/relationships/customXml" Target="../ink/ink58.xml"/><Relationship Id="rId7" Type="http://schemas.openxmlformats.org/officeDocument/2006/relationships/customXml" Target="../ink/ink6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6.png"/><Relationship Id="rId5" Type="http://schemas.openxmlformats.org/officeDocument/2006/relationships/customXml" Target="../ink/ink59.xml"/><Relationship Id="rId4" Type="http://schemas.openxmlformats.org/officeDocument/2006/relationships/image" Target="../media/image3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customXml" Target="../ink/ink61.xml"/><Relationship Id="rId7" Type="http://schemas.openxmlformats.org/officeDocument/2006/relationships/customXml" Target="../ink/ink6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5" Type="http://schemas.openxmlformats.org/officeDocument/2006/relationships/customXml" Target="../ink/ink62.xml"/><Relationship Id="rId10" Type="http://schemas.openxmlformats.org/officeDocument/2006/relationships/image" Target="../media/image331.png"/><Relationship Id="rId4" Type="http://schemas.openxmlformats.org/officeDocument/2006/relationships/image" Target="../media/image328.png"/><Relationship Id="rId9" Type="http://schemas.openxmlformats.org/officeDocument/2006/relationships/customXml" Target="../ink/ink6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13" Type="http://schemas.openxmlformats.org/officeDocument/2006/relationships/customXml" Target="../ink/ink68.xml"/><Relationship Id="rId3" Type="http://schemas.openxmlformats.org/officeDocument/2006/relationships/image" Target="../media/image332.png"/><Relationship Id="rId7" Type="http://schemas.openxmlformats.org/officeDocument/2006/relationships/customXml" Target="../ink/ink65.xml"/><Relationship Id="rId12" Type="http://schemas.openxmlformats.org/officeDocument/2006/relationships/image" Target="../media/image3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5.png"/><Relationship Id="rId11" Type="http://schemas.openxmlformats.org/officeDocument/2006/relationships/customXml" Target="../ink/ink67.xml"/><Relationship Id="rId5" Type="http://schemas.openxmlformats.org/officeDocument/2006/relationships/image" Target="../media/image334.png"/><Relationship Id="rId10" Type="http://schemas.openxmlformats.org/officeDocument/2006/relationships/image" Target="../media/image337.png"/><Relationship Id="rId4" Type="http://schemas.openxmlformats.org/officeDocument/2006/relationships/image" Target="../media/image333.png"/><Relationship Id="rId9" Type="http://schemas.openxmlformats.org/officeDocument/2006/relationships/customXml" Target="../ink/ink66.xml"/><Relationship Id="rId14" Type="http://schemas.openxmlformats.org/officeDocument/2006/relationships/image" Target="../media/image3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2.png"/><Relationship Id="rId4" Type="http://schemas.openxmlformats.org/officeDocument/2006/relationships/image" Target="../media/image3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4.png"/><Relationship Id="rId4" Type="http://schemas.openxmlformats.org/officeDocument/2006/relationships/image" Target="../media/image3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png"/><Relationship Id="rId3" Type="http://schemas.openxmlformats.org/officeDocument/2006/relationships/image" Target="../media/image345.png"/><Relationship Id="rId7" Type="http://schemas.openxmlformats.org/officeDocument/2006/relationships/customXml" Target="../ink/ink7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7.png"/><Relationship Id="rId5" Type="http://schemas.openxmlformats.org/officeDocument/2006/relationships/customXml" Target="../ink/ink69.xml"/><Relationship Id="rId10" Type="http://schemas.openxmlformats.org/officeDocument/2006/relationships/image" Target="../media/image349.png"/><Relationship Id="rId4" Type="http://schemas.openxmlformats.org/officeDocument/2006/relationships/image" Target="../media/image346.png"/><Relationship Id="rId9" Type="http://schemas.openxmlformats.org/officeDocument/2006/relationships/customXml" Target="../ink/ink7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png"/><Relationship Id="rId13" Type="http://schemas.openxmlformats.org/officeDocument/2006/relationships/customXml" Target="../ink/ink75.xml"/><Relationship Id="rId18" Type="http://schemas.openxmlformats.org/officeDocument/2006/relationships/image" Target="../media/image360.png"/><Relationship Id="rId26" Type="http://schemas.openxmlformats.org/officeDocument/2006/relationships/image" Target="../media/image364.png"/><Relationship Id="rId3" Type="http://schemas.openxmlformats.org/officeDocument/2006/relationships/image" Target="../media/image351.png"/><Relationship Id="rId21" Type="http://schemas.openxmlformats.org/officeDocument/2006/relationships/customXml" Target="../ink/ink79.xml"/><Relationship Id="rId7" Type="http://schemas.openxmlformats.org/officeDocument/2006/relationships/customXml" Target="../ink/ink72.xml"/><Relationship Id="rId12" Type="http://schemas.openxmlformats.org/officeDocument/2006/relationships/image" Target="../media/image357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59.png"/><Relationship Id="rId20" Type="http://schemas.openxmlformats.org/officeDocument/2006/relationships/image" Target="../media/image3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4.png"/><Relationship Id="rId11" Type="http://schemas.openxmlformats.org/officeDocument/2006/relationships/customXml" Target="../ink/ink74.xml"/><Relationship Id="rId24" Type="http://schemas.openxmlformats.org/officeDocument/2006/relationships/image" Target="../media/image363.png"/><Relationship Id="rId5" Type="http://schemas.openxmlformats.org/officeDocument/2006/relationships/image" Target="../media/image353.png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10" Type="http://schemas.openxmlformats.org/officeDocument/2006/relationships/image" Target="../media/image356.png"/><Relationship Id="rId19" Type="http://schemas.openxmlformats.org/officeDocument/2006/relationships/customXml" Target="../ink/ink78.xml"/><Relationship Id="rId4" Type="http://schemas.openxmlformats.org/officeDocument/2006/relationships/image" Target="../media/image352.png"/><Relationship Id="rId9" Type="http://schemas.openxmlformats.org/officeDocument/2006/relationships/customXml" Target="../ink/ink73.xml"/><Relationship Id="rId14" Type="http://schemas.openxmlformats.org/officeDocument/2006/relationships/image" Target="../media/image358.png"/><Relationship Id="rId22" Type="http://schemas.openxmlformats.org/officeDocument/2006/relationships/image" Target="../media/image3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png"/><Relationship Id="rId7" Type="http://schemas.openxmlformats.org/officeDocument/2006/relationships/image" Target="../media/image3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8.png"/><Relationship Id="rId5" Type="http://schemas.openxmlformats.org/officeDocument/2006/relationships/image" Target="../media/image367.png"/><Relationship Id="rId4" Type="http://schemas.openxmlformats.org/officeDocument/2006/relationships/image" Target="../media/image3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2.png"/><Relationship Id="rId5" Type="http://schemas.openxmlformats.org/officeDocument/2006/relationships/customXml" Target="../ink/ink82.xml"/><Relationship Id="rId4" Type="http://schemas.openxmlformats.org/officeDocument/2006/relationships/image" Target="../media/image37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3" Type="http://schemas.openxmlformats.org/officeDocument/2006/relationships/image" Target="../media/image373.png"/><Relationship Id="rId7" Type="http://schemas.openxmlformats.org/officeDocument/2006/relationships/customXml" Target="../ink/ink84.xml"/><Relationship Id="rId12" Type="http://schemas.openxmlformats.org/officeDocument/2006/relationships/image" Target="../media/image37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5.png"/><Relationship Id="rId11" Type="http://schemas.openxmlformats.org/officeDocument/2006/relationships/customXml" Target="../ink/ink86.xml"/><Relationship Id="rId5" Type="http://schemas.openxmlformats.org/officeDocument/2006/relationships/customXml" Target="../ink/ink83.xml"/><Relationship Id="rId10" Type="http://schemas.openxmlformats.org/officeDocument/2006/relationships/image" Target="../media/image377.png"/><Relationship Id="rId4" Type="http://schemas.openxmlformats.org/officeDocument/2006/relationships/image" Target="../media/image374.png"/><Relationship Id="rId9" Type="http://schemas.openxmlformats.org/officeDocument/2006/relationships/customXml" Target="../ink/ink8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3" Type="http://schemas.openxmlformats.org/officeDocument/2006/relationships/image" Target="../media/image379.png"/><Relationship Id="rId7" Type="http://schemas.openxmlformats.org/officeDocument/2006/relationships/customXml" Target="../ink/ink8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1.png"/><Relationship Id="rId5" Type="http://schemas.openxmlformats.org/officeDocument/2006/relationships/customXml" Target="../ink/ink87.xml"/><Relationship Id="rId10" Type="http://schemas.openxmlformats.org/officeDocument/2006/relationships/image" Target="../media/image383.png"/><Relationship Id="rId4" Type="http://schemas.openxmlformats.org/officeDocument/2006/relationships/image" Target="../media/image380.png"/><Relationship Id="rId9" Type="http://schemas.openxmlformats.org/officeDocument/2006/relationships/customXml" Target="../ink/ink8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7" Type="http://schemas.openxmlformats.org/officeDocument/2006/relationships/image" Target="../media/image38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1.xml"/><Relationship Id="rId5" Type="http://schemas.openxmlformats.org/officeDocument/2006/relationships/image" Target="../media/image386.png"/><Relationship Id="rId4" Type="http://schemas.openxmlformats.org/officeDocument/2006/relationships/customXml" Target="../ink/ink9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3" Type="http://schemas.openxmlformats.org/officeDocument/2006/relationships/image" Target="../media/image389.png"/><Relationship Id="rId7" Type="http://schemas.openxmlformats.org/officeDocument/2006/relationships/image" Target="../media/image39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3.xml"/><Relationship Id="rId5" Type="http://schemas.openxmlformats.org/officeDocument/2006/relationships/image" Target="../media/image390.png"/><Relationship Id="rId4" Type="http://schemas.openxmlformats.org/officeDocument/2006/relationships/customXml" Target="../ink/ink92.xml"/><Relationship Id="rId9" Type="http://schemas.openxmlformats.org/officeDocument/2006/relationships/image" Target="../media/image39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18" Type="http://schemas.openxmlformats.org/officeDocument/2006/relationships/image" Target="../media/image403.png"/><Relationship Id="rId26" Type="http://schemas.openxmlformats.org/officeDocument/2006/relationships/image" Target="../media/image409.png"/><Relationship Id="rId39" Type="http://schemas.openxmlformats.org/officeDocument/2006/relationships/image" Target="../media/image420.png"/><Relationship Id="rId21" Type="http://schemas.openxmlformats.org/officeDocument/2006/relationships/image" Target="../media/image406.png"/><Relationship Id="rId34" Type="http://schemas.openxmlformats.org/officeDocument/2006/relationships/image" Target="../media/image416.png"/><Relationship Id="rId42" Type="http://schemas.openxmlformats.org/officeDocument/2006/relationships/image" Target="../media/image422.png"/><Relationship Id="rId47" Type="http://schemas.openxmlformats.org/officeDocument/2006/relationships/image" Target="../media/image427.png"/><Relationship Id="rId7" Type="http://schemas.openxmlformats.org/officeDocument/2006/relationships/image" Target="../media/image396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402.png"/><Relationship Id="rId29" Type="http://schemas.openxmlformats.org/officeDocument/2006/relationships/image" Target="../media/image4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399.png"/><Relationship Id="rId24" Type="http://schemas.openxmlformats.org/officeDocument/2006/relationships/image" Target="../media/image408.png"/><Relationship Id="rId32" Type="http://schemas.openxmlformats.org/officeDocument/2006/relationships/image" Target="../media/image414.png"/><Relationship Id="rId37" Type="http://schemas.openxmlformats.org/officeDocument/2006/relationships/image" Target="../media/image418.png"/><Relationship Id="rId40" Type="http://schemas.openxmlformats.org/officeDocument/2006/relationships/image" Target="../media/image70.png"/><Relationship Id="rId45" Type="http://schemas.openxmlformats.org/officeDocument/2006/relationships/image" Target="../media/image425.png"/><Relationship Id="rId5" Type="http://schemas.openxmlformats.org/officeDocument/2006/relationships/image" Target="../media/image395.png"/><Relationship Id="rId15" Type="http://schemas.openxmlformats.org/officeDocument/2006/relationships/image" Target="../media/image62.png"/><Relationship Id="rId23" Type="http://schemas.openxmlformats.org/officeDocument/2006/relationships/image" Target="../media/image69.png"/><Relationship Id="rId28" Type="http://schemas.openxmlformats.org/officeDocument/2006/relationships/image" Target="../media/image410.png"/><Relationship Id="rId36" Type="http://schemas.openxmlformats.org/officeDocument/2006/relationships/image" Target="../media/image417.png"/><Relationship Id="rId10" Type="http://schemas.openxmlformats.org/officeDocument/2006/relationships/image" Target="../media/image398.png"/><Relationship Id="rId19" Type="http://schemas.openxmlformats.org/officeDocument/2006/relationships/image" Target="../media/image404.png"/><Relationship Id="rId31" Type="http://schemas.openxmlformats.org/officeDocument/2006/relationships/image" Target="../media/image413.png"/><Relationship Id="rId44" Type="http://schemas.openxmlformats.org/officeDocument/2006/relationships/image" Target="../media/image424.png"/><Relationship Id="rId4" Type="http://schemas.openxmlformats.org/officeDocument/2006/relationships/image" Target="../media/image394.png"/><Relationship Id="rId9" Type="http://schemas.openxmlformats.org/officeDocument/2006/relationships/image" Target="../media/image397.png"/><Relationship Id="rId14" Type="http://schemas.openxmlformats.org/officeDocument/2006/relationships/image" Target="../media/image401.png"/><Relationship Id="rId22" Type="http://schemas.openxmlformats.org/officeDocument/2006/relationships/image" Target="../media/image407.png"/><Relationship Id="rId27" Type="http://schemas.openxmlformats.org/officeDocument/2006/relationships/image" Target="../media/image66.png"/><Relationship Id="rId30" Type="http://schemas.openxmlformats.org/officeDocument/2006/relationships/image" Target="../media/image412.png"/><Relationship Id="rId35" Type="http://schemas.openxmlformats.org/officeDocument/2006/relationships/image" Target="../media/image145.png"/><Relationship Id="rId43" Type="http://schemas.openxmlformats.org/officeDocument/2006/relationships/image" Target="../media/image423.png"/><Relationship Id="rId8" Type="http://schemas.openxmlformats.org/officeDocument/2006/relationships/image" Target="../media/image77.png"/><Relationship Id="rId3" Type="http://schemas.openxmlformats.org/officeDocument/2006/relationships/image" Target="../media/image393.png"/><Relationship Id="rId12" Type="http://schemas.openxmlformats.org/officeDocument/2006/relationships/image" Target="../media/image400.png"/><Relationship Id="rId17" Type="http://schemas.openxmlformats.org/officeDocument/2006/relationships/image" Target="../media/image60.png"/><Relationship Id="rId25" Type="http://schemas.openxmlformats.org/officeDocument/2006/relationships/image" Target="../media/image31.png"/><Relationship Id="rId33" Type="http://schemas.openxmlformats.org/officeDocument/2006/relationships/image" Target="../media/image415.png"/><Relationship Id="rId38" Type="http://schemas.openxmlformats.org/officeDocument/2006/relationships/image" Target="../media/image419.png"/><Relationship Id="rId46" Type="http://schemas.openxmlformats.org/officeDocument/2006/relationships/image" Target="../media/image426.png"/><Relationship Id="rId20" Type="http://schemas.openxmlformats.org/officeDocument/2006/relationships/image" Target="../media/image405.png"/><Relationship Id="rId41" Type="http://schemas.openxmlformats.org/officeDocument/2006/relationships/image" Target="../media/image4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png"/><Relationship Id="rId7" Type="http://schemas.openxmlformats.org/officeDocument/2006/relationships/image" Target="../media/image4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1.png"/><Relationship Id="rId5" Type="http://schemas.openxmlformats.org/officeDocument/2006/relationships/image" Target="../media/image430.png"/><Relationship Id="rId4" Type="http://schemas.openxmlformats.org/officeDocument/2006/relationships/image" Target="../media/image42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png"/><Relationship Id="rId3" Type="http://schemas.openxmlformats.org/officeDocument/2006/relationships/image" Target="../media/image433.png"/><Relationship Id="rId7" Type="http://schemas.openxmlformats.org/officeDocument/2006/relationships/image" Target="../media/image4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6.png"/><Relationship Id="rId5" Type="http://schemas.openxmlformats.org/officeDocument/2006/relationships/image" Target="../media/image435.png"/><Relationship Id="rId4" Type="http://schemas.openxmlformats.org/officeDocument/2006/relationships/image" Target="../media/image434.png"/><Relationship Id="rId9" Type="http://schemas.openxmlformats.org/officeDocument/2006/relationships/image" Target="../media/image4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pCQL-fimmm7SvALHyv4LdwEb9NLNKHOY?usp=sharing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76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2934268" y="1954503"/>
            <a:ext cx="6529075" cy="1011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87" b="1"/>
              <a:t>CS 472/572</a:t>
            </a:r>
          </a:p>
          <a:p>
            <a:pPr algn="ctr"/>
            <a:r>
              <a:rPr lang="en-US" sz="2987" b="1"/>
              <a:t>  Unsupervised Machine Learning</a:t>
            </a:r>
            <a:endParaRPr lang="en-US" sz="1120" b="1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9990" y="4918006"/>
            <a:ext cx="7315200" cy="13135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>
                <a:solidFill>
                  <a:schemeClr val="tx1"/>
                </a:solidFill>
              </a:rPr>
              <a:t> </a:t>
            </a:r>
          </a:p>
          <a:p>
            <a:r>
              <a:rPr lang="en-US" sz="2100" dirty="0">
                <a:solidFill>
                  <a:schemeClr val="tx1"/>
                </a:solidFill>
              </a:rPr>
              <a:t>Spring 2026</a:t>
            </a:r>
            <a:endParaRPr sz="2100" dirty="0">
              <a:solidFill>
                <a:schemeClr val="tx1"/>
              </a:solidFill>
            </a:endParaRPr>
          </a:p>
          <a:p>
            <a:r>
              <a:rPr sz="2100" dirty="0">
                <a:solidFill>
                  <a:schemeClr val="tx1"/>
                </a:solidFill>
              </a:rPr>
              <a:t>Instructor: Dr. </a:t>
            </a:r>
            <a:r>
              <a:rPr sz="2100" dirty="0" err="1">
                <a:solidFill>
                  <a:schemeClr val="tx1"/>
                </a:solidFill>
              </a:rPr>
              <a:t>Khondker</a:t>
            </a:r>
            <a:r>
              <a:rPr sz="2100" dirty="0">
                <a:solidFill>
                  <a:schemeClr val="tx1"/>
                </a:solidFill>
              </a:rPr>
              <a:t> Fariha Hossain</a:t>
            </a:r>
            <a:endParaRPr lang="en-US" sz="2100" dirty="0">
              <a:solidFill>
                <a:schemeClr val="tx1"/>
              </a:solidFill>
            </a:endParaRPr>
          </a:p>
          <a:p>
            <a:endParaRPr sz="2133">
              <a:solidFill>
                <a:schemeClr val="tx1"/>
              </a:solidFill>
            </a:endParaRPr>
          </a:p>
          <a:p>
            <a:endParaRPr sz="2133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3088640" y="3207687"/>
            <a:ext cx="6664960" cy="160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400" b="1" dirty="0"/>
              <a:t>Clustering 2</a:t>
            </a:r>
          </a:p>
          <a:p>
            <a:pPr algn="ctr"/>
            <a:r>
              <a:rPr lang="en-US" sz="1707" b="1" dirty="0"/>
              <a:t>Week-3 -Class -2</a:t>
            </a:r>
            <a:endParaRPr lang="en-US" sz="427" b="1" dirty="0"/>
          </a:p>
          <a:p>
            <a:pPr algn="ctr"/>
            <a:endParaRPr lang="en-US" sz="1707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E523F-6C28-A137-5A78-20F79F35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842F3C0-489F-70E8-EC10-17F51222A5BD}"/>
              </a:ext>
            </a:extLst>
          </p:cNvPr>
          <p:cNvSpPr/>
          <p:nvPr/>
        </p:nvSpPr>
        <p:spPr>
          <a:xfrm>
            <a:off x="1572596" y="2275840"/>
            <a:ext cx="9104640" cy="2302615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33FB760-B3DC-CF4A-2D4C-78363D90BF1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A0FD7-762B-45D4-0DF4-8503AA4B8F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6B4AFA3C-D474-488E-A62F-1E34FEDE2A0E}"/>
              </a:ext>
            </a:extLst>
          </p:cNvPr>
          <p:cNvSpPr txBox="1">
            <a:spLocks/>
          </p:cNvSpPr>
          <p:nvPr/>
        </p:nvSpPr>
        <p:spPr>
          <a:xfrm>
            <a:off x="1956435" y="2805482"/>
            <a:ext cx="7276465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130">
                <a:solidFill>
                  <a:srgbClr val="FFFFFF"/>
                </a:solidFill>
              </a:rPr>
              <a:t>Inferring</a:t>
            </a:r>
            <a:r>
              <a:rPr lang="en-US" sz="4000" spc="65">
                <a:solidFill>
                  <a:srgbClr val="FFFFFF"/>
                </a:solidFill>
              </a:rPr>
              <a:t> </a:t>
            </a:r>
            <a:r>
              <a:rPr lang="en-US" sz="4000" spc="145">
                <a:solidFill>
                  <a:srgbClr val="FFFFFF"/>
                </a:solidFill>
              </a:rPr>
              <a:t>soft</a:t>
            </a:r>
            <a:r>
              <a:rPr lang="en-US" sz="4000" spc="65">
                <a:solidFill>
                  <a:srgbClr val="FFFFFF"/>
                </a:solidFill>
              </a:rPr>
              <a:t> </a:t>
            </a:r>
            <a:r>
              <a:rPr lang="en-US" sz="4000">
                <a:solidFill>
                  <a:srgbClr val="FFFFFF"/>
                </a:solidFill>
              </a:rPr>
              <a:t>assignments</a:t>
            </a:r>
            <a:r>
              <a:rPr lang="en-US" sz="4000" spc="65">
                <a:solidFill>
                  <a:srgbClr val="FFFFFF"/>
                </a:solidFill>
              </a:rPr>
              <a:t> </a:t>
            </a:r>
            <a:r>
              <a:rPr lang="en-US" sz="4000" spc="210">
                <a:solidFill>
                  <a:srgbClr val="FFFFFF"/>
                </a:solidFill>
              </a:rPr>
              <a:t>with </a:t>
            </a:r>
            <a:r>
              <a:rPr lang="en-US" sz="4000" spc="130">
                <a:solidFill>
                  <a:srgbClr val="FFFFFF"/>
                </a:solidFill>
              </a:rPr>
              <a:t>expectation</a:t>
            </a:r>
            <a:r>
              <a:rPr lang="en-US" sz="4000" spc="-75">
                <a:solidFill>
                  <a:srgbClr val="FFFFFF"/>
                </a:solidFill>
              </a:rPr>
              <a:t> </a:t>
            </a:r>
            <a:r>
              <a:rPr lang="en-US" sz="4000" spc="114">
                <a:solidFill>
                  <a:srgbClr val="FFFFFF"/>
                </a:solidFill>
              </a:rPr>
              <a:t>maximization</a:t>
            </a:r>
            <a:r>
              <a:rPr lang="en-US" sz="4000" spc="-75">
                <a:solidFill>
                  <a:srgbClr val="FFFFFF"/>
                </a:solidFill>
              </a:rPr>
              <a:t> </a:t>
            </a:r>
            <a:r>
              <a:rPr lang="en-US" sz="4000" spc="-90">
                <a:solidFill>
                  <a:srgbClr val="FFFFFF"/>
                </a:solidFill>
              </a:rPr>
              <a:t>(EM)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2962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CB96C09-6346-A91E-C5F2-827E54345EE3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AABDB33-07E7-3541-4D89-2F34206C386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1485" y="360033"/>
            <a:ext cx="8895715" cy="7343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spc="140" dirty="0">
                <a:solidFill>
                  <a:schemeClr val="bg1"/>
                </a:solidFill>
              </a:rPr>
              <a:t>Inferring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spc="110" dirty="0">
                <a:solidFill>
                  <a:schemeClr val="bg1"/>
                </a:solidFill>
              </a:rPr>
              <a:t>cluster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labels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3188873-1DA1-73F2-1DAE-B3BB09952110}"/>
              </a:ext>
            </a:extLst>
          </p:cNvPr>
          <p:cNvSpPr txBox="1"/>
          <p:nvPr/>
        </p:nvSpPr>
        <p:spPr>
          <a:xfrm>
            <a:off x="732384" y="1381696"/>
            <a:ext cx="87610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8770" algn="l"/>
              </a:tabLst>
            </a:pPr>
            <a:r>
              <a:rPr sz="3200" spc="-20" dirty="0">
                <a:solidFill>
                  <a:srgbClr val="118CC4"/>
                </a:solidFill>
                <a:latin typeface="Arial MT"/>
                <a:cs typeface="Arial MT"/>
              </a:rPr>
              <a:t>Data</a:t>
            </a:r>
            <a:r>
              <a:rPr sz="3200" dirty="0">
                <a:solidFill>
                  <a:srgbClr val="118CC4"/>
                </a:solidFill>
                <a:latin typeface="Arial MT"/>
                <a:cs typeface="Arial MT"/>
              </a:rPr>
              <a:t>	Desired</a:t>
            </a:r>
            <a:r>
              <a:rPr sz="3200" spc="-30" dirty="0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118CC4"/>
                </a:solidFill>
                <a:latin typeface="Arial MT"/>
                <a:cs typeface="Arial MT"/>
              </a:rPr>
              <a:t>soft</a:t>
            </a:r>
            <a:r>
              <a:rPr sz="3200" spc="-25" dirty="0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18CC4"/>
                </a:solidFill>
                <a:latin typeface="Arial MT"/>
                <a:cs typeface="Arial MT"/>
              </a:rPr>
              <a:t>assignments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2E6B2C82-E3F4-F86A-D35B-901D7E9FC6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977" y="1967729"/>
            <a:ext cx="3262195" cy="4651071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39E5C8A2-AF02-29CA-39D7-71F82E0A88C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5685" y="1909486"/>
            <a:ext cx="3337092" cy="474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159E-7855-9490-5B08-B525EC5F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F9E06FD-A2F7-4730-DA72-8BFC587A8883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4604CE13-2C18-44CD-066E-E395106FFF9B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F44BC-D4EE-2269-53B4-B68910A395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415D7598-F6AF-4570-13A1-9EDA4D1DD06C}"/>
              </a:ext>
            </a:extLst>
          </p:cNvPr>
          <p:cNvSpPr txBox="1">
            <a:spLocks/>
          </p:cNvSpPr>
          <p:nvPr/>
        </p:nvSpPr>
        <p:spPr>
          <a:xfrm>
            <a:off x="3067898" y="2495448"/>
            <a:ext cx="5939155" cy="166433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ts val="4305"/>
              </a:lnSpc>
              <a:spcBef>
                <a:spcPts val="95"/>
              </a:spcBef>
            </a:pPr>
            <a:r>
              <a:rPr lang="en-US" sz="3600">
                <a:solidFill>
                  <a:srgbClr val="2C2828"/>
                </a:solidFill>
              </a:rPr>
              <a:t>Part</a:t>
            </a:r>
            <a:r>
              <a:rPr lang="en-US" sz="3600" spc="-15">
                <a:solidFill>
                  <a:srgbClr val="2C2828"/>
                </a:solidFill>
              </a:rPr>
              <a:t> </a:t>
            </a:r>
            <a:r>
              <a:rPr lang="en-US" sz="3600" spc="-25">
                <a:solidFill>
                  <a:srgbClr val="2C2828"/>
                </a:solidFill>
              </a:rPr>
              <a:t>1:</a:t>
            </a:r>
            <a:endParaRPr lang="en-US" sz="3600"/>
          </a:p>
          <a:p>
            <a:pPr marL="38100" marR="30480">
              <a:lnSpc>
                <a:spcPts val="4290"/>
              </a:lnSpc>
              <a:spcBef>
                <a:spcPts val="120"/>
              </a:spcBef>
            </a:pPr>
            <a:r>
              <a:rPr lang="en-US" sz="3600" spc="80">
                <a:solidFill>
                  <a:srgbClr val="2C2828"/>
                </a:solidFill>
              </a:rPr>
              <a:t>What</a:t>
            </a:r>
            <a:r>
              <a:rPr lang="en-US" sz="3600" spc="-85">
                <a:solidFill>
                  <a:srgbClr val="2C2828"/>
                </a:solidFill>
              </a:rPr>
              <a:t> </a:t>
            </a:r>
            <a:r>
              <a:rPr lang="en-US" sz="3600" spc="140">
                <a:solidFill>
                  <a:srgbClr val="2C2828"/>
                </a:solidFill>
              </a:rPr>
              <a:t>if</a:t>
            </a:r>
            <a:r>
              <a:rPr lang="en-US" sz="3600" spc="-75">
                <a:solidFill>
                  <a:srgbClr val="2C2828"/>
                </a:solidFill>
              </a:rPr>
              <a:t> </a:t>
            </a:r>
            <a:r>
              <a:rPr lang="en-US" sz="3600" spc="160">
                <a:solidFill>
                  <a:srgbClr val="2C2828"/>
                </a:solidFill>
              </a:rPr>
              <a:t>we</a:t>
            </a:r>
            <a:r>
              <a:rPr lang="en-US" sz="3600" spc="-75">
                <a:solidFill>
                  <a:srgbClr val="2C2828"/>
                </a:solidFill>
              </a:rPr>
              <a:t> </a:t>
            </a:r>
            <a:r>
              <a:rPr lang="en-US" sz="3600" spc="125">
                <a:solidFill>
                  <a:srgbClr val="2C2828"/>
                </a:solidFill>
              </a:rPr>
              <a:t>knew</a:t>
            </a:r>
            <a:r>
              <a:rPr lang="en-US" sz="3600" spc="-75">
                <a:solidFill>
                  <a:srgbClr val="2C2828"/>
                </a:solidFill>
              </a:rPr>
              <a:t> </a:t>
            </a:r>
            <a:r>
              <a:rPr lang="en-US" sz="3600" spc="150">
                <a:solidFill>
                  <a:srgbClr val="2C2828"/>
                </a:solidFill>
              </a:rPr>
              <a:t>the</a:t>
            </a:r>
            <a:r>
              <a:rPr lang="en-US" sz="3600" spc="-70">
                <a:solidFill>
                  <a:srgbClr val="2C2828"/>
                </a:solidFill>
              </a:rPr>
              <a:t> </a:t>
            </a:r>
            <a:r>
              <a:rPr lang="en-US" sz="3600" spc="80">
                <a:solidFill>
                  <a:srgbClr val="2C2828"/>
                </a:solidFill>
              </a:rPr>
              <a:t>cluster </a:t>
            </a:r>
            <a:r>
              <a:rPr lang="en-US" sz="3600" spc="50">
                <a:solidFill>
                  <a:srgbClr val="2C2828"/>
                </a:solidFill>
              </a:rPr>
              <a:t>parameters</a:t>
            </a:r>
            <a:r>
              <a:rPr lang="en-US" sz="3600" spc="-120">
                <a:solidFill>
                  <a:srgbClr val="2C2828"/>
                </a:solidFill>
              </a:rPr>
              <a:t> </a:t>
            </a:r>
            <a:r>
              <a:rPr lang="en-US" sz="3600">
                <a:solidFill>
                  <a:srgbClr val="2C2828"/>
                </a:solidFill>
              </a:rPr>
              <a:t>{</a:t>
            </a:r>
            <a:r>
              <a:rPr lang="el-GR" sz="360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lang="en-US" sz="3600" baseline="-20833">
                <a:solidFill>
                  <a:srgbClr val="FF6C00"/>
                </a:solidFill>
              </a:rPr>
              <a:t>k</a:t>
            </a:r>
            <a:r>
              <a:rPr lang="en-US" sz="3600" spc="390" baseline="-20833">
                <a:solidFill>
                  <a:srgbClr val="FF6C00"/>
                </a:solidFill>
              </a:rPr>
              <a:t> </a:t>
            </a:r>
            <a:r>
              <a:rPr lang="en-US" sz="3600"/>
              <a:t>,</a:t>
            </a:r>
            <a:r>
              <a:rPr lang="en-US" sz="3600" spc="-75"/>
              <a:t> </a:t>
            </a:r>
            <a:r>
              <a:rPr lang="el-GR" sz="3600" b="1" spc="254">
                <a:solidFill>
                  <a:srgbClr val="2C2828"/>
                </a:solidFill>
                <a:latin typeface="Trebuchet MS"/>
                <a:cs typeface="Trebuchet MS"/>
              </a:rPr>
              <a:t>μ</a:t>
            </a:r>
            <a:r>
              <a:rPr lang="en-US" sz="3600" spc="382" baseline="-20833">
                <a:solidFill>
                  <a:srgbClr val="3A3535"/>
                </a:solidFill>
              </a:rPr>
              <a:t>k</a:t>
            </a:r>
            <a:r>
              <a:rPr lang="en-US" sz="3600" spc="-82" baseline="-20833">
                <a:solidFill>
                  <a:srgbClr val="3A3535"/>
                </a:solidFill>
              </a:rPr>
              <a:t> </a:t>
            </a:r>
            <a:r>
              <a:rPr lang="en-US" sz="3600"/>
              <a:t>,</a:t>
            </a:r>
            <a:r>
              <a:rPr lang="en-US" sz="3600" spc="-75"/>
              <a:t> </a:t>
            </a:r>
            <a:r>
              <a:rPr lang="el-GR" sz="3600">
                <a:solidFill>
                  <a:srgbClr val="2C2828"/>
                </a:solidFill>
                <a:latin typeface="Lucida Sans Unicode"/>
                <a:cs typeface="Lucida Sans Unicode"/>
              </a:rPr>
              <a:t>Σ</a:t>
            </a:r>
            <a:r>
              <a:rPr lang="en-US" sz="3600" baseline="-20833">
                <a:solidFill>
                  <a:srgbClr val="3A3535"/>
                </a:solidFill>
              </a:rPr>
              <a:t>k</a:t>
            </a:r>
            <a:r>
              <a:rPr lang="en-US" sz="3600" spc="-75" baseline="-20833">
                <a:solidFill>
                  <a:srgbClr val="3A3535"/>
                </a:solidFill>
              </a:rPr>
              <a:t> </a:t>
            </a:r>
            <a:r>
              <a:rPr lang="en-US" sz="3600" spc="-25">
                <a:solidFill>
                  <a:srgbClr val="3A3535"/>
                </a:solidFill>
              </a:rPr>
              <a:t>}?</a:t>
            </a:r>
            <a:endParaRPr lang="en-US" sz="3600" dirty="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D1DDFAA-BDC7-CD48-92D1-04371F66BA66}"/>
                  </a:ext>
                </a:extLst>
              </p14:cNvPr>
              <p14:cNvContentPartPr/>
              <p14:nvPr/>
            </p14:nvContentPartPr>
            <p14:xfrm>
              <a:off x="6103081" y="4194389"/>
              <a:ext cx="1332360" cy="75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D1DDFAA-BDC7-CD48-92D1-04371F66BA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2641" y="4183589"/>
                <a:ext cx="13536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6F7CEF1-7D79-C706-6A22-CF075EEB10BB}"/>
                  </a:ext>
                </a:extLst>
              </p14:cNvPr>
              <p14:cNvContentPartPr/>
              <p14:nvPr/>
            </p14:nvContentPartPr>
            <p14:xfrm>
              <a:off x="7692841" y="4175309"/>
              <a:ext cx="663480" cy="64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6F7CEF1-7D79-C706-6A22-CF075EEB10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82047" y="4164869"/>
                <a:ext cx="684708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2D521DF-1453-D1B6-5564-E5E0794B07C4}"/>
                  </a:ext>
                </a:extLst>
              </p14:cNvPr>
              <p14:cNvContentPartPr/>
              <p14:nvPr/>
            </p14:nvContentPartPr>
            <p14:xfrm>
              <a:off x="5011921" y="4834109"/>
              <a:ext cx="3993840" cy="1238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2D521DF-1453-D1B6-5564-E5E0794B07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01481" y="4823669"/>
                <a:ext cx="4015080" cy="12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9D687C3-A433-6FFD-2F0C-10641FBE3D8C}"/>
                  </a:ext>
                </a:extLst>
              </p14:cNvPr>
              <p14:cNvContentPartPr/>
              <p14:nvPr/>
            </p14:nvContentPartPr>
            <p14:xfrm>
              <a:off x="5276881" y="5939669"/>
              <a:ext cx="416880" cy="182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9D687C3-A433-6FFD-2F0C-10641FBE3D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66441" y="5928869"/>
                <a:ext cx="4381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2669168-0256-9280-7474-C41B453505A0}"/>
                  </a:ext>
                </a:extLst>
              </p14:cNvPr>
              <p14:cNvContentPartPr/>
              <p14:nvPr/>
            </p14:nvContentPartPr>
            <p14:xfrm>
              <a:off x="6863401" y="4735829"/>
              <a:ext cx="609840" cy="1657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2669168-0256-9280-7474-C41B453505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52601" y="4725031"/>
                <a:ext cx="631080" cy="1678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8A93DFA-8EE8-B156-D7FC-3DD0D47AD055}"/>
                  </a:ext>
                </a:extLst>
              </p14:cNvPr>
              <p14:cNvContentPartPr/>
              <p14:nvPr/>
            </p14:nvContentPartPr>
            <p14:xfrm>
              <a:off x="6093001" y="5004389"/>
              <a:ext cx="1605600" cy="600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8A93DFA-8EE8-B156-D7FC-3DD0D47AD0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82561" y="4993949"/>
                <a:ext cx="16268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FDCA819-D45B-0636-4A85-0206B9693DDC}"/>
                  </a:ext>
                </a:extLst>
              </p14:cNvPr>
              <p14:cNvContentPartPr/>
              <p14:nvPr/>
            </p14:nvContentPartPr>
            <p14:xfrm>
              <a:off x="7733881" y="4849229"/>
              <a:ext cx="322200" cy="3823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FDCA819-D45B-0636-4A85-0206B9693DD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23441" y="4838789"/>
                <a:ext cx="34344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9C80BB-D1EE-3136-66F5-BF7243323357}"/>
                  </a:ext>
                </a:extLst>
              </p14:cNvPr>
              <p14:cNvContentPartPr/>
              <p14:nvPr/>
            </p14:nvContentPartPr>
            <p14:xfrm>
              <a:off x="5985001" y="3679589"/>
              <a:ext cx="628560" cy="1563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9C80BB-D1EE-3136-66F5-BF724332335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74207" y="3668791"/>
                <a:ext cx="649788" cy="158471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994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A7322-3A5E-98AE-8022-787BE2FF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91C539F-3B3A-A4E7-F499-ACB42BF912D1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B817220B-FE58-A538-D1BB-5777E2A34AD3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FD09E-53A3-CD30-EBFD-87FEAE2A24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7176DFB-EBB1-ED06-9753-582A584056DD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40665" algn="l">
              <a:spcBef>
                <a:spcPts val="95"/>
              </a:spcBef>
            </a:pPr>
            <a:r>
              <a:rPr lang="en-US" spc="175">
                <a:solidFill>
                  <a:schemeClr val="bg1"/>
                </a:solidFill>
              </a:rPr>
              <a:t>Compute</a:t>
            </a:r>
            <a:r>
              <a:rPr lang="en-US" spc="-70">
                <a:solidFill>
                  <a:schemeClr val="bg1"/>
                </a:solidFill>
              </a:rPr>
              <a:t> </a:t>
            </a:r>
            <a:r>
              <a:rPr lang="en-US" spc="60">
                <a:solidFill>
                  <a:schemeClr val="bg1"/>
                </a:solidFill>
              </a:rPr>
              <a:t>responsibilities</a:t>
            </a:r>
            <a:endParaRPr lang="en-US" spc="60" dirty="0">
              <a:solidFill>
                <a:schemeClr val="bg1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57EB302-CACA-6107-67BC-414E4A83EBE8}"/>
              </a:ext>
            </a:extLst>
          </p:cNvPr>
          <p:cNvGrpSpPr/>
          <p:nvPr/>
        </p:nvGrpSpPr>
        <p:grpSpPr>
          <a:xfrm>
            <a:off x="6134785" y="3886201"/>
            <a:ext cx="394970" cy="852169"/>
            <a:chOff x="6134785" y="3886201"/>
            <a:chExt cx="394970" cy="852169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2CE524D-CC1F-5267-9F3A-DADA1EABFE3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785" y="3886201"/>
              <a:ext cx="394854" cy="85205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157EF22-6917-4EE8-FF6E-43342F48775E}"/>
                </a:ext>
              </a:extLst>
            </p:cNvPr>
            <p:cNvSpPr/>
            <p:nvPr/>
          </p:nvSpPr>
          <p:spPr>
            <a:xfrm>
              <a:off x="6318122" y="4101151"/>
              <a:ext cx="12065" cy="571500"/>
            </a:xfrm>
            <a:custGeom>
              <a:avLst/>
              <a:gdLst/>
              <a:ahLst/>
              <a:cxnLst/>
              <a:rect l="l" t="t" r="r" b="b"/>
              <a:pathLst>
                <a:path w="12064" h="571500">
                  <a:moveTo>
                    <a:pt x="0" y="570937"/>
                  </a:moveTo>
                  <a:lnTo>
                    <a:pt x="11912" y="0"/>
                  </a:lnTo>
                </a:path>
              </a:pathLst>
            </a:custGeom>
            <a:ln w="38061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5A4AF73-1EB5-A5C3-ADAB-5D31981943B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2241" y="4063402"/>
              <a:ext cx="170933" cy="172198"/>
            </a:xfrm>
            <a:prstGeom prst="rect">
              <a:avLst/>
            </a:prstGeom>
          </p:spPr>
        </p:pic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96F6B63E-52C0-F78E-7EB6-06E499BC78C8}"/>
              </a:ext>
            </a:extLst>
          </p:cNvPr>
          <p:cNvSpPr txBox="1"/>
          <p:nvPr/>
        </p:nvSpPr>
        <p:spPr>
          <a:xfrm>
            <a:off x="4064085" y="2775862"/>
            <a:ext cx="7430134" cy="134112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114425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Responsibility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k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takes</a:t>
            </a:r>
            <a:r>
              <a:rPr sz="2400" spc="7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B0007E"/>
                </a:solidFill>
                <a:latin typeface="Arial MT"/>
                <a:cs typeface="Arial MT"/>
              </a:rPr>
              <a:t>for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observation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B0007E"/>
                </a:solidFill>
                <a:latin typeface="Arial MT"/>
                <a:cs typeface="Arial MT"/>
              </a:rPr>
              <a:t>i</a:t>
            </a:r>
            <a:endParaRPr sz="2400" dirty="0">
              <a:latin typeface="Arial MT"/>
              <a:cs typeface="Arial MT"/>
            </a:endParaRPr>
          </a:p>
          <a:p>
            <a:pPr marL="76200">
              <a:lnSpc>
                <a:spcPts val="3100"/>
              </a:lnSpc>
              <a:spcBef>
                <a:spcPts val="1535"/>
              </a:spcBef>
              <a:tabLst>
                <a:tab pos="760095" algn="l"/>
                <a:tab pos="2136140" algn="l"/>
                <a:tab pos="6195695" algn="l"/>
              </a:tabLst>
            </a:pPr>
            <a:r>
              <a:rPr sz="3550" i="1" spc="175" dirty="0">
                <a:latin typeface="Cambria"/>
                <a:cs typeface="Cambria"/>
              </a:rPr>
              <a:t>r</a:t>
            </a:r>
            <a:r>
              <a:rPr sz="3750" i="1" spc="262" baseline="-12222" dirty="0">
                <a:latin typeface="Georgia"/>
                <a:cs typeface="Georgia"/>
              </a:rPr>
              <a:t>ik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15" dirty="0">
                <a:latin typeface="Cambria"/>
                <a:cs typeface="Cambria"/>
              </a:rPr>
              <a:t> </a:t>
            </a:r>
            <a:r>
              <a:rPr sz="3550" i="1" spc="50" dirty="0">
                <a:latin typeface="Cambria"/>
                <a:cs typeface="Cambria"/>
              </a:rPr>
              <a:t>p</a:t>
            </a:r>
            <a:r>
              <a:rPr sz="3550" spc="50" dirty="0">
                <a:latin typeface="Cambria"/>
                <a:cs typeface="Cambria"/>
              </a:rPr>
              <a:t>(</a:t>
            </a:r>
            <a:r>
              <a:rPr sz="3550" i="1" spc="50" dirty="0">
                <a:latin typeface="Cambria"/>
                <a:cs typeface="Cambria"/>
              </a:rPr>
              <a:t>z</a:t>
            </a:r>
            <a:r>
              <a:rPr sz="3750" i="1" spc="75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5" dirty="0">
                <a:latin typeface="Cambria"/>
                <a:cs typeface="Cambria"/>
              </a:rPr>
              <a:t> </a:t>
            </a:r>
            <a:r>
              <a:rPr sz="3550" i="1" spc="85" dirty="0">
                <a:latin typeface="Cambria"/>
                <a:cs typeface="Cambria"/>
              </a:rPr>
              <a:t>k</a:t>
            </a:r>
            <a:r>
              <a:rPr sz="3550" i="1" spc="335" dirty="0">
                <a:latin typeface="Cambria"/>
                <a:cs typeface="Cambria"/>
              </a:rPr>
              <a:t> </a:t>
            </a:r>
            <a:r>
              <a:rPr sz="3550" i="1" dirty="0">
                <a:latin typeface="Times New Roman"/>
                <a:cs typeface="Times New Roman"/>
              </a:rPr>
              <a:t>|</a:t>
            </a:r>
            <a:r>
              <a:rPr sz="3550" i="1" spc="120" dirty="0">
                <a:latin typeface="Times New Roman"/>
                <a:cs typeface="Times New Roman"/>
              </a:rPr>
              <a:t> </a:t>
            </a:r>
            <a:r>
              <a:rPr sz="3550" i="1" spc="440" dirty="0">
                <a:latin typeface="Times New Roman"/>
                <a:cs typeface="Times New Roman"/>
              </a:rPr>
              <a:t>{</a:t>
            </a:r>
            <a:r>
              <a:rPr sz="3550" spc="440" dirty="0">
                <a:latin typeface="Cambria"/>
                <a:cs typeface="Cambria"/>
              </a:rPr>
              <a:t>⇡</a:t>
            </a:r>
            <a:r>
              <a:rPr sz="3750" i="1" spc="660" baseline="-12222" dirty="0">
                <a:latin typeface="Georgia"/>
                <a:cs typeface="Georgia"/>
              </a:rPr>
              <a:t>j</a:t>
            </a:r>
            <a:r>
              <a:rPr sz="3550" i="1" spc="440" dirty="0">
                <a:latin typeface="Cambria"/>
                <a:cs typeface="Cambria"/>
              </a:rPr>
              <a:t>,</a:t>
            </a:r>
            <a:r>
              <a:rPr sz="3550" i="1" spc="-180" dirty="0">
                <a:latin typeface="Cambria"/>
                <a:cs typeface="Cambria"/>
              </a:rPr>
              <a:t> </a:t>
            </a:r>
            <a:r>
              <a:rPr sz="3550" i="1" spc="415" dirty="0">
                <a:latin typeface="Cambria"/>
                <a:cs typeface="Cambria"/>
              </a:rPr>
              <a:t>µ</a:t>
            </a:r>
            <a:r>
              <a:rPr sz="3750" i="1" spc="622" baseline="-12222" dirty="0">
                <a:latin typeface="Georgia"/>
                <a:cs typeface="Georgia"/>
              </a:rPr>
              <a:t>j</a:t>
            </a:r>
            <a:r>
              <a:rPr sz="3550" i="1" spc="415" dirty="0">
                <a:latin typeface="Cambria"/>
                <a:cs typeface="Cambria"/>
              </a:rPr>
              <a:t>,</a:t>
            </a:r>
            <a:r>
              <a:rPr sz="3550" i="1" spc="-180" dirty="0">
                <a:latin typeface="Cambria"/>
                <a:cs typeface="Cambria"/>
              </a:rPr>
              <a:t> </a:t>
            </a:r>
            <a:r>
              <a:rPr sz="3550" spc="580" dirty="0">
                <a:latin typeface="Cambria"/>
                <a:cs typeface="Cambria"/>
              </a:rPr>
              <a:t>⌃</a:t>
            </a:r>
            <a:r>
              <a:rPr sz="3750" i="1" spc="869" baseline="-12222" dirty="0">
                <a:latin typeface="Georgia"/>
                <a:cs typeface="Georgia"/>
              </a:rPr>
              <a:t>j</a:t>
            </a:r>
            <a:r>
              <a:rPr sz="3550" i="1" spc="580" dirty="0">
                <a:latin typeface="Times New Roman"/>
                <a:cs typeface="Times New Roman"/>
              </a:rPr>
              <a:t>}</a:t>
            </a:r>
            <a:r>
              <a:rPr sz="3750" i="1" spc="869" baseline="33333" dirty="0">
                <a:latin typeface="Georgia"/>
                <a:cs typeface="Georgia"/>
              </a:rPr>
              <a:t>K</a:t>
            </a:r>
            <a:r>
              <a:rPr sz="3750" i="1" baseline="33333" dirty="0">
                <a:latin typeface="Georgia"/>
                <a:cs typeface="Georgia"/>
              </a:rPr>
              <a:t>	</a:t>
            </a:r>
            <a:r>
              <a:rPr sz="3550" i="1" spc="275" dirty="0">
                <a:latin typeface="Cambria"/>
                <a:cs typeface="Cambria"/>
              </a:rPr>
              <a:t>,</a:t>
            </a:r>
            <a:r>
              <a:rPr sz="3550" i="1" spc="-185" dirty="0">
                <a:latin typeface="Cambria"/>
                <a:cs typeface="Cambria"/>
              </a:rPr>
              <a:t> </a:t>
            </a:r>
            <a:r>
              <a:rPr sz="3550" i="1" spc="275" dirty="0">
                <a:latin typeface="Cambria"/>
                <a:cs typeface="Cambria"/>
              </a:rPr>
              <a:t>x</a:t>
            </a:r>
            <a:r>
              <a:rPr sz="3750" i="1" spc="412" baseline="-12222" dirty="0">
                <a:latin typeface="Georgia"/>
                <a:cs typeface="Georgia"/>
              </a:rPr>
              <a:t>i</a:t>
            </a:r>
            <a:r>
              <a:rPr sz="3550" spc="275" dirty="0">
                <a:latin typeface="Cambria"/>
                <a:cs typeface="Cambria"/>
              </a:rPr>
              <a:t>)</a:t>
            </a:r>
            <a:endParaRPr sz="3550" dirty="0">
              <a:latin typeface="Cambria"/>
              <a:cs typeface="Cambria"/>
            </a:endParaRPr>
          </a:p>
          <a:p>
            <a:pPr marR="1248410" algn="r">
              <a:lnSpc>
                <a:spcPts val="1839"/>
              </a:lnSpc>
            </a:pPr>
            <a:r>
              <a:rPr sz="2500" i="1" spc="540" dirty="0">
                <a:latin typeface="Georgia"/>
                <a:cs typeface="Georgia"/>
              </a:rPr>
              <a:t>j</a:t>
            </a:r>
            <a:r>
              <a:rPr sz="2500" spc="540" dirty="0">
                <a:latin typeface="Calibri"/>
                <a:cs typeface="Calibri"/>
              </a:rPr>
              <a:t>=1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74CDB8B1-FFA8-A0BA-582F-1993554A7A14}"/>
              </a:ext>
            </a:extLst>
          </p:cNvPr>
          <p:cNvSpPr txBox="1"/>
          <p:nvPr/>
        </p:nvSpPr>
        <p:spPr>
          <a:xfrm>
            <a:off x="5410334" y="4616259"/>
            <a:ext cx="1859280" cy="1113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98800"/>
              </a:lnSpc>
              <a:spcBef>
                <a:spcPts val="130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probability</a:t>
            </a:r>
            <a:r>
              <a:rPr sz="2400" spc="52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B0007E"/>
                </a:solidFill>
                <a:latin typeface="Arial MT"/>
                <a:cs typeface="Arial MT"/>
              </a:rPr>
              <a:t>of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assignment </a:t>
            </a:r>
            <a:r>
              <a:rPr sz="2400" spc="140" dirty="0">
                <a:solidFill>
                  <a:srgbClr val="B0007E"/>
                </a:solidFill>
                <a:latin typeface="Arial MT"/>
                <a:cs typeface="Arial MT"/>
              </a:rPr>
              <a:t>to</a:t>
            </a:r>
            <a:r>
              <a:rPr sz="2400" spc="114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114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B0007E"/>
                </a:solidFill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81EF4571-9A08-B9B5-6373-CFFE4B279824}"/>
              </a:ext>
            </a:extLst>
          </p:cNvPr>
          <p:cNvSpPr txBox="1"/>
          <p:nvPr/>
        </p:nvSpPr>
        <p:spPr>
          <a:xfrm>
            <a:off x="8339866" y="5034851"/>
            <a:ext cx="2191385" cy="1113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98800"/>
              </a:lnSpc>
              <a:spcBef>
                <a:spcPts val="130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given</a:t>
            </a:r>
            <a:r>
              <a:rPr sz="2400" spc="3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B0007E"/>
                </a:solidFill>
                <a:latin typeface="Arial MT"/>
                <a:cs typeface="Arial MT"/>
              </a:rPr>
              <a:t>model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parameters</a:t>
            </a:r>
            <a:r>
              <a:rPr sz="2400" spc="9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B0007E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observed</a:t>
            </a:r>
            <a:r>
              <a:rPr sz="2400" spc="7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value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1" name="object 10">
            <a:extLst>
              <a:ext uri="{FF2B5EF4-FFF2-40B4-BE49-F238E27FC236}">
                <a16:creationId xmlns:a16="http://schemas.microsoft.com/office/drawing/2014/main" id="{0B955B67-54B7-AABC-9E5B-0B3F899935D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5144" y="4063136"/>
            <a:ext cx="176000" cy="170331"/>
          </a:xfrm>
          <a:prstGeom prst="rect">
            <a:avLst/>
          </a:prstGeom>
        </p:spPr>
      </p:pic>
      <p:grpSp>
        <p:nvGrpSpPr>
          <p:cNvPr id="12" name="object 11">
            <a:extLst>
              <a:ext uri="{FF2B5EF4-FFF2-40B4-BE49-F238E27FC236}">
                <a16:creationId xmlns:a16="http://schemas.microsoft.com/office/drawing/2014/main" id="{2B40D3AA-BECC-0852-53E6-DE87D969E593}"/>
              </a:ext>
            </a:extLst>
          </p:cNvPr>
          <p:cNvGrpSpPr/>
          <p:nvPr/>
        </p:nvGrpSpPr>
        <p:grpSpPr>
          <a:xfrm>
            <a:off x="4256113" y="3183780"/>
            <a:ext cx="885825" cy="665480"/>
            <a:chOff x="4256113" y="3183780"/>
            <a:chExt cx="885825" cy="665480"/>
          </a:xfrm>
        </p:grpSpPr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7E21E1CE-140A-9AC9-51B8-4FB2F4C0EB4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6113" y="3183780"/>
              <a:ext cx="885305" cy="665017"/>
            </a:xfrm>
            <a:prstGeom prst="rect">
              <a:avLst/>
            </a:prstGeom>
          </p:spPr>
        </p:pic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6703BA89-F898-2434-2EB7-F1FA6075CC5C}"/>
                </a:ext>
              </a:extLst>
            </p:cNvPr>
            <p:cNvSpPr/>
            <p:nvPr/>
          </p:nvSpPr>
          <p:spPr>
            <a:xfrm>
              <a:off x="4484954" y="3226041"/>
              <a:ext cx="602615" cy="386080"/>
            </a:xfrm>
            <a:custGeom>
              <a:avLst/>
              <a:gdLst/>
              <a:ahLst/>
              <a:cxnLst/>
              <a:rect l="l" t="t" r="r" b="b"/>
              <a:pathLst>
                <a:path w="602614" h="386079">
                  <a:moveTo>
                    <a:pt x="602538" y="0"/>
                  </a:moveTo>
                  <a:lnTo>
                    <a:pt x="0" y="385551"/>
                  </a:lnTo>
                </a:path>
              </a:pathLst>
            </a:custGeom>
            <a:ln w="3805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4">
            <a:extLst>
              <a:ext uri="{FF2B5EF4-FFF2-40B4-BE49-F238E27FC236}">
                <a16:creationId xmlns:a16="http://schemas.microsoft.com/office/drawing/2014/main" id="{E34E1AA1-7E15-677D-5167-4B84CB49377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53140" y="3474987"/>
            <a:ext cx="182905" cy="156971"/>
          </a:xfrm>
          <a:prstGeom prst="rect">
            <a:avLst/>
          </a:prstGeom>
        </p:spPr>
      </p:pic>
      <p:pic>
        <p:nvPicPr>
          <p:cNvPr id="16" name="object 15">
            <a:extLst>
              <a:ext uri="{FF2B5EF4-FFF2-40B4-BE49-F238E27FC236}">
                <a16:creationId xmlns:a16="http://schemas.microsoft.com/office/drawing/2014/main" id="{DA604DB1-3F29-0BF8-6AA5-6978DEFE964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3297" y="1640471"/>
            <a:ext cx="3328263" cy="4725243"/>
          </a:xfrm>
          <a:prstGeom prst="rect">
            <a:avLst/>
          </a:prstGeom>
        </p:spPr>
      </p:pic>
      <p:sp>
        <p:nvSpPr>
          <p:cNvPr id="17" name="object 24">
            <a:extLst>
              <a:ext uri="{FF2B5EF4-FFF2-40B4-BE49-F238E27FC236}">
                <a16:creationId xmlns:a16="http://schemas.microsoft.com/office/drawing/2014/main" id="{B1775AA1-A3F4-73D8-879F-DBBCA87E1D45}"/>
              </a:ext>
            </a:extLst>
          </p:cNvPr>
          <p:cNvSpPr/>
          <p:nvPr/>
        </p:nvSpPr>
        <p:spPr>
          <a:xfrm>
            <a:off x="5466405" y="2660254"/>
            <a:ext cx="1905" cy="1270"/>
          </a:xfrm>
          <a:custGeom>
            <a:avLst/>
            <a:gdLst/>
            <a:ahLst/>
            <a:cxnLst/>
            <a:rect l="l" t="t" r="r" b="b"/>
            <a:pathLst>
              <a:path w="1904" h="1269">
                <a:moveTo>
                  <a:pt x="0" y="719"/>
                </a:moveTo>
                <a:lnTo>
                  <a:pt x="719" y="1078"/>
                </a:lnTo>
                <a:lnTo>
                  <a:pt x="1438" y="1078"/>
                </a:lnTo>
                <a:lnTo>
                  <a:pt x="1438" y="0"/>
                </a:lnTo>
              </a:path>
            </a:pathLst>
          </a:custGeom>
          <a:ln w="28544">
            <a:solidFill>
              <a:srgbClr val="0085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5">
            <a:extLst>
              <a:ext uri="{FF2B5EF4-FFF2-40B4-BE49-F238E27FC236}">
                <a16:creationId xmlns:a16="http://schemas.microsoft.com/office/drawing/2014/main" id="{9666D029-EE3A-E1B3-1A2E-A8DDAA3B830D}"/>
              </a:ext>
            </a:extLst>
          </p:cNvPr>
          <p:cNvSpPr/>
          <p:nvPr/>
        </p:nvSpPr>
        <p:spPr>
          <a:xfrm>
            <a:off x="5558471" y="2649826"/>
            <a:ext cx="6350" cy="1905"/>
          </a:xfrm>
          <a:custGeom>
            <a:avLst/>
            <a:gdLst/>
            <a:ahLst/>
            <a:cxnLst/>
            <a:rect l="l" t="t" r="r" b="b"/>
            <a:pathLst>
              <a:path w="6350" h="1905">
                <a:moveTo>
                  <a:pt x="0" y="1438"/>
                </a:moveTo>
                <a:lnTo>
                  <a:pt x="719" y="1438"/>
                </a:lnTo>
                <a:lnTo>
                  <a:pt x="1438" y="1438"/>
                </a:lnTo>
                <a:lnTo>
                  <a:pt x="2877" y="1438"/>
                </a:lnTo>
                <a:lnTo>
                  <a:pt x="4315" y="719"/>
                </a:lnTo>
                <a:lnTo>
                  <a:pt x="5754" y="0"/>
                </a:lnTo>
              </a:path>
            </a:pathLst>
          </a:custGeom>
          <a:ln w="28542">
            <a:solidFill>
              <a:srgbClr val="0085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6">
            <a:extLst>
              <a:ext uri="{FF2B5EF4-FFF2-40B4-BE49-F238E27FC236}">
                <a16:creationId xmlns:a16="http://schemas.microsoft.com/office/drawing/2014/main" id="{D7B57044-BF6A-7C14-A8AE-07ED2F794C4D}"/>
              </a:ext>
            </a:extLst>
          </p:cNvPr>
          <p:cNvSpPr/>
          <p:nvPr/>
        </p:nvSpPr>
        <p:spPr>
          <a:xfrm>
            <a:off x="5638669" y="2653782"/>
            <a:ext cx="72390" cy="8255"/>
          </a:xfrm>
          <a:custGeom>
            <a:avLst/>
            <a:gdLst/>
            <a:ahLst/>
            <a:cxnLst/>
            <a:rect l="l" t="t" r="r" b="b"/>
            <a:pathLst>
              <a:path w="72389" h="8255">
                <a:moveTo>
                  <a:pt x="0" y="6831"/>
                </a:moveTo>
                <a:lnTo>
                  <a:pt x="1438" y="6831"/>
                </a:lnTo>
                <a:lnTo>
                  <a:pt x="2877" y="5753"/>
                </a:lnTo>
                <a:lnTo>
                  <a:pt x="4675" y="4674"/>
                </a:lnTo>
                <a:lnTo>
                  <a:pt x="6833" y="3236"/>
                </a:lnTo>
                <a:lnTo>
                  <a:pt x="7552" y="2157"/>
                </a:lnTo>
                <a:lnTo>
                  <a:pt x="7552" y="1078"/>
                </a:lnTo>
                <a:lnTo>
                  <a:pt x="8271" y="0"/>
                </a:lnTo>
              </a:path>
              <a:path w="72389" h="8255">
                <a:moveTo>
                  <a:pt x="66891" y="7550"/>
                </a:moveTo>
                <a:lnTo>
                  <a:pt x="68330" y="7910"/>
                </a:lnTo>
                <a:lnTo>
                  <a:pt x="69049" y="7910"/>
                </a:lnTo>
                <a:lnTo>
                  <a:pt x="69768" y="7910"/>
                </a:lnTo>
                <a:lnTo>
                  <a:pt x="71566" y="7910"/>
                </a:lnTo>
                <a:lnTo>
                  <a:pt x="72285" y="7910"/>
                </a:lnTo>
                <a:lnTo>
                  <a:pt x="70487" y="7910"/>
                </a:lnTo>
              </a:path>
            </a:pathLst>
          </a:custGeom>
          <a:ln w="28545">
            <a:solidFill>
              <a:srgbClr val="0085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36">
            <a:extLst>
              <a:ext uri="{FF2B5EF4-FFF2-40B4-BE49-F238E27FC236}">
                <a16:creationId xmlns:a16="http://schemas.microsoft.com/office/drawing/2014/main" id="{9C0C6206-3A3F-6BB9-2376-CE4BC08F3F82}"/>
              </a:ext>
            </a:extLst>
          </p:cNvPr>
          <p:cNvGrpSpPr/>
          <p:nvPr/>
        </p:nvGrpSpPr>
        <p:grpSpPr>
          <a:xfrm>
            <a:off x="8341817" y="3998417"/>
            <a:ext cx="993371" cy="1005839"/>
            <a:chOff x="8341817" y="3998417"/>
            <a:chExt cx="993371" cy="1005839"/>
          </a:xfrm>
        </p:grpSpPr>
        <p:pic>
          <p:nvPicPr>
            <p:cNvPr id="22" name="object 37">
              <a:extLst>
                <a:ext uri="{FF2B5EF4-FFF2-40B4-BE49-F238E27FC236}">
                  <a16:creationId xmlns:a16="http://schemas.microsoft.com/office/drawing/2014/main" id="{FF456A69-99A7-C767-028C-70A2D6D0FDC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1817" y="3998417"/>
              <a:ext cx="993371" cy="1005839"/>
            </a:xfrm>
            <a:prstGeom prst="rect">
              <a:avLst/>
            </a:prstGeom>
          </p:spPr>
        </p:pic>
        <p:sp>
          <p:nvSpPr>
            <p:cNvPr id="23" name="object 38">
              <a:extLst>
                <a:ext uri="{FF2B5EF4-FFF2-40B4-BE49-F238E27FC236}">
                  <a16:creationId xmlns:a16="http://schemas.microsoft.com/office/drawing/2014/main" id="{D928AE89-5F00-658E-2630-AC7E7DFFF125}"/>
                </a:ext>
              </a:extLst>
            </p:cNvPr>
            <p:cNvSpPr/>
            <p:nvPr/>
          </p:nvSpPr>
          <p:spPr>
            <a:xfrm>
              <a:off x="8564831" y="4204320"/>
              <a:ext cx="709930" cy="721995"/>
            </a:xfrm>
            <a:custGeom>
              <a:avLst/>
              <a:gdLst/>
              <a:ahLst/>
              <a:cxnLst/>
              <a:rect l="l" t="t" r="r" b="b"/>
              <a:pathLst>
                <a:path w="709929" h="721995">
                  <a:moveTo>
                    <a:pt x="709369" y="721463"/>
                  </a:moveTo>
                  <a:lnTo>
                    <a:pt x="0" y="0"/>
                  </a:lnTo>
                </a:path>
              </a:pathLst>
            </a:custGeom>
            <a:ln w="38057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39">
              <a:extLst>
                <a:ext uri="{FF2B5EF4-FFF2-40B4-BE49-F238E27FC236}">
                  <a16:creationId xmlns:a16="http://schemas.microsoft.com/office/drawing/2014/main" id="{7F210596-95DF-A2A5-0B70-3DF033D30C5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38349" y="4177398"/>
              <a:ext cx="172895" cy="173832"/>
            </a:xfrm>
            <a:prstGeom prst="rect">
              <a:avLst/>
            </a:prstGeom>
          </p:spPr>
        </p:pic>
      </p:grpSp>
      <p:grpSp>
        <p:nvGrpSpPr>
          <p:cNvPr id="25" name="object 41">
            <a:extLst>
              <a:ext uri="{FF2B5EF4-FFF2-40B4-BE49-F238E27FC236}">
                <a16:creationId xmlns:a16="http://schemas.microsoft.com/office/drawing/2014/main" id="{4257CFA2-A371-441A-46CA-538993C032DB}"/>
              </a:ext>
            </a:extLst>
          </p:cNvPr>
          <p:cNvGrpSpPr/>
          <p:nvPr/>
        </p:nvGrpSpPr>
        <p:grpSpPr>
          <a:xfrm>
            <a:off x="9572104" y="3886194"/>
            <a:ext cx="1205345" cy="1118062"/>
            <a:chOff x="9572104" y="3886194"/>
            <a:chExt cx="1205345" cy="1118062"/>
          </a:xfrm>
        </p:grpSpPr>
        <p:pic>
          <p:nvPicPr>
            <p:cNvPr id="26" name="object 42">
              <a:extLst>
                <a:ext uri="{FF2B5EF4-FFF2-40B4-BE49-F238E27FC236}">
                  <a16:creationId xmlns:a16="http://schemas.microsoft.com/office/drawing/2014/main" id="{6D7B9C7E-9164-A478-1388-98C16EF3AC2E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72104" y="3886194"/>
              <a:ext cx="1205345" cy="1118062"/>
            </a:xfrm>
            <a:prstGeom prst="rect">
              <a:avLst/>
            </a:prstGeom>
          </p:spPr>
        </p:pic>
        <p:sp>
          <p:nvSpPr>
            <p:cNvPr id="27" name="object 43">
              <a:extLst>
                <a:ext uri="{FF2B5EF4-FFF2-40B4-BE49-F238E27FC236}">
                  <a16:creationId xmlns:a16="http://schemas.microsoft.com/office/drawing/2014/main" id="{7188F839-69E8-C446-EC58-7D446D0AA114}"/>
                </a:ext>
              </a:extLst>
            </p:cNvPr>
            <p:cNvSpPr/>
            <p:nvPr/>
          </p:nvSpPr>
          <p:spPr>
            <a:xfrm>
              <a:off x="9629443" y="4088504"/>
              <a:ext cx="923925" cy="837565"/>
            </a:xfrm>
            <a:custGeom>
              <a:avLst/>
              <a:gdLst/>
              <a:ahLst/>
              <a:cxnLst/>
              <a:rect l="l" t="t" r="r" b="b"/>
              <a:pathLst>
                <a:path w="923925" h="837564">
                  <a:moveTo>
                    <a:pt x="0" y="837279"/>
                  </a:moveTo>
                  <a:lnTo>
                    <a:pt x="923724" y="0"/>
                  </a:lnTo>
                </a:path>
              </a:pathLst>
            </a:custGeom>
            <a:ln w="38057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1925D0E-A931-7B79-83B7-35EA8F04BB39}"/>
                  </a:ext>
                </a:extLst>
              </p14:cNvPr>
              <p14:cNvContentPartPr/>
              <p14:nvPr/>
            </p14:nvContentPartPr>
            <p14:xfrm>
              <a:off x="12104410" y="4929309"/>
              <a:ext cx="16920" cy="15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1925D0E-A931-7B79-83B7-35EA8F04BB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93970" y="4918509"/>
                <a:ext cx="381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B396195-FF19-FCAC-BA1A-FC4B929087E3}"/>
                  </a:ext>
                </a:extLst>
              </p14:cNvPr>
              <p14:cNvContentPartPr/>
              <p14:nvPr/>
            </p14:nvContentPartPr>
            <p14:xfrm>
              <a:off x="2588170" y="5575149"/>
              <a:ext cx="330840" cy="3106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B396195-FF19-FCAC-BA1A-FC4B929087E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7730" y="5564349"/>
                <a:ext cx="3520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0AE19C6-1988-12E4-78AC-9CD159F48CB2}"/>
                  </a:ext>
                </a:extLst>
              </p14:cNvPr>
              <p14:cNvContentPartPr/>
              <p14:nvPr/>
            </p14:nvContentPartPr>
            <p14:xfrm>
              <a:off x="2553250" y="3995829"/>
              <a:ext cx="425520" cy="5097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0AE19C6-1988-12E4-78AC-9CD159F48C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42810" y="3985029"/>
                <a:ext cx="446760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B8A5DF9-8C52-485E-6B04-75C3906DC87C}"/>
                  </a:ext>
                </a:extLst>
              </p14:cNvPr>
              <p14:cNvContentPartPr/>
              <p14:nvPr/>
            </p14:nvContentPartPr>
            <p14:xfrm>
              <a:off x="1812730" y="4696749"/>
              <a:ext cx="275040" cy="573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B8A5DF9-8C52-485E-6B04-75C3906DC8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02290" y="4685949"/>
                <a:ext cx="29628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A571CF9-680A-BD83-E817-2D1E934FD8C0}"/>
                  </a:ext>
                </a:extLst>
              </p14:cNvPr>
              <p14:cNvContentPartPr/>
              <p14:nvPr/>
            </p14:nvContentPartPr>
            <p14:xfrm>
              <a:off x="1194610" y="3787749"/>
              <a:ext cx="402480" cy="3704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A571CF9-680A-BD83-E817-2D1E934FD8C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84170" y="3776949"/>
                <a:ext cx="4237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41922FE-073F-482F-17AA-9394AC087AD5}"/>
                  </a:ext>
                </a:extLst>
              </p14:cNvPr>
              <p14:cNvContentPartPr/>
              <p14:nvPr/>
            </p14:nvContentPartPr>
            <p14:xfrm>
              <a:off x="2322850" y="2851389"/>
              <a:ext cx="1071720" cy="14522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41922FE-073F-482F-17AA-9394AC087A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12410" y="2840589"/>
                <a:ext cx="1092960" cy="14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BF240D0-5039-1E72-6E96-4E917A6432C1}"/>
                  </a:ext>
                </a:extLst>
              </p14:cNvPr>
              <p14:cNvContentPartPr/>
              <p14:nvPr/>
            </p14:nvContentPartPr>
            <p14:xfrm>
              <a:off x="2740810" y="4280949"/>
              <a:ext cx="335880" cy="12592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BF240D0-5039-1E72-6E96-4E917A6432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30010" y="4270509"/>
                <a:ext cx="357120" cy="12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83F119A-8E94-9624-4C93-1E0F798C5546}"/>
                  </a:ext>
                </a:extLst>
              </p14:cNvPr>
              <p14:cNvContentPartPr/>
              <p14:nvPr/>
            </p14:nvContentPartPr>
            <p14:xfrm>
              <a:off x="7275973" y="3154660"/>
              <a:ext cx="4270680" cy="16131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83F119A-8E94-9624-4C93-1E0F798C554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65173" y="3144220"/>
                <a:ext cx="4291920" cy="16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4D05D76-938A-B9E2-8A08-79D9863F6070}"/>
                  </a:ext>
                </a:extLst>
              </p14:cNvPr>
              <p14:cNvContentPartPr/>
              <p14:nvPr/>
            </p14:nvContentPartPr>
            <p14:xfrm>
              <a:off x="10344973" y="3244660"/>
              <a:ext cx="861120" cy="788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4D05D76-938A-B9E2-8A08-79D9863F607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334533" y="3234220"/>
                <a:ext cx="882360" cy="8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68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61055-BE7E-8F5E-AA23-F723876B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7ED6CB7B-873A-46C5-C0DF-E3CB75AB7E70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08616-7637-8CC0-E9AA-C33DFD5BD7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3A50E62-0739-F7DD-F407-1ACA170ADB45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Responsibilities</a:t>
            </a:r>
            <a:r>
              <a:rPr lang="en-US" spc="210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in</a:t>
            </a:r>
            <a:r>
              <a:rPr lang="en-US" spc="215">
                <a:solidFill>
                  <a:schemeClr val="bg1"/>
                </a:solidFill>
              </a:rPr>
              <a:t> </a:t>
            </a:r>
            <a:r>
              <a:rPr lang="en-US" spc="105">
                <a:solidFill>
                  <a:schemeClr val="bg1"/>
                </a:solidFill>
              </a:rPr>
              <a:t>pictures</a:t>
            </a:r>
            <a:endParaRPr lang="en-US" spc="105" dirty="0">
              <a:solidFill>
                <a:schemeClr val="bg1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0C197FE-BFEE-491B-84A8-AFCD177EC316}"/>
              </a:ext>
            </a:extLst>
          </p:cNvPr>
          <p:cNvGrpSpPr/>
          <p:nvPr/>
        </p:nvGrpSpPr>
        <p:grpSpPr>
          <a:xfrm>
            <a:off x="735847" y="1526313"/>
            <a:ext cx="3298825" cy="1484630"/>
            <a:chOff x="735847" y="1526313"/>
            <a:chExt cx="3298825" cy="148463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C2527B2-48E7-873D-83E0-5A56BED05929}"/>
                </a:ext>
              </a:extLst>
            </p:cNvPr>
            <p:cNvSpPr/>
            <p:nvPr/>
          </p:nvSpPr>
          <p:spPr>
            <a:xfrm>
              <a:off x="748532" y="1538998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30" h="1446530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7"/>
                  </a:lnTo>
                  <a:lnTo>
                    <a:pt x="13761" y="588198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1"/>
                  </a:lnTo>
                  <a:lnTo>
                    <a:pt x="71889" y="421781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3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1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1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3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1"/>
                  </a:lnTo>
                  <a:lnTo>
                    <a:pt x="1532502" y="461701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8"/>
                  </a:lnTo>
                  <a:lnTo>
                    <a:pt x="1579697" y="632327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6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2"/>
                  </a:lnTo>
                  <a:lnTo>
                    <a:pt x="1513987" y="1024262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0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2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4"/>
                  </a:lnTo>
                  <a:lnTo>
                    <a:pt x="988181" y="1423962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2"/>
                  </a:lnTo>
                  <a:lnTo>
                    <a:pt x="551421" y="1411894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2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0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2"/>
                  </a:lnTo>
                  <a:lnTo>
                    <a:pt x="53373" y="984342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6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B22A329-88DD-B356-0E1A-AB0FA82F58E6}"/>
                </a:ext>
              </a:extLst>
            </p:cNvPr>
            <p:cNvSpPr/>
            <p:nvPr/>
          </p:nvSpPr>
          <p:spPr>
            <a:xfrm>
              <a:off x="2435910" y="1551673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29" h="1446530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7"/>
                  </a:lnTo>
                  <a:lnTo>
                    <a:pt x="13761" y="588198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1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1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1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1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8"/>
                  </a:lnTo>
                  <a:lnTo>
                    <a:pt x="1579697" y="632327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6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2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0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2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4"/>
                  </a:lnTo>
                  <a:lnTo>
                    <a:pt x="988181" y="1423962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2"/>
                  </a:lnTo>
                  <a:lnTo>
                    <a:pt x="551421" y="1411894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2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0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2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6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DDFA0ED-779D-4DD6-2267-8AF0AEF45A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2217" y="1596049"/>
              <a:ext cx="378228" cy="378228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3BEA432B-D5A2-8B0C-B3EE-21694651CA8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578" y="1640471"/>
              <a:ext cx="241048" cy="241007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55392D7C-75E5-186F-6327-126AF68F614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7821" y="1635714"/>
              <a:ext cx="250567" cy="250521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F5E66CD2-54DE-209F-08E6-81FFA89E35F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5832" y="2028306"/>
              <a:ext cx="423948" cy="423948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4B3FDB59-8512-F72C-2ADD-2D7DD0BF127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6040" y="2097112"/>
              <a:ext cx="241058" cy="241007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0DD731AB-773A-3037-2A09-23684AB8CFAD}"/>
                </a:ext>
              </a:extLst>
            </p:cNvPr>
            <p:cNvSpPr/>
            <p:nvPr/>
          </p:nvSpPr>
          <p:spPr>
            <a:xfrm>
              <a:off x="2106040" y="209711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19028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802BEB3D-F4BA-F45D-B64C-D7A8DC6DDA0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4352" y="1670852"/>
              <a:ext cx="378228" cy="378228"/>
            </a:xfrm>
            <a:prstGeom prst="rect">
              <a:avLst/>
            </a:prstGeom>
          </p:spPr>
        </p:pic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33DC30B7-B8E7-B01B-742B-DEBF8F466E7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4685" y="1716582"/>
              <a:ext cx="241046" cy="241007"/>
            </a:xfrm>
            <a:prstGeom prst="rect">
              <a:avLst/>
            </a:prstGeom>
          </p:spPr>
        </p:pic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9F7C596-7674-189C-BE64-E1AFBFB36E26}"/>
                </a:ext>
              </a:extLst>
            </p:cNvPr>
            <p:cNvSpPr/>
            <p:nvPr/>
          </p:nvSpPr>
          <p:spPr>
            <a:xfrm>
              <a:off x="1674685" y="171658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8CBEC107-41DB-262E-807D-4217AD7B0BD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6007" y="1745668"/>
              <a:ext cx="378228" cy="378228"/>
            </a:xfrm>
            <a:prstGeom prst="rect">
              <a:avLst/>
            </a:prstGeom>
          </p:spPr>
        </p:pic>
        <p:pic>
          <p:nvPicPr>
            <p:cNvPr id="17" name="object 16">
              <a:extLst>
                <a:ext uri="{FF2B5EF4-FFF2-40B4-BE49-F238E27FC236}">
                  <a16:creationId xmlns:a16="http://schemas.microsoft.com/office/drawing/2014/main" id="{FEBF1218-62BC-AEB9-300C-C4D1424EFA0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4828" y="1792681"/>
              <a:ext cx="241046" cy="241007"/>
            </a:xfrm>
            <a:prstGeom prst="rect">
              <a:avLst/>
            </a:prstGeom>
          </p:spPr>
        </p:pic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0F64B72B-6409-A32E-3590-276BCCA6158A}"/>
                </a:ext>
              </a:extLst>
            </p:cNvPr>
            <p:cNvSpPr/>
            <p:nvPr/>
          </p:nvSpPr>
          <p:spPr>
            <a:xfrm>
              <a:off x="1344828" y="179268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8">
              <a:extLst>
                <a:ext uri="{FF2B5EF4-FFF2-40B4-BE49-F238E27FC236}">
                  <a16:creationId xmlns:a16="http://schemas.microsoft.com/office/drawing/2014/main" id="{303DE052-F46E-9028-DEB4-C6C1DB1B7F46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45920" y="1949338"/>
              <a:ext cx="378228" cy="378228"/>
            </a:xfrm>
            <a:prstGeom prst="rect">
              <a:avLst/>
            </a:prstGeom>
          </p:spPr>
        </p:pic>
        <p:pic>
          <p:nvPicPr>
            <p:cNvPr id="21" name="object 19">
              <a:extLst>
                <a:ext uri="{FF2B5EF4-FFF2-40B4-BE49-F238E27FC236}">
                  <a16:creationId xmlns:a16="http://schemas.microsoft.com/office/drawing/2014/main" id="{0891830A-7F56-D214-C682-765B077C6EE3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2747" y="1995640"/>
              <a:ext cx="241046" cy="241007"/>
            </a:xfrm>
            <a:prstGeom prst="rect">
              <a:avLst/>
            </a:prstGeom>
          </p:spPr>
        </p:pic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EA435AEC-90C9-3057-93C0-665BD4E4AA65}"/>
                </a:ext>
              </a:extLst>
            </p:cNvPr>
            <p:cNvSpPr/>
            <p:nvPr/>
          </p:nvSpPr>
          <p:spPr>
            <a:xfrm>
              <a:off x="1712747" y="199564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1">
              <a:extLst>
                <a:ext uri="{FF2B5EF4-FFF2-40B4-BE49-F238E27FC236}">
                  <a16:creationId xmlns:a16="http://schemas.microsoft.com/office/drawing/2014/main" id="{BA5212EE-DFB6-B996-214B-7391CC66EF1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2342" y="1899452"/>
              <a:ext cx="378228" cy="378228"/>
            </a:xfrm>
            <a:prstGeom prst="rect">
              <a:avLst/>
            </a:prstGeom>
          </p:spPr>
        </p:pic>
        <p:pic>
          <p:nvPicPr>
            <p:cNvPr id="24" name="object 22">
              <a:extLst>
                <a:ext uri="{FF2B5EF4-FFF2-40B4-BE49-F238E27FC236}">
                  <a16:creationId xmlns:a16="http://schemas.microsoft.com/office/drawing/2014/main" id="{CA63B4C0-59CD-D7BD-BEDF-FCAFEE3F53D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1830" y="1944903"/>
              <a:ext cx="241047" cy="241007"/>
            </a:xfrm>
            <a:prstGeom prst="rect">
              <a:avLst/>
            </a:prstGeom>
          </p:spPr>
        </p:pic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E65E78CF-D5F4-5C33-4B85-567A297D0F62}"/>
                </a:ext>
              </a:extLst>
            </p:cNvPr>
            <p:cNvSpPr/>
            <p:nvPr/>
          </p:nvSpPr>
          <p:spPr>
            <a:xfrm>
              <a:off x="1141830" y="194490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4">
              <a:extLst>
                <a:ext uri="{FF2B5EF4-FFF2-40B4-BE49-F238E27FC236}">
                  <a16:creationId xmlns:a16="http://schemas.microsoft.com/office/drawing/2014/main" id="{D8B41725-E9DF-3A03-D9BB-E80EC507D3C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9791" y="2053249"/>
              <a:ext cx="378228" cy="378228"/>
            </a:xfrm>
            <a:prstGeom prst="rect">
              <a:avLst/>
            </a:prstGeom>
          </p:spPr>
        </p:pic>
        <p:pic>
          <p:nvPicPr>
            <p:cNvPr id="27" name="object 25">
              <a:extLst>
                <a:ext uri="{FF2B5EF4-FFF2-40B4-BE49-F238E27FC236}">
                  <a16:creationId xmlns:a16="http://schemas.microsoft.com/office/drawing/2014/main" id="{12DE6633-E8FC-73B8-4E80-9C9B9FB0149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063" y="2097112"/>
              <a:ext cx="241058" cy="241007"/>
            </a:xfrm>
            <a:prstGeom prst="rect">
              <a:avLst/>
            </a:prstGeom>
          </p:spPr>
        </p:pic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E15865A6-7200-3DE6-12AC-AA998C17CC01}"/>
                </a:ext>
              </a:extLst>
            </p:cNvPr>
            <p:cNvSpPr/>
            <p:nvPr/>
          </p:nvSpPr>
          <p:spPr>
            <a:xfrm>
              <a:off x="1497063" y="209711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7">
              <a:extLst>
                <a:ext uri="{FF2B5EF4-FFF2-40B4-BE49-F238E27FC236}">
                  <a16:creationId xmlns:a16="http://schemas.microsoft.com/office/drawing/2014/main" id="{788E762A-086F-70E6-D54C-77047BBB7E75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8843" y="2269369"/>
              <a:ext cx="374072" cy="374072"/>
            </a:xfrm>
            <a:prstGeom prst="rect">
              <a:avLst/>
            </a:prstGeom>
          </p:spPr>
        </p:pic>
        <p:pic>
          <p:nvPicPr>
            <p:cNvPr id="30" name="object 28">
              <a:extLst>
                <a:ext uri="{FF2B5EF4-FFF2-40B4-BE49-F238E27FC236}">
                  <a16:creationId xmlns:a16="http://schemas.microsoft.com/office/drawing/2014/main" id="{50A6A712-F643-744F-7561-081B69504B32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5265" y="2312759"/>
              <a:ext cx="241048" cy="241007"/>
            </a:xfrm>
            <a:prstGeom prst="rect">
              <a:avLst/>
            </a:prstGeom>
          </p:spPr>
        </p:pic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72664E44-6333-E0EC-CD89-B12F8CE33B57}"/>
                </a:ext>
              </a:extLst>
            </p:cNvPr>
            <p:cNvSpPr/>
            <p:nvPr/>
          </p:nvSpPr>
          <p:spPr>
            <a:xfrm>
              <a:off x="1205265" y="23127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6"/>
                  </a:lnTo>
                  <a:lnTo>
                    <a:pt x="120526" y="241007"/>
                  </a:lnTo>
                  <a:lnTo>
                    <a:pt x="99220" y="141806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0">
              <a:extLst>
                <a:ext uri="{FF2B5EF4-FFF2-40B4-BE49-F238E27FC236}">
                  <a16:creationId xmlns:a16="http://schemas.microsoft.com/office/drawing/2014/main" id="{002D7A79-952D-CE4C-9417-AD8C502B4EE4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45920" y="2306779"/>
              <a:ext cx="378228" cy="378228"/>
            </a:xfrm>
            <a:prstGeom prst="rect">
              <a:avLst/>
            </a:prstGeom>
          </p:spPr>
        </p:pic>
        <p:pic>
          <p:nvPicPr>
            <p:cNvPr id="34" name="object 31">
              <a:extLst>
                <a:ext uri="{FF2B5EF4-FFF2-40B4-BE49-F238E27FC236}">
                  <a16:creationId xmlns:a16="http://schemas.microsoft.com/office/drawing/2014/main" id="{FB3B38FB-2A26-C6BE-04AB-1CB5194CE8D9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12747" y="2350808"/>
              <a:ext cx="241046" cy="241007"/>
            </a:xfrm>
            <a:prstGeom prst="rect">
              <a:avLst/>
            </a:prstGeom>
          </p:spPr>
        </p:pic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C437439F-96DF-590D-45BF-395AE6ED6F20}"/>
                </a:ext>
              </a:extLst>
            </p:cNvPr>
            <p:cNvSpPr/>
            <p:nvPr/>
          </p:nvSpPr>
          <p:spPr>
            <a:xfrm>
              <a:off x="1712747" y="235080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3">
              <a:extLst>
                <a:ext uri="{FF2B5EF4-FFF2-40B4-BE49-F238E27FC236}">
                  <a16:creationId xmlns:a16="http://schemas.microsoft.com/office/drawing/2014/main" id="{54486883-BEAD-5CED-7C7E-45EBC8F7F094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1272" y="2103122"/>
              <a:ext cx="378228" cy="378228"/>
            </a:xfrm>
            <a:prstGeom prst="rect">
              <a:avLst/>
            </a:prstGeom>
          </p:spPr>
        </p:pic>
        <p:pic>
          <p:nvPicPr>
            <p:cNvPr id="37" name="object 34">
              <a:extLst>
                <a:ext uri="{FF2B5EF4-FFF2-40B4-BE49-F238E27FC236}">
                  <a16:creationId xmlns:a16="http://schemas.microsoft.com/office/drawing/2014/main" id="{007FE011-DF26-4A1A-7C18-5EC22B663A60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0777" y="2147862"/>
              <a:ext cx="241052" cy="240995"/>
            </a:xfrm>
            <a:prstGeom prst="rect">
              <a:avLst/>
            </a:prstGeom>
          </p:spPr>
        </p:pic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4F90F4AD-36AD-6A90-3AE3-2C7C7E71C880}"/>
                </a:ext>
              </a:extLst>
            </p:cNvPr>
            <p:cNvSpPr/>
            <p:nvPr/>
          </p:nvSpPr>
          <p:spPr>
            <a:xfrm>
              <a:off x="900777" y="214786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C51A362E-22CA-A75A-EB7F-06FA2AA46F6A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29791" y="1899452"/>
              <a:ext cx="378228" cy="378228"/>
            </a:xfrm>
            <a:prstGeom prst="rect">
              <a:avLst/>
            </a:prstGeom>
          </p:spPr>
        </p:pic>
        <p:pic>
          <p:nvPicPr>
            <p:cNvPr id="40" name="object 37">
              <a:extLst>
                <a:ext uri="{FF2B5EF4-FFF2-40B4-BE49-F238E27FC236}">
                  <a16:creationId xmlns:a16="http://schemas.microsoft.com/office/drawing/2014/main" id="{60ECA3F2-F395-5669-28F5-BE5D0FA4C58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063" y="1944903"/>
              <a:ext cx="241058" cy="241007"/>
            </a:xfrm>
            <a:prstGeom prst="rect">
              <a:avLst/>
            </a:prstGeom>
          </p:spPr>
        </p:pic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344BF78E-DEE7-C86B-8449-6E2CE0D9BBC8}"/>
                </a:ext>
              </a:extLst>
            </p:cNvPr>
            <p:cNvSpPr/>
            <p:nvPr/>
          </p:nvSpPr>
          <p:spPr>
            <a:xfrm>
              <a:off x="1497063" y="194490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39">
              <a:extLst>
                <a:ext uri="{FF2B5EF4-FFF2-40B4-BE49-F238E27FC236}">
                  <a16:creationId xmlns:a16="http://schemas.microsoft.com/office/drawing/2014/main" id="{052489B6-7BA0-547E-D209-84ADAD3EC799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79422" y="2053249"/>
              <a:ext cx="378228" cy="378228"/>
            </a:xfrm>
            <a:prstGeom prst="rect">
              <a:avLst/>
            </a:prstGeom>
          </p:spPr>
        </p:pic>
        <p:pic>
          <p:nvPicPr>
            <p:cNvPr id="43" name="object 40">
              <a:extLst>
                <a:ext uri="{FF2B5EF4-FFF2-40B4-BE49-F238E27FC236}">
                  <a16:creationId xmlns:a16="http://schemas.microsoft.com/office/drawing/2014/main" id="{A1AADBBC-F283-D75B-7831-DEB3F9342B3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9310" y="2097112"/>
              <a:ext cx="241058" cy="241007"/>
            </a:xfrm>
            <a:prstGeom prst="rect">
              <a:avLst/>
            </a:prstGeom>
          </p:spPr>
        </p:pic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C7B5678F-49EE-6B91-479D-0CCF988E61A1}"/>
                </a:ext>
              </a:extLst>
            </p:cNvPr>
            <p:cNvSpPr/>
            <p:nvPr/>
          </p:nvSpPr>
          <p:spPr>
            <a:xfrm>
              <a:off x="1649310" y="209711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2">
              <a:extLst>
                <a:ext uri="{FF2B5EF4-FFF2-40B4-BE49-F238E27FC236}">
                  <a16:creationId xmlns:a16="http://schemas.microsoft.com/office/drawing/2014/main" id="{7A775545-C8EA-F2E9-4E71-8E88450E270E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88478" y="2115593"/>
              <a:ext cx="378228" cy="378228"/>
            </a:xfrm>
            <a:prstGeom prst="rect">
              <a:avLst/>
            </a:prstGeom>
          </p:spPr>
        </p:pic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B8A78CC6-E96A-F9A1-4312-FFCA8931168B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57515" y="2160536"/>
              <a:ext cx="241046" cy="241007"/>
            </a:xfrm>
            <a:prstGeom prst="rect">
              <a:avLst/>
            </a:prstGeom>
          </p:spPr>
        </p:pic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26715A8B-9B2C-635C-EEA1-32FB00D6BDEA}"/>
                </a:ext>
              </a:extLst>
            </p:cNvPr>
            <p:cNvSpPr/>
            <p:nvPr/>
          </p:nvSpPr>
          <p:spPr>
            <a:xfrm>
              <a:off x="1357515" y="21605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5">
              <a:extLst>
                <a:ext uri="{FF2B5EF4-FFF2-40B4-BE49-F238E27FC236}">
                  <a16:creationId xmlns:a16="http://schemas.microsoft.com/office/drawing/2014/main" id="{1810E0A1-BD91-E791-485C-BD14B892CD70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92377" y="2406538"/>
              <a:ext cx="374072" cy="378228"/>
            </a:xfrm>
            <a:prstGeom prst="rect">
              <a:avLst/>
            </a:prstGeom>
          </p:spPr>
        </p:pic>
        <p:pic>
          <p:nvPicPr>
            <p:cNvPr id="49" name="object 46">
              <a:extLst>
                <a:ext uri="{FF2B5EF4-FFF2-40B4-BE49-F238E27FC236}">
                  <a16:creationId xmlns:a16="http://schemas.microsoft.com/office/drawing/2014/main" id="{38AEBF96-672A-C10D-7DB4-05411BD91CF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9001" y="2452281"/>
              <a:ext cx="241058" cy="241007"/>
            </a:xfrm>
            <a:prstGeom prst="rect">
              <a:avLst/>
            </a:prstGeom>
          </p:spPr>
        </p:pic>
        <p:sp>
          <p:nvSpPr>
            <p:cNvPr id="50" name="object 47">
              <a:extLst>
                <a:ext uri="{FF2B5EF4-FFF2-40B4-BE49-F238E27FC236}">
                  <a16:creationId xmlns:a16="http://schemas.microsoft.com/office/drawing/2014/main" id="{48FBA309-83EF-9CA9-81E5-3129E24C6BD9}"/>
                </a:ext>
              </a:extLst>
            </p:cNvPr>
            <p:cNvSpPr/>
            <p:nvPr/>
          </p:nvSpPr>
          <p:spPr>
            <a:xfrm>
              <a:off x="1459001" y="245228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6"/>
                  </a:lnTo>
                  <a:lnTo>
                    <a:pt x="120526" y="241007"/>
                  </a:lnTo>
                  <a:lnTo>
                    <a:pt x="99220" y="141806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48">
              <a:extLst>
                <a:ext uri="{FF2B5EF4-FFF2-40B4-BE49-F238E27FC236}">
                  <a16:creationId xmlns:a16="http://schemas.microsoft.com/office/drawing/2014/main" id="{FD45BACB-B575-A760-08DC-62B34C78F613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62048" y="2040769"/>
              <a:ext cx="374072" cy="374072"/>
            </a:xfrm>
            <a:prstGeom prst="rect">
              <a:avLst/>
            </a:prstGeom>
          </p:spPr>
        </p:pic>
        <p:pic>
          <p:nvPicPr>
            <p:cNvPr id="52" name="object 49">
              <a:extLst>
                <a:ext uri="{FF2B5EF4-FFF2-40B4-BE49-F238E27FC236}">
                  <a16:creationId xmlns:a16="http://schemas.microsoft.com/office/drawing/2014/main" id="{9C4C24E3-2F58-B049-2245-DCD895BE3109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8418" y="2084438"/>
              <a:ext cx="241058" cy="241007"/>
            </a:xfrm>
            <a:prstGeom prst="rect">
              <a:avLst/>
            </a:prstGeom>
          </p:spPr>
        </p:pic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6B9D1DAC-A183-7009-A791-91D68863CBF8}"/>
                </a:ext>
              </a:extLst>
            </p:cNvPr>
            <p:cNvSpPr/>
            <p:nvPr/>
          </p:nvSpPr>
          <p:spPr>
            <a:xfrm>
              <a:off x="1928418" y="208443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6"/>
                  </a:lnTo>
                  <a:lnTo>
                    <a:pt x="120526" y="241007"/>
                  </a:lnTo>
                  <a:lnTo>
                    <a:pt x="99220" y="141806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1">
              <a:extLst>
                <a:ext uri="{FF2B5EF4-FFF2-40B4-BE49-F238E27FC236}">
                  <a16:creationId xmlns:a16="http://schemas.microsoft.com/office/drawing/2014/main" id="{2E33CD04-4C04-0C6D-94D6-20B798730410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09697" y="1658393"/>
              <a:ext cx="378228" cy="378228"/>
            </a:xfrm>
            <a:prstGeom prst="rect">
              <a:avLst/>
            </a:prstGeom>
          </p:spPr>
        </p:pic>
        <p:pic>
          <p:nvPicPr>
            <p:cNvPr id="55" name="object 52">
              <a:extLst>
                <a:ext uri="{FF2B5EF4-FFF2-40B4-BE49-F238E27FC236}">
                  <a16:creationId xmlns:a16="http://schemas.microsoft.com/office/drawing/2014/main" id="{1F1BA3E9-1360-2C0B-F25B-4E3E825A5E40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79953" y="1703895"/>
              <a:ext cx="241046" cy="241007"/>
            </a:xfrm>
            <a:prstGeom prst="rect">
              <a:avLst/>
            </a:prstGeom>
          </p:spPr>
        </p:pic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9672AC6D-DA2A-947C-69EE-A10872870F73}"/>
                </a:ext>
              </a:extLst>
            </p:cNvPr>
            <p:cNvSpPr/>
            <p:nvPr/>
          </p:nvSpPr>
          <p:spPr>
            <a:xfrm>
              <a:off x="2879953" y="170389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4">
              <a:extLst>
                <a:ext uri="{FF2B5EF4-FFF2-40B4-BE49-F238E27FC236}">
                  <a16:creationId xmlns:a16="http://schemas.microsoft.com/office/drawing/2014/main" id="{41675B32-7BDD-9C9E-E975-FE6CAA19AFED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91840" y="1733209"/>
              <a:ext cx="378228" cy="378228"/>
            </a:xfrm>
            <a:prstGeom prst="rect">
              <a:avLst/>
            </a:prstGeom>
          </p:spPr>
        </p:pic>
        <p:pic>
          <p:nvPicPr>
            <p:cNvPr id="58" name="object 55">
              <a:extLst>
                <a:ext uri="{FF2B5EF4-FFF2-40B4-BE49-F238E27FC236}">
                  <a16:creationId xmlns:a16="http://schemas.microsoft.com/office/drawing/2014/main" id="{9C9EB3C5-1646-43A0-468A-68C4EBB361E4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362058" y="1780006"/>
              <a:ext cx="241046" cy="241007"/>
            </a:xfrm>
            <a:prstGeom prst="rect">
              <a:avLst/>
            </a:prstGeom>
          </p:spPr>
        </p:pic>
        <p:sp>
          <p:nvSpPr>
            <p:cNvPr id="59" name="object 56">
              <a:extLst>
                <a:ext uri="{FF2B5EF4-FFF2-40B4-BE49-F238E27FC236}">
                  <a16:creationId xmlns:a16="http://schemas.microsoft.com/office/drawing/2014/main" id="{B5A6C8B1-1A8E-6231-9E83-D6ADF484D8E3}"/>
                </a:ext>
              </a:extLst>
            </p:cNvPr>
            <p:cNvSpPr/>
            <p:nvPr/>
          </p:nvSpPr>
          <p:spPr>
            <a:xfrm>
              <a:off x="3362058" y="178000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57">
              <a:extLst>
                <a:ext uri="{FF2B5EF4-FFF2-40B4-BE49-F238E27FC236}">
                  <a16:creationId xmlns:a16="http://schemas.microsoft.com/office/drawing/2014/main" id="{BB42A875-39F4-3A9E-3A35-A6FF8B93406D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63481" y="1812178"/>
              <a:ext cx="378228" cy="378228"/>
            </a:xfrm>
            <a:prstGeom prst="rect">
              <a:avLst/>
            </a:prstGeom>
          </p:spPr>
        </p:pic>
        <p:pic>
          <p:nvPicPr>
            <p:cNvPr id="61" name="object 58">
              <a:extLst>
                <a:ext uri="{FF2B5EF4-FFF2-40B4-BE49-F238E27FC236}">
                  <a16:creationId xmlns:a16="http://schemas.microsoft.com/office/drawing/2014/main" id="{BBCE613E-3D83-B2AB-009D-B4D10718E0D5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32188" y="1856105"/>
              <a:ext cx="241058" cy="241007"/>
            </a:xfrm>
            <a:prstGeom prst="rect">
              <a:avLst/>
            </a:prstGeom>
          </p:spPr>
        </p:pic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BBD19C08-6429-3D9B-9819-6C1683D45B75}"/>
                </a:ext>
              </a:extLst>
            </p:cNvPr>
            <p:cNvSpPr/>
            <p:nvPr/>
          </p:nvSpPr>
          <p:spPr>
            <a:xfrm>
              <a:off x="3032188" y="18561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6"/>
                  </a:lnTo>
                  <a:lnTo>
                    <a:pt x="120526" y="241007"/>
                  </a:lnTo>
                  <a:lnTo>
                    <a:pt x="99220" y="141806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0">
              <a:extLst>
                <a:ext uri="{FF2B5EF4-FFF2-40B4-BE49-F238E27FC236}">
                  <a16:creationId xmlns:a16="http://schemas.microsoft.com/office/drawing/2014/main" id="{40F3446E-B93E-4899-B45A-075DE054C697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333407" y="2011682"/>
              <a:ext cx="374072" cy="378228"/>
            </a:xfrm>
            <a:prstGeom prst="rect">
              <a:avLst/>
            </a:prstGeom>
          </p:spPr>
        </p:pic>
        <p:pic>
          <p:nvPicPr>
            <p:cNvPr id="64" name="object 61">
              <a:extLst>
                <a:ext uri="{FF2B5EF4-FFF2-40B4-BE49-F238E27FC236}">
                  <a16:creationId xmlns:a16="http://schemas.microsoft.com/office/drawing/2014/main" id="{50F2AD79-D3B8-84E7-0AB9-ECB2409AE893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00120" y="2059063"/>
              <a:ext cx="241046" cy="241007"/>
            </a:xfrm>
            <a:prstGeom prst="rect">
              <a:avLst/>
            </a:prstGeom>
          </p:spPr>
        </p:pic>
        <p:sp>
          <p:nvSpPr>
            <p:cNvPr id="65" name="object 62">
              <a:extLst>
                <a:ext uri="{FF2B5EF4-FFF2-40B4-BE49-F238E27FC236}">
                  <a16:creationId xmlns:a16="http://schemas.microsoft.com/office/drawing/2014/main" id="{DD544AF0-3AD0-FC62-3337-676ED9098B50}"/>
                </a:ext>
              </a:extLst>
            </p:cNvPr>
            <p:cNvSpPr/>
            <p:nvPr/>
          </p:nvSpPr>
          <p:spPr>
            <a:xfrm>
              <a:off x="3400120" y="205906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3">
              <a:extLst>
                <a:ext uri="{FF2B5EF4-FFF2-40B4-BE49-F238E27FC236}">
                  <a16:creationId xmlns:a16="http://schemas.microsoft.com/office/drawing/2014/main" id="{B0E400A2-D78B-2819-34E3-151CBBAF575A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531224" y="1899452"/>
              <a:ext cx="378228" cy="378228"/>
            </a:xfrm>
            <a:prstGeom prst="rect">
              <a:avLst/>
            </a:prstGeom>
          </p:spPr>
        </p:pic>
        <p:pic>
          <p:nvPicPr>
            <p:cNvPr id="67" name="object 64">
              <a:extLst>
                <a:ext uri="{FF2B5EF4-FFF2-40B4-BE49-F238E27FC236}">
                  <a16:creationId xmlns:a16="http://schemas.microsoft.com/office/drawing/2014/main" id="{8770F5F7-A708-6CE0-067B-2796950F28D4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00833" y="1944903"/>
              <a:ext cx="241058" cy="241007"/>
            </a:xfrm>
            <a:prstGeom prst="rect">
              <a:avLst/>
            </a:prstGeom>
          </p:spPr>
        </p:pic>
        <p:pic>
          <p:nvPicPr>
            <p:cNvPr id="68" name="object 65">
              <a:extLst>
                <a:ext uri="{FF2B5EF4-FFF2-40B4-BE49-F238E27FC236}">
                  <a16:creationId xmlns:a16="http://schemas.microsoft.com/office/drawing/2014/main" id="{A0772737-F7CD-14F3-5439-BBB2B21F65B1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596075" y="1940146"/>
              <a:ext cx="250567" cy="250521"/>
            </a:xfrm>
            <a:prstGeom prst="rect">
              <a:avLst/>
            </a:prstGeom>
          </p:spPr>
        </p:pic>
        <p:pic>
          <p:nvPicPr>
            <p:cNvPr id="69" name="object 66">
              <a:extLst>
                <a:ext uri="{FF2B5EF4-FFF2-40B4-BE49-F238E27FC236}">
                  <a16:creationId xmlns:a16="http://schemas.microsoft.com/office/drawing/2014/main" id="{C3B7686B-329A-0EB4-BB22-46D719741520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647607" y="2202868"/>
              <a:ext cx="378228" cy="378228"/>
            </a:xfrm>
            <a:prstGeom prst="rect">
              <a:avLst/>
            </a:prstGeom>
          </p:spPr>
        </p:pic>
        <p:pic>
          <p:nvPicPr>
            <p:cNvPr id="70" name="object 67">
              <a:extLst>
                <a:ext uri="{FF2B5EF4-FFF2-40B4-BE49-F238E27FC236}">
                  <a16:creationId xmlns:a16="http://schemas.microsoft.com/office/drawing/2014/main" id="{5BBD0244-05EA-B418-9594-B56433035CF9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715018" y="2249335"/>
              <a:ext cx="241058" cy="241007"/>
            </a:xfrm>
            <a:prstGeom prst="rect">
              <a:avLst/>
            </a:prstGeom>
          </p:spPr>
        </p:pic>
        <p:sp>
          <p:nvSpPr>
            <p:cNvPr id="71" name="object 68">
              <a:extLst>
                <a:ext uri="{FF2B5EF4-FFF2-40B4-BE49-F238E27FC236}">
                  <a16:creationId xmlns:a16="http://schemas.microsoft.com/office/drawing/2014/main" id="{A2723561-14D6-80F8-2413-27D63066730C}"/>
                </a:ext>
              </a:extLst>
            </p:cNvPr>
            <p:cNvSpPr/>
            <p:nvPr/>
          </p:nvSpPr>
          <p:spPr>
            <a:xfrm>
              <a:off x="2715018" y="224933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69">
              <a:extLst>
                <a:ext uri="{FF2B5EF4-FFF2-40B4-BE49-F238E27FC236}">
                  <a16:creationId xmlns:a16="http://schemas.microsoft.com/office/drawing/2014/main" id="{09A94BDC-4BA7-E00A-B52B-A960B55F7200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26321" y="2331722"/>
              <a:ext cx="374072" cy="378228"/>
            </a:xfrm>
            <a:prstGeom prst="rect">
              <a:avLst/>
            </a:prstGeom>
          </p:spPr>
        </p:pic>
        <p:pic>
          <p:nvPicPr>
            <p:cNvPr id="73" name="object 70">
              <a:extLst>
                <a:ext uri="{FF2B5EF4-FFF2-40B4-BE49-F238E27FC236}">
                  <a16:creationId xmlns:a16="http://schemas.microsoft.com/office/drawing/2014/main" id="{75C2E5AA-82C8-CA23-F88B-B5B0C4CAA123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892640" y="2376182"/>
              <a:ext cx="241046" cy="241007"/>
            </a:xfrm>
            <a:prstGeom prst="rect">
              <a:avLst/>
            </a:prstGeom>
          </p:spPr>
        </p:pic>
        <p:sp>
          <p:nvSpPr>
            <p:cNvPr id="74" name="object 71">
              <a:extLst>
                <a:ext uri="{FF2B5EF4-FFF2-40B4-BE49-F238E27FC236}">
                  <a16:creationId xmlns:a16="http://schemas.microsoft.com/office/drawing/2014/main" id="{52416D72-713C-6AAC-CF24-3D4EA1937692}"/>
                </a:ext>
              </a:extLst>
            </p:cNvPr>
            <p:cNvSpPr/>
            <p:nvPr/>
          </p:nvSpPr>
          <p:spPr>
            <a:xfrm>
              <a:off x="2892640" y="237618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2">
              <a:extLst>
                <a:ext uri="{FF2B5EF4-FFF2-40B4-BE49-F238E27FC236}">
                  <a16:creationId xmlns:a16="http://schemas.microsoft.com/office/drawing/2014/main" id="{3754B597-5F5A-3142-91BF-97CC696F0FCE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33407" y="2369123"/>
              <a:ext cx="374072" cy="378228"/>
            </a:xfrm>
            <a:prstGeom prst="rect">
              <a:avLst/>
            </a:prstGeom>
          </p:spPr>
        </p:pic>
        <p:pic>
          <p:nvPicPr>
            <p:cNvPr id="76" name="object 73">
              <a:extLst>
                <a:ext uri="{FF2B5EF4-FFF2-40B4-BE49-F238E27FC236}">
                  <a16:creationId xmlns:a16="http://schemas.microsoft.com/office/drawing/2014/main" id="{ABAA3AC8-0F74-4AD4-1422-D347F29A3592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00120" y="2414232"/>
              <a:ext cx="241046" cy="241007"/>
            </a:xfrm>
            <a:prstGeom prst="rect">
              <a:avLst/>
            </a:prstGeom>
          </p:spPr>
        </p:pic>
        <p:sp>
          <p:nvSpPr>
            <p:cNvPr id="77" name="object 74">
              <a:extLst>
                <a:ext uri="{FF2B5EF4-FFF2-40B4-BE49-F238E27FC236}">
                  <a16:creationId xmlns:a16="http://schemas.microsoft.com/office/drawing/2014/main" id="{F1474A4E-670D-F112-CA78-C584B0163CDE}"/>
                </a:ext>
              </a:extLst>
            </p:cNvPr>
            <p:cNvSpPr/>
            <p:nvPr/>
          </p:nvSpPr>
          <p:spPr>
            <a:xfrm>
              <a:off x="3400120" y="241423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5">
              <a:extLst>
                <a:ext uri="{FF2B5EF4-FFF2-40B4-BE49-F238E27FC236}">
                  <a16:creationId xmlns:a16="http://schemas.microsoft.com/office/drawing/2014/main" id="{0CBF73FB-E40E-1262-F092-E412B248F57E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11879" y="2065708"/>
              <a:ext cx="378228" cy="378228"/>
            </a:xfrm>
            <a:prstGeom prst="rect">
              <a:avLst/>
            </a:prstGeom>
          </p:spPr>
        </p:pic>
        <p:pic>
          <p:nvPicPr>
            <p:cNvPr id="79" name="object 76">
              <a:extLst>
                <a:ext uri="{FF2B5EF4-FFF2-40B4-BE49-F238E27FC236}">
                  <a16:creationId xmlns:a16="http://schemas.microsoft.com/office/drawing/2014/main" id="{75138B11-9E5A-0FDC-493B-0667CE1F191F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79228" y="2109800"/>
              <a:ext cx="241058" cy="241007"/>
            </a:xfrm>
            <a:prstGeom prst="rect">
              <a:avLst/>
            </a:prstGeom>
          </p:spPr>
        </p:pic>
        <p:pic>
          <p:nvPicPr>
            <p:cNvPr id="80" name="object 77">
              <a:extLst>
                <a:ext uri="{FF2B5EF4-FFF2-40B4-BE49-F238E27FC236}">
                  <a16:creationId xmlns:a16="http://schemas.microsoft.com/office/drawing/2014/main" id="{78FB1EBA-E64B-3A24-448F-0B79D60DCAD7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674470" y="2105043"/>
              <a:ext cx="250567" cy="250521"/>
            </a:xfrm>
            <a:prstGeom prst="rect">
              <a:avLst/>
            </a:prstGeom>
          </p:spPr>
        </p:pic>
        <p:pic>
          <p:nvPicPr>
            <p:cNvPr id="81" name="object 78">
              <a:extLst>
                <a:ext uri="{FF2B5EF4-FFF2-40B4-BE49-F238E27FC236}">
                  <a16:creationId xmlns:a16="http://schemas.microsoft.com/office/drawing/2014/main" id="{1EFA8496-5BEC-C3B7-8E20-E1EDD0B1E7E8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117265" y="1708266"/>
              <a:ext cx="378228" cy="378228"/>
            </a:xfrm>
            <a:prstGeom prst="rect">
              <a:avLst/>
            </a:prstGeom>
          </p:spPr>
        </p:pic>
        <p:pic>
          <p:nvPicPr>
            <p:cNvPr id="82" name="object 79">
              <a:extLst>
                <a:ext uri="{FF2B5EF4-FFF2-40B4-BE49-F238E27FC236}">
                  <a16:creationId xmlns:a16="http://schemas.microsoft.com/office/drawing/2014/main" id="{A0349541-99D0-D335-9C1A-3D1C95EA36EB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184436" y="1754632"/>
              <a:ext cx="241058" cy="241007"/>
            </a:xfrm>
            <a:prstGeom prst="rect">
              <a:avLst/>
            </a:prstGeom>
          </p:spPr>
        </p:pic>
        <p:sp>
          <p:nvSpPr>
            <p:cNvPr id="83" name="object 80">
              <a:extLst>
                <a:ext uri="{FF2B5EF4-FFF2-40B4-BE49-F238E27FC236}">
                  <a16:creationId xmlns:a16="http://schemas.microsoft.com/office/drawing/2014/main" id="{B93585B0-EB77-CC0D-72D4-5E13CE7B5BEC}"/>
                </a:ext>
              </a:extLst>
            </p:cNvPr>
            <p:cNvSpPr/>
            <p:nvPr/>
          </p:nvSpPr>
          <p:spPr>
            <a:xfrm>
              <a:off x="3184435" y="175463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1">
              <a:extLst>
                <a:ext uri="{FF2B5EF4-FFF2-40B4-BE49-F238E27FC236}">
                  <a16:creationId xmlns:a16="http://schemas.microsoft.com/office/drawing/2014/main" id="{F479DB29-7131-6961-7808-BC9135CB8853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266897" y="2115593"/>
              <a:ext cx="378228" cy="378228"/>
            </a:xfrm>
            <a:prstGeom prst="rect">
              <a:avLst/>
            </a:prstGeom>
          </p:spPr>
        </p:pic>
        <p:pic>
          <p:nvPicPr>
            <p:cNvPr id="85" name="object 82">
              <a:extLst>
                <a:ext uri="{FF2B5EF4-FFF2-40B4-BE49-F238E27FC236}">
                  <a16:creationId xmlns:a16="http://schemas.microsoft.com/office/drawing/2014/main" id="{1B07A8EB-0FD3-2737-6A80-C6D93AA4B4BB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336683" y="2160536"/>
              <a:ext cx="241046" cy="241007"/>
            </a:xfrm>
            <a:prstGeom prst="rect">
              <a:avLst/>
            </a:prstGeom>
          </p:spPr>
        </p:pic>
        <p:sp>
          <p:nvSpPr>
            <p:cNvPr id="86" name="object 83">
              <a:extLst>
                <a:ext uri="{FF2B5EF4-FFF2-40B4-BE49-F238E27FC236}">
                  <a16:creationId xmlns:a16="http://schemas.microsoft.com/office/drawing/2014/main" id="{C576BDDE-2347-9510-3F9F-61E47686F637}"/>
                </a:ext>
              </a:extLst>
            </p:cNvPr>
            <p:cNvSpPr/>
            <p:nvPr/>
          </p:nvSpPr>
          <p:spPr>
            <a:xfrm>
              <a:off x="3336683" y="21605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4">
              <a:extLst>
                <a:ext uri="{FF2B5EF4-FFF2-40B4-BE49-F238E27FC236}">
                  <a16:creationId xmlns:a16="http://schemas.microsoft.com/office/drawing/2014/main" id="{5A8C8872-E463-FA5D-E653-213AB38BFE74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975952" y="2177938"/>
              <a:ext cx="378228" cy="378228"/>
            </a:xfrm>
            <a:prstGeom prst="rect">
              <a:avLst/>
            </a:prstGeom>
          </p:spPr>
        </p:pic>
        <p:pic>
          <p:nvPicPr>
            <p:cNvPr id="88" name="object 85">
              <a:extLst>
                <a:ext uri="{FF2B5EF4-FFF2-40B4-BE49-F238E27FC236}">
                  <a16:creationId xmlns:a16="http://schemas.microsoft.com/office/drawing/2014/main" id="{B407981D-D076-26D9-DD1A-537B52F5699A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044876" y="2223960"/>
              <a:ext cx="241058" cy="241007"/>
            </a:xfrm>
            <a:prstGeom prst="rect">
              <a:avLst/>
            </a:prstGeom>
          </p:spPr>
        </p:pic>
        <p:sp>
          <p:nvSpPr>
            <p:cNvPr id="89" name="object 86">
              <a:extLst>
                <a:ext uri="{FF2B5EF4-FFF2-40B4-BE49-F238E27FC236}">
                  <a16:creationId xmlns:a16="http://schemas.microsoft.com/office/drawing/2014/main" id="{B3133FF2-4F38-E39E-B652-126F1BBBA68B}"/>
                </a:ext>
              </a:extLst>
            </p:cNvPr>
            <p:cNvSpPr/>
            <p:nvPr/>
          </p:nvSpPr>
          <p:spPr>
            <a:xfrm>
              <a:off x="3044875" y="222396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87">
              <a:extLst>
                <a:ext uri="{FF2B5EF4-FFF2-40B4-BE49-F238E27FC236}">
                  <a16:creationId xmlns:a16="http://schemas.microsoft.com/office/drawing/2014/main" id="{10BD1F19-7043-4B50-F4CF-A218030815B4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167151" y="2281840"/>
              <a:ext cx="378228" cy="374072"/>
            </a:xfrm>
            <a:prstGeom prst="rect">
              <a:avLst/>
            </a:prstGeom>
          </p:spPr>
        </p:pic>
        <p:pic>
          <p:nvPicPr>
            <p:cNvPr id="91" name="object 88">
              <a:extLst>
                <a:ext uri="{FF2B5EF4-FFF2-40B4-BE49-F238E27FC236}">
                  <a16:creationId xmlns:a16="http://schemas.microsoft.com/office/drawing/2014/main" id="{3697266A-8BC3-C74C-62BC-3911B98565EE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235185" y="2325446"/>
              <a:ext cx="241058" cy="241007"/>
            </a:xfrm>
            <a:prstGeom prst="rect">
              <a:avLst/>
            </a:prstGeom>
          </p:spPr>
        </p:pic>
        <p:sp>
          <p:nvSpPr>
            <p:cNvPr id="92" name="object 89">
              <a:extLst>
                <a:ext uri="{FF2B5EF4-FFF2-40B4-BE49-F238E27FC236}">
                  <a16:creationId xmlns:a16="http://schemas.microsoft.com/office/drawing/2014/main" id="{2C22BDD7-FBF2-D2FF-3BF4-BD908AD369E9}"/>
                </a:ext>
              </a:extLst>
            </p:cNvPr>
            <p:cNvSpPr/>
            <p:nvPr/>
          </p:nvSpPr>
          <p:spPr>
            <a:xfrm>
              <a:off x="3235185" y="232544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0">
              <a:extLst>
                <a:ext uri="{FF2B5EF4-FFF2-40B4-BE49-F238E27FC236}">
                  <a16:creationId xmlns:a16="http://schemas.microsoft.com/office/drawing/2014/main" id="{AED0B24C-683A-2A90-2D8D-A02CDD4F4395}"/>
                </a:ext>
              </a:extLst>
            </p:cNvPr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038297" y="2610195"/>
              <a:ext cx="378228" cy="378228"/>
            </a:xfrm>
            <a:prstGeom prst="rect">
              <a:avLst/>
            </a:prstGeom>
          </p:spPr>
        </p:pic>
        <p:pic>
          <p:nvPicPr>
            <p:cNvPr id="94" name="object 91">
              <a:extLst>
                <a:ext uri="{FF2B5EF4-FFF2-40B4-BE49-F238E27FC236}">
                  <a16:creationId xmlns:a16="http://schemas.microsoft.com/office/drawing/2014/main" id="{2BF6FDD3-4C16-8469-9E4F-9C0B30DD3019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108312" y="2655239"/>
              <a:ext cx="241058" cy="241007"/>
            </a:xfrm>
            <a:prstGeom prst="rect">
              <a:avLst/>
            </a:prstGeom>
          </p:spPr>
        </p:pic>
        <p:sp>
          <p:nvSpPr>
            <p:cNvPr id="95" name="object 92">
              <a:extLst>
                <a:ext uri="{FF2B5EF4-FFF2-40B4-BE49-F238E27FC236}">
                  <a16:creationId xmlns:a16="http://schemas.microsoft.com/office/drawing/2014/main" id="{3A313955-E193-4091-E267-6075A810B010}"/>
                </a:ext>
              </a:extLst>
            </p:cNvPr>
            <p:cNvSpPr/>
            <p:nvPr/>
          </p:nvSpPr>
          <p:spPr>
            <a:xfrm>
              <a:off x="3108312" y="265523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3">
            <a:extLst>
              <a:ext uri="{FF2B5EF4-FFF2-40B4-BE49-F238E27FC236}">
                <a16:creationId xmlns:a16="http://schemas.microsoft.com/office/drawing/2014/main" id="{4ED06581-C55C-491D-A6FB-D8D7ED399FE7}"/>
              </a:ext>
            </a:extLst>
          </p:cNvPr>
          <p:cNvSpPr txBox="1"/>
          <p:nvPr/>
        </p:nvSpPr>
        <p:spPr>
          <a:xfrm>
            <a:off x="4455667" y="1711490"/>
            <a:ext cx="1899285" cy="449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30"/>
              </a:spcBef>
            </a:pPr>
            <a:r>
              <a:rPr sz="2400" dirty="0">
                <a:solidFill>
                  <a:srgbClr val="85BD05"/>
                </a:solidFill>
                <a:latin typeface="Arial MT"/>
                <a:cs typeface="Arial MT"/>
              </a:rPr>
              <a:t>Green</a:t>
            </a:r>
            <a:r>
              <a:rPr sz="2400" spc="40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more </a:t>
            </a:r>
            <a:r>
              <a:rPr sz="2400" spc="-10" dirty="0">
                <a:latin typeface="Arial MT"/>
                <a:cs typeface="Arial MT"/>
              </a:rPr>
              <a:t>responsibility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35"/>
              </a:spcBef>
            </a:pPr>
            <a:endParaRPr sz="2400">
              <a:latin typeface="Arial MT"/>
              <a:cs typeface="Arial MT"/>
            </a:endParaRPr>
          </a:p>
          <a:p>
            <a:pPr marL="12700" marR="62230">
              <a:lnSpc>
                <a:spcPct val="98800"/>
              </a:lnSpc>
            </a:pPr>
            <a:r>
              <a:rPr sz="2400" dirty="0">
                <a:solidFill>
                  <a:srgbClr val="118CC4"/>
                </a:solidFill>
                <a:latin typeface="Arial MT"/>
                <a:cs typeface="Arial MT"/>
              </a:rPr>
              <a:t>Blue</a:t>
            </a:r>
            <a:r>
              <a:rPr sz="2400" spc="-25" dirty="0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more </a:t>
            </a:r>
            <a:r>
              <a:rPr sz="2400" spc="-10" dirty="0">
                <a:latin typeface="Arial MT"/>
                <a:cs typeface="Arial MT"/>
              </a:rPr>
              <a:t>responsibility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400">
              <a:latin typeface="Arial MT"/>
              <a:cs typeface="Arial MT"/>
            </a:endParaRPr>
          </a:p>
          <a:p>
            <a:pPr marL="12700" marR="62230">
              <a:lnSpc>
                <a:spcPct val="98800"/>
              </a:lnSpc>
            </a:pP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U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n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c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e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r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t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i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n</a:t>
            </a:r>
            <a:r>
              <a:rPr sz="2400" spc="-10" dirty="0">
                <a:latin typeface="Arial MT"/>
                <a:cs typeface="Arial MT"/>
              </a:rPr>
              <a:t>… split responsibility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7" name="object 94">
            <a:extLst>
              <a:ext uri="{FF2B5EF4-FFF2-40B4-BE49-F238E27FC236}">
                <a16:creationId xmlns:a16="http://schemas.microsoft.com/office/drawing/2014/main" id="{9A9C55CB-125B-133B-2CF1-F6E316D3B992}"/>
              </a:ext>
            </a:extLst>
          </p:cNvPr>
          <p:cNvGrpSpPr/>
          <p:nvPr/>
        </p:nvGrpSpPr>
        <p:grpSpPr>
          <a:xfrm>
            <a:off x="735847" y="4887723"/>
            <a:ext cx="3298825" cy="1484630"/>
            <a:chOff x="735847" y="4887723"/>
            <a:chExt cx="3298825" cy="1484630"/>
          </a:xfrm>
        </p:grpSpPr>
        <p:sp>
          <p:nvSpPr>
            <p:cNvPr id="98" name="object 95">
              <a:extLst>
                <a:ext uri="{FF2B5EF4-FFF2-40B4-BE49-F238E27FC236}">
                  <a16:creationId xmlns:a16="http://schemas.microsoft.com/office/drawing/2014/main" id="{862AFB80-E2C5-8C8E-DFF7-A587B6DE7121}"/>
                </a:ext>
              </a:extLst>
            </p:cNvPr>
            <p:cNvSpPr/>
            <p:nvPr/>
          </p:nvSpPr>
          <p:spPr>
            <a:xfrm>
              <a:off x="748532" y="4900409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30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7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1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1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7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6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2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1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2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4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3"/>
                  </a:lnTo>
                  <a:lnTo>
                    <a:pt x="551421" y="1411894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2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2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6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6">
              <a:extLst>
                <a:ext uri="{FF2B5EF4-FFF2-40B4-BE49-F238E27FC236}">
                  <a16:creationId xmlns:a16="http://schemas.microsoft.com/office/drawing/2014/main" id="{EFFB8696-CA55-003E-85A9-7192A32710A3}"/>
                </a:ext>
              </a:extLst>
            </p:cNvPr>
            <p:cNvSpPr/>
            <p:nvPr/>
          </p:nvSpPr>
          <p:spPr>
            <a:xfrm>
              <a:off x="2435910" y="4913096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29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7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1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1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7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6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2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1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2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4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3"/>
                  </a:lnTo>
                  <a:lnTo>
                    <a:pt x="551421" y="1411894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2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2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6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97">
              <a:extLst>
                <a:ext uri="{FF2B5EF4-FFF2-40B4-BE49-F238E27FC236}">
                  <a16:creationId xmlns:a16="http://schemas.microsoft.com/office/drawing/2014/main" id="{39AD4101-BDFD-493A-F61A-E03ACCB19A6A}"/>
                </a:ext>
              </a:extLst>
            </p:cNvPr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22217" y="4958543"/>
              <a:ext cx="378228" cy="374072"/>
            </a:xfrm>
            <a:prstGeom prst="rect">
              <a:avLst/>
            </a:prstGeom>
          </p:spPr>
        </p:pic>
        <p:pic>
          <p:nvPicPr>
            <p:cNvPr id="101" name="object 98">
              <a:extLst>
                <a:ext uri="{FF2B5EF4-FFF2-40B4-BE49-F238E27FC236}">
                  <a16:creationId xmlns:a16="http://schemas.microsoft.com/office/drawing/2014/main" id="{91FEC389-2646-59D9-DC93-DC5082C559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578" y="5001894"/>
              <a:ext cx="241048" cy="241007"/>
            </a:xfrm>
            <a:prstGeom prst="rect">
              <a:avLst/>
            </a:prstGeom>
          </p:spPr>
        </p:pic>
        <p:pic>
          <p:nvPicPr>
            <p:cNvPr id="102" name="object 99">
              <a:extLst>
                <a:ext uri="{FF2B5EF4-FFF2-40B4-BE49-F238E27FC236}">
                  <a16:creationId xmlns:a16="http://schemas.microsoft.com/office/drawing/2014/main" id="{CAC7B23F-4FF7-5059-70C1-348F7AD3C4A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7821" y="4997137"/>
              <a:ext cx="250567" cy="250521"/>
            </a:xfrm>
            <a:prstGeom prst="rect">
              <a:avLst/>
            </a:prstGeom>
          </p:spPr>
        </p:pic>
        <p:pic>
          <p:nvPicPr>
            <p:cNvPr id="103" name="object 100">
              <a:extLst>
                <a:ext uri="{FF2B5EF4-FFF2-40B4-BE49-F238E27FC236}">
                  <a16:creationId xmlns:a16="http://schemas.microsoft.com/office/drawing/2014/main" id="{6CF204C9-A484-855D-CD52-B4C428377251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165464" y="5390803"/>
              <a:ext cx="423948" cy="423948"/>
            </a:xfrm>
            <a:prstGeom prst="rect">
              <a:avLst/>
            </a:prstGeom>
          </p:spPr>
        </p:pic>
        <p:pic>
          <p:nvPicPr>
            <p:cNvPr id="104" name="object 101">
              <a:extLst>
                <a:ext uri="{FF2B5EF4-FFF2-40B4-BE49-F238E27FC236}">
                  <a16:creationId xmlns:a16="http://schemas.microsoft.com/office/drawing/2014/main" id="{5A1EFAED-E4AB-207B-C050-3E7DFE8474A6}"/>
                </a:ext>
              </a:extLst>
            </p:cNvPr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258288" y="5458536"/>
              <a:ext cx="241046" cy="241007"/>
            </a:xfrm>
            <a:prstGeom prst="rect">
              <a:avLst/>
            </a:prstGeom>
          </p:spPr>
        </p:pic>
        <p:sp>
          <p:nvSpPr>
            <p:cNvPr id="105" name="object 102">
              <a:extLst>
                <a:ext uri="{FF2B5EF4-FFF2-40B4-BE49-F238E27FC236}">
                  <a16:creationId xmlns:a16="http://schemas.microsoft.com/office/drawing/2014/main" id="{9BEFDA58-644B-D40F-E447-ED44E75B516B}"/>
                </a:ext>
              </a:extLst>
            </p:cNvPr>
            <p:cNvSpPr/>
            <p:nvPr/>
          </p:nvSpPr>
          <p:spPr>
            <a:xfrm>
              <a:off x="2258288" y="54585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19028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3">
              <a:extLst>
                <a:ext uri="{FF2B5EF4-FFF2-40B4-BE49-F238E27FC236}">
                  <a16:creationId xmlns:a16="http://schemas.microsoft.com/office/drawing/2014/main" id="{0ED7717A-C222-AA5C-188B-C3D62EB3286E}"/>
                </a:ext>
              </a:extLst>
            </p:cNvPr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04352" y="5033355"/>
              <a:ext cx="378228" cy="378228"/>
            </a:xfrm>
            <a:prstGeom prst="rect">
              <a:avLst/>
            </a:prstGeom>
          </p:spPr>
        </p:pic>
        <p:pic>
          <p:nvPicPr>
            <p:cNvPr id="107" name="object 104">
              <a:extLst>
                <a:ext uri="{FF2B5EF4-FFF2-40B4-BE49-F238E27FC236}">
                  <a16:creationId xmlns:a16="http://schemas.microsoft.com/office/drawing/2014/main" id="{BA0C2790-0014-9910-01B8-AF16CEBD601F}"/>
                </a:ext>
              </a:extLst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74685" y="5077993"/>
              <a:ext cx="241046" cy="241007"/>
            </a:xfrm>
            <a:prstGeom prst="rect">
              <a:avLst/>
            </a:prstGeom>
          </p:spPr>
        </p:pic>
        <p:sp>
          <p:nvSpPr>
            <p:cNvPr id="108" name="object 105">
              <a:extLst>
                <a:ext uri="{FF2B5EF4-FFF2-40B4-BE49-F238E27FC236}">
                  <a16:creationId xmlns:a16="http://schemas.microsoft.com/office/drawing/2014/main" id="{A556F50C-6AEA-F597-3741-B8778F06B55A}"/>
                </a:ext>
              </a:extLst>
            </p:cNvPr>
            <p:cNvSpPr/>
            <p:nvPr/>
          </p:nvSpPr>
          <p:spPr>
            <a:xfrm>
              <a:off x="1674685" y="507799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6">
              <a:extLst>
                <a:ext uri="{FF2B5EF4-FFF2-40B4-BE49-F238E27FC236}">
                  <a16:creationId xmlns:a16="http://schemas.microsoft.com/office/drawing/2014/main" id="{04985BBA-6142-6B30-0ED6-E02249B287A7}"/>
                </a:ext>
              </a:extLst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76007" y="5108171"/>
              <a:ext cx="378228" cy="378228"/>
            </a:xfrm>
            <a:prstGeom prst="rect">
              <a:avLst/>
            </a:prstGeom>
          </p:spPr>
        </p:pic>
        <p:pic>
          <p:nvPicPr>
            <p:cNvPr id="110" name="object 107">
              <a:extLst>
                <a:ext uri="{FF2B5EF4-FFF2-40B4-BE49-F238E27FC236}">
                  <a16:creationId xmlns:a16="http://schemas.microsoft.com/office/drawing/2014/main" id="{B469DFC6-428B-5FE3-5F39-637EB74EDE5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4828" y="5154104"/>
              <a:ext cx="241046" cy="241007"/>
            </a:xfrm>
            <a:prstGeom prst="rect">
              <a:avLst/>
            </a:prstGeom>
          </p:spPr>
        </p:pic>
        <p:sp>
          <p:nvSpPr>
            <p:cNvPr id="111" name="object 108">
              <a:extLst>
                <a:ext uri="{FF2B5EF4-FFF2-40B4-BE49-F238E27FC236}">
                  <a16:creationId xmlns:a16="http://schemas.microsoft.com/office/drawing/2014/main" id="{7618EAFB-D546-7141-978B-6F2F992620D2}"/>
                </a:ext>
              </a:extLst>
            </p:cNvPr>
            <p:cNvSpPr/>
            <p:nvPr/>
          </p:nvSpPr>
          <p:spPr>
            <a:xfrm>
              <a:off x="1344828" y="51541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09">
              <a:extLst>
                <a:ext uri="{FF2B5EF4-FFF2-40B4-BE49-F238E27FC236}">
                  <a16:creationId xmlns:a16="http://schemas.microsoft.com/office/drawing/2014/main" id="{5450B032-5A7F-9176-4D0F-D6BBFD6F8B00}"/>
                </a:ext>
              </a:extLst>
            </p:cNvPr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645920" y="5311832"/>
              <a:ext cx="378228" cy="378228"/>
            </a:xfrm>
            <a:prstGeom prst="rect">
              <a:avLst/>
            </a:prstGeom>
          </p:spPr>
        </p:pic>
        <p:pic>
          <p:nvPicPr>
            <p:cNvPr id="113" name="object 110">
              <a:extLst>
                <a:ext uri="{FF2B5EF4-FFF2-40B4-BE49-F238E27FC236}">
                  <a16:creationId xmlns:a16="http://schemas.microsoft.com/office/drawing/2014/main" id="{FDE6D256-E2A8-57C2-F51B-B7D1BCC9577E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712747" y="5357063"/>
              <a:ext cx="241046" cy="241004"/>
            </a:xfrm>
            <a:prstGeom prst="rect">
              <a:avLst/>
            </a:prstGeom>
          </p:spPr>
        </p:pic>
        <p:sp>
          <p:nvSpPr>
            <p:cNvPr id="114" name="object 111">
              <a:extLst>
                <a:ext uri="{FF2B5EF4-FFF2-40B4-BE49-F238E27FC236}">
                  <a16:creationId xmlns:a16="http://schemas.microsoft.com/office/drawing/2014/main" id="{A494F850-4440-82E3-9399-969DF093FB5D}"/>
                </a:ext>
              </a:extLst>
            </p:cNvPr>
            <p:cNvSpPr/>
            <p:nvPr/>
          </p:nvSpPr>
          <p:spPr>
            <a:xfrm>
              <a:off x="1712747" y="535706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2">
              <a:extLst>
                <a:ext uri="{FF2B5EF4-FFF2-40B4-BE49-F238E27FC236}">
                  <a16:creationId xmlns:a16="http://schemas.microsoft.com/office/drawing/2014/main" id="{0051F8EE-B55A-552F-0D0D-1094D87D9D3F}"/>
                </a:ext>
              </a:extLst>
            </p:cNvPr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72342" y="5261955"/>
              <a:ext cx="378228" cy="378228"/>
            </a:xfrm>
            <a:prstGeom prst="rect">
              <a:avLst/>
            </a:prstGeom>
          </p:spPr>
        </p:pic>
        <p:pic>
          <p:nvPicPr>
            <p:cNvPr id="116" name="object 113">
              <a:extLst>
                <a:ext uri="{FF2B5EF4-FFF2-40B4-BE49-F238E27FC236}">
                  <a16:creationId xmlns:a16="http://schemas.microsoft.com/office/drawing/2014/main" id="{834000E9-B18D-F43C-E394-E9597451221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1830" y="5306326"/>
              <a:ext cx="241047" cy="241007"/>
            </a:xfrm>
            <a:prstGeom prst="rect">
              <a:avLst/>
            </a:prstGeom>
          </p:spPr>
        </p:pic>
        <p:sp>
          <p:nvSpPr>
            <p:cNvPr id="117" name="object 114">
              <a:extLst>
                <a:ext uri="{FF2B5EF4-FFF2-40B4-BE49-F238E27FC236}">
                  <a16:creationId xmlns:a16="http://schemas.microsoft.com/office/drawing/2014/main" id="{9BD88E3C-AF01-06AB-E19C-A08E67FF9C91}"/>
                </a:ext>
              </a:extLst>
            </p:cNvPr>
            <p:cNvSpPr/>
            <p:nvPr/>
          </p:nvSpPr>
          <p:spPr>
            <a:xfrm>
              <a:off x="1141830" y="530632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5">
              <a:extLst>
                <a:ext uri="{FF2B5EF4-FFF2-40B4-BE49-F238E27FC236}">
                  <a16:creationId xmlns:a16="http://schemas.microsoft.com/office/drawing/2014/main" id="{2CD989B7-3E98-8A86-E983-777F51C66E54}"/>
                </a:ext>
              </a:extLst>
            </p:cNvPr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429791" y="5411585"/>
              <a:ext cx="378228" cy="378228"/>
            </a:xfrm>
            <a:prstGeom prst="rect">
              <a:avLst/>
            </a:prstGeom>
          </p:spPr>
        </p:pic>
        <p:pic>
          <p:nvPicPr>
            <p:cNvPr id="119" name="object 116">
              <a:extLst>
                <a:ext uri="{FF2B5EF4-FFF2-40B4-BE49-F238E27FC236}">
                  <a16:creationId xmlns:a16="http://schemas.microsoft.com/office/drawing/2014/main" id="{7B6230D1-6A50-720F-E7B8-08C1781BE6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063" y="5458536"/>
              <a:ext cx="241058" cy="241007"/>
            </a:xfrm>
            <a:prstGeom prst="rect">
              <a:avLst/>
            </a:prstGeom>
          </p:spPr>
        </p:pic>
        <p:sp>
          <p:nvSpPr>
            <p:cNvPr id="120" name="object 117">
              <a:extLst>
                <a:ext uri="{FF2B5EF4-FFF2-40B4-BE49-F238E27FC236}">
                  <a16:creationId xmlns:a16="http://schemas.microsoft.com/office/drawing/2014/main" id="{4FD84014-C1CC-9B29-207F-4E20DC444CE5}"/>
                </a:ext>
              </a:extLst>
            </p:cNvPr>
            <p:cNvSpPr/>
            <p:nvPr/>
          </p:nvSpPr>
          <p:spPr>
            <a:xfrm>
              <a:off x="1497063" y="54585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18">
              <a:extLst>
                <a:ext uri="{FF2B5EF4-FFF2-40B4-BE49-F238E27FC236}">
                  <a16:creationId xmlns:a16="http://schemas.microsoft.com/office/drawing/2014/main" id="{CE544F35-DE24-389D-F510-D10E33E604EC}"/>
                </a:ext>
              </a:extLst>
            </p:cNvPr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138843" y="5627716"/>
              <a:ext cx="374072" cy="378228"/>
            </a:xfrm>
            <a:prstGeom prst="rect">
              <a:avLst/>
            </a:prstGeom>
          </p:spPr>
        </p:pic>
        <p:pic>
          <p:nvPicPr>
            <p:cNvPr id="122" name="object 119">
              <a:extLst>
                <a:ext uri="{FF2B5EF4-FFF2-40B4-BE49-F238E27FC236}">
                  <a16:creationId xmlns:a16="http://schemas.microsoft.com/office/drawing/2014/main" id="{BF0CDAA4-8474-89B2-961D-074258D27C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5265" y="5674174"/>
              <a:ext cx="241048" cy="241007"/>
            </a:xfrm>
            <a:prstGeom prst="rect">
              <a:avLst/>
            </a:prstGeom>
          </p:spPr>
        </p:pic>
        <p:sp>
          <p:nvSpPr>
            <p:cNvPr id="123" name="object 120">
              <a:extLst>
                <a:ext uri="{FF2B5EF4-FFF2-40B4-BE49-F238E27FC236}">
                  <a16:creationId xmlns:a16="http://schemas.microsoft.com/office/drawing/2014/main" id="{A3C79996-FF5A-BBF0-08D7-EDC2DB92484E}"/>
                </a:ext>
              </a:extLst>
            </p:cNvPr>
            <p:cNvSpPr/>
            <p:nvPr/>
          </p:nvSpPr>
          <p:spPr>
            <a:xfrm>
              <a:off x="1205265" y="567417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1">
              <a:extLst>
                <a:ext uri="{FF2B5EF4-FFF2-40B4-BE49-F238E27FC236}">
                  <a16:creationId xmlns:a16="http://schemas.microsoft.com/office/drawing/2014/main" id="{599DCA24-04BC-2200-8EAE-DA3CF9FACE57}"/>
                </a:ext>
              </a:extLst>
            </p:cNvPr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645920" y="5665123"/>
              <a:ext cx="378228" cy="378228"/>
            </a:xfrm>
            <a:prstGeom prst="rect">
              <a:avLst/>
            </a:prstGeom>
          </p:spPr>
        </p:pic>
        <p:pic>
          <p:nvPicPr>
            <p:cNvPr id="125" name="object 122">
              <a:extLst>
                <a:ext uri="{FF2B5EF4-FFF2-40B4-BE49-F238E27FC236}">
                  <a16:creationId xmlns:a16="http://schemas.microsoft.com/office/drawing/2014/main" id="{D185C955-2820-CE65-EA9F-BF6D97A0F005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2747" y="5712228"/>
              <a:ext cx="241046" cy="241007"/>
            </a:xfrm>
            <a:prstGeom prst="rect">
              <a:avLst/>
            </a:prstGeom>
          </p:spPr>
        </p:pic>
        <p:sp>
          <p:nvSpPr>
            <p:cNvPr id="126" name="object 123">
              <a:extLst>
                <a:ext uri="{FF2B5EF4-FFF2-40B4-BE49-F238E27FC236}">
                  <a16:creationId xmlns:a16="http://schemas.microsoft.com/office/drawing/2014/main" id="{1948EB1E-903D-FD6F-9265-A373EDBF6BB6}"/>
                </a:ext>
              </a:extLst>
            </p:cNvPr>
            <p:cNvSpPr/>
            <p:nvPr/>
          </p:nvSpPr>
          <p:spPr>
            <a:xfrm>
              <a:off x="1712747" y="571222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4">
              <a:extLst>
                <a:ext uri="{FF2B5EF4-FFF2-40B4-BE49-F238E27FC236}">
                  <a16:creationId xmlns:a16="http://schemas.microsoft.com/office/drawing/2014/main" id="{74C5E53C-F408-477D-E592-6119FE774B49}"/>
                </a:ext>
              </a:extLst>
            </p:cNvPr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31272" y="5465619"/>
              <a:ext cx="378228" cy="374072"/>
            </a:xfrm>
            <a:prstGeom prst="rect">
              <a:avLst/>
            </a:prstGeom>
          </p:spPr>
        </p:pic>
        <p:pic>
          <p:nvPicPr>
            <p:cNvPr id="128" name="object 125">
              <a:extLst>
                <a:ext uri="{FF2B5EF4-FFF2-40B4-BE49-F238E27FC236}">
                  <a16:creationId xmlns:a16="http://schemas.microsoft.com/office/drawing/2014/main" id="{C639ADE9-1011-67F7-0700-DF82E834A0AB}"/>
                </a:ext>
              </a:extLst>
            </p:cNvPr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00777" y="5509272"/>
              <a:ext cx="241052" cy="241010"/>
            </a:xfrm>
            <a:prstGeom prst="rect">
              <a:avLst/>
            </a:prstGeom>
          </p:spPr>
        </p:pic>
        <p:sp>
          <p:nvSpPr>
            <p:cNvPr id="129" name="object 126">
              <a:extLst>
                <a:ext uri="{FF2B5EF4-FFF2-40B4-BE49-F238E27FC236}">
                  <a16:creationId xmlns:a16="http://schemas.microsoft.com/office/drawing/2014/main" id="{7F47B77D-60AC-2986-2E64-598F6A6117F0}"/>
                </a:ext>
              </a:extLst>
            </p:cNvPr>
            <p:cNvSpPr/>
            <p:nvPr/>
          </p:nvSpPr>
          <p:spPr>
            <a:xfrm>
              <a:off x="900777" y="550927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27">
              <a:extLst>
                <a:ext uri="{FF2B5EF4-FFF2-40B4-BE49-F238E27FC236}">
                  <a16:creationId xmlns:a16="http://schemas.microsoft.com/office/drawing/2014/main" id="{D27608C3-90BF-E28E-F03A-3B291B302BB1}"/>
                </a:ext>
              </a:extLst>
            </p:cNvPr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29791" y="5261955"/>
              <a:ext cx="378228" cy="378228"/>
            </a:xfrm>
            <a:prstGeom prst="rect">
              <a:avLst/>
            </a:prstGeom>
          </p:spPr>
        </p:pic>
        <p:pic>
          <p:nvPicPr>
            <p:cNvPr id="131" name="object 128">
              <a:extLst>
                <a:ext uri="{FF2B5EF4-FFF2-40B4-BE49-F238E27FC236}">
                  <a16:creationId xmlns:a16="http://schemas.microsoft.com/office/drawing/2014/main" id="{F6B58531-B1B6-C611-3441-197956FEE58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063" y="5306326"/>
              <a:ext cx="241058" cy="241007"/>
            </a:xfrm>
            <a:prstGeom prst="rect">
              <a:avLst/>
            </a:prstGeom>
          </p:spPr>
        </p:pic>
        <p:sp>
          <p:nvSpPr>
            <p:cNvPr id="132" name="object 129">
              <a:extLst>
                <a:ext uri="{FF2B5EF4-FFF2-40B4-BE49-F238E27FC236}">
                  <a16:creationId xmlns:a16="http://schemas.microsoft.com/office/drawing/2014/main" id="{BC5E8EA6-7E7E-F1C9-B757-9C54E34808F4}"/>
                </a:ext>
              </a:extLst>
            </p:cNvPr>
            <p:cNvSpPr/>
            <p:nvPr/>
          </p:nvSpPr>
          <p:spPr>
            <a:xfrm>
              <a:off x="1497063" y="530632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0">
              <a:extLst>
                <a:ext uri="{FF2B5EF4-FFF2-40B4-BE49-F238E27FC236}">
                  <a16:creationId xmlns:a16="http://schemas.microsoft.com/office/drawing/2014/main" id="{1235B7E2-41B3-B0A7-2764-6D9AE1BBCF38}"/>
                </a:ext>
              </a:extLst>
            </p:cNvPr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79422" y="5411585"/>
              <a:ext cx="378228" cy="378228"/>
            </a:xfrm>
            <a:prstGeom prst="rect">
              <a:avLst/>
            </a:prstGeom>
          </p:spPr>
        </p:pic>
        <p:pic>
          <p:nvPicPr>
            <p:cNvPr id="134" name="object 131">
              <a:extLst>
                <a:ext uri="{FF2B5EF4-FFF2-40B4-BE49-F238E27FC236}">
                  <a16:creationId xmlns:a16="http://schemas.microsoft.com/office/drawing/2014/main" id="{4C545C7F-B2A5-CA65-D033-4946D98C814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9310" y="5458536"/>
              <a:ext cx="241058" cy="241007"/>
            </a:xfrm>
            <a:prstGeom prst="rect">
              <a:avLst/>
            </a:prstGeom>
          </p:spPr>
        </p:pic>
        <p:sp>
          <p:nvSpPr>
            <p:cNvPr id="135" name="object 132">
              <a:extLst>
                <a:ext uri="{FF2B5EF4-FFF2-40B4-BE49-F238E27FC236}">
                  <a16:creationId xmlns:a16="http://schemas.microsoft.com/office/drawing/2014/main" id="{850B011C-83E7-A9C9-3C34-C26853731F9A}"/>
                </a:ext>
              </a:extLst>
            </p:cNvPr>
            <p:cNvSpPr/>
            <p:nvPr/>
          </p:nvSpPr>
          <p:spPr>
            <a:xfrm>
              <a:off x="1649310" y="54585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3">
              <a:extLst>
                <a:ext uri="{FF2B5EF4-FFF2-40B4-BE49-F238E27FC236}">
                  <a16:creationId xmlns:a16="http://schemas.microsoft.com/office/drawing/2014/main" id="{F4EC819E-7338-96F6-1CAE-573B8E66739E}"/>
                </a:ext>
              </a:extLst>
            </p:cNvPr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288478" y="5478087"/>
              <a:ext cx="378228" cy="378228"/>
            </a:xfrm>
            <a:prstGeom prst="rect">
              <a:avLst/>
            </a:prstGeom>
          </p:spPr>
        </p:pic>
        <p:pic>
          <p:nvPicPr>
            <p:cNvPr id="137" name="object 134">
              <a:extLst>
                <a:ext uri="{FF2B5EF4-FFF2-40B4-BE49-F238E27FC236}">
                  <a16:creationId xmlns:a16="http://schemas.microsoft.com/office/drawing/2014/main" id="{E47E7FB8-1073-E76C-430E-60D1F463BD24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7515" y="5521959"/>
              <a:ext cx="241046" cy="241007"/>
            </a:xfrm>
            <a:prstGeom prst="rect">
              <a:avLst/>
            </a:prstGeom>
          </p:spPr>
        </p:pic>
        <p:sp>
          <p:nvSpPr>
            <p:cNvPr id="138" name="object 135">
              <a:extLst>
                <a:ext uri="{FF2B5EF4-FFF2-40B4-BE49-F238E27FC236}">
                  <a16:creationId xmlns:a16="http://schemas.microsoft.com/office/drawing/2014/main" id="{A8F2C8B8-CBDB-4C1F-8B5C-C9C1095AA946}"/>
                </a:ext>
              </a:extLst>
            </p:cNvPr>
            <p:cNvSpPr/>
            <p:nvPr/>
          </p:nvSpPr>
          <p:spPr>
            <a:xfrm>
              <a:off x="1357515" y="552196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6">
              <a:extLst>
                <a:ext uri="{FF2B5EF4-FFF2-40B4-BE49-F238E27FC236}">
                  <a16:creationId xmlns:a16="http://schemas.microsoft.com/office/drawing/2014/main" id="{A93306EA-4FBD-C629-F664-469B0EF50DFD}"/>
                </a:ext>
              </a:extLst>
            </p:cNvPr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392377" y="5769032"/>
              <a:ext cx="374072" cy="378228"/>
            </a:xfrm>
            <a:prstGeom prst="rect">
              <a:avLst/>
            </a:prstGeom>
          </p:spPr>
        </p:pic>
        <p:pic>
          <p:nvPicPr>
            <p:cNvPr id="140" name="object 137">
              <a:extLst>
                <a:ext uri="{FF2B5EF4-FFF2-40B4-BE49-F238E27FC236}">
                  <a16:creationId xmlns:a16="http://schemas.microsoft.com/office/drawing/2014/main" id="{E2F9889E-62C9-9551-5FC0-4FCFB7FCC64D}"/>
                </a:ext>
              </a:extLst>
            </p:cNvPr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459001" y="5813705"/>
              <a:ext cx="241058" cy="241007"/>
            </a:xfrm>
            <a:prstGeom prst="rect">
              <a:avLst/>
            </a:prstGeom>
          </p:spPr>
        </p:pic>
        <p:sp>
          <p:nvSpPr>
            <p:cNvPr id="141" name="object 138">
              <a:extLst>
                <a:ext uri="{FF2B5EF4-FFF2-40B4-BE49-F238E27FC236}">
                  <a16:creationId xmlns:a16="http://schemas.microsoft.com/office/drawing/2014/main" id="{6F05E009-D306-56FE-B9AA-8F99D647A241}"/>
                </a:ext>
              </a:extLst>
            </p:cNvPr>
            <p:cNvSpPr/>
            <p:nvPr/>
          </p:nvSpPr>
          <p:spPr>
            <a:xfrm>
              <a:off x="1459001" y="581370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39">
              <a:extLst>
                <a:ext uri="{FF2B5EF4-FFF2-40B4-BE49-F238E27FC236}">
                  <a16:creationId xmlns:a16="http://schemas.microsoft.com/office/drawing/2014/main" id="{BE74FA64-7578-216A-876B-D8762A871132}"/>
                </a:ext>
              </a:extLst>
            </p:cNvPr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862048" y="5399116"/>
              <a:ext cx="374072" cy="378228"/>
            </a:xfrm>
            <a:prstGeom prst="rect">
              <a:avLst/>
            </a:prstGeom>
          </p:spPr>
        </p:pic>
        <p:pic>
          <p:nvPicPr>
            <p:cNvPr id="143" name="object 140">
              <a:extLst>
                <a:ext uri="{FF2B5EF4-FFF2-40B4-BE49-F238E27FC236}">
                  <a16:creationId xmlns:a16="http://schemas.microsoft.com/office/drawing/2014/main" id="{91F4F19A-B033-F014-B09C-345D1976254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8418" y="5445848"/>
              <a:ext cx="241058" cy="241010"/>
            </a:xfrm>
            <a:prstGeom prst="rect">
              <a:avLst/>
            </a:prstGeom>
          </p:spPr>
        </p:pic>
        <p:sp>
          <p:nvSpPr>
            <p:cNvPr id="144" name="object 141">
              <a:extLst>
                <a:ext uri="{FF2B5EF4-FFF2-40B4-BE49-F238E27FC236}">
                  <a16:creationId xmlns:a16="http://schemas.microsoft.com/office/drawing/2014/main" id="{7CB300F0-6262-337D-BBA2-0DD7E1D07716}"/>
                </a:ext>
              </a:extLst>
            </p:cNvPr>
            <p:cNvSpPr/>
            <p:nvPr/>
          </p:nvSpPr>
          <p:spPr>
            <a:xfrm>
              <a:off x="1928418" y="544584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2">
              <a:extLst>
                <a:ext uri="{FF2B5EF4-FFF2-40B4-BE49-F238E27FC236}">
                  <a16:creationId xmlns:a16="http://schemas.microsoft.com/office/drawing/2014/main" id="{EF49A3AF-D864-FC6D-C165-79B03D2B5302}"/>
                </a:ext>
              </a:extLst>
            </p:cNvPr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809697" y="5020884"/>
              <a:ext cx="378228" cy="378228"/>
            </a:xfrm>
            <a:prstGeom prst="rect">
              <a:avLst/>
            </a:prstGeom>
          </p:spPr>
        </p:pic>
        <p:pic>
          <p:nvPicPr>
            <p:cNvPr id="146" name="object 143">
              <a:extLst>
                <a:ext uri="{FF2B5EF4-FFF2-40B4-BE49-F238E27FC236}">
                  <a16:creationId xmlns:a16="http://schemas.microsoft.com/office/drawing/2014/main" id="{2307291A-47F9-58B4-E568-04A1FBF7FFF6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79953" y="5065319"/>
              <a:ext cx="241046" cy="241007"/>
            </a:xfrm>
            <a:prstGeom prst="rect">
              <a:avLst/>
            </a:prstGeom>
          </p:spPr>
        </p:pic>
        <p:sp>
          <p:nvSpPr>
            <p:cNvPr id="147" name="object 144">
              <a:extLst>
                <a:ext uri="{FF2B5EF4-FFF2-40B4-BE49-F238E27FC236}">
                  <a16:creationId xmlns:a16="http://schemas.microsoft.com/office/drawing/2014/main" id="{C6A5740A-256F-3EB4-007C-FC6C475235AD}"/>
                </a:ext>
              </a:extLst>
            </p:cNvPr>
            <p:cNvSpPr/>
            <p:nvPr/>
          </p:nvSpPr>
          <p:spPr>
            <a:xfrm>
              <a:off x="2879953" y="506531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5">
              <a:extLst>
                <a:ext uri="{FF2B5EF4-FFF2-40B4-BE49-F238E27FC236}">
                  <a16:creationId xmlns:a16="http://schemas.microsoft.com/office/drawing/2014/main" id="{144EB267-CD59-6BBF-64E3-630D4DFC6423}"/>
                </a:ext>
              </a:extLst>
            </p:cNvPr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291840" y="5095699"/>
              <a:ext cx="378228" cy="378228"/>
            </a:xfrm>
            <a:prstGeom prst="rect">
              <a:avLst/>
            </a:prstGeom>
          </p:spPr>
        </p:pic>
        <p:pic>
          <p:nvPicPr>
            <p:cNvPr id="149" name="object 146">
              <a:extLst>
                <a:ext uri="{FF2B5EF4-FFF2-40B4-BE49-F238E27FC236}">
                  <a16:creationId xmlns:a16="http://schemas.microsoft.com/office/drawing/2014/main" id="{91F35CAE-3718-2081-7A6E-B7CF9A953544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362058" y="5141417"/>
              <a:ext cx="241046" cy="241007"/>
            </a:xfrm>
            <a:prstGeom prst="rect">
              <a:avLst/>
            </a:prstGeom>
          </p:spPr>
        </p:pic>
        <p:sp>
          <p:nvSpPr>
            <p:cNvPr id="150" name="object 147">
              <a:extLst>
                <a:ext uri="{FF2B5EF4-FFF2-40B4-BE49-F238E27FC236}">
                  <a16:creationId xmlns:a16="http://schemas.microsoft.com/office/drawing/2014/main" id="{5DF98CB6-6BBA-3B0E-12EF-D47A613E420A}"/>
                </a:ext>
              </a:extLst>
            </p:cNvPr>
            <p:cNvSpPr/>
            <p:nvPr/>
          </p:nvSpPr>
          <p:spPr>
            <a:xfrm>
              <a:off x="3362058" y="514141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48">
              <a:extLst>
                <a:ext uri="{FF2B5EF4-FFF2-40B4-BE49-F238E27FC236}">
                  <a16:creationId xmlns:a16="http://schemas.microsoft.com/office/drawing/2014/main" id="{3F56CD5C-42F0-9683-2A6E-CE800E2D6267}"/>
                </a:ext>
              </a:extLst>
            </p:cNvPr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963481" y="5170515"/>
              <a:ext cx="378228" cy="378228"/>
            </a:xfrm>
            <a:prstGeom prst="rect">
              <a:avLst/>
            </a:prstGeom>
          </p:spPr>
        </p:pic>
        <p:pic>
          <p:nvPicPr>
            <p:cNvPr id="152" name="object 149">
              <a:extLst>
                <a:ext uri="{FF2B5EF4-FFF2-40B4-BE49-F238E27FC236}">
                  <a16:creationId xmlns:a16="http://schemas.microsoft.com/office/drawing/2014/main" id="{52A64CDB-D4CB-671D-AA8D-69A253763AE8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32188" y="5217528"/>
              <a:ext cx="241058" cy="241007"/>
            </a:xfrm>
            <a:prstGeom prst="rect">
              <a:avLst/>
            </a:prstGeom>
          </p:spPr>
        </p:pic>
        <p:sp>
          <p:nvSpPr>
            <p:cNvPr id="153" name="object 150">
              <a:extLst>
                <a:ext uri="{FF2B5EF4-FFF2-40B4-BE49-F238E27FC236}">
                  <a16:creationId xmlns:a16="http://schemas.microsoft.com/office/drawing/2014/main" id="{F72E1936-3360-42BE-4F1D-50E8F53CBF05}"/>
                </a:ext>
              </a:extLst>
            </p:cNvPr>
            <p:cNvSpPr/>
            <p:nvPr/>
          </p:nvSpPr>
          <p:spPr>
            <a:xfrm>
              <a:off x="3032188" y="521752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1">
              <a:extLst>
                <a:ext uri="{FF2B5EF4-FFF2-40B4-BE49-F238E27FC236}">
                  <a16:creationId xmlns:a16="http://schemas.microsoft.com/office/drawing/2014/main" id="{B2D2952C-0B94-358D-8B93-13B9848550E7}"/>
                </a:ext>
              </a:extLst>
            </p:cNvPr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333407" y="5374177"/>
              <a:ext cx="374072" cy="378228"/>
            </a:xfrm>
            <a:prstGeom prst="rect">
              <a:avLst/>
            </a:prstGeom>
          </p:spPr>
        </p:pic>
        <p:pic>
          <p:nvPicPr>
            <p:cNvPr id="155" name="object 152">
              <a:extLst>
                <a:ext uri="{FF2B5EF4-FFF2-40B4-BE49-F238E27FC236}">
                  <a16:creationId xmlns:a16="http://schemas.microsoft.com/office/drawing/2014/main" id="{5DB533EC-7374-C4B0-F61A-4C315D17FE57}"/>
                </a:ext>
              </a:extLst>
            </p:cNvPr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400120" y="5420487"/>
              <a:ext cx="241046" cy="241004"/>
            </a:xfrm>
            <a:prstGeom prst="rect">
              <a:avLst/>
            </a:prstGeom>
          </p:spPr>
        </p:pic>
        <p:sp>
          <p:nvSpPr>
            <p:cNvPr id="156" name="object 153">
              <a:extLst>
                <a:ext uri="{FF2B5EF4-FFF2-40B4-BE49-F238E27FC236}">
                  <a16:creationId xmlns:a16="http://schemas.microsoft.com/office/drawing/2014/main" id="{BBC39510-AD4C-35F9-99C8-833355E368BA}"/>
                </a:ext>
              </a:extLst>
            </p:cNvPr>
            <p:cNvSpPr/>
            <p:nvPr/>
          </p:nvSpPr>
          <p:spPr>
            <a:xfrm>
              <a:off x="3400120" y="542048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4">
              <a:extLst>
                <a:ext uri="{FF2B5EF4-FFF2-40B4-BE49-F238E27FC236}">
                  <a16:creationId xmlns:a16="http://schemas.microsoft.com/office/drawing/2014/main" id="{BF542834-CA02-94D4-6569-890686CD7EAA}"/>
                </a:ext>
              </a:extLst>
            </p:cNvPr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531224" y="5261955"/>
              <a:ext cx="378228" cy="378228"/>
            </a:xfrm>
            <a:prstGeom prst="rect">
              <a:avLst/>
            </a:prstGeom>
          </p:spPr>
        </p:pic>
        <p:pic>
          <p:nvPicPr>
            <p:cNvPr id="158" name="object 155">
              <a:extLst>
                <a:ext uri="{FF2B5EF4-FFF2-40B4-BE49-F238E27FC236}">
                  <a16:creationId xmlns:a16="http://schemas.microsoft.com/office/drawing/2014/main" id="{4C17AE0D-3449-B4B6-8084-C73A9B2AD559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00833" y="5306326"/>
              <a:ext cx="241058" cy="241007"/>
            </a:xfrm>
            <a:prstGeom prst="rect">
              <a:avLst/>
            </a:prstGeom>
          </p:spPr>
        </p:pic>
        <p:pic>
          <p:nvPicPr>
            <p:cNvPr id="159" name="object 156">
              <a:extLst>
                <a:ext uri="{FF2B5EF4-FFF2-40B4-BE49-F238E27FC236}">
                  <a16:creationId xmlns:a16="http://schemas.microsoft.com/office/drawing/2014/main" id="{CB654A70-8064-A6D1-F644-28EF4EF3BCC6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596075" y="5301569"/>
              <a:ext cx="250567" cy="250521"/>
            </a:xfrm>
            <a:prstGeom prst="rect">
              <a:avLst/>
            </a:prstGeom>
          </p:spPr>
        </p:pic>
        <p:pic>
          <p:nvPicPr>
            <p:cNvPr id="160" name="object 157">
              <a:extLst>
                <a:ext uri="{FF2B5EF4-FFF2-40B4-BE49-F238E27FC236}">
                  <a16:creationId xmlns:a16="http://schemas.microsoft.com/office/drawing/2014/main" id="{61F52D24-B6E5-E837-D83E-80E25F0DC343}"/>
                </a:ext>
              </a:extLst>
            </p:cNvPr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647607" y="5565371"/>
              <a:ext cx="378228" cy="378228"/>
            </a:xfrm>
            <a:prstGeom prst="rect">
              <a:avLst/>
            </a:prstGeom>
          </p:spPr>
        </p:pic>
        <p:pic>
          <p:nvPicPr>
            <p:cNvPr id="161" name="object 158">
              <a:extLst>
                <a:ext uri="{FF2B5EF4-FFF2-40B4-BE49-F238E27FC236}">
                  <a16:creationId xmlns:a16="http://schemas.microsoft.com/office/drawing/2014/main" id="{885B5D9B-A8E2-197A-C556-0ED50DE4C44C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715018" y="5610752"/>
              <a:ext cx="241058" cy="241007"/>
            </a:xfrm>
            <a:prstGeom prst="rect">
              <a:avLst/>
            </a:prstGeom>
          </p:spPr>
        </p:pic>
        <p:sp>
          <p:nvSpPr>
            <p:cNvPr id="162" name="object 159">
              <a:extLst>
                <a:ext uri="{FF2B5EF4-FFF2-40B4-BE49-F238E27FC236}">
                  <a16:creationId xmlns:a16="http://schemas.microsoft.com/office/drawing/2014/main" id="{7B33C104-65BB-AB84-4047-22BC4C95544B}"/>
                </a:ext>
              </a:extLst>
            </p:cNvPr>
            <p:cNvSpPr/>
            <p:nvPr/>
          </p:nvSpPr>
          <p:spPr>
            <a:xfrm>
              <a:off x="2715018" y="561075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0">
              <a:extLst>
                <a:ext uri="{FF2B5EF4-FFF2-40B4-BE49-F238E27FC236}">
                  <a16:creationId xmlns:a16="http://schemas.microsoft.com/office/drawing/2014/main" id="{0870EFB1-CE6C-B764-D217-59CD96D31B1F}"/>
                </a:ext>
              </a:extLst>
            </p:cNvPr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826321" y="5694219"/>
              <a:ext cx="374072" cy="374072"/>
            </a:xfrm>
            <a:prstGeom prst="rect">
              <a:avLst/>
            </a:prstGeom>
          </p:spPr>
        </p:pic>
        <p:pic>
          <p:nvPicPr>
            <p:cNvPr id="164" name="object 161">
              <a:extLst>
                <a:ext uri="{FF2B5EF4-FFF2-40B4-BE49-F238E27FC236}">
                  <a16:creationId xmlns:a16="http://schemas.microsoft.com/office/drawing/2014/main" id="{D0F2D91E-20FF-AD00-9AF0-F7322B3EC6BE}"/>
                </a:ext>
              </a:extLst>
            </p:cNvPr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892640" y="5737598"/>
              <a:ext cx="241046" cy="241006"/>
            </a:xfrm>
            <a:prstGeom prst="rect">
              <a:avLst/>
            </a:prstGeom>
          </p:spPr>
        </p:pic>
        <p:sp>
          <p:nvSpPr>
            <p:cNvPr id="165" name="object 162">
              <a:extLst>
                <a:ext uri="{FF2B5EF4-FFF2-40B4-BE49-F238E27FC236}">
                  <a16:creationId xmlns:a16="http://schemas.microsoft.com/office/drawing/2014/main" id="{45CFF8AE-C36B-4C78-F7FA-96B781290553}"/>
                </a:ext>
              </a:extLst>
            </p:cNvPr>
            <p:cNvSpPr/>
            <p:nvPr/>
          </p:nvSpPr>
          <p:spPr>
            <a:xfrm>
              <a:off x="2892640" y="573759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3">
              <a:extLst>
                <a:ext uri="{FF2B5EF4-FFF2-40B4-BE49-F238E27FC236}">
                  <a16:creationId xmlns:a16="http://schemas.microsoft.com/office/drawing/2014/main" id="{B691A835-7602-9B5D-DCB8-D2E0A6F870D9}"/>
                </a:ext>
              </a:extLst>
            </p:cNvPr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333407" y="5731625"/>
              <a:ext cx="374072" cy="378228"/>
            </a:xfrm>
            <a:prstGeom prst="rect">
              <a:avLst/>
            </a:prstGeom>
          </p:spPr>
        </p:pic>
        <p:pic>
          <p:nvPicPr>
            <p:cNvPr id="167" name="object 164">
              <a:extLst>
                <a:ext uri="{FF2B5EF4-FFF2-40B4-BE49-F238E27FC236}">
                  <a16:creationId xmlns:a16="http://schemas.microsoft.com/office/drawing/2014/main" id="{2B284CE7-BF98-7303-2EAD-DE9CC00E2552}"/>
                </a:ext>
              </a:extLst>
            </p:cNvPr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400120" y="5775652"/>
              <a:ext cx="241046" cy="241006"/>
            </a:xfrm>
            <a:prstGeom prst="rect">
              <a:avLst/>
            </a:prstGeom>
          </p:spPr>
        </p:pic>
        <p:sp>
          <p:nvSpPr>
            <p:cNvPr id="168" name="object 165">
              <a:extLst>
                <a:ext uri="{FF2B5EF4-FFF2-40B4-BE49-F238E27FC236}">
                  <a16:creationId xmlns:a16="http://schemas.microsoft.com/office/drawing/2014/main" id="{DEC6C2B9-D92E-BD75-B31D-3F56F6574C34}"/>
                </a:ext>
              </a:extLst>
            </p:cNvPr>
            <p:cNvSpPr/>
            <p:nvPr/>
          </p:nvSpPr>
          <p:spPr>
            <a:xfrm>
              <a:off x="3400120" y="577565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6">
              <a:extLst>
                <a:ext uri="{FF2B5EF4-FFF2-40B4-BE49-F238E27FC236}">
                  <a16:creationId xmlns:a16="http://schemas.microsoft.com/office/drawing/2014/main" id="{C6044A20-8759-D372-3077-FEA98A0A060C}"/>
                </a:ext>
              </a:extLst>
            </p:cNvPr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611879" y="5424054"/>
              <a:ext cx="378228" cy="378228"/>
            </a:xfrm>
            <a:prstGeom prst="rect">
              <a:avLst/>
            </a:prstGeom>
          </p:spPr>
        </p:pic>
        <p:pic>
          <p:nvPicPr>
            <p:cNvPr id="170" name="object 167">
              <a:extLst>
                <a:ext uri="{FF2B5EF4-FFF2-40B4-BE49-F238E27FC236}">
                  <a16:creationId xmlns:a16="http://schemas.microsoft.com/office/drawing/2014/main" id="{82AAEBFB-959C-9A65-6834-3BA2CADCF8F3}"/>
                </a:ext>
              </a:extLst>
            </p:cNvPr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679228" y="5471223"/>
              <a:ext cx="241058" cy="241005"/>
            </a:xfrm>
            <a:prstGeom prst="rect">
              <a:avLst/>
            </a:prstGeom>
          </p:spPr>
        </p:pic>
        <p:pic>
          <p:nvPicPr>
            <p:cNvPr id="171" name="object 168">
              <a:extLst>
                <a:ext uri="{FF2B5EF4-FFF2-40B4-BE49-F238E27FC236}">
                  <a16:creationId xmlns:a16="http://schemas.microsoft.com/office/drawing/2014/main" id="{586AE02C-E65C-43D0-2DF8-0D78BEEC9BBC}"/>
                </a:ext>
              </a:extLst>
            </p:cNvPr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674470" y="5466466"/>
              <a:ext cx="250567" cy="250521"/>
            </a:xfrm>
            <a:prstGeom prst="rect">
              <a:avLst/>
            </a:prstGeom>
          </p:spPr>
        </p:pic>
        <p:pic>
          <p:nvPicPr>
            <p:cNvPr id="172" name="object 169">
              <a:extLst>
                <a:ext uri="{FF2B5EF4-FFF2-40B4-BE49-F238E27FC236}">
                  <a16:creationId xmlns:a16="http://schemas.microsoft.com/office/drawing/2014/main" id="{DC836EE7-C4F3-CC2E-CEF0-0B67E1D8FA7A}"/>
                </a:ext>
              </a:extLst>
            </p:cNvPr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117265" y="5070757"/>
              <a:ext cx="378228" cy="378228"/>
            </a:xfrm>
            <a:prstGeom prst="rect">
              <a:avLst/>
            </a:prstGeom>
          </p:spPr>
        </p:pic>
        <p:pic>
          <p:nvPicPr>
            <p:cNvPr id="173" name="object 170">
              <a:extLst>
                <a:ext uri="{FF2B5EF4-FFF2-40B4-BE49-F238E27FC236}">
                  <a16:creationId xmlns:a16="http://schemas.microsoft.com/office/drawing/2014/main" id="{D5CEB77A-0136-A59F-2CA0-631C0776570F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184436" y="5116055"/>
              <a:ext cx="241058" cy="241007"/>
            </a:xfrm>
            <a:prstGeom prst="rect">
              <a:avLst/>
            </a:prstGeom>
          </p:spPr>
        </p:pic>
        <p:sp>
          <p:nvSpPr>
            <p:cNvPr id="174" name="object 171">
              <a:extLst>
                <a:ext uri="{FF2B5EF4-FFF2-40B4-BE49-F238E27FC236}">
                  <a16:creationId xmlns:a16="http://schemas.microsoft.com/office/drawing/2014/main" id="{BC8AD55F-B74D-5A43-53EA-19C75325624E}"/>
                </a:ext>
              </a:extLst>
            </p:cNvPr>
            <p:cNvSpPr/>
            <p:nvPr/>
          </p:nvSpPr>
          <p:spPr>
            <a:xfrm>
              <a:off x="3184435" y="511605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2">
              <a:extLst>
                <a:ext uri="{FF2B5EF4-FFF2-40B4-BE49-F238E27FC236}">
                  <a16:creationId xmlns:a16="http://schemas.microsoft.com/office/drawing/2014/main" id="{DA4DAFEA-1733-76D6-2F55-3CCAAB0C65FC}"/>
                </a:ext>
              </a:extLst>
            </p:cNvPr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266897" y="5478087"/>
              <a:ext cx="378228" cy="378228"/>
            </a:xfrm>
            <a:prstGeom prst="rect">
              <a:avLst/>
            </a:prstGeom>
          </p:spPr>
        </p:pic>
        <p:pic>
          <p:nvPicPr>
            <p:cNvPr id="176" name="object 173">
              <a:extLst>
                <a:ext uri="{FF2B5EF4-FFF2-40B4-BE49-F238E27FC236}">
                  <a16:creationId xmlns:a16="http://schemas.microsoft.com/office/drawing/2014/main" id="{C475CC19-3B67-6788-3A50-896722DF7694}"/>
                </a:ext>
              </a:extLst>
            </p:cNvPr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336683" y="5521959"/>
              <a:ext cx="241046" cy="241007"/>
            </a:xfrm>
            <a:prstGeom prst="rect">
              <a:avLst/>
            </a:prstGeom>
          </p:spPr>
        </p:pic>
        <p:sp>
          <p:nvSpPr>
            <p:cNvPr id="177" name="object 174">
              <a:extLst>
                <a:ext uri="{FF2B5EF4-FFF2-40B4-BE49-F238E27FC236}">
                  <a16:creationId xmlns:a16="http://schemas.microsoft.com/office/drawing/2014/main" id="{43B32F94-41DC-4F97-0746-EF45133884F1}"/>
                </a:ext>
              </a:extLst>
            </p:cNvPr>
            <p:cNvSpPr/>
            <p:nvPr/>
          </p:nvSpPr>
          <p:spPr>
            <a:xfrm>
              <a:off x="3336683" y="552196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5">
              <a:extLst>
                <a:ext uri="{FF2B5EF4-FFF2-40B4-BE49-F238E27FC236}">
                  <a16:creationId xmlns:a16="http://schemas.microsoft.com/office/drawing/2014/main" id="{7E753EDD-EC5B-32B3-8C20-21BD879BC241}"/>
                </a:ext>
              </a:extLst>
            </p:cNvPr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975952" y="5540432"/>
              <a:ext cx="378228" cy="378228"/>
            </a:xfrm>
            <a:prstGeom prst="rect">
              <a:avLst/>
            </a:prstGeom>
          </p:spPr>
        </p:pic>
        <p:pic>
          <p:nvPicPr>
            <p:cNvPr id="179" name="object 176">
              <a:extLst>
                <a:ext uri="{FF2B5EF4-FFF2-40B4-BE49-F238E27FC236}">
                  <a16:creationId xmlns:a16="http://schemas.microsoft.com/office/drawing/2014/main" id="{3B06BC6D-1282-39C2-1F01-F04D8306206F}"/>
                </a:ext>
              </a:extLst>
            </p:cNvPr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3044876" y="5585383"/>
              <a:ext cx="241058" cy="241006"/>
            </a:xfrm>
            <a:prstGeom prst="rect">
              <a:avLst/>
            </a:prstGeom>
          </p:spPr>
        </p:pic>
        <p:sp>
          <p:nvSpPr>
            <p:cNvPr id="180" name="object 177">
              <a:extLst>
                <a:ext uri="{FF2B5EF4-FFF2-40B4-BE49-F238E27FC236}">
                  <a16:creationId xmlns:a16="http://schemas.microsoft.com/office/drawing/2014/main" id="{9B604022-6F15-558F-6C68-3FD8B3911EB8}"/>
                </a:ext>
              </a:extLst>
            </p:cNvPr>
            <p:cNvSpPr/>
            <p:nvPr/>
          </p:nvSpPr>
          <p:spPr>
            <a:xfrm>
              <a:off x="3044875" y="558538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78">
              <a:extLst>
                <a:ext uri="{FF2B5EF4-FFF2-40B4-BE49-F238E27FC236}">
                  <a16:creationId xmlns:a16="http://schemas.microsoft.com/office/drawing/2014/main" id="{5906DED9-E170-867B-E9D9-9774BB783270}"/>
                </a:ext>
              </a:extLst>
            </p:cNvPr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3167151" y="5640185"/>
              <a:ext cx="378228" cy="378228"/>
            </a:xfrm>
            <a:prstGeom prst="rect">
              <a:avLst/>
            </a:prstGeom>
          </p:spPr>
        </p:pic>
        <p:pic>
          <p:nvPicPr>
            <p:cNvPr id="182" name="object 179">
              <a:extLst>
                <a:ext uri="{FF2B5EF4-FFF2-40B4-BE49-F238E27FC236}">
                  <a16:creationId xmlns:a16="http://schemas.microsoft.com/office/drawing/2014/main" id="{AC8FCF27-F259-FC87-DC50-79A9FFB2E164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235185" y="5686859"/>
              <a:ext cx="241058" cy="241007"/>
            </a:xfrm>
            <a:prstGeom prst="rect">
              <a:avLst/>
            </a:prstGeom>
          </p:spPr>
        </p:pic>
        <p:sp>
          <p:nvSpPr>
            <p:cNvPr id="183" name="object 180">
              <a:extLst>
                <a:ext uri="{FF2B5EF4-FFF2-40B4-BE49-F238E27FC236}">
                  <a16:creationId xmlns:a16="http://schemas.microsoft.com/office/drawing/2014/main" id="{CBFF1057-B948-DF99-DD90-A4AAA0106371}"/>
                </a:ext>
              </a:extLst>
            </p:cNvPr>
            <p:cNvSpPr/>
            <p:nvPr/>
          </p:nvSpPr>
          <p:spPr>
            <a:xfrm>
              <a:off x="3235185" y="568685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1">
              <a:extLst>
                <a:ext uri="{FF2B5EF4-FFF2-40B4-BE49-F238E27FC236}">
                  <a16:creationId xmlns:a16="http://schemas.microsoft.com/office/drawing/2014/main" id="{7492E00B-0FB8-6D8B-7AE0-F130E94BFD57}"/>
                </a:ext>
              </a:extLst>
            </p:cNvPr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3038297" y="5972694"/>
              <a:ext cx="378228" cy="378228"/>
            </a:xfrm>
            <a:prstGeom prst="rect">
              <a:avLst/>
            </a:prstGeom>
          </p:spPr>
        </p:pic>
        <p:pic>
          <p:nvPicPr>
            <p:cNvPr id="185" name="object 182">
              <a:extLst>
                <a:ext uri="{FF2B5EF4-FFF2-40B4-BE49-F238E27FC236}">
                  <a16:creationId xmlns:a16="http://schemas.microsoft.com/office/drawing/2014/main" id="{C7225152-48C1-D379-62ED-17B28787F237}"/>
                </a:ext>
              </a:extLst>
            </p:cNvPr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108312" y="6016659"/>
              <a:ext cx="241058" cy="241007"/>
            </a:xfrm>
            <a:prstGeom prst="rect">
              <a:avLst/>
            </a:prstGeom>
          </p:spPr>
        </p:pic>
        <p:sp>
          <p:nvSpPr>
            <p:cNvPr id="186" name="object 183">
              <a:extLst>
                <a:ext uri="{FF2B5EF4-FFF2-40B4-BE49-F238E27FC236}">
                  <a16:creationId xmlns:a16="http://schemas.microsoft.com/office/drawing/2014/main" id="{DB0B4C69-6D96-0324-9C67-407D888D33CC}"/>
                </a:ext>
              </a:extLst>
            </p:cNvPr>
            <p:cNvSpPr/>
            <p:nvPr/>
          </p:nvSpPr>
          <p:spPr>
            <a:xfrm>
              <a:off x="3108312" y="601665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7" name="object 184">
            <a:extLst>
              <a:ext uri="{FF2B5EF4-FFF2-40B4-BE49-F238E27FC236}">
                <a16:creationId xmlns:a16="http://schemas.microsoft.com/office/drawing/2014/main" id="{000DA424-06CF-EB24-B869-4579E30A638F}"/>
              </a:ext>
            </a:extLst>
          </p:cNvPr>
          <p:cNvGrpSpPr/>
          <p:nvPr/>
        </p:nvGrpSpPr>
        <p:grpSpPr>
          <a:xfrm>
            <a:off x="735847" y="3207018"/>
            <a:ext cx="3298825" cy="1484630"/>
            <a:chOff x="735847" y="3207018"/>
            <a:chExt cx="3298825" cy="1484630"/>
          </a:xfrm>
        </p:grpSpPr>
        <p:sp>
          <p:nvSpPr>
            <p:cNvPr id="188" name="object 185">
              <a:extLst>
                <a:ext uri="{FF2B5EF4-FFF2-40B4-BE49-F238E27FC236}">
                  <a16:creationId xmlns:a16="http://schemas.microsoft.com/office/drawing/2014/main" id="{733DCCAD-8D41-93DA-E96D-ED81E1449DA5}"/>
                </a:ext>
              </a:extLst>
            </p:cNvPr>
            <p:cNvSpPr/>
            <p:nvPr/>
          </p:nvSpPr>
          <p:spPr>
            <a:xfrm>
              <a:off x="748532" y="3219703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30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8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2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2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8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7"/>
                  </a:lnTo>
                  <a:lnTo>
                    <a:pt x="1572114" y="857846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3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1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3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5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3"/>
                  </a:lnTo>
                  <a:lnTo>
                    <a:pt x="551421" y="1411895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3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3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6"/>
                  </a:lnTo>
                  <a:lnTo>
                    <a:pt x="6178" y="813717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6">
              <a:extLst>
                <a:ext uri="{FF2B5EF4-FFF2-40B4-BE49-F238E27FC236}">
                  <a16:creationId xmlns:a16="http://schemas.microsoft.com/office/drawing/2014/main" id="{A9EAF6BA-260E-52B0-85D1-8EED7217303B}"/>
                </a:ext>
              </a:extLst>
            </p:cNvPr>
            <p:cNvSpPr/>
            <p:nvPr/>
          </p:nvSpPr>
          <p:spPr>
            <a:xfrm>
              <a:off x="2435910" y="3232391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29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7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1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1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7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6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2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1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2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4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3"/>
                  </a:lnTo>
                  <a:lnTo>
                    <a:pt x="551421" y="1411894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2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2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6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87">
              <a:extLst>
                <a:ext uri="{FF2B5EF4-FFF2-40B4-BE49-F238E27FC236}">
                  <a16:creationId xmlns:a16="http://schemas.microsoft.com/office/drawing/2014/main" id="{69F25DBC-1EA0-E709-BC63-F4B9C2D7742C}"/>
                </a:ext>
              </a:extLst>
            </p:cNvPr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122217" y="3275218"/>
              <a:ext cx="378228" cy="378228"/>
            </a:xfrm>
            <a:prstGeom prst="rect">
              <a:avLst/>
            </a:prstGeom>
          </p:spPr>
        </p:pic>
        <p:pic>
          <p:nvPicPr>
            <p:cNvPr id="191" name="object 188">
              <a:extLst>
                <a:ext uri="{FF2B5EF4-FFF2-40B4-BE49-F238E27FC236}">
                  <a16:creationId xmlns:a16="http://schemas.microsoft.com/office/drawing/2014/main" id="{5492C4F6-ACBF-2D2D-FB92-76F6693881A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578" y="3321176"/>
              <a:ext cx="241048" cy="241007"/>
            </a:xfrm>
            <a:prstGeom prst="rect">
              <a:avLst/>
            </a:prstGeom>
          </p:spPr>
        </p:pic>
        <p:pic>
          <p:nvPicPr>
            <p:cNvPr id="192" name="object 189">
              <a:extLst>
                <a:ext uri="{FF2B5EF4-FFF2-40B4-BE49-F238E27FC236}">
                  <a16:creationId xmlns:a16="http://schemas.microsoft.com/office/drawing/2014/main" id="{0E338F93-B0DB-1AEB-A3BA-02D2F155584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7821" y="3316419"/>
              <a:ext cx="250567" cy="250521"/>
            </a:xfrm>
            <a:prstGeom prst="rect">
              <a:avLst/>
            </a:prstGeom>
          </p:spPr>
        </p:pic>
        <p:pic>
          <p:nvPicPr>
            <p:cNvPr id="193" name="object 190">
              <a:extLst>
                <a:ext uri="{FF2B5EF4-FFF2-40B4-BE49-F238E27FC236}">
                  <a16:creationId xmlns:a16="http://schemas.microsoft.com/office/drawing/2014/main" id="{9D53034B-DEB5-F185-2103-810AE7E81AF2}"/>
                </a:ext>
              </a:extLst>
            </p:cNvPr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331720" y="3724103"/>
              <a:ext cx="423948" cy="419792"/>
            </a:xfrm>
            <a:prstGeom prst="rect">
              <a:avLst/>
            </a:prstGeom>
          </p:spPr>
        </p:pic>
        <p:pic>
          <p:nvPicPr>
            <p:cNvPr id="194" name="object 191">
              <a:extLst>
                <a:ext uri="{FF2B5EF4-FFF2-40B4-BE49-F238E27FC236}">
                  <a16:creationId xmlns:a16="http://schemas.microsoft.com/office/drawing/2014/main" id="{42DB26DE-B76C-8D49-F81D-B624DCEBE969}"/>
                </a:ext>
              </a:extLst>
            </p:cNvPr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423223" y="3790518"/>
              <a:ext cx="241046" cy="240995"/>
            </a:xfrm>
            <a:prstGeom prst="rect">
              <a:avLst/>
            </a:prstGeom>
          </p:spPr>
        </p:pic>
        <p:sp>
          <p:nvSpPr>
            <p:cNvPr id="195" name="object 192">
              <a:extLst>
                <a:ext uri="{FF2B5EF4-FFF2-40B4-BE49-F238E27FC236}">
                  <a16:creationId xmlns:a16="http://schemas.microsoft.com/office/drawing/2014/main" id="{5C63F71E-1BBA-CE8E-3AB0-804E2C96BB0A}"/>
                </a:ext>
              </a:extLst>
            </p:cNvPr>
            <p:cNvSpPr/>
            <p:nvPr/>
          </p:nvSpPr>
          <p:spPr>
            <a:xfrm>
              <a:off x="2423223" y="379051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19028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3">
              <a:extLst>
                <a:ext uri="{FF2B5EF4-FFF2-40B4-BE49-F238E27FC236}">
                  <a16:creationId xmlns:a16="http://schemas.microsoft.com/office/drawing/2014/main" id="{3DA9ADF1-2C35-DBB3-5A07-3797AB5F2A44}"/>
                </a:ext>
              </a:extLst>
            </p:cNvPr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604352" y="3350033"/>
              <a:ext cx="378228" cy="378228"/>
            </a:xfrm>
            <a:prstGeom prst="rect">
              <a:avLst/>
            </a:prstGeom>
          </p:spPr>
        </p:pic>
        <p:pic>
          <p:nvPicPr>
            <p:cNvPr id="197" name="object 194">
              <a:extLst>
                <a:ext uri="{FF2B5EF4-FFF2-40B4-BE49-F238E27FC236}">
                  <a16:creationId xmlns:a16="http://schemas.microsoft.com/office/drawing/2014/main" id="{3DA73369-7F1E-3B8C-175B-EDD8DB9F80F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4685" y="3397288"/>
              <a:ext cx="241046" cy="241007"/>
            </a:xfrm>
            <a:prstGeom prst="rect">
              <a:avLst/>
            </a:prstGeom>
          </p:spPr>
        </p:pic>
        <p:sp>
          <p:nvSpPr>
            <p:cNvPr id="198" name="object 195">
              <a:extLst>
                <a:ext uri="{FF2B5EF4-FFF2-40B4-BE49-F238E27FC236}">
                  <a16:creationId xmlns:a16="http://schemas.microsoft.com/office/drawing/2014/main" id="{9E3D4BDD-A93F-5C22-7D6F-B981A3B9E6CB}"/>
                </a:ext>
              </a:extLst>
            </p:cNvPr>
            <p:cNvSpPr/>
            <p:nvPr/>
          </p:nvSpPr>
          <p:spPr>
            <a:xfrm>
              <a:off x="1674685" y="339728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6">
              <a:extLst>
                <a:ext uri="{FF2B5EF4-FFF2-40B4-BE49-F238E27FC236}">
                  <a16:creationId xmlns:a16="http://schemas.microsoft.com/office/drawing/2014/main" id="{E7DDE407-0B41-1D34-5620-B8024E58892B}"/>
                </a:ext>
              </a:extLst>
            </p:cNvPr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276007" y="3429002"/>
              <a:ext cx="378228" cy="378228"/>
            </a:xfrm>
            <a:prstGeom prst="rect">
              <a:avLst/>
            </a:prstGeom>
          </p:spPr>
        </p:pic>
        <p:pic>
          <p:nvPicPr>
            <p:cNvPr id="200" name="object 197">
              <a:extLst>
                <a:ext uri="{FF2B5EF4-FFF2-40B4-BE49-F238E27FC236}">
                  <a16:creationId xmlns:a16="http://schemas.microsoft.com/office/drawing/2014/main" id="{EB8BB47A-E428-2669-ECF3-DC19B6AC933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4828" y="3473399"/>
              <a:ext cx="241046" cy="241007"/>
            </a:xfrm>
            <a:prstGeom prst="rect">
              <a:avLst/>
            </a:prstGeom>
          </p:spPr>
        </p:pic>
        <p:sp>
          <p:nvSpPr>
            <p:cNvPr id="201" name="object 198">
              <a:extLst>
                <a:ext uri="{FF2B5EF4-FFF2-40B4-BE49-F238E27FC236}">
                  <a16:creationId xmlns:a16="http://schemas.microsoft.com/office/drawing/2014/main" id="{29AE920E-48FD-A2A6-ECAC-6D83B5AAB289}"/>
                </a:ext>
              </a:extLst>
            </p:cNvPr>
            <p:cNvSpPr/>
            <p:nvPr/>
          </p:nvSpPr>
          <p:spPr>
            <a:xfrm>
              <a:off x="1344828" y="347339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199">
              <a:extLst>
                <a:ext uri="{FF2B5EF4-FFF2-40B4-BE49-F238E27FC236}">
                  <a16:creationId xmlns:a16="http://schemas.microsoft.com/office/drawing/2014/main" id="{26EE32DE-7F71-DA3F-5C5A-EF5B0C3AF7DD}"/>
                </a:ext>
              </a:extLst>
            </p:cNvPr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645920" y="3632663"/>
              <a:ext cx="378228" cy="374072"/>
            </a:xfrm>
            <a:prstGeom prst="rect">
              <a:avLst/>
            </a:prstGeom>
          </p:spPr>
        </p:pic>
        <p:pic>
          <p:nvPicPr>
            <p:cNvPr id="203" name="object 200">
              <a:extLst>
                <a:ext uri="{FF2B5EF4-FFF2-40B4-BE49-F238E27FC236}">
                  <a16:creationId xmlns:a16="http://schemas.microsoft.com/office/drawing/2014/main" id="{AF866C62-96EC-5AF9-B4C3-18C3C9A9E909}"/>
                </a:ext>
              </a:extLst>
            </p:cNvPr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712747" y="3676345"/>
              <a:ext cx="241046" cy="241007"/>
            </a:xfrm>
            <a:prstGeom prst="rect">
              <a:avLst/>
            </a:prstGeom>
          </p:spPr>
        </p:pic>
        <p:sp>
          <p:nvSpPr>
            <p:cNvPr id="204" name="object 201">
              <a:extLst>
                <a:ext uri="{FF2B5EF4-FFF2-40B4-BE49-F238E27FC236}">
                  <a16:creationId xmlns:a16="http://schemas.microsoft.com/office/drawing/2014/main" id="{86349758-5593-4233-0E7D-FCE398A618F4}"/>
                </a:ext>
              </a:extLst>
            </p:cNvPr>
            <p:cNvSpPr/>
            <p:nvPr/>
          </p:nvSpPr>
          <p:spPr>
            <a:xfrm>
              <a:off x="1712747" y="367634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5" name="object 202">
              <a:extLst>
                <a:ext uri="{FF2B5EF4-FFF2-40B4-BE49-F238E27FC236}">
                  <a16:creationId xmlns:a16="http://schemas.microsoft.com/office/drawing/2014/main" id="{7940198A-EED5-0806-DA94-9790FA94492C}"/>
                </a:ext>
              </a:extLst>
            </p:cNvPr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072342" y="3578633"/>
              <a:ext cx="378228" cy="378228"/>
            </a:xfrm>
            <a:prstGeom prst="rect">
              <a:avLst/>
            </a:prstGeom>
          </p:spPr>
        </p:pic>
        <p:pic>
          <p:nvPicPr>
            <p:cNvPr id="206" name="object 203">
              <a:extLst>
                <a:ext uri="{FF2B5EF4-FFF2-40B4-BE49-F238E27FC236}">
                  <a16:creationId xmlns:a16="http://schemas.microsoft.com/office/drawing/2014/main" id="{B2247804-032F-2F17-C3BB-91DCC04E10C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1830" y="3625608"/>
              <a:ext cx="241047" cy="241007"/>
            </a:xfrm>
            <a:prstGeom prst="rect">
              <a:avLst/>
            </a:prstGeom>
          </p:spPr>
        </p:pic>
        <p:sp>
          <p:nvSpPr>
            <p:cNvPr id="207" name="object 204">
              <a:extLst>
                <a:ext uri="{FF2B5EF4-FFF2-40B4-BE49-F238E27FC236}">
                  <a16:creationId xmlns:a16="http://schemas.microsoft.com/office/drawing/2014/main" id="{2134F399-A59F-16D3-6061-F71814CB8236}"/>
                </a:ext>
              </a:extLst>
            </p:cNvPr>
            <p:cNvSpPr/>
            <p:nvPr/>
          </p:nvSpPr>
          <p:spPr>
            <a:xfrm>
              <a:off x="1141830" y="362560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8" name="object 205">
              <a:extLst>
                <a:ext uri="{FF2B5EF4-FFF2-40B4-BE49-F238E27FC236}">
                  <a16:creationId xmlns:a16="http://schemas.microsoft.com/office/drawing/2014/main" id="{90A58CD9-0310-2C64-33E9-9222CB55E5BA}"/>
                </a:ext>
              </a:extLst>
            </p:cNvPr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429791" y="3732418"/>
              <a:ext cx="378228" cy="378228"/>
            </a:xfrm>
            <a:prstGeom prst="rect">
              <a:avLst/>
            </a:prstGeom>
          </p:spPr>
        </p:pic>
        <p:pic>
          <p:nvPicPr>
            <p:cNvPr id="209" name="object 206">
              <a:extLst>
                <a:ext uri="{FF2B5EF4-FFF2-40B4-BE49-F238E27FC236}">
                  <a16:creationId xmlns:a16="http://schemas.microsoft.com/office/drawing/2014/main" id="{90808AED-6DBB-F9B4-85FA-708B8CDE1B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063" y="3777830"/>
              <a:ext cx="241058" cy="241007"/>
            </a:xfrm>
            <a:prstGeom prst="rect">
              <a:avLst/>
            </a:prstGeom>
          </p:spPr>
        </p:pic>
        <p:sp>
          <p:nvSpPr>
            <p:cNvPr id="210" name="object 207">
              <a:extLst>
                <a:ext uri="{FF2B5EF4-FFF2-40B4-BE49-F238E27FC236}">
                  <a16:creationId xmlns:a16="http://schemas.microsoft.com/office/drawing/2014/main" id="{8FECB030-5BA7-D420-855D-1665464B555E}"/>
                </a:ext>
              </a:extLst>
            </p:cNvPr>
            <p:cNvSpPr/>
            <p:nvPr/>
          </p:nvSpPr>
          <p:spPr>
            <a:xfrm>
              <a:off x="1497063" y="377783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1" name="object 208">
              <a:extLst>
                <a:ext uri="{FF2B5EF4-FFF2-40B4-BE49-F238E27FC236}">
                  <a16:creationId xmlns:a16="http://schemas.microsoft.com/office/drawing/2014/main" id="{DC01AA8E-F9FC-CE7F-73CF-2C5A7C2E3AEF}"/>
                </a:ext>
              </a:extLst>
            </p:cNvPr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138843" y="3948546"/>
              <a:ext cx="374072" cy="378228"/>
            </a:xfrm>
            <a:prstGeom prst="rect">
              <a:avLst/>
            </a:prstGeom>
          </p:spPr>
        </p:pic>
        <p:pic>
          <p:nvPicPr>
            <p:cNvPr id="212" name="object 209">
              <a:extLst>
                <a:ext uri="{FF2B5EF4-FFF2-40B4-BE49-F238E27FC236}">
                  <a16:creationId xmlns:a16="http://schemas.microsoft.com/office/drawing/2014/main" id="{D4421C74-A79E-A822-10BA-AE5771C9D16C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5265" y="3993464"/>
              <a:ext cx="241048" cy="241007"/>
            </a:xfrm>
            <a:prstGeom prst="rect">
              <a:avLst/>
            </a:prstGeom>
          </p:spPr>
        </p:pic>
        <p:sp>
          <p:nvSpPr>
            <p:cNvPr id="213" name="object 210">
              <a:extLst>
                <a:ext uri="{FF2B5EF4-FFF2-40B4-BE49-F238E27FC236}">
                  <a16:creationId xmlns:a16="http://schemas.microsoft.com/office/drawing/2014/main" id="{AE181971-BB9E-82BE-05F2-2A320162CCB3}"/>
                </a:ext>
              </a:extLst>
            </p:cNvPr>
            <p:cNvSpPr/>
            <p:nvPr/>
          </p:nvSpPr>
          <p:spPr>
            <a:xfrm>
              <a:off x="1205265" y="399346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1">
              <a:extLst>
                <a:ext uri="{FF2B5EF4-FFF2-40B4-BE49-F238E27FC236}">
                  <a16:creationId xmlns:a16="http://schemas.microsoft.com/office/drawing/2014/main" id="{F74B2D1B-1E06-AEBF-2CA0-1B4A9314B7FD}"/>
                </a:ext>
              </a:extLst>
            </p:cNvPr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645920" y="3985948"/>
              <a:ext cx="378228" cy="378228"/>
            </a:xfrm>
            <a:prstGeom prst="rect">
              <a:avLst/>
            </a:prstGeom>
          </p:spPr>
        </p:pic>
        <p:pic>
          <p:nvPicPr>
            <p:cNvPr id="215" name="object 212">
              <a:extLst>
                <a:ext uri="{FF2B5EF4-FFF2-40B4-BE49-F238E27FC236}">
                  <a16:creationId xmlns:a16="http://schemas.microsoft.com/office/drawing/2014/main" id="{EC1E362C-2473-A2FF-6304-2278C08CA07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12747" y="4031513"/>
              <a:ext cx="241046" cy="241007"/>
            </a:xfrm>
            <a:prstGeom prst="rect">
              <a:avLst/>
            </a:prstGeom>
          </p:spPr>
        </p:pic>
        <p:sp>
          <p:nvSpPr>
            <p:cNvPr id="216" name="object 213">
              <a:extLst>
                <a:ext uri="{FF2B5EF4-FFF2-40B4-BE49-F238E27FC236}">
                  <a16:creationId xmlns:a16="http://schemas.microsoft.com/office/drawing/2014/main" id="{044FF3BF-F126-1862-E85E-BDC045B06466}"/>
                </a:ext>
              </a:extLst>
            </p:cNvPr>
            <p:cNvSpPr/>
            <p:nvPr/>
          </p:nvSpPr>
          <p:spPr>
            <a:xfrm>
              <a:off x="1712747" y="403151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4">
              <a:extLst>
                <a:ext uri="{FF2B5EF4-FFF2-40B4-BE49-F238E27FC236}">
                  <a16:creationId xmlns:a16="http://schemas.microsoft.com/office/drawing/2014/main" id="{08CFD0D3-A80C-CEC3-66B7-6BB2FB2965EF}"/>
                </a:ext>
              </a:extLst>
            </p:cNvPr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831272" y="3782291"/>
              <a:ext cx="378228" cy="378228"/>
            </a:xfrm>
            <a:prstGeom prst="rect">
              <a:avLst/>
            </a:prstGeom>
          </p:spPr>
        </p:pic>
        <p:pic>
          <p:nvPicPr>
            <p:cNvPr id="218" name="object 215">
              <a:extLst>
                <a:ext uri="{FF2B5EF4-FFF2-40B4-BE49-F238E27FC236}">
                  <a16:creationId xmlns:a16="http://schemas.microsoft.com/office/drawing/2014/main" id="{5CDAF2A5-A906-916C-3878-824C0665920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777" y="3828567"/>
              <a:ext cx="241052" cy="241007"/>
            </a:xfrm>
            <a:prstGeom prst="rect">
              <a:avLst/>
            </a:prstGeom>
          </p:spPr>
        </p:pic>
        <p:sp>
          <p:nvSpPr>
            <p:cNvPr id="219" name="object 216">
              <a:extLst>
                <a:ext uri="{FF2B5EF4-FFF2-40B4-BE49-F238E27FC236}">
                  <a16:creationId xmlns:a16="http://schemas.microsoft.com/office/drawing/2014/main" id="{D5C1302B-4F0E-1C92-59E1-21D33B268E8F}"/>
                </a:ext>
              </a:extLst>
            </p:cNvPr>
            <p:cNvSpPr/>
            <p:nvPr/>
          </p:nvSpPr>
          <p:spPr>
            <a:xfrm>
              <a:off x="900777" y="382856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17">
              <a:extLst>
                <a:ext uri="{FF2B5EF4-FFF2-40B4-BE49-F238E27FC236}">
                  <a16:creationId xmlns:a16="http://schemas.microsoft.com/office/drawing/2014/main" id="{D257D73A-30D9-0F67-533F-6F43076A5BA3}"/>
                </a:ext>
              </a:extLst>
            </p:cNvPr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429791" y="3578633"/>
              <a:ext cx="378228" cy="378228"/>
            </a:xfrm>
            <a:prstGeom prst="rect">
              <a:avLst/>
            </a:prstGeom>
          </p:spPr>
        </p:pic>
        <p:pic>
          <p:nvPicPr>
            <p:cNvPr id="221" name="object 218">
              <a:extLst>
                <a:ext uri="{FF2B5EF4-FFF2-40B4-BE49-F238E27FC236}">
                  <a16:creationId xmlns:a16="http://schemas.microsoft.com/office/drawing/2014/main" id="{B6B62927-5F21-4320-AC3A-F4DF39229E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97063" y="3625608"/>
              <a:ext cx="241058" cy="241007"/>
            </a:xfrm>
            <a:prstGeom prst="rect">
              <a:avLst/>
            </a:prstGeom>
          </p:spPr>
        </p:pic>
        <p:sp>
          <p:nvSpPr>
            <p:cNvPr id="222" name="object 219">
              <a:extLst>
                <a:ext uri="{FF2B5EF4-FFF2-40B4-BE49-F238E27FC236}">
                  <a16:creationId xmlns:a16="http://schemas.microsoft.com/office/drawing/2014/main" id="{2B7C1DA6-5987-9FB5-7A96-C3C79630569A}"/>
                </a:ext>
              </a:extLst>
            </p:cNvPr>
            <p:cNvSpPr/>
            <p:nvPr/>
          </p:nvSpPr>
          <p:spPr>
            <a:xfrm>
              <a:off x="1497063" y="362560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3" name="object 220">
              <a:extLst>
                <a:ext uri="{FF2B5EF4-FFF2-40B4-BE49-F238E27FC236}">
                  <a16:creationId xmlns:a16="http://schemas.microsoft.com/office/drawing/2014/main" id="{D80217D4-4CF2-6C39-00AA-3C911BC1EB53}"/>
                </a:ext>
              </a:extLst>
            </p:cNvPr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579422" y="3732418"/>
              <a:ext cx="378228" cy="378228"/>
            </a:xfrm>
            <a:prstGeom prst="rect">
              <a:avLst/>
            </a:prstGeom>
          </p:spPr>
        </p:pic>
        <p:pic>
          <p:nvPicPr>
            <p:cNvPr id="224" name="object 221">
              <a:extLst>
                <a:ext uri="{FF2B5EF4-FFF2-40B4-BE49-F238E27FC236}">
                  <a16:creationId xmlns:a16="http://schemas.microsoft.com/office/drawing/2014/main" id="{936ABA6E-E907-4E15-F660-E8A02988BBB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9310" y="3777830"/>
              <a:ext cx="241058" cy="241007"/>
            </a:xfrm>
            <a:prstGeom prst="rect">
              <a:avLst/>
            </a:prstGeom>
          </p:spPr>
        </p:pic>
        <p:sp>
          <p:nvSpPr>
            <p:cNvPr id="225" name="object 222">
              <a:extLst>
                <a:ext uri="{FF2B5EF4-FFF2-40B4-BE49-F238E27FC236}">
                  <a16:creationId xmlns:a16="http://schemas.microsoft.com/office/drawing/2014/main" id="{C71E94B0-F796-914A-3D36-E4E230A517C7}"/>
                </a:ext>
              </a:extLst>
            </p:cNvPr>
            <p:cNvSpPr/>
            <p:nvPr/>
          </p:nvSpPr>
          <p:spPr>
            <a:xfrm>
              <a:off x="1649310" y="377783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6" name="object 223">
              <a:extLst>
                <a:ext uri="{FF2B5EF4-FFF2-40B4-BE49-F238E27FC236}">
                  <a16:creationId xmlns:a16="http://schemas.microsoft.com/office/drawing/2014/main" id="{2DAA5FDC-7633-88B8-98E5-0D1E5D8F8F0A}"/>
                </a:ext>
              </a:extLst>
            </p:cNvPr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288478" y="3794762"/>
              <a:ext cx="378228" cy="378228"/>
            </a:xfrm>
            <a:prstGeom prst="rect">
              <a:avLst/>
            </a:prstGeom>
          </p:spPr>
        </p:pic>
        <p:pic>
          <p:nvPicPr>
            <p:cNvPr id="227" name="object 224">
              <a:extLst>
                <a:ext uri="{FF2B5EF4-FFF2-40B4-BE49-F238E27FC236}">
                  <a16:creationId xmlns:a16="http://schemas.microsoft.com/office/drawing/2014/main" id="{9B146C28-C323-1074-347A-FA376189D181}"/>
                </a:ext>
              </a:extLst>
            </p:cNvPr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357515" y="3841254"/>
              <a:ext cx="241046" cy="241007"/>
            </a:xfrm>
            <a:prstGeom prst="rect">
              <a:avLst/>
            </a:prstGeom>
          </p:spPr>
        </p:pic>
        <p:sp>
          <p:nvSpPr>
            <p:cNvPr id="228" name="object 225">
              <a:extLst>
                <a:ext uri="{FF2B5EF4-FFF2-40B4-BE49-F238E27FC236}">
                  <a16:creationId xmlns:a16="http://schemas.microsoft.com/office/drawing/2014/main" id="{BB3904E5-EBE6-D043-B066-A58DBD6CD8D4}"/>
                </a:ext>
              </a:extLst>
            </p:cNvPr>
            <p:cNvSpPr/>
            <p:nvPr/>
          </p:nvSpPr>
          <p:spPr>
            <a:xfrm>
              <a:off x="1357515" y="384125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9" name="object 226">
              <a:extLst>
                <a:ext uri="{FF2B5EF4-FFF2-40B4-BE49-F238E27FC236}">
                  <a16:creationId xmlns:a16="http://schemas.microsoft.com/office/drawing/2014/main" id="{2355E0DD-B5F3-73FD-FBBE-5AB64B1B82A7}"/>
                </a:ext>
              </a:extLst>
            </p:cNvPr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392377" y="4085706"/>
              <a:ext cx="374072" cy="378228"/>
            </a:xfrm>
            <a:prstGeom prst="rect">
              <a:avLst/>
            </a:prstGeom>
          </p:spPr>
        </p:pic>
        <p:pic>
          <p:nvPicPr>
            <p:cNvPr id="230" name="object 227">
              <a:extLst>
                <a:ext uri="{FF2B5EF4-FFF2-40B4-BE49-F238E27FC236}">
                  <a16:creationId xmlns:a16="http://schemas.microsoft.com/office/drawing/2014/main" id="{2F4D326D-615E-286C-F59B-6355A2FF8B8C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59001" y="4132998"/>
              <a:ext cx="241058" cy="241007"/>
            </a:xfrm>
            <a:prstGeom prst="rect">
              <a:avLst/>
            </a:prstGeom>
          </p:spPr>
        </p:pic>
        <p:sp>
          <p:nvSpPr>
            <p:cNvPr id="231" name="object 228">
              <a:extLst>
                <a:ext uri="{FF2B5EF4-FFF2-40B4-BE49-F238E27FC236}">
                  <a16:creationId xmlns:a16="http://schemas.microsoft.com/office/drawing/2014/main" id="{899920F5-2539-F6E9-8615-E41F61FE5BB4}"/>
                </a:ext>
              </a:extLst>
            </p:cNvPr>
            <p:cNvSpPr/>
            <p:nvPr/>
          </p:nvSpPr>
          <p:spPr>
            <a:xfrm>
              <a:off x="1459001" y="413299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29">
              <a:extLst>
                <a:ext uri="{FF2B5EF4-FFF2-40B4-BE49-F238E27FC236}">
                  <a16:creationId xmlns:a16="http://schemas.microsoft.com/office/drawing/2014/main" id="{D8EB90E8-3472-9EE0-2460-0DBCB3D7B265}"/>
                </a:ext>
              </a:extLst>
            </p:cNvPr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862048" y="3719946"/>
              <a:ext cx="374072" cy="378228"/>
            </a:xfrm>
            <a:prstGeom prst="rect">
              <a:avLst/>
            </a:prstGeom>
          </p:spPr>
        </p:pic>
        <p:pic>
          <p:nvPicPr>
            <p:cNvPr id="233" name="object 230">
              <a:extLst>
                <a:ext uri="{FF2B5EF4-FFF2-40B4-BE49-F238E27FC236}">
                  <a16:creationId xmlns:a16="http://schemas.microsoft.com/office/drawing/2014/main" id="{4F676252-320B-F603-9248-8A4AE582033F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8418" y="3765143"/>
              <a:ext cx="241058" cy="241007"/>
            </a:xfrm>
            <a:prstGeom prst="rect">
              <a:avLst/>
            </a:prstGeom>
          </p:spPr>
        </p:pic>
        <p:sp>
          <p:nvSpPr>
            <p:cNvPr id="234" name="object 231">
              <a:extLst>
                <a:ext uri="{FF2B5EF4-FFF2-40B4-BE49-F238E27FC236}">
                  <a16:creationId xmlns:a16="http://schemas.microsoft.com/office/drawing/2014/main" id="{56E0011F-D953-2397-B163-4BE8446FFF14}"/>
                </a:ext>
              </a:extLst>
            </p:cNvPr>
            <p:cNvSpPr/>
            <p:nvPr/>
          </p:nvSpPr>
          <p:spPr>
            <a:xfrm>
              <a:off x="1928418" y="376514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5" name="object 232">
              <a:extLst>
                <a:ext uri="{FF2B5EF4-FFF2-40B4-BE49-F238E27FC236}">
                  <a16:creationId xmlns:a16="http://schemas.microsoft.com/office/drawing/2014/main" id="{F79674E5-E206-1282-5361-DC1F3FE1C9AB}"/>
                </a:ext>
              </a:extLst>
            </p:cNvPr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809697" y="3337562"/>
              <a:ext cx="378228" cy="378228"/>
            </a:xfrm>
            <a:prstGeom prst="rect">
              <a:avLst/>
            </a:prstGeom>
          </p:spPr>
        </p:pic>
        <p:pic>
          <p:nvPicPr>
            <p:cNvPr id="236" name="object 233">
              <a:extLst>
                <a:ext uri="{FF2B5EF4-FFF2-40B4-BE49-F238E27FC236}">
                  <a16:creationId xmlns:a16="http://schemas.microsoft.com/office/drawing/2014/main" id="{ECE1EF96-02B4-447D-9621-98378BDDD61B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79953" y="3384600"/>
              <a:ext cx="241046" cy="241007"/>
            </a:xfrm>
            <a:prstGeom prst="rect">
              <a:avLst/>
            </a:prstGeom>
          </p:spPr>
        </p:pic>
        <p:sp>
          <p:nvSpPr>
            <p:cNvPr id="237" name="object 234">
              <a:extLst>
                <a:ext uri="{FF2B5EF4-FFF2-40B4-BE49-F238E27FC236}">
                  <a16:creationId xmlns:a16="http://schemas.microsoft.com/office/drawing/2014/main" id="{5762A9F8-9A78-3EBD-04CE-250142511DBD}"/>
                </a:ext>
              </a:extLst>
            </p:cNvPr>
            <p:cNvSpPr/>
            <p:nvPr/>
          </p:nvSpPr>
          <p:spPr>
            <a:xfrm>
              <a:off x="2879953" y="338460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8" name="object 235">
              <a:extLst>
                <a:ext uri="{FF2B5EF4-FFF2-40B4-BE49-F238E27FC236}">
                  <a16:creationId xmlns:a16="http://schemas.microsoft.com/office/drawing/2014/main" id="{9766D191-34E8-EA32-4057-5F9885FD051E}"/>
                </a:ext>
              </a:extLst>
            </p:cNvPr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3291840" y="3416531"/>
              <a:ext cx="378228" cy="378228"/>
            </a:xfrm>
            <a:prstGeom prst="rect">
              <a:avLst/>
            </a:prstGeom>
          </p:spPr>
        </p:pic>
        <p:pic>
          <p:nvPicPr>
            <p:cNvPr id="239" name="object 236">
              <a:extLst>
                <a:ext uri="{FF2B5EF4-FFF2-40B4-BE49-F238E27FC236}">
                  <a16:creationId xmlns:a16="http://schemas.microsoft.com/office/drawing/2014/main" id="{FFFA8589-D6B7-3FF9-6FDB-E0905E407960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362058" y="3460711"/>
              <a:ext cx="241046" cy="241007"/>
            </a:xfrm>
            <a:prstGeom prst="rect">
              <a:avLst/>
            </a:prstGeom>
          </p:spPr>
        </p:pic>
        <p:sp>
          <p:nvSpPr>
            <p:cNvPr id="240" name="object 237">
              <a:extLst>
                <a:ext uri="{FF2B5EF4-FFF2-40B4-BE49-F238E27FC236}">
                  <a16:creationId xmlns:a16="http://schemas.microsoft.com/office/drawing/2014/main" id="{48D681C2-FF44-5B05-03D5-78F79E9334F9}"/>
                </a:ext>
              </a:extLst>
            </p:cNvPr>
            <p:cNvSpPr/>
            <p:nvPr/>
          </p:nvSpPr>
          <p:spPr>
            <a:xfrm>
              <a:off x="3362058" y="346071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1" name="object 238">
              <a:extLst>
                <a:ext uri="{FF2B5EF4-FFF2-40B4-BE49-F238E27FC236}">
                  <a16:creationId xmlns:a16="http://schemas.microsoft.com/office/drawing/2014/main" id="{53F070F0-37E5-8325-9144-F4617769C8F6}"/>
                </a:ext>
              </a:extLst>
            </p:cNvPr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2963481" y="3491346"/>
              <a:ext cx="378228" cy="378228"/>
            </a:xfrm>
            <a:prstGeom prst="rect">
              <a:avLst/>
            </a:prstGeom>
          </p:spPr>
        </p:pic>
        <p:pic>
          <p:nvPicPr>
            <p:cNvPr id="242" name="object 239">
              <a:extLst>
                <a:ext uri="{FF2B5EF4-FFF2-40B4-BE49-F238E27FC236}">
                  <a16:creationId xmlns:a16="http://schemas.microsoft.com/office/drawing/2014/main" id="{406E60EE-E29C-673C-09F3-B62FF7D421D5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32188" y="3536823"/>
              <a:ext cx="241058" cy="241007"/>
            </a:xfrm>
            <a:prstGeom prst="rect">
              <a:avLst/>
            </a:prstGeom>
          </p:spPr>
        </p:pic>
        <p:sp>
          <p:nvSpPr>
            <p:cNvPr id="243" name="object 240">
              <a:extLst>
                <a:ext uri="{FF2B5EF4-FFF2-40B4-BE49-F238E27FC236}">
                  <a16:creationId xmlns:a16="http://schemas.microsoft.com/office/drawing/2014/main" id="{700A5934-47B4-0314-3333-F4F6EDEE5F4D}"/>
                </a:ext>
              </a:extLst>
            </p:cNvPr>
            <p:cNvSpPr/>
            <p:nvPr/>
          </p:nvSpPr>
          <p:spPr>
            <a:xfrm>
              <a:off x="3032188" y="353682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4" name="object 241">
              <a:extLst>
                <a:ext uri="{FF2B5EF4-FFF2-40B4-BE49-F238E27FC236}">
                  <a16:creationId xmlns:a16="http://schemas.microsoft.com/office/drawing/2014/main" id="{4E19E328-56B7-0E77-32B9-225B586E32D4}"/>
                </a:ext>
              </a:extLst>
            </p:cNvPr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3333407" y="3695004"/>
              <a:ext cx="374072" cy="378228"/>
            </a:xfrm>
            <a:prstGeom prst="rect">
              <a:avLst/>
            </a:prstGeom>
          </p:spPr>
        </p:pic>
        <p:pic>
          <p:nvPicPr>
            <p:cNvPr id="245" name="object 242">
              <a:extLst>
                <a:ext uri="{FF2B5EF4-FFF2-40B4-BE49-F238E27FC236}">
                  <a16:creationId xmlns:a16="http://schemas.microsoft.com/office/drawing/2014/main" id="{74E98641-153C-F0C3-8E5F-6685FFB52D06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00120" y="3739768"/>
              <a:ext cx="241046" cy="241007"/>
            </a:xfrm>
            <a:prstGeom prst="rect">
              <a:avLst/>
            </a:prstGeom>
          </p:spPr>
        </p:pic>
        <p:sp>
          <p:nvSpPr>
            <p:cNvPr id="246" name="object 243">
              <a:extLst>
                <a:ext uri="{FF2B5EF4-FFF2-40B4-BE49-F238E27FC236}">
                  <a16:creationId xmlns:a16="http://schemas.microsoft.com/office/drawing/2014/main" id="{C7711AD0-B574-377F-0384-95A7DE3C60C5}"/>
                </a:ext>
              </a:extLst>
            </p:cNvPr>
            <p:cNvSpPr/>
            <p:nvPr/>
          </p:nvSpPr>
          <p:spPr>
            <a:xfrm>
              <a:off x="3400120" y="373976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4">
              <a:extLst>
                <a:ext uri="{FF2B5EF4-FFF2-40B4-BE49-F238E27FC236}">
                  <a16:creationId xmlns:a16="http://schemas.microsoft.com/office/drawing/2014/main" id="{28996F67-7559-18F6-C43F-975B2BE307EF}"/>
                </a:ext>
              </a:extLst>
            </p:cNvPr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2531224" y="3578633"/>
              <a:ext cx="378228" cy="378228"/>
            </a:xfrm>
            <a:prstGeom prst="rect">
              <a:avLst/>
            </a:prstGeom>
          </p:spPr>
        </p:pic>
        <p:pic>
          <p:nvPicPr>
            <p:cNvPr id="248" name="object 245">
              <a:extLst>
                <a:ext uri="{FF2B5EF4-FFF2-40B4-BE49-F238E27FC236}">
                  <a16:creationId xmlns:a16="http://schemas.microsoft.com/office/drawing/2014/main" id="{0977B362-4A75-67B2-25D5-409C013313DA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00833" y="3625608"/>
              <a:ext cx="241058" cy="241007"/>
            </a:xfrm>
            <a:prstGeom prst="rect">
              <a:avLst/>
            </a:prstGeom>
          </p:spPr>
        </p:pic>
        <p:pic>
          <p:nvPicPr>
            <p:cNvPr id="249" name="object 246">
              <a:extLst>
                <a:ext uri="{FF2B5EF4-FFF2-40B4-BE49-F238E27FC236}">
                  <a16:creationId xmlns:a16="http://schemas.microsoft.com/office/drawing/2014/main" id="{6331EB0D-E5DF-A005-0B85-AA31369D07CD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596075" y="3620851"/>
              <a:ext cx="250567" cy="250521"/>
            </a:xfrm>
            <a:prstGeom prst="rect">
              <a:avLst/>
            </a:prstGeom>
          </p:spPr>
        </p:pic>
        <p:pic>
          <p:nvPicPr>
            <p:cNvPr id="250" name="object 247">
              <a:extLst>
                <a:ext uri="{FF2B5EF4-FFF2-40B4-BE49-F238E27FC236}">
                  <a16:creationId xmlns:a16="http://schemas.microsoft.com/office/drawing/2014/main" id="{3690650F-88A9-4249-E3CC-96EB5ED99E2E}"/>
                </a:ext>
              </a:extLst>
            </p:cNvPr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2647607" y="3886202"/>
              <a:ext cx="378228" cy="378228"/>
            </a:xfrm>
            <a:prstGeom prst="rect">
              <a:avLst/>
            </a:prstGeom>
          </p:spPr>
        </p:pic>
        <p:pic>
          <p:nvPicPr>
            <p:cNvPr id="251" name="object 248">
              <a:extLst>
                <a:ext uri="{FF2B5EF4-FFF2-40B4-BE49-F238E27FC236}">
                  <a16:creationId xmlns:a16="http://schemas.microsoft.com/office/drawing/2014/main" id="{3B7D1CB1-B1EA-97FA-1E60-2BC58F7355B8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715018" y="3930040"/>
              <a:ext cx="241058" cy="241007"/>
            </a:xfrm>
            <a:prstGeom prst="rect">
              <a:avLst/>
            </a:prstGeom>
          </p:spPr>
        </p:pic>
        <p:sp>
          <p:nvSpPr>
            <p:cNvPr id="252" name="object 249">
              <a:extLst>
                <a:ext uri="{FF2B5EF4-FFF2-40B4-BE49-F238E27FC236}">
                  <a16:creationId xmlns:a16="http://schemas.microsoft.com/office/drawing/2014/main" id="{B7200197-CC59-DA39-95A6-671B247859D8}"/>
                </a:ext>
              </a:extLst>
            </p:cNvPr>
            <p:cNvSpPr/>
            <p:nvPr/>
          </p:nvSpPr>
          <p:spPr>
            <a:xfrm>
              <a:off x="2715018" y="393004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0">
              <a:extLst>
                <a:ext uri="{FF2B5EF4-FFF2-40B4-BE49-F238E27FC236}">
                  <a16:creationId xmlns:a16="http://schemas.microsoft.com/office/drawing/2014/main" id="{8C5C7264-F49A-2E92-F5CC-1177D6E136F3}"/>
                </a:ext>
              </a:extLst>
            </p:cNvPr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826321" y="4010891"/>
              <a:ext cx="374072" cy="378228"/>
            </a:xfrm>
            <a:prstGeom prst="rect">
              <a:avLst/>
            </a:prstGeom>
          </p:spPr>
        </p:pic>
        <p:pic>
          <p:nvPicPr>
            <p:cNvPr id="254" name="object 251">
              <a:extLst>
                <a:ext uri="{FF2B5EF4-FFF2-40B4-BE49-F238E27FC236}">
                  <a16:creationId xmlns:a16="http://schemas.microsoft.com/office/drawing/2014/main" id="{0042EBFE-418C-135E-718C-982DAADB7E8E}"/>
                </a:ext>
              </a:extLst>
            </p:cNvPr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2892640" y="4056888"/>
              <a:ext cx="241046" cy="241007"/>
            </a:xfrm>
            <a:prstGeom prst="rect">
              <a:avLst/>
            </a:prstGeom>
          </p:spPr>
        </p:pic>
        <p:sp>
          <p:nvSpPr>
            <p:cNvPr id="255" name="object 252">
              <a:extLst>
                <a:ext uri="{FF2B5EF4-FFF2-40B4-BE49-F238E27FC236}">
                  <a16:creationId xmlns:a16="http://schemas.microsoft.com/office/drawing/2014/main" id="{EB735315-CDCC-BAE9-414B-6969D37900FF}"/>
                </a:ext>
              </a:extLst>
            </p:cNvPr>
            <p:cNvSpPr/>
            <p:nvPr/>
          </p:nvSpPr>
          <p:spPr>
            <a:xfrm>
              <a:off x="2892640" y="405688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6" name="object 253">
              <a:extLst>
                <a:ext uri="{FF2B5EF4-FFF2-40B4-BE49-F238E27FC236}">
                  <a16:creationId xmlns:a16="http://schemas.microsoft.com/office/drawing/2014/main" id="{CA0721C1-BCC0-4777-7ABF-40A1E81DFEF7}"/>
                </a:ext>
              </a:extLst>
            </p:cNvPr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333407" y="4048292"/>
              <a:ext cx="374072" cy="378228"/>
            </a:xfrm>
            <a:prstGeom prst="rect">
              <a:avLst/>
            </a:prstGeom>
          </p:spPr>
        </p:pic>
        <p:pic>
          <p:nvPicPr>
            <p:cNvPr id="257" name="object 254">
              <a:extLst>
                <a:ext uri="{FF2B5EF4-FFF2-40B4-BE49-F238E27FC236}">
                  <a16:creationId xmlns:a16="http://schemas.microsoft.com/office/drawing/2014/main" id="{A2F2C57F-B2BA-76F6-A259-4361748F9037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00120" y="4094937"/>
              <a:ext cx="241046" cy="241007"/>
            </a:xfrm>
            <a:prstGeom prst="rect">
              <a:avLst/>
            </a:prstGeom>
          </p:spPr>
        </p:pic>
        <p:sp>
          <p:nvSpPr>
            <p:cNvPr id="258" name="object 255">
              <a:extLst>
                <a:ext uri="{FF2B5EF4-FFF2-40B4-BE49-F238E27FC236}">
                  <a16:creationId xmlns:a16="http://schemas.microsoft.com/office/drawing/2014/main" id="{4099EBF9-3B48-09E3-8726-F52C64DD9784}"/>
                </a:ext>
              </a:extLst>
            </p:cNvPr>
            <p:cNvSpPr/>
            <p:nvPr/>
          </p:nvSpPr>
          <p:spPr>
            <a:xfrm>
              <a:off x="3400120" y="409493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9" name="object 256">
              <a:extLst>
                <a:ext uri="{FF2B5EF4-FFF2-40B4-BE49-F238E27FC236}">
                  <a16:creationId xmlns:a16="http://schemas.microsoft.com/office/drawing/2014/main" id="{99A3786D-29A7-F8ED-EBDD-5F2159F6758F}"/>
                </a:ext>
              </a:extLst>
            </p:cNvPr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3611879" y="3744889"/>
              <a:ext cx="378228" cy="378228"/>
            </a:xfrm>
            <a:prstGeom prst="rect">
              <a:avLst/>
            </a:prstGeom>
          </p:spPr>
        </p:pic>
        <p:pic>
          <p:nvPicPr>
            <p:cNvPr id="260" name="object 257">
              <a:extLst>
                <a:ext uri="{FF2B5EF4-FFF2-40B4-BE49-F238E27FC236}">
                  <a16:creationId xmlns:a16="http://schemas.microsoft.com/office/drawing/2014/main" id="{E7C826F1-7A4D-B5B7-0E53-CFDAB9567152}"/>
                </a:ext>
              </a:extLst>
            </p:cNvPr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3679228" y="3790518"/>
              <a:ext cx="241058" cy="240995"/>
            </a:xfrm>
            <a:prstGeom prst="rect">
              <a:avLst/>
            </a:prstGeom>
          </p:spPr>
        </p:pic>
        <p:pic>
          <p:nvPicPr>
            <p:cNvPr id="261" name="object 258">
              <a:extLst>
                <a:ext uri="{FF2B5EF4-FFF2-40B4-BE49-F238E27FC236}">
                  <a16:creationId xmlns:a16="http://schemas.microsoft.com/office/drawing/2014/main" id="{3B7DF39D-A777-0DEE-A24E-F91B1F99D820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674470" y="3785760"/>
              <a:ext cx="250567" cy="250521"/>
            </a:xfrm>
            <a:prstGeom prst="rect">
              <a:avLst/>
            </a:prstGeom>
          </p:spPr>
        </p:pic>
        <p:pic>
          <p:nvPicPr>
            <p:cNvPr id="262" name="object 259">
              <a:extLst>
                <a:ext uri="{FF2B5EF4-FFF2-40B4-BE49-F238E27FC236}">
                  <a16:creationId xmlns:a16="http://schemas.microsoft.com/office/drawing/2014/main" id="{8AAE2279-A726-0939-57BA-C66DCDBFB475}"/>
                </a:ext>
              </a:extLst>
            </p:cNvPr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3117265" y="3391592"/>
              <a:ext cx="378228" cy="374072"/>
            </a:xfrm>
            <a:prstGeom prst="rect">
              <a:avLst/>
            </a:prstGeom>
          </p:spPr>
        </p:pic>
        <p:pic>
          <p:nvPicPr>
            <p:cNvPr id="263" name="object 260">
              <a:extLst>
                <a:ext uri="{FF2B5EF4-FFF2-40B4-BE49-F238E27FC236}">
                  <a16:creationId xmlns:a16="http://schemas.microsoft.com/office/drawing/2014/main" id="{EF42BE1F-7271-8200-F3A7-AADC35F2DE4F}"/>
                </a:ext>
              </a:extLst>
            </p:cNvPr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3184436" y="3435337"/>
              <a:ext cx="241058" cy="241007"/>
            </a:xfrm>
            <a:prstGeom prst="rect">
              <a:avLst/>
            </a:prstGeom>
          </p:spPr>
        </p:pic>
        <p:sp>
          <p:nvSpPr>
            <p:cNvPr id="264" name="object 261">
              <a:extLst>
                <a:ext uri="{FF2B5EF4-FFF2-40B4-BE49-F238E27FC236}">
                  <a16:creationId xmlns:a16="http://schemas.microsoft.com/office/drawing/2014/main" id="{21E8A654-100F-E119-F9DD-CE04416F2F20}"/>
                </a:ext>
              </a:extLst>
            </p:cNvPr>
            <p:cNvSpPr/>
            <p:nvPr/>
          </p:nvSpPr>
          <p:spPr>
            <a:xfrm>
              <a:off x="3184435" y="343533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5" name="object 262">
              <a:extLst>
                <a:ext uri="{FF2B5EF4-FFF2-40B4-BE49-F238E27FC236}">
                  <a16:creationId xmlns:a16="http://schemas.microsoft.com/office/drawing/2014/main" id="{973FFDB3-ECBC-DEBA-1FDC-12E6F3A0C5DC}"/>
                </a:ext>
              </a:extLst>
            </p:cNvPr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3266897" y="3794762"/>
              <a:ext cx="378228" cy="378228"/>
            </a:xfrm>
            <a:prstGeom prst="rect">
              <a:avLst/>
            </a:prstGeom>
          </p:spPr>
        </p:pic>
        <p:pic>
          <p:nvPicPr>
            <p:cNvPr id="266" name="object 263">
              <a:extLst>
                <a:ext uri="{FF2B5EF4-FFF2-40B4-BE49-F238E27FC236}">
                  <a16:creationId xmlns:a16="http://schemas.microsoft.com/office/drawing/2014/main" id="{06E31811-93A8-3662-9567-BEA9CCD8B87E}"/>
                </a:ext>
              </a:extLst>
            </p:cNvPr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336683" y="3841254"/>
              <a:ext cx="241046" cy="241007"/>
            </a:xfrm>
            <a:prstGeom prst="rect">
              <a:avLst/>
            </a:prstGeom>
          </p:spPr>
        </p:pic>
        <p:sp>
          <p:nvSpPr>
            <p:cNvPr id="267" name="object 264">
              <a:extLst>
                <a:ext uri="{FF2B5EF4-FFF2-40B4-BE49-F238E27FC236}">
                  <a16:creationId xmlns:a16="http://schemas.microsoft.com/office/drawing/2014/main" id="{C3BBEFC1-5A3F-E540-00E3-D36250254B0D}"/>
                </a:ext>
              </a:extLst>
            </p:cNvPr>
            <p:cNvSpPr/>
            <p:nvPr/>
          </p:nvSpPr>
          <p:spPr>
            <a:xfrm>
              <a:off x="3336683" y="384125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8" name="object 265">
              <a:extLst>
                <a:ext uri="{FF2B5EF4-FFF2-40B4-BE49-F238E27FC236}">
                  <a16:creationId xmlns:a16="http://schemas.microsoft.com/office/drawing/2014/main" id="{865BD5F7-A4A7-DE1A-1D29-E8E48FF77622}"/>
                </a:ext>
              </a:extLst>
            </p:cNvPr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2975952" y="3861263"/>
              <a:ext cx="378228" cy="374072"/>
            </a:xfrm>
            <a:prstGeom prst="rect">
              <a:avLst/>
            </a:prstGeom>
          </p:spPr>
        </p:pic>
        <p:pic>
          <p:nvPicPr>
            <p:cNvPr id="269" name="object 266">
              <a:extLst>
                <a:ext uri="{FF2B5EF4-FFF2-40B4-BE49-F238E27FC236}">
                  <a16:creationId xmlns:a16="http://schemas.microsoft.com/office/drawing/2014/main" id="{ABD5DDC1-6C97-E5AC-DCF0-8D7C91296195}"/>
                </a:ext>
              </a:extLst>
            </p:cNvPr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044876" y="3904678"/>
              <a:ext cx="241058" cy="241007"/>
            </a:xfrm>
            <a:prstGeom prst="rect">
              <a:avLst/>
            </a:prstGeom>
          </p:spPr>
        </p:pic>
        <p:sp>
          <p:nvSpPr>
            <p:cNvPr id="270" name="object 267">
              <a:extLst>
                <a:ext uri="{FF2B5EF4-FFF2-40B4-BE49-F238E27FC236}">
                  <a16:creationId xmlns:a16="http://schemas.microsoft.com/office/drawing/2014/main" id="{C5D26AC8-1A82-12CB-5D36-AB0D6787FDFA}"/>
                </a:ext>
              </a:extLst>
            </p:cNvPr>
            <p:cNvSpPr/>
            <p:nvPr/>
          </p:nvSpPr>
          <p:spPr>
            <a:xfrm>
              <a:off x="3044875" y="390467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1" name="object 268">
              <a:extLst>
                <a:ext uri="{FF2B5EF4-FFF2-40B4-BE49-F238E27FC236}">
                  <a16:creationId xmlns:a16="http://schemas.microsoft.com/office/drawing/2014/main" id="{270B5E2F-11E5-EB3B-5BE5-7DD38A2BDA4D}"/>
                </a:ext>
              </a:extLst>
            </p:cNvPr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167151" y="3961018"/>
              <a:ext cx="378228" cy="378228"/>
            </a:xfrm>
            <a:prstGeom prst="rect">
              <a:avLst/>
            </a:prstGeom>
          </p:spPr>
        </p:pic>
        <p:pic>
          <p:nvPicPr>
            <p:cNvPr id="272" name="object 269">
              <a:extLst>
                <a:ext uri="{FF2B5EF4-FFF2-40B4-BE49-F238E27FC236}">
                  <a16:creationId xmlns:a16="http://schemas.microsoft.com/office/drawing/2014/main" id="{4A00DFCE-564A-4312-054F-97EEEE0A561E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235185" y="4006151"/>
              <a:ext cx="241058" cy="241007"/>
            </a:xfrm>
            <a:prstGeom prst="rect">
              <a:avLst/>
            </a:prstGeom>
          </p:spPr>
        </p:pic>
        <p:sp>
          <p:nvSpPr>
            <p:cNvPr id="273" name="object 270">
              <a:extLst>
                <a:ext uri="{FF2B5EF4-FFF2-40B4-BE49-F238E27FC236}">
                  <a16:creationId xmlns:a16="http://schemas.microsoft.com/office/drawing/2014/main" id="{85F1C492-6785-9164-B631-E741EB6D7DDE}"/>
                </a:ext>
              </a:extLst>
            </p:cNvPr>
            <p:cNvSpPr/>
            <p:nvPr/>
          </p:nvSpPr>
          <p:spPr>
            <a:xfrm>
              <a:off x="3235185" y="400615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4" name="object 271">
              <a:extLst>
                <a:ext uri="{FF2B5EF4-FFF2-40B4-BE49-F238E27FC236}">
                  <a16:creationId xmlns:a16="http://schemas.microsoft.com/office/drawing/2014/main" id="{ACB377C0-3C29-D8ED-7C57-B8D3BD867CCD}"/>
                </a:ext>
              </a:extLst>
            </p:cNvPr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3038297" y="4289364"/>
              <a:ext cx="378228" cy="378228"/>
            </a:xfrm>
            <a:prstGeom prst="rect">
              <a:avLst/>
            </a:prstGeom>
          </p:spPr>
        </p:pic>
        <p:pic>
          <p:nvPicPr>
            <p:cNvPr id="275" name="object 272">
              <a:extLst>
                <a:ext uri="{FF2B5EF4-FFF2-40B4-BE49-F238E27FC236}">
                  <a16:creationId xmlns:a16="http://schemas.microsoft.com/office/drawing/2014/main" id="{EA6517E1-735F-A6AD-8CAF-3A81AD65E3F1}"/>
                </a:ext>
              </a:extLst>
            </p:cNvPr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3108312" y="4335945"/>
              <a:ext cx="241058" cy="241007"/>
            </a:xfrm>
            <a:prstGeom prst="rect">
              <a:avLst/>
            </a:prstGeom>
          </p:spPr>
        </p:pic>
        <p:sp>
          <p:nvSpPr>
            <p:cNvPr id="276" name="object 273">
              <a:extLst>
                <a:ext uri="{FF2B5EF4-FFF2-40B4-BE49-F238E27FC236}">
                  <a16:creationId xmlns:a16="http://schemas.microsoft.com/office/drawing/2014/main" id="{51C3A99E-709A-F73B-7501-4092D89D71BE}"/>
                </a:ext>
              </a:extLst>
            </p:cNvPr>
            <p:cNvSpPr/>
            <p:nvPr/>
          </p:nvSpPr>
          <p:spPr>
            <a:xfrm>
              <a:off x="3108312" y="433594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60947356-6FEA-7327-43B0-1D40799F637E}"/>
                  </a:ext>
                </a:extLst>
              </p14:cNvPr>
              <p14:cNvContentPartPr/>
              <p14:nvPr/>
            </p14:nvContentPartPr>
            <p14:xfrm>
              <a:off x="7900213" y="3975100"/>
              <a:ext cx="609120" cy="58464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60947356-6FEA-7327-43B0-1D40799F637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889767" y="3964300"/>
                <a:ext cx="630373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6B793F35-D480-5389-9F81-0B6448353679}"/>
                  </a:ext>
                </a:extLst>
              </p14:cNvPr>
              <p14:cNvContentPartPr/>
              <p14:nvPr/>
            </p14:nvContentPartPr>
            <p14:xfrm>
              <a:off x="8635693" y="2427460"/>
              <a:ext cx="1756800" cy="17434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6B793F35-D480-5389-9F81-0B644835367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8625251" y="2416662"/>
                <a:ext cx="1778044" cy="17647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365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7D31-F23C-4FF8-8CA3-84A8BB1A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3C011875-29B6-7489-38ED-33DA00ACF0B8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9BD5E-BEE5-FE40-7E1D-C0B60D0015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D980FD9-A802-4D1D-0B05-31247E27B031}"/>
              </a:ext>
            </a:extLst>
          </p:cNvPr>
          <p:cNvSpPr txBox="1">
            <a:spLocks/>
          </p:cNvSpPr>
          <p:nvPr/>
        </p:nvSpPr>
        <p:spPr>
          <a:xfrm>
            <a:off x="141939" y="3147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Responsibilities</a:t>
            </a:r>
            <a:r>
              <a:rPr lang="en-US" spc="210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in</a:t>
            </a:r>
            <a:r>
              <a:rPr lang="en-US" spc="215">
                <a:solidFill>
                  <a:schemeClr val="bg1"/>
                </a:solidFill>
              </a:rPr>
              <a:t> </a:t>
            </a:r>
            <a:r>
              <a:rPr lang="en-US" spc="105">
                <a:solidFill>
                  <a:schemeClr val="bg1"/>
                </a:solidFill>
              </a:rPr>
              <a:t>pictures</a:t>
            </a:r>
            <a:endParaRPr lang="en-US" spc="105" dirty="0">
              <a:solidFill>
                <a:schemeClr val="bg1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3AC3A7C-C99B-A4D2-DF00-77B7C07501E3}"/>
              </a:ext>
            </a:extLst>
          </p:cNvPr>
          <p:cNvGrpSpPr/>
          <p:nvPr/>
        </p:nvGrpSpPr>
        <p:grpSpPr>
          <a:xfrm>
            <a:off x="1161688" y="3704907"/>
            <a:ext cx="3298825" cy="1484630"/>
            <a:chOff x="735832" y="3200666"/>
            <a:chExt cx="3298825" cy="148463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6D3FB2E-AEE6-8BE0-FCEB-9ABBA391B1A5}"/>
                </a:ext>
              </a:extLst>
            </p:cNvPr>
            <p:cNvSpPr/>
            <p:nvPr/>
          </p:nvSpPr>
          <p:spPr>
            <a:xfrm>
              <a:off x="748532" y="3213366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30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8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2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2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8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7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3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1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3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5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3"/>
                  </a:lnTo>
                  <a:lnTo>
                    <a:pt x="551421" y="1411895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3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3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7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81CFE6-E9B7-390C-0FFE-D721D8EBE562}"/>
                </a:ext>
              </a:extLst>
            </p:cNvPr>
            <p:cNvSpPr/>
            <p:nvPr/>
          </p:nvSpPr>
          <p:spPr>
            <a:xfrm>
              <a:off x="2435910" y="3226041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29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7"/>
                  </a:lnTo>
                  <a:lnTo>
                    <a:pt x="13761" y="588198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1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1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1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1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8"/>
                  </a:lnTo>
                  <a:lnTo>
                    <a:pt x="1579697" y="632327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6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2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0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2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4"/>
                  </a:lnTo>
                  <a:lnTo>
                    <a:pt x="988181" y="1423962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2"/>
                  </a:lnTo>
                  <a:lnTo>
                    <a:pt x="551421" y="1411894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2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0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2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6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B95A916-5AD2-EC35-E8F7-3E00BBD49EA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0407" y="3724099"/>
              <a:ext cx="378228" cy="378228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5F3764D3-4664-3E3E-C4D7-D9934613FB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8288" y="3771480"/>
              <a:ext cx="241046" cy="241007"/>
            </a:xfrm>
            <a:prstGeom prst="rect">
              <a:avLst/>
            </a:prstGeom>
          </p:spPr>
        </p:pic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B4B1EC6-D0DE-3D2E-5815-0D7DC4C77CB6}"/>
                </a:ext>
              </a:extLst>
            </p:cNvPr>
            <p:cNvSpPr/>
            <p:nvPr/>
          </p:nvSpPr>
          <p:spPr>
            <a:xfrm>
              <a:off x="2258288" y="377148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FD8D3AC6-4273-3FAB-60FF-FC58E46F182B}"/>
              </a:ext>
            </a:extLst>
          </p:cNvPr>
          <p:cNvSpPr txBox="1"/>
          <p:nvPr/>
        </p:nvSpPr>
        <p:spPr>
          <a:xfrm>
            <a:off x="1158240" y="2139632"/>
            <a:ext cx="7051040" cy="303593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711200">
              <a:lnSpc>
                <a:spcPts val="3300"/>
              </a:lnSpc>
              <a:spcBef>
                <a:spcPts val="254"/>
              </a:spcBef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Need</a:t>
            </a:r>
            <a:r>
              <a:rPr sz="2800" spc="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6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800" spc="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80" dirty="0">
                <a:solidFill>
                  <a:srgbClr val="2B2728"/>
                </a:solidFill>
                <a:latin typeface="Arial MT"/>
                <a:cs typeface="Arial MT"/>
              </a:rPr>
              <a:t>weight</a:t>
            </a:r>
            <a:r>
              <a:rPr sz="2800" spc="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by</a:t>
            </a:r>
            <a:r>
              <a:rPr sz="2800" spc="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probabilities,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not</a:t>
            </a:r>
            <a:r>
              <a:rPr sz="28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just</a:t>
            </a:r>
            <a:r>
              <a:rPr sz="28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shapes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5"/>
              </a:spcBef>
            </a:pPr>
            <a:endParaRPr sz="2800">
              <a:latin typeface="Arial MT"/>
              <a:cs typeface="Arial MT"/>
            </a:endParaRPr>
          </a:p>
          <a:p>
            <a:pPr marL="3596004">
              <a:lnSpc>
                <a:spcPts val="2840"/>
              </a:lnSpc>
            </a:pPr>
            <a:r>
              <a:rPr sz="2400" dirty="0">
                <a:latin typeface="Arial MT"/>
                <a:cs typeface="Arial MT"/>
              </a:rPr>
              <a:t>Still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u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n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c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e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r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t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118CC4"/>
                </a:solidFill>
                <a:latin typeface="Arial MT"/>
                <a:cs typeface="Arial MT"/>
              </a:rPr>
              <a:t>i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n</a:t>
            </a:r>
            <a:r>
              <a:rPr sz="2400" spc="-10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596004" marR="116839">
              <a:lnSpc>
                <a:spcPts val="2900"/>
              </a:lnSpc>
              <a:spcBef>
                <a:spcPts val="40"/>
              </a:spcBef>
            </a:pPr>
            <a:r>
              <a:rPr sz="2400" spc="85" dirty="0">
                <a:latin typeface="Arial MT"/>
                <a:cs typeface="Arial MT"/>
              </a:rPr>
              <a:t>but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5BD05"/>
                </a:solidFill>
                <a:latin typeface="Arial MT"/>
                <a:cs typeface="Arial MT"/>
              </a:rPr>
              <a:t>green</a:t>
            </a:r>
            <a:r>
              <a:rPr sz="2400" spc="114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cluster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seems </a:t>
            </a:r>
            <a:r>
              <a:rPr sz="2400" spc="95" dirty="0">
                <a:latin typeface="Arial MT"/>
                <a:cs typeface="Arial MT"/>
              </a:rPr>
              <a:t>more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probable…</a:t>
            </a:r>
            <a:endParaRPr sz="2400">
              <a:latin typeface="Arial MT"/>
              <a:cs typeface="Arial MT"/>
            </a:endParaRPr>
          </a:p>
          <a:p>
            <a:pPr marL="3596004">
              <a:lnSpc>
                <a:spcPts val="2795"/>
              </a:lnSpc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takes</a:t>
            </a:r>
            <a:r>
              <a:rPr sz="2400" spc="-8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B0007E"/>
                </a:solidFill>
                <a:latin typeface="Arial MT"/>
                <a:cs typeface="Arial MT"/>
              </a:rPr>
              <a:t>more</a:t>
            </a:r>
            <a:r>
              <a:rPr sz="2400" spc="-8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responsibility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53443A61-7FF0-F86C-33E4-D5A05A8CDF56}"/>
              </a:ext>
            </a:extLst>
          </p:cNvPr>
          <p:cNvGrpSpPr/>
          <p:nvPr/>
        </p:nvGrpSpPr>
        <p:grpSpPr>
          <a:xfrm>
            <a:off x="1194782" y="3750367"/>
            <a:ext cx="3180080" cy="1430020"/>
            <a:chOff x="768926" y="3246126"/>
            <a:chExt cx="3180080" cy="1430020"/>
          </a:xfrm>
        </p:grpSpPr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B09EFDCC-9E21-0C5C-B8C1-986D150C7F8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4811" y="3283523"/>
              <a:ext cx="378228" cy="378228"/>
            </a:xfrm>
            <a:prstGeom prst="rect">
              <a:avLst/>
            </a:prstGeom>
          </p:spPr>
        </p:pic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D31E7925-2B8A-92B0-DB9A-1B8C10530F3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4517" y="3327526"/>
              <a:ext cx="241059" cy="241007"/>
            </a:xfrm>
            <a:prstGeom prst="rect">
              <a:avLst/>
            </a:prstGeom>
          </p:spPr>
        </p:pic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4D5233B6-1294-2DF4-7DB9-574EDB9DD142}"/>
                </a:ext>
              </a:extLst>
            </p:cNvPr>
            <p:cNvSpPr/>
            <p:nvPr/>
          </p:nvSpPr>
          <p:spPr>
            <a:xfrm>
              <a:off x="1154517" y="332752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1C7A86B3-89B2-D33F-2902-91793957E57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9208" y="3890355"/>
              <a:ext cx="378228" cy="378228"/>
            </a:xfrm>
            <a:prstGeom prst="rect">
              <a:avLst/>
            </a:prstGeom>
          </p:spPr>
        </p:pic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57BFF31A-A4B2-0466-A4EF-D29727AF91D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7979" y="3936390"/>
              <a:ext cx="241058" cy="241007"/>
            </a:xfrm>
            <a:prstGeom prst="rect">
              <a:avLst/>
            </a:prstGeom>
          </p:spPr>
        </p:pic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6C24C3F5-8DFD-7E7A-933D-26F5EA4FDA9D}"/>
                </a:ext>
              </a:extLst>
            </p:cNvPr>
            <p:cNvSpPr/>
            <p:nvPr/>
          </p:nvSpPr>
          <p:spPr>
            <a:xfrm>
              <a:off x="2067979" y="393639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7">
              <a:extLst>
                <a:ext uri="{FF2B5EF4-FFF2-40B4-BE49-F238E27FC236}">
                  <a16:creationId xmlns:a16="http://schemas.microsoft.com/office/drawing/2014/main" id="{0F88196B-B20E-A3FD-4949-E5D607EBD21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66951" y="3358339"/>
              <a:ext cx="378228" cy="378228"/>
            </a:xfrm>
            <a:prstGeom prst="rect">
              <a:avLst/>
            </a:prstGeom>
          </p:spPr>
        </p:pic>
        <p:pic>
          <p:nvPicPr>
            <p:cNvPr id="20" name="object 18">
              <a:extLst>
                <a:ext uri="{FF2B5EF4-FFF2-40B4-BE49-F238E27FC236}">
                  <a16:creationId xmlns:a16="http://schemas.microsoft.com/office/drawing/2014/main" id="{41F8D506-4F82-61B0-5FD4-0653284659E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6623" y="3403625"/>
              <a:ext cx="241058" cy="241007"/>
            </a:xfrm>
            <a:prstGeom prst="rect">
              <a:avLst/>
            </a:prstGeom>
          </p:spPr>
        </p:pic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E741EE07-AECF-646C-F234-33DFBB6D5300}"/>
                </a:ext>
              </a:extLst>
            </p:cNvPr>
            <p:cNvSpPr/>
            <p:nvPr/>
          </p:nvSpPr>
          <p:spPr>
            <a:xfrm>
              <a:off x="1636623" y="340362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0">
              <a:extLst>
                <a:ext uri="{FF2B5EF4-FFF2-40B4-BE49-F238E27FC236}">
                  <a16:creationId xmlns:a16="http://schemas.microsoft.com/office/drawing/2014/main" id="{F35AB6E2-8315-26AA-178F-F7727C78586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8596" y="3433155"/>
              <a:ext cx="378228" cy="378228"/>
            </a:xfrm>
            <a:prstGeom prst="rect">
              <a:avLst/>
            </a:prstGeom>
          </p:spPr>
        </p:pic>
        <p:pic>
          <p:nvPicPr>
            <p:cNvPr id="23" name="object 21">
              <a:extLst>
                <a:ext uri="{FF2B5EF4-FFF2-40B4-BE49-F238E27FC236}">
                  <a16:creationId xmlns:a16="http://schemas.microsoft.com/office/drawing/2014/main" id="{CA469FE3-3889-F7A8-28C6-32EEF37995A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06766" y="3479736"/>
              <a:ext cx="241046" cy="241007"/>
            </a:xfrm>
            <a:prstGeom prst="rect">
              <a:avLst/>
            </a:prstGeom>
          </p:spPr>
        </p:pic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7D391898-FF0D-3BF6-AC44-1B246C2C4F6D}"/>
                </a:ext>
              </a:extLst>
            </p:cNvPr>
            <p:cNvSpPr/>
            <p:nvPr/>
          </p:nvSpPr>
          <p:spPr>
            <a:xfrm>
              <a:off x="1306766" y="34797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3">
              <a:extLst>
                <a:ext uri="{FF2B5EF4-FFF2-40B4-BE49-F238E27FC236}">
                  <a16:creationId xmlns:a16="http://schemas.microsoft.com/office/drawing/2014/main" id="{97E9FD05-486C-B40D-4740-CED8C1BE74A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4352" y="3636812"/>
              <a:ext cx="378228" cy="378228"/>
            </a:xfrm>
            <a:prstGeom prst="rect">
              <a:avLst/>
            </a:prstGeom>
          </p:spPr>
        </p:pic>
        <p:pic>
          <p:nvPicPr>
            <p:cNvPr id="26" name="object 24">
              <a:extLst>
                <a:ext uri="{FF2B5EF4-FFF2-40B4-BE49-F238E27FC236}">
                  <a16:creationId xmlns:a16="http://schemas.microsoft.com/office/drawing/2014/main" id="{E488C3E2-3237-B4F4-D028-DF51B03A5CA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4685" y="3682695"/>
              <a:ext cx="241046" cy="241007"/>
            </a:xfrm>
            <a:prstGeom prst="rect">
              <a:avLst/>
            </a:prstGeom>
          </p:spPr>
        </p:pic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96E33698-04DA-8E8F-DC83-17C92F66D5E3}"/>
                </a:ext>
              </a:extLst>
            </p:cNvPr>
            <p:cNvSpPr/>
            <p:nvPr/>
          </p:nvSpPr>
          <p:spPr>
            <a:xfrm>
              <a:off x="1674685" y="368269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6">
              <a:extLst>
                <a:ext uri="{FF2B5EF4-FFF2-40B4-BE49-F238E27FC236}">
                  <a16:creationId xmlns:a16="http://schemas.microsoft.com/office/drawing/2014/main" id="{E7A04443-E3D1-012D-B541-C03209B5337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4934" y="3586939"/>
              <a:ext cx="378228" cy="378228"/>
            </a:xfrm>
            <a:prstGeom prst="rect">
              <a:avLst/>
            </a:prstGeom>
          </p:spPr>
        </p:pic>
        <p:pic>
          <p:nvPicPr>
            <p:cNvPr id="29" name="object 27">
              <a:extLst>
                <a:ext uri="{FF2B5EF4-FFF2-40B4-BE49-F238E27FC236}">
                  <a16:creationId xmlns:a16="http://schemas.microsoft.com/office/drawing/2014/main" id="{D6B0E855-50A9-412A-6043-B8CE87F3E0E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3769" y="3631958"/>
              <a:ext cx="241058" cy="241007"/>
            </a:xfrm>
            <a:prstGeom prst="rect">
              <a:avLst/>
            </a:prstGeom>
          </p:spPr>
        </p:pic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4DE6772D-A954-388E-0C0E-11A50A03B2E8}"/>
                </a:ext>
              </a:extLst>
            </p:cNvPr>
            <p:cNvSpPr/>
            <p:nvPr/>
          </p:nvSpPr>
          <p:spPr>
            <a:xfrm>
              <a:off x="1103769" y="36319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29">
              <a:extLst>
                <a:ext uri="{FF2B5EF4-FFF2-40B4-BE49-F238E27FC236}">
                  <a16:creationId xmlns:a16="http://schemas.microsoft.com/office/drawing/2014/main" id="{B6B847E8-B3C5-0870-F48D-F15B9FD7493B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92377" y="3740727"/>
              <a:ext cx="374072" cy="374072"/>
            </a:xfrm>
            <a:prstGeom prst="rect">
              <a:avLst/>
            </a:prstGeom>
          </p:spPr>
        </p:pic>
        <p:pic>
          <p:nvPicPr>
            <p:cNvPr id="33" name="object 30">
              <a:extLst>
                <a:ext uri="{FF2B5EF4-FFF2-40B4-BE49-F238E27FC236}">
                  <a16:creationId xmlns:a16="http://schemas.microsoft.com/office/drawing/2014/main" id="{6BAA47ED-FC8F-01C6-C2B3-F5F9C316CAE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9001" y="3784168"/>
              <a:ext cx="241058" cy="241007"/>
            </a:xfrm>
            <a:prstGeom prst="rect">
              <a:avLst/>
            </a:prstGeom>
          </p:spPr>
        </p:pic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3C366CDC-41FB-8394-E2A9-0C42C98DB0BB}"/>
                </a:ext>
              </a:extLst>
            </p:cNvPr>
            <p:cNvSpPr/>
            <p:nvPr/>
          </p:nvSpPr>
          <p:spPr>
            <a:xfrm>
              <a:off x="1459001" y="378416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2">
              <a:extLst>
                <a:ext uri="{FF2B5EF4-FFF2-40B4-BE49-F238E27FC236}">
                  <a16:creationId xmlns:a16="http://schemas.microsoft.com/office/drawing/2014/main" id="{AA11683C-5831-A6F9-4B77-AA49E782E2DF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97279" y="3952699"/>
              <a:ext cx="378228" cy="378228"/>
            </a:xfrm>
            <a:prstGeom prst="rect">
              <a:avLst/>
            </a:prstGeom>
          </p:spPr>
        </p:pic>
        <p:pic>
          <p:nvPicPr>
            <p:cNvPr id="36" name="object 33">
              <a:extLst>
                <a:ext uri="{FF2B5EF4-FFF2-40B4-BE49-F238E27FC236}">
                  <a16:creationId xmlns:a16="http://schemas.microsoft.com/office/drawing/2014/main" id="{4FD9B179-3AFC-4677-B3E1-8658B6117465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67204" y="3999814"/>
              <a:ext cx="241047" cy="240995"/>
            </a:xfrm>
            <a:prstGeom prst="rect">
              <a:avLst/>
            </a:prstGeom>
          </p:spPr>
        </p:pic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BCC49667-D396-E418-B6F4-EB2DDE5B3017}"/>
                </a:ext>
              </a:extLst>
            </p:cNvPr>
            <p:cNvSpPr/>
            <p:nvPr/>
          </p:nvSpPr>
          <p:spPr>
            <a:xfrm>
              <a:off x="1167204" y="399981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5">
              <a:extLst>
                <a:ext uri="{FF2B5EF4-FFF2-40B4-BE49-F238E27FC236}">
                  <a16:creationId xmlns:a16="http://schemas.microsoft.com/office/drawing/2014/main" id="{EF655724-4CAA-D015-0C88-F80FEF32BC87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04352" y="3994270"/>
              <a:ext cx="378228" cy="374072"/>
            </a:xfrm>
            <a:prstGeom prst="rect">
              <a:avLst/>
            </a:prstGeom>
          </p:spPr>
        </p:pic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66FB0A3A-3F1F-0793-F25C-809DD6744C3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74685" y="4037863"/>
              <a:ext cx="241046" cy="241007"/>
            </a:xfrm>
            <a:prstGeom prst="rect">
              <a:avLst/>
            </a:prstGeom>
          </p:spPr>
        </p:pic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EECBB34B-0702-E145-3141-9A7D1F9EBE5E}"/>
                </a:ext>
              </a:extLst>
            </p:cNvPr>
            <p:cNvSpPr/>
            <p:nvPr/>
          </p:nvSpPr>
          <p:spPr>
            <a:xfrm>
              <a:off x="1674685" y="403786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38">
              <a:extLst>
                <a:ext uri="{FF2B5EF4-FFF2-40B4-BE49-F238E27FC236}">
                  <a16:creationId xmlns:a16="http://schemas.microsoft.com/office/drawing/2014/main" id="{7996E744-AE0D-8A20-C73B-ED2048CACAB6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93865" y="3790609"/>
              <a:ext cx="378228" cy="378228"/>
            </a:xfrm>
            <a:prstGeom prst="rect">
              <a:avLst/>
            </a:prstGeom>
          </p:spPr>
        </p:pic>
        <p:pic>
          <p:nvPicPr>
            <p:cNvPr id="42" name="object 39">
              <a:extLst>
                <a:ext uri="{FF2B5EF4-FFF2-40B4-BE49-F238E27FC236}">
                  <a16:creationId xmlns:a16="http://schemas.microsoft.com/office/drawing/2014/main" id="{DCB571BC-9E9F-FCBE-49B1-816F5364FAA9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2716" y="3834904"/>
              <a:ext cx="241053" cy="241007"/>
            </a:xfrm>
            <a:prstGeom prst="rect">
              <a:avLst/>
            </a:prstGeom>
          </p:spPr>
        </p:pic>
        <p:sp>
          <p:nvSpPr>
            <p:cNvPr id="43" name="object 40">
              <a:extLst>
                <a:ext uri="{FF2B5EF4-FFF2-40B4-BE49-F238E27FC236}">
                  <a16:creationId xmlns:a16="http://schemas.microsoft.com/office/drawing/2014/main" id="{3ED67152-013A-5BC0-CDFF-C2E61AF4DE8D}"/>
                </a:ext>
              </a:extLst>
            </p:cNvPr>
            <p:cNvSpPr/>
            <p:nvPr/>
          </p:nvSpPr>
          <p:spPr>
            <a:xfrm>
              <a:off x="862716" y="38349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1">
              <a:extLst>
                <a:ext uri="{FF2B5EF4-FFF2-40B4-BE49-F238E27FC236}">
                  <a16:creationId xmlns:a16="http://schemas.microsoft.com/office/drawing/2014/main" id="{322585EB-45A9-2588-8A8D-FD0FF3202EA4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92377" y="3586939"/>
              <a:ext cx="374072" cy="378228"/>
            </a:xfrm>
            <a:prstGeom prst="rect">
              <a:avLst/>
            </a:prstGeom>
          </p:spPr>
        </p:pic>
        <p:pic>
          <p:nvPicPr>
            <p:cNvPr id="45" name="object 42">
              <a:extLst>
                <a:ext uri="{FF2B5EF4-FFF2-40B4-BE49-F238E27FC236}">
                  <a16:creationId xmlns:a16="http://schemas.microsoft.com/office/drawing/2014/main" id="{ACE076B2-8A06-D045-7DF9-8373CBFA966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9001" y="3631958"/>
              <a:ext cx="241058" cy="241007"/>
            </a:xfrm>
            <a:prstGeom prst="rect">
              <a:avLst/>
            </a:prstGeom>
          </p:spPr>
        </p:pic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4D8DE38A-A249-258F-957A-47D254057E2D}"/>
                </a:ext>
              </a:extLst>
            </p:cNvPr>
            <p:cNvSpPr/>
            <p:nvPr/>
          </p:nvSpPr>
          <p:spPr>
            <a:xfrm>
              <a:off x="1459001" y="36319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4">
              <a:extLst>
                <a:ext uri="{FF2B5EF4-FFF2-40B4-BE49-F238E27FC236}">
                  <a16:creationId xmlns:a16="http://schemas.microsoft.com/office/drawing/2014/main" id="{02327E61-EC84-94A2-E179-777F222ADA0B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42008" y="3740727"/>
              <a:ext cx="378228" cy="374072"/>
            </a:xfrm>
            <a:prstGeom prst="rect">
              <a:avLst/>
            </a:prstGeom>
          </p:spPr>
        </p:pic>
        <p:pic>
          <p:nvPicPr>
            <p:cNvPr id="48" name="object 45">
              <a:extLst>
                <a:ext uri="{FF2B5EF4-FFF2-40B4-BE49-F238E27FC236}">
                  <a16:creationId xmlns:a16="http://schemas.microsoft.com/office/drawing/2014/main" id="{B6ECC715-3D41-5BAF-FB5E-DBB40305A5F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1249" y="3784168"/>
              <a:ext cx="241058" cy="241007"/>
            </a:xfrm>
            <a:prstGeom prst="rect">
              <a:avLst/>
            </a:prstGeom>
          </p:spPr>
        </p:pic>
        <p:sp>
          <p:nvSpPr>
            <p:cNvPr id="49" name="object 46">
              <a:extLst>
                <a:ext uri="{FF2B5EF4-FFF2-40B4-BE49-F238E27FC236}">
                  <a16:creationId xmlns:a16="http://schemas.microsoft.com/office/drawing/2014/main" id="{7BA72C56-94DA-E827-7E8B-842A4E29B4AB}"/>
                </a:ext>
              </a:extLst>
            </p:cNvPr>
            <p:cNvSpPr/>
            <p:nvPr/>
          </p:nvSpPr>
          <p:spPr>
            <a:xfrm>
              <a:off x="1611248" y="378416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7">
              <a:extLst>
                <a:ext uri="{FF2B5EF4-FFF2-40B4-BE49-F238E27FC236}">
                  <a16:creationId xmlns:a16="http://schemas.microsoft.com/office/drawing/2014/main" id="{EFA6B986-BC6B-30B8-B106-7D768264FF7D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1065" y="3803068"/>
              <a:ext cx="378228" cy="378228"/>
            </a:xfrm>
            <a:prstGeom prst="rect">
              <a:avLst/>
            </a:prstGeom>
          </p:spPr>
        </p:pic>
        <p:pic>
          <p:nvPicPr>
            <p:cNvPr id="51" name="object 48">
              <a:extLst>
                <a:ext uri="{FF2B5EF4-FFF2-40B4-BE49-F238E27FC236}">
                  <a16:creationId xmlns:a16="http://schemas.microsoft.com/office/drawing/2014/main" id="{6AC4C3C4-F93A-6165-CE00-73C00976573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9453" y="3847591"/>
              <a:ext cx="241046" cy="241007"/>
            </a:xfrm>
            <a:prstGeom prst="rect">
              <a:avLst/>
            </a:prstGeom>
          </p:spPr>
        </p:pic>
        <p:sp>
          <p:nvSpPr>
            <p:cNvPr id="52" name="object 49">
              <a:extLst>
                <a:ext uri="{FF2B5EF4-FFF2-40B4-BE49-F238E27FC236}">
                  <a16:creationId xmlns:a16="http://schemas.microsoft.com/office/drawing/2014/main" id="{EE7BF263-9133-FB28-53B1-2586342B8660}"/>
                </a:ext>
              </a:extLst>
            </p:cNvPr>
            <p:cNvSpPr/>
            <p:nvPr/>
          </p:nvSpPr>
          <p:spPr>
            <a:xfrm>
              <a:off x="1319453" y="384759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0">
              <a:extLst>
                <a:ext uri="{FF2B5EF4-FFF2-40B4-BE49-F238E27FC236}">
                  <a16:creationId xmlns:a16="http://schemas.microsoft.com/office/drawing/2014/main" id="{8ED32719-D655-BBCE-6BFC-2F999B6D1D3F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50822" y="4094012"/>
              <a:ext cx="378228" cy="378228"/>
            </a:xfrm>
            <a:prstGeom prst="rect">
              <a:avLst/>
            </a:prstGeom>
          </p:spPr>
        </p:pic>
        <p:pic>
          <p:nvPicPr>
            <p:cNvPr id="54" name="object 51">
              <a:extLst>
                <a:ext uri="{FF2B5EF4-FFF2-40B4-BE49-F238E27FC236}">
                  <a16:creationId xmlns:a16="http://schemas.microsoft.com/office/drawing/2014/main" id="{6CB13158-C0CB-3942-6FB3-E6C768A17B34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20939" y="4139336"/>
              <a:ext cx="241058" cy="241007"/>
            </a:xfrm>
            <a:prstGeom prst="rect">
              <a:avLst/>
            </a:prstGeom>
          </p:spPr>
        </p:pic>
        <p:sp>
          <p:nvSpPr>
            <p:cNvPr id="55" name="object 52">
              <a:extLst>
                <a:ext uri="{FF2B5EF4-FFF2-40B4-BE49-F238E27FC236}">
                  <a16:creationId xmlns:a16="http://schemas.microsoft.com/office/drawing/2014/main" id="{1BE51C23-68AD-A411-5209-D22D83CE95C9}"/>
                </a:ext>
              </a:extLst>
            </p:cNvPr>
            <p:cNvSpPr/>
            <p:nvPr/>
          </p:nvSpPr>
          <p:spPr>
            <a:xfrm>
              <a:off x="1420939" y="413933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3">
              <a:extLst>
                <a:ext uri="{FF2B5EF4-FFF2-40B4-BE49-F238E27FC236}">
                  <a16:creationId xmlns:a16="http://schemas.microsoft.com/office/drawing/2014/main" id="{0DFFB535-E556-BE8F-A820-D631E26117FA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20481" y="3724099"/>
              <a:ext cx="378228" cy="378228"/>
            </a:xfrm>
            <a:prstGeom prst="rect">
              <a:avLst/>
            </a:prstGeom>
          </p:spPr>
        </p:pic>
        <p:pic>
          <p:nvPicPr>
            <p:cNvPr id="57" name="object 54">
              <a:extLst>
                <a:ext uri="{FF2B5EF4-FFF2-40B4-BE49-F238E27FC236}">
                  <a16:creationId xmlns:a16="http://schemas.microsoft.com/office/drawing/2014/main" id="{9CDA1B63-994B-93F3-2C9F-7DA095020247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90369" y="3771480"/>
              <a:ext cx="241046" cy="241007"/>
            </a:xfrm>
            <a:prstGeom prst="rect">
              <a:avLst/>
            </a:prstGeom>
          </p:spPr>
        </p:pic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0D93DD86-2110-351C-AA6E-71278F79D196}"/>
                </a:ext>
              </a:extLst>
            </p:cNvPr>
            <p:cNvSpPr/>
            <p:nvPr/>
          </p:nvSpPr>
          <p:spPr>
            <a:xfrm>
              <a:off x="1890369" y="377148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6">
              <a:extLst>
                <a:ext uri="{FF2B5EF4-FFF2-40B4-BE49-F238E27FC236}">
                  <a16:creationId xmlns:a16="http://schemas.microsoft.com/office/drawing/2014/main" id="{CC7955FA-38C4-F139-9F5A-D402DB6E0589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54425" y="3420683"/>
              <a:ext cx="378228" cy="378228"/>
            </a:xfrm>
            <a:prstGeom prst="rect">
              <a:avLst/>
            </a:prstGeom>
          </p:spPr>
        </p:pic>
        <p:pic>
          <p:nvPicPr>
            <p:cNvPr id="60" name="object 57">
              <a:extLst>
                <a:ext uri="{FF2B5EF4-FFF2-40B4-BE49-F238E27FC236}">
                  <a16:creationId xmlns:a16="http://schemas.microsoft.com/office/drawing/2014/main" id="{9E04286C-17AF-8D4D-4087-8033EF1EEB5A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23996" y="3467049"/>
              <a:ext cx="241046" cy="241007"/>
            </a:xfrm>
            <a:prstGeom prst="rect">
              <a:avLst/>
            </a:prstGeom>
          </p:spPr>
        </p:pic>
        <p:pic>
          <p:nvPicPr>
            <p:cNvPr id="61" name="object 58">
              <a:extLst>
                <a:ext uri="{FF2B5EF4-FFF2-40B4-BE49-F238E27FC236}">
                  <a16:creationId xmlns:a16="http://schemas.microsoft.com/office/drawing/2014/main" id="{82279371-A7E3-9890-9A8D-4BE7B490A746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319239" y="3462291"/>
              <a:ext cx="250567" cy="250521"/>
            </a:xfrm>
            <a:prstGeom prst="rect">
              <a:avLst/>
            </a:prstGeom>
          </p:spPr>
        </p:pic>
        <p:pic>
          <p:nvPicPr>
            <p:cNvPr id="62" name="object 59">
              <a:extLst>
                <a:ext uri="{FF2B5EF4-FFF2-40B4-BE49-F238E27FC236}">
                  <a16:creationId xmlns:a16="http://schemas.microsoft.com/office/drawing/2014/main" id="{06889BD9-9AC8-9A70-A20C-346A675902E2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26079" y="3370811"/>
              <a:ext cx="378228" cy="378228"/>
            </a:xfrm>
            <a:prstGeom prst="rect">
              <a:avLst/>
            </a:prstGeom>
          </p:spPr>
        </p:pic>
        <p:pic>
          <p:nvPicPr>
            <p:cNvPr id="63" name="object 60">
              <a:extLst>
                <a:ext uri="{FF2B5EF4-FFF2-40B4-BE49-F238E27FC236}">
                  <a16:creationId xmlns:a16="http://schemas.microsoft.com/office/drawing/2014/main" id="{861DE1BD-3E45-6B18-95CF-A5238F16DDA6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94139" y="3416312"/>
              <a:ext cx="241046" cy="241007"/>
            </a:xfrm>
            <a:prstGeom prst="rect">
              <a:avLst/>
            </a:prstGeom>
          </p:spPr>
        </p:pic>
        <p:pic>
          <p:nvPicPr>
            <p:cNvPr id="64" name="object 61">
              <a:extLst>
                <a:ext uri="{FF2B5EF4-FFF2-40B4-BE49-F238E27FC236}">
                  <a16:creationId xmlns:a16="http://schemas.microsoft.com/office/drawing/2014/main" id="{AD58A827-7BA9-34CD-1245-7ABCDC51F309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989382" y="3411555"/>
              <a:ext cx="250567" cy="250521"/>
            </a:xfrm>
            <a:prstGeom prst="rect">
              <a:avLst/>
            </a:prstGeom>
          </p:spPr>
        </p:pic>
        <p:pic>
          <p:nvPicPr>
            <p:cNvPr id="65" name="object 62">
              <a:extLst>
                <a:ext uri="{FF2B5EF4-FFF2-40B4-BE49-F238E27FC236}">
                  <a16:creationId xmlns:a16="http://schemas.microsoft.com/office/drawing/2014/main" id="{1B9AEC57-CCCA-3DA5-FBF3-9304D3DB5DAD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568625" y="3537066"/>
              <a:ext cx="378228" cy="378228"/>
            </a:xfrm>
            <a:prstGeom prst="rect">
              <a:avLst/>
            </a:prstGeom>
          </p:spPr>
        </p:pic>
        <p:pic>
          <p:nvPicPr>
            <p:cNvPr id="66" name="object 63">
              <a:extLst>
                <a:ext uri="{FF2B5EF4-FFF2-40B4-BE49-F238E27FC236}">
                  <a16:creationId xmlns:a16="http://schemas.microsoft.com/office/drawing/2014/main" id="{E978FD4A-D303-4E17-123B-9E8D155BA235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638894" y="3581222"/>
              <a:ext cx="241058" cy="240995"/>
            </a:xfrm>
            <a:prstGeom prst="rect">
              <a:avLst/>
            </a:prstGeom>
          </p:spPr>
        </p:pic>
        <p:pic>
          <p:nvPicPr>
            <p:cNvPr id="67" name="object 64">
              <a:extLst>
                <a:ext uri="{FF2B5EF4-FFF2-40B4-BE49-F238E27FC236}">
                  <a16:creationId xmlns:a16="http://schemas.microsoft.com/office/drawing/2014/main" id="{2692FF7B-72DD-917D-C570-2644069E2402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634137" y="3576464"/>
              <a:ext cx="250567" cy="250521"/>
            </a:xfrm>
            <a:prstGeom prst="rect">
              <a:avLst/>
            </a:prstGeom>
          </p:spPr>
        </p:pic>
        <p:pic>
          <p:nvPicPr>
            <p:cNvPr id="68" name="object 65">
              <a:extLst>
                <a:ext uri="{FF2B5EF4-FFF2-40B4-BE49-F238E27FC236}">
                  <a16:creationId xmlns:a16="http://schemas.microsoft.com/office/drawing/2014/main" id="{CCDB0DFF-9769-317C-DAD9-829E40B7A927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784767" y="4019209"/>
              <a:ext cx="378228" cy="378228"/>
            </a:xfrm>
            <a:prstGeom prst="rect">
              <a:avLst/>
            </a:prstGeom>
          </p:spPr>
        </p:pic>
        <p:pic>
          <p:nvPicPr>
            <p:cNvPr id="69" name="object 66">
              <a:extLst>
                <a:ext uri="{FF2B5EF4-FFF2-40B4-BE49-F238E27FC236}">
                  <a16:creationId xmlns:a16="http://schemas.microsoft.com/office/drawing/2014/main" id="{8BA49869-F32F-15B7-E800-AB1EBFFCD85E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854578" y="4063225"/>
              <a:ext cx="241046" cy="241007"/>
            </a:xfrm>
            <a:prstGeom prst="rect">
              <a:avLst/>
            </a:prstGeom>
          </p:spPr>
        </p:pic>
        <p:pic>
          <p:nvPicPr>
            <p:cNvPr id="70" name="object 67">
              <a:extLst>
                <a:ext uri="{FF2B5EF4-FFF2-40B4-BE49-F238E27FC236}">
                  <a16:creationId xmlns:a16="http://schemas.microsoft.com/office/drawing/2014/main" id="{6535C447-2597-F89B-0975-5D582C6292C5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49821" y="4058467"/>
              <a:ext cx="250567" cy="250521"/>
            </a:xfrm>
            <a:prstGeom prst="rect">
              <a:avLst/>
            </a:prstGeom>
          </p:spPr>
        </p:pic>
        <p:pic>
          <p:nvPicPr>
            <p:cNvPr id="71" name="object 68">
              <a:extLst>
                <a:ext uri="{FF2B5EF4-FFF2-40B4-BE49-F238E27FC236}">
                  <a16:creationId xmlns:a16="http://schemas.microsoft.com/office/drawing/2014/main" id="{9F1F7A18-1A65-0600-C6F9-CECB2ADFBD06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291840" y="4056611"/>
              <a:ext cx="378228" cy="378228"/>
            </a:xfrm>
            <a:prstGeom prst="rect">
              <a:avLst/>
            </a:prstGeom>
          </p:spPr>
        </p:pic>
        <p:pic>
          <p:nvPicPr>
            <p:cNvPr id="72" name="object 69">
              <a:extLst>
                <a:ext uri="{FF2B5EF4-FFF2-40B4-BE49-F238E27FC236}">
                  <a16:creationId xmlns:a16="http://schemas.microsoft.com/office/drawing/2014/main" id="{0D78BA83-6E9F-444C-5449-48EFA45EEA64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62058" y="4101287"/>
              <a:ext cx="241046" cy="241007"/>
            </a:xfrm>
            <a:prstGeom prst="rect">
              <a:avLst/>
            </a:prstGeom>
          </p:spPr>
        </p:pic>
        <p:sp>
          <p:nvSpPr>
            <p:cNvPr id="73" name="object 70">
              <a:extLst>
                <a:ext uri="{FF2B5EF4-FFF2-40B4-BE49-F238E27FC236}">
                  <a16:creationId xmlns:a16="http://schemas.microsoft.com/office/drawing/2014/main" id="{5480E163-EC74-63C6-DB4B-E3D9EB457FB9}"/>
                </a:ext>
              </a:extLst>
            </p:cNvPr>
            <p:cNvSpPr/>
            <p:nvPr/>
          </p:nvSpPr>
          <p:spPr>
            <a:xfrm>
              <a:off x="3362058" y="410128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1">
              <a:extLst>
                <a:ext uri="{FF2B5EF4-FFF2-40B4-BE49-F238E27FC236}">
                  <a16:creationId xmlns:a16="http://schemas.microsoft.com/office/drawing/2014/main" id="{3D913869-BE2C-FB74-AEA7-115DA101C78A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574465" y="3753199"/>
              <a:ext cx="374072" cy="374072"/>
            </a:xfrm>
            <a:prstGeom prst="rect">
              <a:avLst/>
            </a:prstGeom>
          </p:spPr>
        </p:pic>
        <p:pic>
          <p:nvPicPr>
            <p:cNvPr id="75" name="object 72">
              <a:extLst>
                <a:ext uri="{FF2B5EF4-FFF2-40B4-BE49-F238E27FC236}">
                  <a16:creationId xmlns:a16="http://schemas.microsoft.com/office/drawing/2014/main" id="{BC70B536-1FD4-9115-981D-8FCE76673598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41166" y="3796855"/>
              <a:ext cx="241058" cy="241007"/>
            </a:xfrm>
            <a:prstGeom prst="rect">
              <a:avLst/>
            </a:prstGeom>
          </p:spPr>
        </p:pic>
        <p:pic>
          <p:nvPicPr>
            <p:cNvPr id="76" name="object 73">
              <a:extLst>
                <a:ext uri="{FF2B5EF4-FFF2-40B4-BE49-F238E27FC236}">
                  <a16:creationId xmlns:a16="http://schemas.microsoft.com/office/drawing/2014/main" id="{CE81F021-8678-C0E9-1DB9-B9A003E0B14A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36408" y="3792098"/>
              <a:ext cx="250567" cy="250521"/>
            </a:xfrm>
            <a:prstGeom prst="rect">
              <a:avLst/>
            </a:prstGeom>
          </p:spPr>
        </p:pic>
        <p:pic>
          <p:nvPicPr>
            <p:cNvPr id="77" name="object 74">
              <a:extLst>
                <a:ext uri="{FF2B5EF4-FFF2-40B4-BE49-F238E27FC236}">
                  <a16:creationId xmlns:a16="http://schemas.microsoft.com/office/drawing/2014/main" id="{DD03B726-D88C-0029-ACC4-990EC9D31540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00895" y="4297682"/>
              <a:ext cx="378228" cy="378228"/>
            </a:xfrm>
            <a:prstGeom prst="rect">
              <a:avLst/>
            </a:prstGeom>
          </p:spPr>
        </p:pic>
        <p:pic>
          <p:nvPicPr>
            <p:cNvPr id="78" name="object 75">
              <a:extLst>
                <a:ext uri="{FF2B5EF4-FFF2-40B4-BE49-F238E27FC236}">
                  <a16:creationId xmlns:a16="http://schemas.microsoft.com/office/drawing/2014/main" id="{9E0C9930-D52A-811B-3581-AB3953C2997F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070250" y="4342295"/>
              <a:ext cx="241058" cy="241007"/>
            </a:xfrm>
            <a:prstGeom prst="rect">
              <a:avLst/>
            </a:prstGeom>
          </p:spPr>
        </p:pic>
        <p:pic>
          <p:nvPicPr>
            <p:cNvPr id="79" name="object 76">
              <a:extLst>
                <a:ext uri="{FF2B5EF4-FFF2-40B4-BE49-F238E27FC236}">
                  <a16:creationId xmlns:a16="http://schemas.microsoft.com/office/drawing/2014/main" id="{80B43D07-41FD-9FBF-5678-258E72F683A6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065493" y="4337537"/>
              <a:ext cx="250567" cy="250521"/>
            </a:xfrm>
            <a:prstGeom prst="rect">
              <a:avLst/>
            </a:prstGeom>
          </p:spPr>
        </p:pic>
        <p:pic>
          <p:nvPicPr>
            <p:cNvPr id="80" name="object 77">
              <a:extLst>
                <a:ext uri="{FF2B5EF4-FFF2-40B4-BE49-F238E27FC236}">
                  <a16:creationId xmlns:a16="http://schemas.microsoft.com/office/drawing/2014/main" id="{49A5EC38-0575-F8B0-2F3C-32C41FA2B232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47651" y="3724099"/>
              <a:ext cx="378228" cy="378228"/>
            </a:xfrm>
            <a:prstGeom prst="rect">
              <a:avLst/>
            </a:prstGeom>
          </p:spPr>
        </p:pic>
        <p:pic>
          <p:nvPicPr>
            <p:cNvPr id="81" name="object 78">
              <a:extLst>
                <a:ext uri="{FF2B5EF4-FFF2-40B4-BE49-F238E27FC236}">
                  <a16:creationId xmlns:a16="http://schemas.microsoft.com/office/drawing/2014/main" id="{97C9C65F-8713-7F55-EE24-E2DB7FDF99EF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4961" y="3771480"/>
              <a:ext cx="241052" cy="241007"/>
            </a:xfrm>
            <a:prstGeom prst="rect">
              <a:avLst/>
            </a:prstGeom>
          </p:spPr>
        </p:pic>
        <p:sp>
          <p:nvSpPr>
            <p:cNvPr id="82" name="object 79">
              <a:extLst>
                <a:ext uri="{FF2B5EF4-FFF2-40B4-BE49-F238E27FC236}">
                  <a16:creationId xmlns:a16="http://schemas.microsoft.com/office/drawing/2014/main" id="{CD3BF658-4DA7-1C2C-ADDD-62E8D03B182E}"/>
                </a:ext>
              </a:extLst>
            </p:cNvPr>
            <p:cNvSpPr/>
            <p:nvPr/>
          </p:nvSpPr>
          <p:spPr>
            <a:xfrm>
              <a:off x="1014961" y="377148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0">
              <a:extLst>
                <a:ext uri="{FF2B5EF4-FFF2-40B4-BE49-F238E27FC236}">
                  <a16:creationId xmlns:a16="http://schemas.microsoft.com/office/drawing/2014/main" id="{3B7FD211-F65A-1C85-FF86-025E43660D47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29791" y="3803068"/>
              <a:ext cx="378228" cy="378228"/>
            </a:xfrm>
            <a:prstGeom prst="rect">
              <a:avLst/>
            </a:prstGeom>
          </p:spPr>
        </p:pic>
        <p:pic>
          <p:nvPicPr>
            <p:cNvPr id="84" name="object 81">
              <a:extLst>
                <a:ext uri="{FF2B5EF4-FFF2-40B4-BE49-F238E27FC236}">
                  <a16:creationId xmlns:a16="http://schemas.microsoft.com/office/drawing/2014/main" id="{6D32A4B7-0F10-2817-8488-93F525E584D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7063" y="3847591"/>
              <a:ext cx="241058" cy="241007"/>
            </a:xfrm>
            <a:prstGeom prst="rect">
              <a:avLst/>
            </a:prstGeom>
          </p:spPr>
        </p:pic>
        <p:sp>
          <p:nvSpPr>
            <p:cNvPr id="85" name="object 82">
              <a:extLst>
                <a:ext uri="{FF2B5EF4-FFF2-40B4-BE49-F238E27FC236}">
                  <a16:creationId xmlns:a16="http://schemas.microsoft.com/office/drawing/2014/main" id="{584122A8-7D15-1982-FDE2-ABA743EC9073}"/>
                </a:ext>
              </a:extLst>
            </p:cNvPr>
            <p:cNvSpPr/>
            <p:nvPr/>
          </p:nvSpPr>
          <p:spPr>
            <a:xfrm>
              <a:off x="1497063" y="384759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3">
              <a:extLst>
                <a:ext uri="{FF2B5EF4-FFF2-40B4-BE49-F238E27FC236}">
                  <a16:creationId xmlns:a16="http://schemas.microsoft.com/office/drawing/2014/main" id="{8296413E-00BE-54EA-28E0-A3A92BDF0D69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97774" y="4031668"/>
              <a:ext cx="374072" cy="378228"/>
            </a:xfrm>
            <a:prstGeom prst="rect">
              <a:avLst/>
            </a:prstGeom>
          </p:spPr>
        </p:pic>
        <p:pic>
          <p:nvPicPr>
            <p:cNvPr id="87" name="object 84">
              <a:extLst>
                <a:ext uri="{FF2B5EF4-FFF2-40B4-BE49-F238E27FC236}">
                  <a16:creationId xmlns:a16="http://schemas.microsoft.com/office/drawing/2014/main" id="{2961CA35-C49E-012E-4C94-BE1C910E431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4213" y="4075912"/>
              <a:ext cx="241052" cy="241007"/>
            </a:xfrm>
            <a:prstGeom prst="rect">
              <a:avLst/>
            </a:prstGeom>
          </p:spPr>
        </p:pic>
        <p:sp>
          <p:nvSpPr>
            <p:cNvPr id="88" name="object 85">
              <a:extLst>
                <a:ext uri="{FF2B5EF4-FFF2-40B4-BE49-F238E27FC236}">
                  <a16:creationId xmlns:a16="http://schemas.microsoft.com/office/drawing/2014/main" id="{E72B8647-5F71-9593-BF28-3BB917BD2459}"/>
                </a:ext>
              </a:extLst>
            </p:cNvPr>
            <p:cNvSpPr/>
            <p:nvPr/>
          </p:nvSpPr>
          <p:spPr>
            <a:xfrm>
              <a:off x="964213" y="407591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6">
              <a:extLst>
                <a:ext uri="{FF2B5EF4-FFF2-40B4-BE49-F238E27FC236}">
                  <a16:creationId xmlns:a16="http://schemas.microsoft.com/office/drawing/2014/main" id="{EF445DC8-BD52-9D9E-06B4-AC01C39A0C6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51065" y="4031668"/>
              <a:ext cx="378228" cy="378228"/>
            </a:xfrm>
            <a:prstGeom prst="rect">
              <a:avLst/>
            </a:prstGeom>
          </p:spPr>
        </p:pic>
        <p:pic>
          <p:nvPicPr>
            <p:cNvPr id="90" name="object 87">
              <a:extLst>
                <a:ext uri="{FF2B5EF4-FFF2-40B4-BE49-F238E27FC236}">
                  <a16:creationId xmlns:a16="http://schemas.microsoft.com/office/drawing/2014/main" id="{8B2210C8-D9FE-5550-9733-B7EBAEF1471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9453" y="4075912"/>
              <a:ext cx="241046" cy="241007"/>
            </a:xfrm>
            <a:prstGeom prst="rect">
              <a:avLst/>
            </a:prstGeom>
          </p:spPr>
        </p:pic>
        <p:sp>
          <p:nvSpPr>
            <p:cNvPr id="91" name="object 88">
              <a:extLst>
                <a:ext uri="{FF2B5EF4-FFF2-40B4-BE49-F238E27FC236}">
                  <a16:creationId xmlns:a16="http://schemas.microsoft.com/office/drawing/2014/main" id="{6C036F7C-1AF2-898D-FB46-749A273E846E}"/>
                </a:ext>
              </a:extLst>
            </p:cNvPr>
            <p:cNvSpPr/>
            <p:nvPr/>
          </p:nvSpPr>
          <p:spPr>
            <a:xfrm>
              <a:off x="1319453" y="407591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89">
              <a:extLst>
                <a:ext uri="{FF2B5EF4-FFF2-40B4-BE49-F238E27FC236}">
                  <a16:creationId xmlns:a16="http://schemas.microsoft.com/office/drawing/2014/main" id="{22F1A96E-5083-E784-5F79-4526A1A9F831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09748" y="4247800"/>
              <a:ext cx="378228" cy="374072"/>
            </a:xfrm>
            <a:prstGeom prst="rect">
              <a:avLst/>
            </a:prstGeom>
          </p:spPr>
        </p:pic>
        <p:pic>
          <p:nvPicPr>
            <p:cNvPr id="93" name="object 90">
              <a:extLst>
                <a:ext uri="{FF2B5EF4-FFF2-40B4-BE49-F238E27FC236}">
                  <a16:creationId xmlns:a16="http://schemas.microsoft.com/office/drawing/2014/main" id="{0FBD481D-636F-FDB8-6BBA-01376583736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9892" y="4291558"/>
              <a:ext cx="241047" cy="241007"/>
            </a:xfrm>
            <a:prstGeom prst="rect">
              <a:avLst/>
            </a:prstGeom>
          </p:spPr>
        </p:pic>
        <p:sp>
          <p:nvSpPr>
            <p:cNvPr id="94" name="object 91">
              <a:extLst>
                <a:ext uri="{FF2B5EF4-FFF2-40B4-BE49-F238E27FC236}">
                  <a16:creationId xmlns:a16="http://schemas.microsoft.com/office/drawing/2014/main" id="{82ECA842-313D-8D20-0DA7-4BA9F21CDB39}"/>
                </a:ext>
              </a:extLst>
            </p:cNvPr>
            <p:cNvSpPr/>
            <p:nvPr/>
          </p:nvSpPr>
          <p:spPr>
            <a:xfrm>
              <a:off x="1179892" y="42915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2">
              <a:extLst>
                <a:ext uri="{FF2B5EF4-FFF2-40B4-BE49-F238E27FC236}">
                  <a16:creationId xmlns:a16="http://schemas.microsoft.com/office/drawing/2014/main" id="{77702220-9F35-908F-51BD-DE8A62B21540}"/>
                </a:ext>
              </a:extLst>
            </p:cNvPr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66951" y="4285211"/>
              <a:ext cx="378228" cy="378228"/>
            </a:xfrm>
            <a:prstGeom prst="rect">
              <a:avLst/>
            </a:prstGeom>
          </p:spPr>
        </p:pic>
        <p:pic>
          <p:nvPicPr>
            <p:cNvPr id="96" name="object 93">
              <a:extLst>
                <a:ext uri="{FF2B5EF4-FFF2-40B4-BE49-F238E27FC236}">
                  <a16:creationId xmlns:a16="http://schemas.microsoft.com/office/drawing/2014/main" id="{F33F4E94-AAAF-428F-656D-CF1DDF2E41FD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36623" y="4329607"/>
              <a:ext cx="241058" cy="241007"/>
            </a:xfrm>
            <a:prstGeom prst="rect">
              <a:avLst/>
            </a:prstGeom>
          </p:spPr>
        </p:pic>
        <p:sp>
          <p:nvSpPr>
            <p:cNvPr id="97" name="object 94">
              <a:extLst>
                <a:ext uri="{FF2B5EF4-FFF2-40B4-BE49-F238E27FC236}">
                  <a16:creationId xmlns:a16="http://schemas.microsoft.com/office/drawing/2014/main" id="{BBE5A16A-0BDC-98D2-32DC-8406E7151EFB}"/>
                </a:ext>
              </a:extLst>
            </p:cNvPr>
            <p:cNvSpPr/>
            <p:nvPr/>
          </p:nvSpPr>
          <p:spPr>
            <a:xfrm>
              <a:off x="1636623" y="432960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5">
              <a:extLst>
                <a:ext uri="{FF2B5EF4-FFF2-40B4-BE49-F238E27FC236}">
                  <a16:creationId xmlns:a16="http://schemas.microsoft.com/office/drawing/2014/main" id="{4D4FB8DC-95C2-9929-C1B3-240E8E6DBA44}"/>
                </a:ext>
              </a:extLst>
            </p:cNvPr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04607" y="4031668"/>
              <a:ext cx="378228" cy="378228"/>
            </a:xfrm>
            <a:prstGeom prst="rect">
              <a:avLst/>
            </a:prstGeom>
          </p:spPr>
        </p:pic>
        <p:pic>
          <p:nvPicPr>
            <p:cNvPr id="99" name="object 96">
              <a:extLst>
                <a:ext uri="{FF2B5EF4-FFF2-40B4-BE49-F238E27FC236}">
                  <a16:creationId xmlns:a16="http://schemas.microsoft.com/office/drawing/2014/main" id="{5871FF46-A7DA-EED3-F518-F4C55BE217A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3187" y="4075912"/>
              <a:ext cx="241058" cy="241007"/>
            </a:xfrm>
            <a:prstGeom prst="rect">
              <a:avLst/>
            </a:prstGeom>
          </p:spPr>
        </p:pic>
        <p:sp>
          <p:nvSpPr>
            <p:cNvPr id="100" name="object 97">
              <a:extLst>
                <a:ext uri="{FF2B5EF4-FFF2-40B4-BE49-F238E27FC236}">
                  <a16:creationId xmlns:a16="http://schemas.microsoft.com/office/drawing/2014/main" id="{24D1A107-9848-6451-2EDC-43B30554A25A}"/>
                </a:ext>
              </a:extLst>
            </p:cNvPr>
            <p:cNvSpPr/>
            <p:nvPr/>
          </p:nvSpPr>
          <p:spPr>
            <a:xfrm>
              <a:off x="1573186" y="407591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98">
              <a:extLst>
                <a:ext uri="{FF2B5EF4-FFF2-40B4-BE49-F238E27FC236}">
                  <a16:creationId xmlns:a16="http://schemas.microsoft.com/office/drawing/2014/main" id="{A8D98EA0-4067-9721-68D2-ADAC8AE262DB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783079" y="4019209"/>
              <a:ext cx="378228" cy="378228"/>
            </a:xfrm>
            <a:prstGeom prst="rect">
              <a:avLst/>
            </a:prstGeom>
          </p:spPr>
        </p:pic>
        <p:pic>
          <p:nvPicPr>
            <p:cNvPr id="102" name="object 99">
              <a:extLst>
                <a:ext uri="{FF2B5EF4-FFF2-40B4-BE49-F238E27FC236}">
                  <a16:creationId xmlns:a16="http://schemas.microsoft.com/office/drawing/2014/main" id="{B45E432B-7C66-AA27-FA58-686CE0B1737F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52307" y="4063225"/>
              <a:ext cx="241046" cy="241007"/>
            </a:xfrm>
            <a:prstGeom prst="rect">
              <a:avLst/>
            </a:prstGeom>
          </p:spPr>
        </p:pic>
        <p:sp>
          <p:nvSpPr>
            <p:cNvPr id="103" name="object 100">
              <a:extLst>
                <a:ext uri="{FF2B5EF4-FFF2-40B4-BE49-F238E27FC236}">
                  <a16:creationId xmlns:a16="http://schemas.microsoft.com/office/drawing/2014/main" id="{9CD266E0-A8A0-3643-D8F0-2416003BF7EB}"/>
                </a:ext>
              </a:extLst>
            </p:cNvPr>
            <p:cNvSpPr/>
            <p:nvPr/>
          </p:nvSpPr>
          <p:spPr>
            <a:xfrm>
              <a:off x="1852307" y="406322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1">
              <a:extLst>
                <a:ext uri="{FF2B5EF4-FFF2-40B4-BE49-F238E27FC236}">
                  <a16:creationId xmlns:a16="http://schemas.microsoft.com/office/drawing/2014/main" id="{97185D04-AAC5-672C-3C60-C43D448B16A0}"/>
                </a:ext>
              </a:extLst>
            </p:cNvPr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338351" y="3246126"/>
              <a:ext cx="378228" cy="374072"/>
            </a:xfrm>
            <a:prstGeom prst="rect">
              <a:avLst/>
            </a:prstGeom>
          </p:spPr>
        </p:pic>
        <p:pic>
          <p:nvPicPr>
            <p:cNvPr id="105" name="object 102">
              <a:extLst>
                <a:ext uri="{FF2B5EF4-FFF2-40B4-BE49-F238E27FC236}">
                  <a16:creationId xmlns:a16="http://schemas.microsoft.com/office/drawing/2014/main" id="{DF1CFA83-85C6-E970-48F8-B11A44AFDB9D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08264" y="3289465"/>
              <a:ext cx="241046" cy="241007"/>
            </a:xfrm>
            <a:prstGeom prst="rect">
              <a:avLst/>
            </a:prstGeom>
          </p:spPr>
        </p:pic>
        <p:sp>
          <p:nvSpPr>
            <p:cNvPr id="106" name="object 103">
              <a:extLst>
                <a:ext uri="{FF2B5EF4-FFF2-40B4-BE49-F238E27FC236}">
                  <a16:creationId xmlns:a16="http://schemas.microsoft.com/office/drawing/2014/main" id="{FA4F92ED-03FA-BE71-E683-260CCB2E7B49}"/>
                </a:ext>
              </a:extLst>
            </p:cNvPr>
            <p:cNvSpPr/>
            <p:nvPr/>
          </p:nvSpPr>
          <p:spPr>
            <a:xfrm>
              <a:off x="1408264" y="328946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4">
              <a:extLst>
                <a:ext uri="{FF2B5EF4-FFF2-40B4-BE49-F238E27FC236}">
                  <a16:creationId xmlns:a16="http://schemas.microsoft.com/office/drawing/2014/main" id="{8A5295B9-F836-276E-0A57-D35AB603FEF2}"/>
                </a:ext>
              </a:extLst>
            </p:cNvPr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733207" y="3499656"/>
              <a:ext cx="378228" cy="374072"/>
            </a:xfrm>
            <a:prstGeom prst="rect">
              <a:avLst/>
            </a:prstGeom>
          </p:spPr>
        </p:pic>
        <p:pic>
          <p:nvPicPr>
            <p:cNvPr id="108" name="object 105">
              <a:extLst>
                <a:ext uri="{FF2B5EF4-FFF2-40B4-BE49-F238E27FC236}">
                  <a16:creationId xmlns:a16="http://schemas.microsoft.com/office/drawing/2014/main" id="{438828AC-0E0D-BEC7-AA77-76A6245F8F08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01558" y="3543160"/>
              <a:ext cx="241046" cy="241007"/>
            </a:xfrm>
            <a:prstGeom prst="rect">
              <a:avLst/>
            </a:prstGeom>
          </p:spPr>
        </p:pic>
        <p:sp>
          <p:nvSpPr>
            <p:cNvPr id="109" name="object 106">
              <a:extLst>
                <a:ext uri="{FF2B5EF4-FFF2-40B4-BE49-F238E27FC236}">
                  <a16:creationId xmlns:a16="http://schemas.microsoft.com/office/drawing/2014/main" id="{DBF155DE-276F-8878-6457-4BECADA60E8D}"/>
                </a:ext>
              </a:extLst>
            </p:cNvPr>
            <p:cNvSpPr/>
            <p:nvPr/>
          </p:nvSpPr>
          <p:spPr>
            <a:xfrm>
              <a:off x="1801558" y="354316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07">
              <a:extLst>
                <a:ext uri="{FF2B5EF4-FFF2-40B4-BE49-F238E27FC236}">
                  <a16:creationId xmlns:a16="http://schemas.microsoft.com/office/drawing/2014/main" id="{E0227F94-EA4F-FE08-41F4-3BEF19C13254}"/>
                </a:ext>
              </a:extLst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517078" y="3445626"/>
              <a:ext cx="378228" cy="378228"/>
            </a:xfrm>
            <a:prstGeom prst="rect">
              <a:avLst/>
            </a:prstGeom>
          </p:spPr>
        </p:pic>
        <p:pic>
          <p:nvPicPr>
            <p:cNvPr id="111" name="object 108">
              <a:extLst>
                <a:ext uri="{FF2B5EF4-FFF2-40B4-BE49-F238E27FC236}">
                  <a16:creationId xmlns:a16="http://schemas.microsoft.com/office/drawing/2014/main" id="{7B354975-4850-E2BB-DAEA-EEEB4434271D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85874" y="3492423"/>
              <a:ext cx="241058" cy="241007"/>
            </a:xfrm>
            <a:prstGeom prst="rect">
              <a:avLst/>
            </a:prstGeom>
          </p:spPr>
        </p:pic>
        <p:sp>
          <p:nvSpPr>
            <p:cNvPr id="112" name="object 109">
              <a:extLst>
                <a:ext uri="{FF2B5EF4-FFF2-40B4-BE49-F238E27FC236}">
                  <a16:creationId xmlns:a16="http://schemas.microsoft.com/office/drawing/2014/main" id="{1804DC47-427D-0577-7D59-4D424A1DDFD8}"/>
                </a:ext>
              </a:extLst>
            </p:cNvPr>
            <p:cNvSpPr/>
            <p:nvPr/>
          </p:nvSpPr>
          <p:spPr>
            <a:xfrm>
              <a:off x="1585874" y="349242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0">
              <a:extLst>
                <a:ext uri="{FF2B5EF4-FFF2-40B4-BE49-F238E27FC236}">
                  <a16:creationId xmlns:a16="http://schemas.microsoft.com/office/drawing/2014/main" id="{72B62362-C14F-919A-230F-E2003A8BB342}"/>
                </a:ext>
              </a:extLst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949335" y="3586939"/>
              <a:ext cx="378228" cy="378228"/>
            </a:xfrm>
            <a:prstGeom prst="rect">
              <a:avLst/>
            </a:prstGeom>
          </p:spPr>
        </p:pic>
        <p:pic>
          <p:nvPicPr>
            <p:cNvPr id="114" name="object 111">
              <a:extLst>
                <a:ext uri="{FF2B5EF4-FFF2-40B4-BE49-F238E27FC236}">
                  <a16:creationId xmlns:a16="http://schemas.microsoft.com/office/drawing/2014/main" id="{1ED4515A-CFBB-41FF-E41B-6FC2E4BD697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17229" y="3631958"/>
              <a:ext cx="241058" cy="241007"/>
            </a:xfrm>
            <a:prstGeom prst="rect">
              <a:avLst/>
            </a:prstGeom>
          </p:spPr>
        </p:pic>
        <p:sp>
          <p:nvSpPr>
            <p:cNvPr id="115" name="object 112">
              <a:extLst>
                <a:ext uri="{FF2B5EF4-FFF2-40B4-BE49-F238E27FC236}">
                  <a16:creationId xmlns:a16="http://schemas.microsoft.com/office/drawing/2014/main" id="{69DD7827-5429-BDD2-270B-682444B28547}"/>
                </a:ext>
              </a:extLst>
            </p:cNvPr>
            <p:cNvSpPr/>
            <p:nvPr/>
          </p:nvSpPr>
          <p:spPr>
            <a:xfrm>
              <a:off x="2017229" y="36319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3">
              <a:extLst>
                <a:ext uri="{FF2B5EF4-FFF2-40B4-BE49-F238E27FC236}">
                  <a16:creationId xmlns:a16="http://schemas.microsoft.com/office/drawing/2014/main" id="{C7D884C9-DAB4-EB18-E7B4-D8EAC74D54AF}"/>
                </a:ext>
              </a:extLst>
            </p:cNvPr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35180" y="3408212"/>
              <a:ext cx="378228" cy="378228"/>
            </a:xfrm>
            <a:prstGeom prst="rect">
              <a:avLst/>
            </a:prstGeom>
          </p:spPr>
        </p:pic>
        <p:pic>
          <p:nvPicPr>
            <p:cNvPr id="117" name="object 114">
              <a:extLst>
                <a:ext uri="{FF2B5EF4-FFF2-40B4-BE49-F238E27FC236}">
                  <a16:creationId xmlns:a16="http://schemas.microsoft.com/office/drawing/2014/main" id="{524C24AC-B818-C79C-6212-276E1FAD8E8A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2273" y="3454374"/>
              <a:ext cx="241052" cy="241007"/>
            </a:xfrm>
            <a:prstGeom prst="rect">
              <a:avLst/>
            </a:prstGeom>
          </p:spPr>
        </p:pic>
        <p:sp>
          <p:nvSpPr>
            <p:cNvPr id="118" name="object 115">
              <a:extLst>
                <a:ext uri="{FF2B5EF4-FFF2-40B4-BE49-F238E27FC236}">
                  <a16:creationId xmlns:a16="http://schemas.microsoft.com/office/drawing/2014/main" id="{3AEBB39E-6325-33F8-BDF5-0C965584694B}"/>
                </a:ext>
              </a:extLst>
            </p:cNvPr>
            <p:cNvSpPr/>
            <p:nvPr/>
          </p:nvSpPr>
          <p:spPr>
            <a:xfrm>
              <a:off x="1002273" y="345437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6">
              <a:extLst>
                <a:ext uri="{FF2B5EF4-FFF2-40B4-BE49-F238E27FC236}">
                  <a16:creationId xmlns:a16="http://schemas.microsoft.com/office/drawing/2014/main" id="{98FC79CF-C9A4-E8DF-52BA-62A7199E2AA6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68926" y="3562009"/>
              <a:ext cx="378228" cy="378228"/>
            </a:xfrm>
            <a:prstGeom prst="rect">
              <a:avLst/>
            </a:prstGeom>
          </p:spPr>
        </p:pic>
        <p:pic>
          <p:nvPicPr>
            <p:cNvPr id="120" name="object 117">
              <a:extLst>
                <a:ext uri="{FF2B5EF4-FFF2-40B4-BE49-F238E27FC236}">
                  <a16:creationId xmlns:a16="http://schemas.microsoft.com/office/drawing/2014/main" id="{9BED49BC-E9C8-FD7F-C1C1-76AE74FC78DC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37342" y="3606584"/>
              <a:ext cx="241052" cy="241007"/>
            </a:xfrm>
            <a:prstGeom prst="rect">
              <a:avLst/>
            </a:prstGeom>
          </p:spPr>
        </p:pic>
        <p:sp>
          <p:nvSpPr>
            <p:cNvPr id="121" name="object 118">
              <a:extLst>
                <a:ext uri="{FF2B5EF4-FFF2-40B4-BE49-F238E27FC236}">
                  <a16:creationId xmlns:a16="http://schemas.microsoft.com/office/drawing/2014/main" id="{22BAC669-3C98-C5FF-DB48-B5F5EEA646BB}"/>
                </a:ext>
              </a:extLst>
            </p:cNvPr>
            <p:cNvSpPr/>
            <p:nvPr/>
          </p:nvSpPr>
          <p:spPr>
            <a:xfrm>
              <a:off x="837342" y="360658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19">
              <a:extLst>
                <a:ext uri="{FF2B5EF4-FFF2-40B4-BE49-F238E27FC236}">
                  <a16:creationId xmlns:a16="http://schemas.microsoft.com/office/drawing/2014/main" id="{361CE684-9D85-86E2-6CD1-E681E8D5F1C8}"/>
                </a:ext>
              </a:extLst>
            </p:cNvPr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770608" y="4218713"/>
              <a:ext cx="378228" cy="378228"/>
            </a:xfrm>
            <a:prstGeom prst="rect">
              <a:avLst/>
            </a:prstGeom>
          </p:spPr>
        </p:pic>
        <p:pic>
          <p:nvPicPr>
            <p:cNvPr id="123" name="object 120">
              <a:extLst>
                <a:ext uri="{FF2B5EF4-FFF2-40B4-BE49-F238E27FC236}">
                  <a16:creationId xmlns:a16="http://schemas.microsoft.com/office/drawing/2014/main" id="{D34B240F-E345-0EFA-85F7-1A897F223B41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9620" y="4266184"/>
              <a:ext cx="241046" cy="241007"/>
            </a:xfrm>
            <a:prstGeom prst="rect">
              <a:avLst/>
            </a:prstGeom>
          </p:spPr>
        </p:pic>
        <p:sp>
          <p:nvSpPr>
            <p:cNvPr id="124" name="object 121">
              <a:extLst>
                <a:ext uri="{FF2B5EF4-FFF2-40B4-BE49-F238E27FC236}">
                  <a16:creationId xmlns:a16="http://schemas.microsoft.com/office/drawing/2014/main" id="{28915708-FD4A-103D-5B6C-549C5D49289B}"/>
                </a:ext>
              </a:extLst>
            </p:cNvPr>
            <p:cNvSpPr/>
            <p:nvPr/>
          </p:nvSpPr>
          <p:spPr>
            <a:xfrm>
              <a:off x="1839620" y="426618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2">
              <a:extLst>
                <a:ext uri="{FF2B5EF4-FFF2-40B4-BE49-F238E27FC236}">
                  <a16:creationId xmlns:a16="http://schemas.microsoft.com/office/drawing/2014/main" id="{34EFDCDF-1241-84FE-ACA2-F4C5D3356B37}"/>
                </a:ext>
              </a:extLst>
            </p:cNvPr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874520" y="3358339"/>
              <a:ext cx="374072" cy="378228"/>
            </a:xfrm>
            <a:prstGeom prst="rect">
              <a:avLst/>
            </a:prstGeom>
          </p:spPr>
        </p:pic>
        <p:pic>
          <p:nvPicPr>
            <p:cNvPr id="126" name="object 123">
              <a:extLst>
                <a:ext uri="{FF2B5EF4-FFF2-40B4-BE49-F238E27FC236}">
                  <a16:creationId xmlns:a16="http://schemas.microsoft.com/office/drawing/2014/main" id="{3ECDD60E-AF9B-4E00-B37B-B9BF4ACA45FF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1106" y="3403625"/>
              <a:ext cx="241058" cy="241007"/>
            </a:xfrm>
            <a:prstGeom prst="rect">
              <a:avLst/>
            </a:prstGeom>
          </p:spPr>
        </p:pic>
        <p:sp>
          <p:nvSpPr>
            <p:cNvPr id="127" name="object 124">
              <a:extLst>
                <a:ext uri="{FF2B5EF4-FFF2-40B4-BE49-F238E27FC236}">
                  <a16:creationId xmlns:a16="http://schemas.microsoft.com/office/drawing/2014/main" id="{3CAF11D8-4173-E8F1-1E07-8468C5F1A96D}"/>
                </a:ext>
              </a:extLst>
            </p:cNvPr>
            <p:cNvSpPr/>
            <p:nvPr/>
          </p:nvSpPr>
          <p:spPr>
            <a:xfrm>
              <a:off x="1941105" y="340362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5">
              <a:extLst>
                <a:ext uri="{FF2B5EF4-FFF2-40B4-BE49-F238E27FC236}">
                  <a16:creationId xmlns:a16="http://schemas.microsoft.com/office/drawing/2014/main" id="{C062AFF2-6679-7ABF-0828-BFBACB27825C}"/>
                </a:ext>
              </a:extLst>
            </p:cNvPr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92377" y="4285211"/>
              <a:ext cx="374072" cy="378228"/>
            </a:xfrm>
            <a:prstGeom prst="rect">
              <a:avLst/>
            </a:prstGeom>
          </p:spPr>
        </p:pic>
        <p:pic>
          <p:nvPicPr>
            <p:cNvPr id="129" name="object 126">
              <a:extLst>
                <a:ext uri="{FF2B5EF4-FFF2-40B4-BE49-F238E27FC236}">
                  <a16:creationId xmlns:a16="http://schemas.microsoft.com/office/drawing/2014/main" id="{FA11C57E-6F4C-2DF9-3AB4-493107AFA2EC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59001" y="4329607"/>
              <a:ext cx="241058" cy="241007"/>
            </a:xfrm>
            <a:prstGeom prst="rect">
              <a:avLst/>
            </a:prstGeom>
          </p:spPr>
        </p:pic>
        <p:sp>
          <p:nvSpPr>
            <p:cNvPr id="130" name="object 127">
              <a:extLst>
                <a:ext uri="{FF2B5EF4-FFF2-40B4-BE49-F238E27FC236}">
                  <a16:creationId xmlns:a16="http://schemas.microsoft.com/office/drawing/2014/main" id="{0F1B816E-EFBB-467F-498A-1B976CB9847C}"/>
                </a:ext>
              </a:extLst>
            </p:cNvPr>
            <p:cNvSpPr/>
            <p:nvPr/>
          </p:nvSpPr>
          <p:spPr>
            <a:xfrm>
              <a:off x="1459001" y="432960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28">
              <a:extLst>
                <a:ext uri="{FF2B5EF4-FFF2-40B4-BE49-F238E27FC236}">
                  <a16:creationId xmlns:a16="http://schemas.microsoft.com/office/drawing/2014/main" id="{F0B57853-BD29-562C-8154-A7BC8DA877BA}"/>
                </a:ext>
              </a:extLst>
            </p:cNvPr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208705" y="3790609"/>
              <a:ext cx="378228" cy="378228"/>
            </a:xfrm>
            <a:prstGeom prst="rect">
              <a:avLst/>
            </a:prstGeom>
          </p:spPr>
        </p:pic>
        <p:pic>
          <p:nvPicPr>
            <p:cNvPr id="132" name="object 129">
              <a:extLst>
                <a:ext uri="{FF2B5EF4-FFF2-40B4-BE49-F238E27FC236}">
                  <a16:creationId xmlns:a16="http://schemas.microsoft.com/office/drawing/2014/main" id="{9908EE1E-77AF-393B-26C5-AF2A9AD4BB36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78010" y="3834904"/>
              <a:ext cx="241046" cy="241007"/>
            </a:xfrm>
            <a:prstGeom prst="rect">
              <a:avLst/>
            </a:prstGeom>
          </p:spPr>
        </p:pic>
        <p:sp>
          <p:nvSpPr>
            <p:cNvPr id="133" name="object 130">
              <a:extLst>
                <a:ext uri="{FF2B5EF4-FFF2-40B4-BE49-F238E27FC236}">
                  <a16:creationId xmlns:a16="http://schemas.microsoft.com/office/drawing/2014/main" id="{58587EA9-5123-1B66-3EE2-4931D1A1FA80}"/>
                </a:ext>
              </a:extLst>
            </p:cNvPr>
            <p:cNvSpPr/>
            <p:nvPr/>
          </p:nvSpPr>
          <p:spPr>
            <a:xfrm>
              <a:off x="3278009" y="38349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47001AA-F38E-E8A6-A8A9-69E7BA6271A1}"/>
                  </a:ext>
                </a:extLst>
              </p14:cNvPr>
              <p14:cNvContentPartPr/>
              <p14:nvPr/>
            </p14:nvContentPartPr>
            <p14:xfrm>
              <a:off x="2759773" y="4055020"/>
              <a:ext cx="172080" cy="6951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47001AA-F38E-E8A6-A8A9-69E7BA6271A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48973" y="4044220"/>
                <a:ext cx="19332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40C3F37-3B6D-3A15-12A9-C60A89782F09}"/>
                  </a:ext>
                </a:extLst>
              </p14:cNvPr>
              <p14:cNvContentPartPr/>
              <p14:nvPr/>
            </p14:nvContentPartPr>
            <p14:xfrm>
              <a:off x="1537213" y="5128540"/>
              <a:ext cx="507600" cy="5659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40C3F37-3B6D-3A15-12A9-C60A89782F0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526773" y="5117740"/>
                <a:ext cx="528840" cy="58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1294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CF0B-02F0-94B2-2E89-068E8BED3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8999C09-2B40-64DB-C736-DD32BEE2D228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469C8DE-1692-1DEE-68C4-085A79D8D117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A4FC-E517-9EAD-BCE7-BA785BFC53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1A596D4-B38E-318E-0484-C9DD19995B60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796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Responsibilities</a:t>
            </a:r>
            <a:r>
              <a:rPr lang="en-US" spc="210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in</a:t>
            </a:r>
            <a:r>
              <a:rPr lang="en-US" spc="215">
                <a:solidFill>
                  <a:schemeClr val="bg1"/>
                </a:solidFill>
              </a:rPr>
              <a:t> </a:t>
            </a:r>
            <a:r>
              <a:rPr lang="en-US" spc="95">
                <a:solidFill>
                  <a:schemeClr val="bg1"/>
                </a:solidFill>
              </a:rPr>
              <a:t>equations</a:t>
            </a:r>
            <a:endParaRPr lang="en-US" spc="95" dirty="0">
              <a:solidFill>
                <a:schemeClr val="bg1"/>
              </a:solidFill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33B9045-4B54-EB8E-1DF7-CFD5F1931EE1}"/>
              </a:ext>
            </a:extLst>
          </p:cNvPr>
          <p:cNvGrpSpPr/>
          <p:nvPr/>
        </p:nvGrpSpPr>
        <p:grpSpPr>
          <a:xfrm>
            <a:off x="4256113" y="3183780"/>
            <a:ext cx="885825" cy="665480"/>
            <a:chOff x="4256113" y="3183780"/>
            <a:chExt cx="885825" cy="66548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6DA723-963F-D6B3-BA49-9D4F1D02F55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6113" y="3183780"/>
              <a:ext cx="885305" cy="665017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AC4A10A-71FE-2125-39A7-89088B674B21}"/>
                </a:ext>
              </a:extLst>
            </p:cNvPr>
            <p:cNvSpPr/>
            <p:nvPr/>
          </p:nvSpPr>
          <p:spPr>
            <a:xfrm>
              <a:off x="4484954" y="3226041"/>
              <a:ext cx="602615" cy="386080"/>
            </a:xfrm>
            <a:custGeom>
              <a:avLst/>
              <a:gdLst/>
              <a:ahLst/>
              <a:cxnLst/>
              <a:rect l="l" t="t" r="r" b="b"/>
              <a:pathLst>
                <a:path w="602614" h="386079">
                  <a:moveTo>
                    <a:pt x="602538" y="0"/>
                  </a:moveTo>
                  <a:lnTo>
                    <a:pt x="0" y="385551"/>
                  </a:lnTo>
                </a:path>
              </a:pathLst>
            </a:custGeom>
            <a:ln w="3805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6D9C99F-3EE0-82AE-7631-60D30FECB3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3140" y="3474987"/>
              <a:ext cx="182905" cy="156971"/>
            </a:xfrm>
            <a:prstGeom prst="rect">
              <a:avLst/>
            </a:prstGeom>
          </p:spPr>
        </p:pic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F71DFACC-6556-3413-EA18-FC64FBA93F7E}"/>
              </a:ext>
            </a:extLst>
          </p:cNvPr>
          <p:cNvSpPr txBox="1"/>
          <p:nvPr/>
        </p:nvSpPr>
        <p:spPr>
          <a:xfrm>
            <a:off x="4089478" y="2760565"/>
            <a:ext cx="7404734" cy="12941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225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Responsibility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k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takes</a:t>
            </a:r>
            <a:r>
              <a:rPr sz="2400" spc="7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B0007E"/>
                </a:solidFill>
                <a:latin typeface="Arial MT"/>
                <a:cs typeface="Arial MT"/>
              </a:rPr>
              <a:t>for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observation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B0007E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714"/>
              </a:spcBef>
              <a:tabLst>
                <a:tab pos="734695" algn="l"/>
                <a:tab pos="1291590" algn="l"/>
                <a:tab pos="1928495" algn="l"/>
                <a:tab pos="3058160" algn="l"/>
              </a:tabLst>
            </a:pPr>
            <a:r>
              <a:rPr sz="5325" i="1" spc="262" baseline="3129" dirty="0">
                <a:latin typeface="Cambria"/>
                <a:cs typeface="Cambria"/>
              </a:rPr>
              <a:t>r</a:t>
            </a:r>
            <a:r>
              <a:rPr sz="3750" i="1" spc="262" baseline="-7777" dirty="0">
                <a:latin typeface="Georgia"/>
                <a:cs typeface="Georgia"/>
              </a:rPr>
              <a:t>ik</a:t>
            </a:r>
            <a:r>
              <a:rPr sz="3750" i="1" baseline="-7777" dirty="0">
                <a:latin typeface="Georgia"/>
                <a:cs typeface="Georgia"/>
              </a:rPr>
              <a:t>	</a:t>
            </a:r>
            <a:r>
              <a:rPr sz="5325" spc="1125" baseline="3129" dirty="0">
                <a:latin typeface="Cambria"/>
                <a:cs typeface="Cambria"/>
              </a:rPr>
              <a:t>=</a:t>
            </a:r>
            <a:r>
              <a:rPr sz="5325" baseline="3129" dirty="0">
                <a:latin typeface="Cambria"/>
                <a:cs typeface="Cambria"/>
              </a:rPr>
              <a:t>	</a:t>
            </a:r>
            <a:r>
              <a:rPr sz="5325" spc="367" baseline="5477" dirty="0">
                <a:latin typeface="Cambria"/>
                <a:cs typeface="Cambria"/>
              </a:rPr>
              <a:t>⇡</a:t>
            </a:r>
            <a:r>
              <a:rPr sz="3750" i="1" spc="367" baseline="-4444" dirty="0">
                <a:latin typeface="Georgia"/>
                <a:cs typeface="Georgia"/>
              </a:rPr>
              <a:t>k</a:t>
            </a:r>
            <a:r>
              <a:rPr sz="3750" i="1" baseline="-4444" dirty="0">
                <a:latin typeface="Georgia"/>
                <a:cs typeface="Georgia"/>
              </a:rPr>
              <a:t>	</a:t>
            </a:r>
            <a:r>
              <a:rPr sz="3550" i="1" spc="475" dirty="0">
                <a:latin typeface="Cambria"/>
                <a:cs typeface="Cambria"/>
              </a:rPr>
              <a:t>N</a:t>
            </a:r>
            <a:r>
              <a:rPr sz="3550" i="1" spc="-390" dirty="0">
                <a:latin typeface="Cambria"/>
                <a:cs typeface="Cambria"/>
              </a:rPr>
              <a:t> </a:t>
            </a:r>
            <a:r>
              <a:rPr sz="3550" spc="215" dirty="0">
                <a:latin typeface="Cambria"/>
                <a:cs typeface="Cambria"/>
              </a:rPr>
              <a:t>(</a:t>
            </a:r>
            <a:r>
              <a:rPr sz="3550" i="1" spc="215" dirty="0">
                <a:latin typeface="Cambria"/>
                <a:cs typeface="Cambria"/>
              </a:rPr>
              <a:t>x</a:t>
            </a:r>
            <a:r>
              <a:rPr sz="3750" i="1" spc="322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i="1" dirty="0">
                <a:latin typeface="Times New Roman"/>
                <a:cs typeface="Times New Roman"/>
              </a:rPr>
              <a:t>|</a:t>
            </a:r>
            <a:r>
              <a:rPr sz="3550" i="1" spc="120" dirty="0">
                <a:latin typeface="Times New Roman"/>
                <a:cs typeface="Times New Roman"/>
              </a:rPr>
              <a:t> </a:t>
            </a:r>
            <a:r>
              <a:rPr sz="3550" i="1" spc="295" dirty="0">
                <a:latin typeface="Cambria"/>
                <a:cs typeface="Cambria"/>
              </a:rPr>
              <a:t>µ</a:t>
            </a:r>
            <a:r>
              <a:rPr sz="3750" i="1" spc="442" baseline="-12222" dirty="0">
                <a:latin typeface="Georgia"/>
                <a:cs typeface="Georgia"/>
              </a:rPr>
              <a:t>k</a:t>
            </a:r>
            <a:r>
              <a:rPr sz="3550" i="1" spc="295" dirty="0">
                <a:latin typeface="Cambria"/>
                <a:cs typeface="Cambria"/>
              </a:rPr>
              <a:t>,</a:t>
            </a:r>
            <a:r>
              <a:rPr sz="3550" i="1" spc="-175" dirty="0">
                <a:latin typeface="Cambria"/>
                <a:cs typeface="Cambria"/>
              </a:rPr>
              <a:t> </a:t>
            </a:r>
            <a:r>
              <a:rPr sz="3550" spc="325" dirty="0">
                <a:latin typeface="Cambria"/>
                <a:cs typeface="Cambria"/>
              </a:rPr>
              <a:t>⌃</a:t>
            </a:r>
            <a:r>
              <a:rPr sz="3750" i="1" spc="487" baseline="-12222" dirty="0">
                <a:latin typeface="Georgia"/>
                <a:cs typeface="Georgia"/>
              </a:rPr>
              <a:t>k</a:t>
            </a:r>
            <a:r>
              <a:rPr sz="3550" spc="325" dirty="0">
                <a:latin typeface="Cambria"/>
                <a:cs typeface="Cambria"/>
              </a:rPr>
              <a:t>)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D3CE83E-60BD-073E-78F2-B423CC582E0B}"/>
              </a:ext>
            </a:extLst>
          </p:cNvPr>
          <p:cNvSpPr txBox="1"/>
          <p:nvPr/>
        </p:nvSpPr>
        <p:spPr>
          <a:xfrm>
            <a:off x="4582528" y="5022176"/>
            <a:ext cx="2809875" cy="7461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4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Initial</a:t>
            </a:r>
            <a:r>
              <a:rPr sz="2400" spc="33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probability</a:t>
            </a:r>
            <a:r>
              <a:rPr sz="2400" spc="33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B0007E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being</a:t>
            </a:r>
            <a:r>
              <a:rPr sz="2400" spc="1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120" dirty="0">
                <a:solidFill>
                  <a:srgbClr val="B0007E"/>
                </a:solidFill>
                <a:latin typeface="Arial MT"/>
                <a:cs typeface="Arial MT"/>
              </a:rPr>
              <a:t>from</a:t>
            </a:r>
            <a:r>
              <a:rPr sz="2400" spc="13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1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B0007E"/>
                </a:solidFill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0" name="object 9">
            <a:extLst>
              <a:ext uri="{FF2B5EF4-FFF2-40B4-BE49-F238E27FC236}">
                <a16:creationId xmlns:a16="http://schemas.microsoft.com/office/drawing/2014/main" id="{2582FE86-D055-6246-C0E4-435771B153DB}"/>
              </a:ext>
            </a:extLst>
          </p:cNvPr>
          <p:cNvGrpSpPr/>
          <p:nvPr/>
        </p:nvGrpSpPr>
        <p:grpSpPr>
          <a:xfrm>
            <a:off x="5149735" y="3911139"/>
            <a:ext cx="628015" cy="1101725"/>
            <a:chOff x="5149735" y="3911139"/>
            <a:chExt cx="628015" cy="1101725"/>
          </a:xfrm>
        </p:grpSpPr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C63734F4-A8BE-9867-0AD2-464E13B4900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9735" y="3911139"/>
              <a:ext cx="627611" cy="1101436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454CB2B-7FCF-5DD7-7765-3691CC20DE07}"/>
                </a:ext>
              </a:extLst>
            </p:cNvPr>
            <p:cNvSpPr/>
            <p:nvPr/>
          </p:nvSpPr>
          <p:spPr>
            <a:xfrm>
              <a:off x="5214365" y="4123175"/>
              <a:ext cx="353695" cy="815340"/>
            </a:xfrm>
            <a:custGeom>
              <a:avLst/>
              <a:gdLst/>
              <a:ahLst/>
              <a:cxnLst/>
              <a:rect l="l" t="t" r="r" b="b"/>
              <a:pathLst>
                <a:path w="353695" h="815339">
                  <a:moveTo>
                    <a:pt x="0" y="815295"/>
                  </a:moveTo>
                  <a:lnTo>
                    <a:pt x="353285" y="0"/>
                  </a:lnTo>
                </a:path>
              </a:pathLst>
            </a:custGeom>
            <a:ln w="38059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CF41C26A-96E6-CA21-ECE5-A1338E6B7E3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2319" y="4088523"/>
              <a:ext cx="159942" cy="184772"/>
            </a:xfrm>
            <a:prstGeom prst="rect">
              <a:avLst/>
            </a:prstGeom>
          </p:spPr>
        </p:pic>
      </p:grp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59489832-ED79-9895-7EF1-0B6F22816291}"/>
              </a:ext>
            </a:extLst>
          </p:cNvPr>
          <p:cNvGrpSpPr/>
          <p:nvPr/>
        </p:nvGrpSpPr>
        <p:grpSpPr>
          <a:xfrm>
            <a:off x="6591986" y="3936079"/>
            <a:ext cx="1999614" cy="923290"/>
            <a:chOff x="6591986" y="3936079"/>
            <a:chExt cx="1999614" cy="923290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44F5FD4B-E965-4D32-B799-A568CA02F63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1986" y="3936079"/>
              <a:ext cx="1999208" cy="922712"/>
            </a:xfrm>
            <a:prstGeom prst="rect">
              <a:avLst/>
            </a:prstGeom>
          </p:spPr>
        </p:pic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4765E582-204D-BDA5-006F-17361F165098}"/>
                </a:ext>
              </a:extLst>
            </p:cNvPr>
            <p:cNvSpPr/>
            <p:nvPr/>
          </p:nvSpPr>
          <p:spPr>
            <a:xfrm>
              <a:off x="6822899" y="4127277"/>
              <a:ext cx="1715770" cy="646430"/>
            </a:xfrm>
            <a:custGeom>
              <a:avLst/>
              <a:gdLst/>
              <a:ahLst/>
              <a:cxnLst/>
              <a:rect l="l" t="t" r="r" b="b"/>
              <a:pathLst>
                <a:path w="1715770" h="646429">
                  <a:moveTo>
                    <a:pt x="1715462" y="646284"/>
                  </a:moveTo>
                  <a:lnTo>
                    <a:pt x="0" y="0"/>
                  </a:lnTo>
                </a:path>
              </a:pathLst>
            </a:custGeom>
            <a:ln w="3805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6">
              <a:extLst>
                <a:ext uri="{FF2B5EF4-FFF2-40B4-BE49-F238E27FC236}">
                  <a16:creationId xmlns:a16="http://schemas.microsoft.com/office/drawing/2014/main" id="{9F49AEAA-8EA0-07B2-B6FB-11B612725A7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7553" y="4086466"/>
              <a:ext cx="184442" cy="162312"/>
            </a:xfrm>
            <a:prstGeom prst="rect">
              <a:avLst/>
            </a:prstGeom>
          </p:spPr>
        </p:pic>
      </p:grpSp>
      <p:sp>
        <p:nvSpPr>
          <p:cNvPr id="18" name="object 17">
            <a:extLst>
              <a:ext uri="{FF2B5EF4-FFF2-40B4-BE49-F238E27FC236}">
                <a16:creationId xmlns:a16="http://schemas.microsoft.com/office/drawing/2014/main" id="{E9D9394A-CE8E-B2FA-76C7-69F00598AA31}"/>
              </a:ext>
            </a:extLst>
          </p:cNvPr>
          <p:cNvSpPr txBox="1"/>
          <p:nvPr/>
        </p:nvSpPr>
        <p:spPr>
          <a:xfrm>
            <a:off x="8616975" y="4616259"/>
            <a:ext cx="3396615" cy="1113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 marR="30480">
              <a:lnSpc>
                <a:spcPct val="98800"/>
              </a:lnSpc>
              <a:spcBef>
                <a:spcPts val="130"/>
              </a:spcBef>
            </a:pPr>
            <a:r>
              <a:rPr sz="2400" spc="125" dirty="0">
                <a:solidFill>
                  <a:srgbClr val="B0007E"/>
                </a:solidFill>
                <a:latin typeface="Arial MT"/>
                <a:cs typeface="Arial MT"/>
              </a:rPr>
              <a:t>How</a:t>
            </a:r>
            <a:r>
              <a:rPr sz="2400" spc="-3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likely</a:t>
            </a:r>
            <a:r>
              <a:rPr sz="2400" spc="-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40" dirty="0">
                <a:solidFill>
                  <a:srgbClr val="B0007E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observed</a:t>
            </a:r>
            <a:r>
              <a:rPr sz="24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value</a:t>
            </a:r>
            <a:r>
              <a:rPr sz="24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x</a:t>
            </a:r>
            <a:r>
              <a:rPr sz="2400" baseline="-20833" dirty="0">
                <a:solidFill>
                  <a:srgbClr val="C02690"/>
                </a:solidFill>
                <a:latin typeface="Arial MT"/>
                <a:cs typeface="Arial MT"/>
              </a:rPr>
              <a:t>i</a:t>
            </a:r>
            <a:r>
              <a:rPr sz="2400" spc="352" baseline="-20833" dirty="0">
                <a:solidFill>
                  <a:srgbClr val="C026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under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this</a:t>
            </a:r>
            <a:r>
              <a:rPr sz="2400" spc="15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15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assignment?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0" name="object 18">
            <a:extLst>
              <a:ext uri="{FF2B5EF4-FFF2-40B4-BE49-F238E27FC236}">
                <a16:creationId xmlns:a16="http://schemas.microsoft.com/office/drawing/2014/main" id="{B8950B2A-AADE-9E0B-D968-72D745F235C4}"/>
              </a:ext>
            </a:extLst>
          </p:cNvPr>
          <p:cNvGrpSpPr/>
          <p:nvPr/>
        </p:nvGrpSpPr>
        <p:grpSpPr>
          <a:xfrm>
            <a:off x="4892040" y="5784450"/>
            <a:ext cx="2634615" cy="907415"/>
            <a:chOff x="4892040" y="5784450"/>
            <a:chExt cx="2634615" cy="907415"/>
          </a:xfrm>
        </p:grpSpPr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9EE8EB23-3D3C-003E-08A6-18762ED4FB54}"/>
                </a:ext>
              </a:extLst>
            </p:cNvPr>
            <p:cNvSpPr/>
            <p:nvPr/>
          </p:nvSpPr>
          <p:spPr>
            <a:xfrm>
              <a:off x="4909870" y="5797136"/>
              <a:ext cx="928369" cy="846455"/>
            </a:xfrm>
            <a:custGeom>
              <a:avLst/>
              <a:gdLst/>
              <a:ahLst/>
              <a:cxnLst/>
              <a:rect l="l" t="t" r="r" b="b"/>
              <a:pathLst>
                <a:path w="928370" h="846454">
                  <a:moveTo>
                    <a:pt x="0" y="423164"/>
                  </a:moveTo>
                  <a:lnTo>
                    <a:pt x="2723" y="377055"/>
                  </a:lnTo>
                  <a:lnTo>
                    <a:pt x="10703" y="332385"/>
                  </a:lnTo>
                  <a:lnTo>
                    <a:pt x="23659" y="289411"/>
                  </a:lnTo>
                  <a:lnTo>
                    <a:pt x="41306" y="248392"/>
                  </a:lnTo>
                  <a:lnTo>
                    <a:pt x="63361" y="209585"/>
                  </a:lnTo>
                  <a:lnTo>
                    <a:pt x="89541" y="173248"/>
                  </a:lnTo>
                  <a:lnTo>
                    <a:pt x="119563" y="139641"/>
                  </a:lnTo>
                  <a:lnTo>
                    <a:pt x="153144" y="109021"/>
                  </a:lnTo>
                  <a:lnTo>
                    <a:pt x="190002" y="81646"/>
                  </a:lnTo>
                  <a:lnTo>
                    <a:pt x="229851" y="57774"/>
                  </a:lnTo>
                  <a:lnTo>
                    <a:pt x="272411" y="37663"/>
                  </a:lnTo>
                  <a:lnTo>
                    <a:pt x="317397" y="21573"/>
                  </a:lnTo>
                  <a:lnTo>
                    <a:pt x="364527" y="9760"/>
                  </a:lnTo>
                  <a:lnTo>
                    <a:pt x="413517" y="2483"/>
                  </a:lnTo>
                  <a:lnTo>
                    <a:pt x="464084" y="0"/>
                  </a:lnTo>
                  <a:lnTo>
                    <a:pt x="514650" y="2483"/>
                  </a:lnTo>
                  <a:lnTo>
                    <a:pt x="563640" y="9760"/>
                  </a:lnTo>
                  <a:lnTo>
                    <a:pt x="610769" y="21573"/>
                  </a:lnTo>
                  <a:lnTo>
                    <a:pt x="655755" y="37663"/>
                  </a:lnTo>
                  <a:lnTo>
                    <a:pt x="698315" y="57774"/>
                  </a:lnTo>
                  <a:lnTo>
                    <a:pt x="738165" y="81646"/>
                  </a:lnTo>
                  <a:lnTo>
                    <a:pt x="775022" y="109021"/>
                  </a:lnTo>
                  <a:lnTo>
                    <a:pt x="808603" y="139641"/>
                  </a:lnTo>
                  <a:lnTo>
                    <a:pt x="838625" y="173248"/>
                  </a:lnTo>
                  <a:lnTo>
                    <a:pt x="864805" y="209585"/>
                  </a:lnTo>
                  <a:lnTo>
                    <a:pt x="886860" y="248392"/>
                  </a:lnTo>
                  <a:lnTo>
                    <a:pt x="904507" y="289411"/>
                  </a:lnTo>
                  <a:lnTo>
                    <a:pt x="917462" y="332385"/>
                  </a:lnTo>
                  <a:lnTo>
                    <a:pt x="925443" y="377055"/>
                  </a:lnTo>
                  <a:lnTo>
                    <a:pt x="928166" y="423164"/>
                  </a:lnTo>
                  <a:lnTo>
                    <a:pt x="925443" y="469272"/>
                  </a:lnTo>
                  <a:lnTo>
                    <a:pt x="917462" y="513943"/>
                  </a:lnTo>
                  <a:lnTo>
                    <a:pt x="904507" y="556917"/>
                  </a:lnTo>
                  <a:lnTo>
                    <a:pt x="886860" y="597936"/>
                  </a:lnTo>
                  <a:lnTo>
                    <a:pt x="864805" y="636743"/>
                  </a:lnTo>
                  <a:lnTo>
                    <a:pt x="838625" y="673079"/>
                  </a:lnTo>
                  <a:lnTo>
                    <a:pt x="808603" y="706687"/>
                  </a:lnTo>
                  <a:lnTo>
                    <a:pt x="775022" y="737307"/>
                  </a:lnTo>
                  <a:lnTo>
                    <a:pt x="738165" y="764682"/>
                  </a:lnTo>
                  <a:lnTo>
                    <a:pt x="698315" y="788554"/>
                  </a:lnTo>
                  <a:lnTo>
                    <a:pt x="655755" y="808664"/>
                  </a:lnTo>
                  <a:lnTo>
                    <a:pt x="610769" y="824755"/>
                  </a:lnTo>
                  <a:lnTo>
                    <a:pt x="563640" y="836568"/>
                  </a:lnTo>
                  <a:lnTo>
                    <a:pt x="514650" y="843845"/>
                  </a:lnTo>
                  <a:lnTo>
                    <a:pt x="464084" y="846328"/>
                  </a:lnTo>
                  <a:lnTo>
                    <a:pt x="413517" y="843845"/>
                  </a:lnTo>
                  <a:lnTo>
                    <a:pt x="364527" y="836568"/>
                  </a:lnTo>
                  <a:lnTo>
                    <a:pt x="317397" y="824755"/>
                  </a:lnTo>
                  <a:lnTo>
                    <a:pt x="272411" y="808664"/>
                  </a:lnTo>
                  <a:lnTo>
                    <a:pt x="229851" y="788554"/>
                  </a:lnTo>
                  <a:lnTo>
                    <a:pt x="190002" y="764682"/>
                  </a:lnTo>
                  <a:lnTo>
                    <a:pt x="153144" y="737307"/>
                  </a:lnTo>
                  <a:lnTo>
                    <a:pt x="119563" y="706687"/>
                  </a:lnTo>
                  <a:lnTo>
                    <a:pt x="89541" y="673079"/>
                  </a:lnTo>
                  <a:lnTo>
                    <a:pt x="63361" y="636743"/>
                  </a:lnTo>
                  <a:lnTo>
                    <a:pt x="41306" y="597936"/>
                  </a:lnTo>
                  <a:lnTo>
                    <a:pt x="23659" y="556917"/>
                  </a:lnTo>
                  <a:lnTo>
                    <a:pt x="10703" y="513943"/>
                  </a:lnTo>
                  <a:lnTo>
                    <a:pt x="2723" y="469272"/>
                  </a:lnTo>
                  <a:lnTo>
                    <a:pt x="0" y="423164"/>
                  </a:lnTo>
                  <a:close/>
                </a:path>
              </a:pathLst>
            </a:custGeom>
            <a:ln w="25371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DEA0AA1F-82B7-3D7B-EB06-E722FE96CA4D}"/>
                </a:ext>
              </a:extLst>
            </p:cNvPr>
            <p:cNvSpPr/>
            <p:nvPr/>
          </p:nvSpPr>
          <p:spPr>
            <a:xfrm>
              <a:off x="5897448" y="5804560"/>
              <a:ext cx="928369" cy="846455"/>
            </a:xfrm>
            <a:custGeom>
              <a:avLst/>
              <a:gdLst/>
              <a:ahLst/>
              <a:cxnLst/>
              <a:rect l="l" t="t" r="r" b="b"/>
              <a:pathLst>
                <a:path w="928370" h="846454">
                  <a:moveTo>
                    <a:pt x="0" y="423164"/>
                  </a:moveTo>
                  <a:lnTo>
                    <a:pt x="2723" y="377055"/>
                  </a:lnTo>
                  <a:lnTo>
                    <a:pt x="10703" y="332385"/>
                  </a:lnTo>
                  <a:lnTo>
                    <a:pt x="23659" y="289411"/>
                  </a:lnTo>
                  <a:lnTo>
                    <a:pt x="41306" y="248392"/>
                  </a:lnTo>
                  <a:lnTo>
                    <a:pt x="63361" y="209585"/>
                  </a:lnTo>
                  <a:lnTo>
                    <a:pt x="89541" y="173248"/>
                  </a:lnTo>
                  <a:lnTo>
                    <a:pt x="119563" y="139641"/>
                  </a:lnTo>
                  <a:lnTo>
                    <a:pt x="153144" y="109021"/>
                  </a:lnTo>
                  <a:lnTo>
                    <a:pt x="190001" y="81646"/>
                  </a:lnTo>
                  <a:lnTo>
                    <a:pt x="229851" y="57774"/>
                  </a:lnTo>
                  <a:lnTo>
                    <a:pt x="272411" y="37663"/>
                  </a:lnTo>
                  <a:lnTo>
                    <a:pt x="317397" y="21573"/>
                  </a:lnTo>
                  <a:lnTo>
                    <a:pt x="364527" y="9760"/>
                  </a:lnTo>
                  <a:lnTo>
                    <a:pt x="413516" y="2483"/>
                  </a:lnTo>
                  <a:lnTo>
                    <a:pt x="464083" y="0"/>
                  </a:lnTo>
                  <a:lnTo>
                    <a:pt x="514651" y="2483"/>
                  </a:lnTo>
                  <a:lnTo>
                    <a:pt x="563640" y="9760"/>
                  </a:lnTo>
                  <a:lnTo>
                    <a:pt x="610770" y="21573"/>
                  </a:lnTo>
                  <a:lnTo>
                    <a:pt x="655756" y="37663"/>
                  </a:lnTo>
                  <a:lnTo>
                    <a:pt x="698315" y="57774"/>
                  </a:lnTo>
                  <a:lnTo>
                    <a:pt x="738165" y="81646"/>
                  </a:lnTo>
                  <a:lnTo>
                    <a:pt x="775022" y="109021"/>
                  </a:lnTo>
                  <a:lnTo>
                    <a:pt x="808604" y="139641"/>
                  </a:lnTo>
                  <a:lnTo>
                    <a:pt x="838626" y="173248"/>
                  </a:lnTo>
                  <a:lnTo>
                    <a:pt x="864806" y="209585"/>
                  </a:lnTo>
                  <a:lnTo>
                    <a:pt x="886861" y="248392"/>
                  </a:lnTo>
                  <a:lnTo>
                    <a:pt x="904508" y="289411"/>
                  </a:lnTo>
                  <a:lnTo>
                    <a:pt x="917463" y="332385"/>
                  </a:lnTo>
                  <a:lnTo>
                    <a:pt x="925444" y="377055"/>
                  </a:lnTo>
                  <a:lnTo>
                    <a:pt x="928167" y="423164"/>
                  </a:lnTo>
                  <a:lnTo>
                    <a:pt x="925444" y="469272"/>
                  </a:lnTo>
                  <a:lnTo>
                    <a:pt x="917463" y="513943"/>
                  </a:lnTo>
                  <a:lnTo>
                    <a:pt x="904508" y="556916"/>
                  </a:lnTo>
                  <a:lnTo>
                    <a:pt x="886861" y="597936"/>
                  </a:lnTo>
                  <a:lnTo>
                    <a:pt x="864806" y="636743"/>
                  </a:lnTo>
                  <a:lnTo>
                    <a:pt x="838626" y="673079"/>
                  </a:lnTo>
                  <a:lnTo>
                    <a:pt x="808604" y="706687"/>
                  </a:lnTo>
                  <a:lnTo>
                    <a:pt x="775022" y="737307"/>
                  </a:lnTo>
                  <a:lnTo>
                    <a:pt x="738165" y="764682"/>
                  </a:lnTo>
                  <a:lnTo>
                    <a:pt x="698315" y="788554"/>
                  </a:lnTo>
                  <a:lnTo>
                    <a:pt x="655756" y="808664"/>
                  </a:lnTo>
                  <a:lnTo>
                    <a:pt x="610770" y="824755"/>
                  </a:lnTo>
                  <a:lnTo>
                    <a:pt x="563640" y="836568"/>
                  </a:lnTo>
                  <a:lnTo>
                    <a:pt x="514651" y="843845"/>
                  </a:lnTo>
                  <a:lnTo>
                    <a:pt x="464083" y="846328"/>
                  </a:lnTo>
                  <a:lnTo>
                    <a:pt x="413516" y="843845"/>
                  </a:lnTo>
                  <a:lnTo>
                    <a:pt x="364527" y="836568"/>
                  </a:lnTo>
                  <a:lnTo>
                    <a:pt x="317397" y="824755"/>
                  </a:lnTo>
                  <a:lnTo>
                    <a:pt x="272411" y="808664"/>
                  </a:lnTo>
                  <a:lnTo>
                    <a:pt x="229851" y="788554"/>
                  </a:lnTo>
                  <a:lnTo>
                    <a:pt x="190001" y="764682"/>
                  </a:lnTo>
                  <a:lnTo>
                    <a:pt x="153144" y="737307"/>
                  </a:lnTo>
                  <a:lnTo>
                    <a:pt x="119563" y="706687"/>
                  </a:lnTo>
                  <a:lnTo>
                    <a:pt x="89541" y="673079"/>
                  </a:lnTo>
                  <a:lnTo>
                    <a:pt x="63361" y="636743"/>
                  </a:lnTo>
                  <a:lnTo>
                    <a:pt x="41306" y="597936"/>
                  </a:lnTo>
                  <a:lnTo>
                    <a:pt x="23659" y="556916"/>
                  </a:lnTo>
                  <a:lnTo>
                    <a:pt x="10703" y="513943"/>
                  </a:lnTo>
                  <a:lnTo>
                    <a:pt x="2723" y="469272"/>
                  </a:lnTo>
                  <a:lnTo>
                    <a:pt x="0" y="423164"/>
                  </a:lnTo>
                  <a:close/>
                </a:path>
              </a:pathLst>
            </a:custGeom>
            <a:ln w="25371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1">
              <a:extLst>
                <a:ext uri="{FF2B5EF4-FFF2-40B4-BE49-F238E27FC236}">
                  <a16:creationId xmlns:a16="http://schemas.microsoft.com/office/drawing/2014/main" id="{9FD991B9-EC85-913D-6D94-7BC601994F6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3305" y="6076603"/>
              <a:ext cx="278476" cy="278476"/>
            </a:xfrm>
            <a:prstGeom prst="rect">
              <a:avLst/>
            </a:prstGeom>
          </p:spPr>
        </p:pic>
        <p:pic>
          <p:nvPicPr>
            <p:cNvPr id="24" name="object 22">
              <a:extLst>
                <a:ext uri="{FF2B5EF4-FFF2-40B4-BE49-F238E27FC236}">
                  <a16:creationId xmlns:a16="http://schemas.microsoft.com/office/drawing/2014/main" id="{DCF22624-8D5F-B50B-F034-B131C344E9A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3486" y="6123788"/>
              <a:ext cx="141084" cy="141055"/>
            </a:xfrm>
            <a:prstGeom prst="rect">
              <a:avLst/>
            </a:prstGeom>
          </p:spPr>
        </p:pic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9B7C0E7C-9B01-AA41-0D85-BC06AF2B98A9}"/>
                </a:ext>
              </a:extLst>
            </p:cNvPr>
            <p:cNvSpPr/>
            <p:nvPr/>
          </p:nvSpPr>
          <p:spPr>
            <a:xfrm>
              <a:off x="5793486" y="6123788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4">
              <a:extLst>
                <a:ext uri="{FF2B5EF4-FFF2-40B4-BE49-F238E27FC236}">
                  <a16:creationId xmlns:a16="http://schemas.microsoft.com/office/drawing/2014/main" id="{5466F75D-99CE-0ABA-9B5A-057BEB1BF2D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9073" y="5818908"/>
              <a:ext cx="278476" cy="278476"/>
            </a:xfrm>
            <a:prstGeom prst="rect">
              <a:avLst/>
            </a:prstGeom>
          </p:spPr>
        </p:pic>
        <p:pic>
          <p:nvPicPr>
            <p:cNvPr id="27" name="object 25">
              <a:extLst>
                <a:ext uri="{FF2B5EF4-FFF2-40B4-BE49-F238E27FC236}">
                  <a16:creationId xmlns:a16="http://schemas.microsoft.com/office/drawing/2014/main" id="{C42CDB1E-E4BB-6DAD-3A67-F6C0D3A507DD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47488" y="5863952"/>
              <a:ext cx="141071" cy="141055"/>
            </a:xfrm>
            <a:prstGeom prst="rect">
              <a:avLst/>
            </a:prstGeom>
          </p:spPr>
        </p:pic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11EA8ECD-769E-0E99-B3C3-146DDAB499B9}"/>
                </a:ext>
              </a:extLst>
            </p:cNvPr>
            <p:cNvSpPr/>
            <p:nvPr/>
          </p:nvSpPr>
          <p:spPr>
            <a:xfrm>
              <a:off x="5147487" y="5863952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7">
              <a:extLst>
                <a:ext uri="{FF2B5EF4-FFF2-40B4-BE49-F238E27FC236}">
                  <a16:creationId xmlns:a16="http://schemas.microsoft.com/office/drawing/2014/main" id="{6A515114-89C0-7B86-B2D9-A122750F27A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15241" y="6176355"/>
              <a:ext cx="274320" cy="274320"/>
            </a:xfrm>
            <a:prstGeom prst="rect">
              <a:avLst/>
            </a:prstGeom>
          </p:spPr>
        </p:pic>
        <p:pic>
          <p:nvPicPr>
            <p:cNvPr id="30" name="object 28">
              <a:extLst>
                <a:ext uri="{FF2B5EF4-FFF2-40B4-BE49-F238E27FC236}">
                  <a16:creationId xmlns:a16="http://schemas.microsoft.com/office/drawing/2014/main" id="{56B86AC8-A55F-856C-924B-D74D856388F6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82107" y="6220300"/>
              <a:ext cx="141084" cy="141055"/>
            </a:xfrm>
            <a:prstGeom prst="rect">
              <a:avLst/>
            </a:prstGeom>
          </p:spPr>
        </p:pic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9A367648-68B4-F2ED-0410-01DA4F8022B9}"/>
                </a:ext>
              </a:extLst>
            </p:cNvPr>
            <p:cNvSpPr/>
            <p:nvPr/>
          </p:nvSpPr>
          <p:spPr>
            <a:xfrm>
              <a:off x="5682107" y="6220300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0">
              <a:extLst>
                <a:ext uri="{FF2B5EF4-FFF2-40B4-BE49-F238E27FC236}">
                  <a16:creationId xmlns:a16="http://schemas.microsoft.com/office/drawing/2014/main" id="{CC87D6A0-0811-09DE-C127-2BA02A2D5B5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61711" y="5864628"/>
              <a:ext cx="278476" cy="274319"/>
            </a:xfrm>
            <a:prstGeom prst="rect">
              <a:avLst/>
            </a:prstGeom>
          </p:spPr>
        </p:pic>
        <p:pic>
          <p:nvPicPr>
            <p:cNvPr id="34" name="object 31">
              <a:extLst>
                <a:ext uri="{FF2B5EF4-FFF2-40B4-BE49-F238E27FC236}">
                  <a16:creationId xmlns:a16="http://schemas.microsoft.com/office/drawing/2014/main" id="{4A3B1B8C-D957-BC5F-CAE4-4E98EA82BF2E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29643" y="5908494"/>
              <a:ext cx="141084" cy="141055"/>
            </a:xfrm>
            <a:prstGeom prst="rect">
              <a:avLst/>
            </a:prstGeom>
          </p:spPr>
        </p:pic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673F3F6A-7FF2-ACDD-2C62-76139A129552}"/>
                </a:ext>
              </a:extLst>
            </p:cNvPr>
            <p:cNvSpPr/>
            <p:nvPr/>
          </p:nvSpPr>
          <p:spPr>
            <a:xfrm>
              <a:off x="5429643" y="5908494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3">
              <a:extLst>
                <a:ext uri="{FF2B5EF4-FFF2-40B4-BE49-F238E27FC236}">
                  <a16:creationId xmlns:a16="http://schemas.microsoft.com/office/drawing/2014/main" id="{8B3981E6-20DC-9F81-0A08-7F513630B295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66360" y="5906192"/>
              <a:ext cx="278476" cy="278476"/>
            </a:xfrm>
            <a:prstGeom prst="rect">
              <a:avLst/>
            </a:prstGeom>
          </p:spPr>
        </p:pic>
        <p:pic>
          <p:nvPicPr>
            <p:cNvPr id="37" name="object 34">
              <a:extLst>
                <a:ext uri="{FF2B5EF4-FFF2-40B4-BE49-F238E27FC236}">
                  <a16:creationId xmlns:a16="http://schemas.microsoft.com/office/drawing/2014/main" id="{B046685D-3960-E9E0-E2D2-E31718C0510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36591" y="5953038"/>
              <a:ext cx="141071" cy="141055"/>
            </a:xfrm>
            <a:prstGeom prst="rect">
              <a:avLst/>
            </a:prstGeom>
          </p:spPr>
        </p:pic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731846E1-F1A4-708C-BAE0-C553422E9BDC}"/>
                </a:ext>
              </a:extLst>
            </p:cNvPr>
            <p:cNvSpPr/>
            <p:nvPr/>
          </p:nvSpPr>
          <p:spPr>
            <a:xfrm>
              <a:off x="5236591" y="5953038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0C654DC1-E1C2-57C6-F841-57697091D6F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82488" y="6026726"/>
              <a:ext cx="278476" cy="278476"/>
            </a:xfrm>
            <a:prstGeom prst="rect">
              <a:avLst/>
            </a:prstGeom>
          </p:spPr>
        </p:pic>
        <p:pic>
          <p:nvPicPr>
            <p:cNvPr id="40" name="object 37">
              <a:extLst>
                <a:ext uri="{FF2B5EF4-FFF2-40B4-BE49-F238E27FC236}">
                  <a16:creationId xmlns:a16="http://schemas.microsoft.com/office/drawing/2014/main" id="{FCC257A9-C2BB-96C3-9C52-9AADDE52BAD0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51919" y="6071821"/>
              <a:ext cx="141084" cy="141055"/>
            </a:xfrm>
            <a:prstGeom prst="rect">
              <a:avLst/>
            </a:prstGeom>
          </p:spPr>
        </p:pic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82912625-A38D-7155-DB59-00DBF3C13990}"/>
                </a:ext>
              </a:extLst>
            </p:cNvPr>
            <p:cNvSpPr/>
            <p:nvPr/>
          </p:nvSpPr>
          <p:spPr>
            <a:xfrm>
              <a:off x="5451919" y="607182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39">
              <a:extLst>
                <a:ext uri="{FF2B5EF4-FFF2-40B4-BE49-F238E27FC236}">
                  <a16:creationId xmlns:a16="http://schemas.microsoft.com/office/drawing/2014/main" id="{DBE37ED4-D69D-9D1D-8AA8-207582991185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49977" y="5997632"/>
              <a:ext cx="278476" cy="278476"/>
            </a:xfrm>
            <a:prstGeom prst="rect">
              <a:avLst/>
            </a:prstGeom>
          </p:spPr>
        </p:pic>
        <p:pic>
          <p:nvPicPr>
            <p:cNvPr id="43" name="object 40">
              <a:extLst>
                <a:ext uri="{FF2B5EF4-FFF2-40B4-BE49-F238E27FC236}">
                  <a16:creationId xmlns:a16="http://schemas.microsoft.com/office/drawing/2014/main" id="{6A047CF1-34A4-8966-5A66-541BB5203BE7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17782" y="6042125"/>
              <a:ext cx="141084" cy="141055"/>
            </a:xfrm>
            <a:prstGeom prst="rect">
              <a:avLst/>
            </a:prstGeom>
          </p:spPr>
        </p:pic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2D0F2FE7-9E7C-2155-99FE-70901E396329}"/>
                </a:ext>
              </a:extLst>
            </p:cNvPr>
            <p:cNvSpPr/>
            <p:nvPr/>
          </p:nvSpPr>
          <p:spPr>
            <a:xfrm>
              <a:off x="5117782" y="6042125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2">
              <a:extLst>
                <a:ext uri="{FF2B5EF4-FFF2-40B4-BE49-F238E27FC236}">
                  <a16:creationId xmlns:a16="http://schemas.microsoft.com/office/drawing/2014/main" id="{D30D96D3-1228-AA9C-1A70-19FD501AA03F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57800" y="6084915"/>
              <a:ext cx="278476" cy="278476"/>
            </a:xfrm>
            <a:prstGeom prst="rect">
              <a:avLst/>
            </a:prstGeom>
          </p:spPr>
        </p:pic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2257DE9D-A2E7-6716-F120-9CF9D7BBECC4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25694" y="6131213"/>
              <a:ext cx="141084" cy="141055"/>
            </a:xfrm>
            <a:prstGeom prst="rect">
              <a:avLst/>
            </a:prstGeom>
          </p:spPr>
        </p:pic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F93CB9D4-52BB-4EF9-EA25-696257659A2B}"/>
                </a:ext>
              </a:extLst>
            </p:cNvPr>
            <p:cNvSpPr/>
            <p:nvPr/>
          </p:nvSpPr>
          <p:spPr>
            <a:xfrm>
              <a:off x="5325694" y="613121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5">
              <a:extLst>
                <a:ext uri="{FF2B5EF4-FFF2-40B4-BE49-F238E27FC236}">
                  <a16:creationId xmlns:a16="http://schemas.microsoft.com/office/drawing/2014/main" id="{43E1347C-FB2F-38ED-7D9A-788CDC295EDC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87391" y="6213763"/>
              <a:ext cx="278476" cy="274320"/>
            </a:xfrm>
            <a:prstGeom prst="rect">
              <a:avLst/>
            </a:prstGeom>
          </p:spPr>
        </p:pic>
        <p:pic>
          <p:nvPicPr>
            <p:cNvPr id="49" name="object 46">
              <a:extLst>
                <a:ext uri="{FF2B5EF4-FFF2-40B4-BE49-F238E27FC236}">
                  <a16:creationId xmlns:a16="http://schemas.microsoft.com/office/drawing/2014/main" id="{19142EDF-58A7-83FA-6CAD-C1D389414269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54904" y="6257420"/>
              <a:ext cx="141084" cy="141055"/>
            </a:xfrm>
            <a:prstGeom prst="rect">
              <a:avLst/>
            </a:prstGeom>
          </p:spPr>
        </p:pic>
        <p:sp>
          <p:nvSpPr>
            <p:cNvPr id="50" name="object 47">
              <a:extLst>
                <a:ext uri="{FF2B5EF4-FFF2-40B4-BE49-F238E27FC236}">
                  <a16:creationId xmlns:a16="http://schemas.microsoft.com/office/drawing/2014/main" id="{7ABD0AEC-F397-3EB5-006C-DAA37BCDA9AF}"/>
                </a:ext>
              </a:extLst>
            </p:cNvPr>
            <p:cNvSpPr/>
            <p:nvPr/>
          </p:nvSpPr>
          <p:spPr>
            <a:xfrm>
              <a:off x="5154904" y="6257420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48">
              <a:extLst>
                <a:ext uri="{FF2B5EF4-FFF2-40B4-BE49-F238E27FC236}">
                  <a16:creationId xmlns:a16="http://schemas.microsoft.com/office/drawing/2014/main" id="{C7E51A37-30CF-485C-A293-64835BA69BE1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82488" y="6234544"/>
              <a:ext cx="278476" cy="278476"/>
            </a:xfrm>
            <a:prstGeom prst="rect">
              <a:avLst/>
            </a:prstGeom>
          </p:spPr>
        </p:pic>
        <p:pic>
          <p:nvPicPr>
            <p:cNvPr id="52" name="object 49">
              <a:extLst>
                <a:ext uri="{FF2B5EF4-FFF2-40B4-BE49-F238E27FC236}">
                  <a16:creationId xmlns:a16="http://schemas.microsoft.com/office/drawing/2014/main" id="{6F22E97B-8C93-2F18-9BEF-1D1DB619C1C2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51919" y="6279692"/>
              <a:ext cx="141084" cy="141055"/>
            </a:xfrm>
            <a:prstGeom prst="rect">
              <a:avLst/>
            </a:prstGeom>
          </p:spPr>
        </p:pic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56A7A366-91BD-913B-15FE-CEEAA59A3D36}"/>
                </a:ext>
              </a:extLst>
            </p:cNvPr>
            <p:cNvSpPr/>
            <p:nvPr/>
          </p:nvSpPr>
          <p:spPr>
            <a:xfrm>
              <a:off x="5451919" y="6279692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1">
              <a:extLst>
                <a:ext uri="{FF2B5EF4-FFF2-40B4-BE49-F238E27FC236}">
                  <a16:creationId xmlns:a16="http://schemas.microsoft.com/office/drawing/2014/main" id="{A02A187A-C22C-2CE6-B615-EF4A2F99DF6F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08664" y="6114009"/>
              <a:ext cx="278476" cy="278476"/>
            </a:xfrm>
            <a:prstGeom prst="rect">
              <a:avLst/>
            </a:prstGeom>
          </p:spPr>
        </p:pic>
        <p:pic>
          <p:nvPicPr>
            <p:cNvPr id="55" name="object 52">
              <a:extLst>
                <a:ext uri="{FF2B5EF4-FFF2-40B4-BE49-F238E27FC236}">
                  <a16:creationId xmlns:a16="http://schemas.microsoft.com/office/drawing/2014/main" id="{325127A6-3D39-2424-FE58-249F21A6B7FC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76698" y="6160908"/>
              <a:ext cx="141084" cy="141055"/>
            </a:xfrm>
            <a:prstGeom prst="rect">
              <a:avLst/>
            </a:prstGeom>
          </p:spPr>
        </p:pic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C849C3DF-4474-364B-0B78-411126EE984F}"/>
                </a:ext>
              </a:extLst>
            </p:cNvPr>
            <p:cNvSpPr/>
            <p:nvPr/>
          </p:nvSpPr>
          <p:spPr>
            <a:xfrm>
              <a:off x="4976698" y="6160908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4">
              <a:extLst>
                <a:ext uri="{FF2B5EF4-FFF2-40B4-BE49-F238E27FC236}">
                  <a16:creationId xmlns:a16="http://schemas.microsoft.com/office/drawing/2014/main" id="{1CDB9FF2-0C7D-CF46-76A6-3865D00B1A50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257800" y="5997632"/>
              <a:ext cx="278476" cy="278476"/>
            </a:xfrm>
            <a:prstGeom prst="rect">
              <a:avLst/>
            </a:prstGeom>
          </p:spPr>
        </p:pic>
        <p:pic>
          <p:nvPicPr>
            <p:cNvPr id="58" name="object 55">
              <a:extLst>
                <a:ext uri="{FF2B5EF4-FFF2-40B4-BE49-F238E27FC236}">
                  <a16:creationId xmlns:a16="http://schemas.microsoft.com/office/drawing/2014/main" id="{0371B497-3862-E43D-90BF-D78D2FFD42FF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25694" y="6042125"/>
              <a:ext cx="141084" cy="141055"/>
            </a:xfrm>
            <a:prstGeom prst="rect">
              <a:avLst/>
            </a:prstGeom>
          </p:spPr>
        </p:pic>
        <p:sp>
          <p:nvSpPr>
            <p:cNvPr id="59" name="object 56">
              <a:extLst>
                <a:ext uri="{FF2B5EF4-FFF2-40B4-BE49-F238E27FC236}">
                  <a16:creationId xmlns:a16="http://schemas.microsoft.com/office/drawing/2014/main" id="{BE5252B6-8B88-6929-AB13-A6FDF23F25D8}"/>
                </a:ext>
              </a:extLst>
            </p:cNvPr>
            <p:cNvSpPr/>
            <p:nvPr/>
          </p:nvSpPr>
          <p:spPr>
            <a:xfrm>
              <a:off x="5325694" y="6042125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57">
              <a:extLst>
                <a:ext uri="{FF2B5EF4-FFF2-40B4-BE49-F238E27FC236}">
                  <a16:creationId xmlns:a16="http://schemas.microsoft.com/office/drawing/2014/main" id="{A455AD92-7EF3-8D2B-6DC6-AA82828CA5DB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45087" y="6084915"/>
              <a:ext cx="278476" cy="278476"/>
            </a:xfrm>
            <a:prstGeom prst="rect">
              <a:avLst/>
            </a:prstGeom>
          </p:spPr>
        </p:pic>
        <p:pic>
          <p:nvPicPr>
            <p:cNvPr id="61" name="object 58">
              <a:extLst>
                <a:ext uri="{FF2B5EF4-FFF2-40B4-BE49-F238E27FC236}">
                  <a16:creationId xmlns:a16="http://schemas.microsoft.com/office/drawing/2014/main" id="{750C0E2E-7B7F-BDF8-1B3E-EF7227B641DC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4797" y="6131213"/>
              <a:ext cx="141084" cy="141055"/>
            </a:xfrm>
            <a:prstGeom prst="rect">
              <a:avLst/>
            </a:prstGeom>
          </p:spPr>
        </p:pic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47292562-29EA-858D-681B-004C5DF7E7C7}"/>
                </a:ext>
              </a:extLst>
            </p:cNvPr>
            <p:cNvSpPr/>
            <p:nvPr/>
          </p:nvSpPr>
          <p:spPr>
            <a:xfrm>
              <a:off x="5414797" y="613121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0">
              <a:extLst>
                <a:ext uri="{FF2B5EF4-FFF2-40B4-BE49-F238E27FC236}">
                  <a16:creationId xmlns:a16="http://schemas.microsoft.com/office/drawing/2014/main" id="{915CEB06-5D11-3DFA-B7B6-0A0BA5F48B6B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74665" y="6122323"/>
              <a:ext cx="278476" cy="278476"/>
            </a:xfrm>
            <a:prstGeom prst="rect">
              <a:avLst/>
            </a:prstGeom>
          </p:spPr>
        </p:pic>
        <p:pic>
          <p:nvPicPr>
            <p:cNvPr id="64" name="object 61">
              <a:extLst>
                <a:ext uri="{FF2B5EF4-FFF2-40B4-BE49-F238E27FC236}">
                  <a16:creationId xmlns:a16="http://schemas.microsoft.com/office/drawing/2014/main" id="{E463C017-62CF-F83C-A257-57F7F975477B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44008" y="6168331"/>
              <a:ext cx="141084" cy="141055"/>
            </a:xfrm>
            <a:prstGeom prst="rect">
              <a:avLst/>
            </a:prstGeom>
          </p:spPr>
        </p:pic>
        <p:sp>
          <p:nvSpPr>
            <p:cNvPr id="65" name="object 62">
              <a:extLst>
                <a:ext uri="{FF2B5EF4-FFF2-40B4-BE49-F238E27FC236}">
                  <a16:creationId xmlns:a16="http://schemas.microsoft.com/office/drawing/2014/main" id="{41FCFA8E-C131-15E1-EC9F-E1AACFAC4D66}"/>
                </a:ext>
              </a:extLst>
            </p:cNvPr>
            <p:cNvSpPr/>
            <p:nvPr/>
          </p:nvSpPr>
          <p:spPr>
            <a:xfrm>
              <a:off x="5244007" y="616833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3">
              <a:extLst>
                <a:ext uri="{FF2B5EF4-FFF2-40B4-BE49-F238E27FC236}">
                  <a16:creationId xmlns:a16="http://schemas.microsoft.com/office/drawing/2014/main" id="{CD3BB391-2A9F-156B-ACFF-ED3E596044A7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37022" y="6292734"/>
              <a:ext cx="274320" cy="278476"/>
            </a:xfrm>
            <a:prstGeom prst="rect">
              <a:avLst/>
            </a:prstGeom>
          </p:spPr>
        </p:pic>
        <p:pic>
          <p:nvPicPr>
            <p:cNvPr id="67" name="object 64">
              <a:extLst>
                <a:ext uri="{FF2B5EF4-FFF2-40B4-BE49-F238E27FC236}">
                  <a16:creationId xmlns:a16="http://schemas.microsoft.com/office/drawing/2014/main" id="{F7BA3C52-15BF-B4F5-4670-9D37E44837A0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03418" y="6339083"/>
              <a:ext cx="141084" cy="141055"/>
            </a:xfrm>
            <a:prstGeom prst="rect">
              <a:avLst/>
            </a:prstGeom>
          </p:spPr>
        </p:pic>
        <p:sp>
          <p:nvSpPr>
            <p:cNvPr id="68" name="object 65">
              <a:extLst>
                <a:ext uri="{FF2B5EF4-FFF2-40B4-BE49-F238E27FC236}">
                  <a16:creationId xmlns:a16="http://schemas.microsoft.com/office/drawing/2014/main" id="{5769588B-7160-DF4C-C85C-96E6C2D8D797}"/>
                </a:ext>
              </a:extLst>
            </p:cNvPr>
            <p:cNvSpPr/>
            <p:nvPr/>
          </p:nvSpPr>
          <p:spPr>
            <a:xfrm>
              <a:off x="5303418" y="633908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6">
              <a:extLst>
                <a:ext uri="{FF2B5EF4-FFF2-40B4-BE49-F238E27FC236}">
                  <a16:creationId xmlns:a16="http://schemas.microsoft.com/office/drawing/2014/main" id="{FBB3C8C7-E7C4-9403-43CC-5F0EBC9CCE07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11342" y="6076603"/>
              <a:ext cx="274320" cy="278476"/>
            </a:xfrm>
            <a:prstGeom prst="rect">
              <a:avLst/>
            </a:prstGeom>
          </p:spPr>
        </p:pic>
        <p:pic>
          <p:nvPicPr>
            <p:cNvPr id="70" name="object 67">
              <a:extLst>
                <a:ext uri="{FF2B5EF4-FFF2-40B4-BE49-F238E27FC236}">
                  <a16:creationId xmlns:a16="http://schemas.microsoft.com/office/drawing/2014/main" id="{3B33FE4B-D7C9-E939-B8DF-017B6B55C700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578157" y="6123788"/>
              <a:ext cx="141071" cy="141055"/>
            </a:xfrm>
            <a:prstGeom prst="rect">
              <a:avLst/>
            </a:prstGeom>
          </p:spPr>
        </p:pic>
        <p:sp>
          <p:nvSpPr>
            <p:cNvPr id="71" name="object 68">
              <a:extLst>
                <a:ext uri="{FF2B5EF4-FFF2-40B4-BE49-F238E27FC236}">
                  <a16:creationId xmlns:a16="http://schemas.microsoft.com/office/drawing/2014/main" id="{FB3EAD65-3B2B-ECF7-577F-41FE827DD1B8}"/>
                </a:ext>
              </a:extLst>
            </p:cNvPr>
            <p:cNvSpPr/>
            <p:nvPr/>
          </p:nvSpPr>
          <p:spPr>
            <a:xfrm>
              <a:off x="5578157" y="6123788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69">
              <a:extLst>
                <a:ext uri="{FF2B5EF4-FFF2-40B4-BE49-F238E27FC236}">
                  <a16:creationId xmlns:a16="http://schemas.microsoft.com/office/drawing/2014/main" id="{10940529-16E0-C112-172F-97A97E4C33E5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46761" y="5902036"/>
              <a:ext cx="278476" cy="274320"/>
            </a:xfrm>
            <a:prstGeom prst="rect">
              <a:avLst/>
            </a:prstGeom>
          </p:spPr>
        </p:pic>
        <p:pic>
          <p:nvPicPr>
            <p:cNvPr id="73" name="object 70">
              <a:extLst>
                <a:ext uri="{FF2B5EF4-FFF2-40B4-BE49-F238E27FC236}">
                  <a16:creationId xmlns:a16="http://schemas.microsoft.com/office/drawing/2014/main" id="{D8593268-1F4B-D43D-6E9D-DD60457C14F5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417221" y="5945614"/>
              <a:ext cx="141071" cy="141055"/>
            </a:xfrm>
            <a:prstGeom prst="rect">
              <a:avLst/>
            </a:prstGeom>
          </p:spPr>
        </p:pic>
        <p:sp>
          <p:nvSpPr>
            <p:cNvPr id="74" name="object 71">
              <a:extLst>
                <a:ext uri="{FF2B5EF4-FFF2-40B4-BE49-F238E27FC236}">
                  <a16:creationId xmlns:a16="http://schemas.microsoft.com/office/drawing/2014/main" id="{794BA004-5E5F-DE7D-2D79-87F3C2181A42}"/>
                </a:ext>
              </a:extLst>
            </p:cNvPr>
            <p:cNvSpPr/>
            <p:nvPr/>
          </p:nvSpPr>
          <p:spPr>
            <a:xfrm>
              <a:off x="6417220" y="5945614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2">
              <a:extLst>
                <a:ext uri="{FF2B5EF4-FFF2-40B4-BE49-F238E27FC236}">
                  <a16:creationId xmlns:a16="http://schemas.microsoft.com/office/drawing/2014/main" id="{C34F74C6-2DD6-9060-1252-B16E4E4C1359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155575" y="5868784"/>
              <a:ext cx="278476" cy="278476"/>
            </a:xfrm>
            <a:prstGeom prst="rect">
              <a:avLst/>
            </a:prstGeom>
          </p:spPr>
        </p:pic>
        <p:pic>
          <p:nvPicPr>
            <p:cNvPr id="76" name="object 73">
              <a:extLst>
                <a:ext uri="{FF2B5EF4-FFF2-40B4-BE49-F238E27FC236}">
                  <a16:creationId xmlns:a16="http://schemas.microsoft.com/office/drawing/2014/main" id="{88717B45-585D-9E37-EC5E-FC78131749CA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224155" y="5915919"/>
              <a:ext cx="141084" cy="141055"/>
            </a:xfrm>
            <a:prstGeom prst="rect">
              <a:avLst/>
            </a:prstGeom>
          </p:spPr>
        </p:pic>
        <p:pic>
          <p:nvPicPr>
            <p:cNvPr id="77" name="object 74">
              <a:extLst>
                <a:ext uri="{FF2B5EF4-FFF2-40B4-BE49-F238E27FC236}">
                  <a16:creationId xmlns:a16="http://schemas.microsoft.com/office/drawing/2014/main" id="{DFFF9373-1C0C-33D3-EEE0-3FE08E6AFC31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219398" y="5911162"/>
              <a:ext cx="150595" cy="150569"/>
            </a:xfrm>
            <a:prstGeom prst="rect">
              <a:avLst/>
            </a:prstGeom>
          </p:spPr>
        </p:pic>
        <p:pic>
          <p:nvPicPr>
            <p:cNvPr id="78" name="object 75">
              <a:extLst>
                <a:ext uri="{FF2B5EF4-FFF2-40B4-BE49-F238E27FC236}">
                  <a16:creationId xmlns:a16="http://schemas.microsoft.com/office/drawing/2014/main" id="{2CEE53E9-A102-D245-1D91-0D875C795449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47753" y="5968537"/>
              <a:ext cx="278476" cy="274320"/>
            </a:xfrm>
            <a:prstGeom prst="rect">
              <a:avLst/>
            </a:prstGeom>
          </p:spPr>
        </p:pic>
        <p:pic>
          <p:nvPicPr>
            <p:cNvPr id="79" name="object 76">
              <a:extLst>
                <a:ext uri="{FF2B5EF4-FFF2-40B4-BE49-F238E27FC236}">
                  <a16:creationId xmlns:a16="http://schemas.microsoft.com/office/drawing/2014/main" id="{706B9ACC-41D4-3909-A8CA-C0C7E856C6B2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016244" y="6012430"/>
              <a:ext cx="141084" cy="141053"/>
            </a:xfrm>
            <a:prstGeom prst="rect">
              <a:avLst/>
            </a:prstGeom>
          </p:spPr>
        </p:pic>
        <p:pic>
          <p:nvPicPr>
            <p:cNvPr id="80" name="object 77">
              <a:extLst>
                <a:ext uri="{FF2B5EF4-FFF2-40B4-BE49-F238E27FC236}">
                  <a16:creationId xmlns:a16="http://schemas.microsoft.com/office/drawing/2014/main" id="{14C30CF8-2766-1F48-9F75-4E2EF56AC42C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011486" y="6007673"/>
              <a:ext cx="150595" cy="150569"/>
            </a:xfrm>
            <a:prstGeom prst="rect">
              <a:avLst/>
            </a:prstGeom>
          </p:spPr>
        </p:pic>
        <p:pic>
          <p:nvPicPr>
            <p:cNvPr id="81" name="object 78">
              <a:extLst>
                <a:ext uri="{FF2B5EF4-FFF2-40B4-BE49-F238E27FC236}">
                  <a16:creationId xmlns:a16="http://schemas.microsoft.com/office/drawing/2014/main" id="{15A6B275-B5BE-66C5-B9F5-8919B53E7543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072441" y="6251171"/>
              <a:ext cx="278476" cy="274320"/>
            </a:xfrm>
            <a:prstGeom prst="rect">
              <a:avLst/>
            </a:prstGeom>
          </p:spPr>
        </p:pic>
        <p:pic>
          <p:nvPicPr>
            <p:cNvPr id="82" name="object 79">
              <a:extLst>
                <a:ext uri="{FF2B5EF4-FFF2-40B4-BE49-F238E27FC236}">
                  <a16:creationId xmlns:a16="http://schemas.microsoft.com/office/drawing/2014/main" id="{FDCCF032-A36F-F28F-8F2A-F57D4C5E89C7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142482" y="6294540"/>
              <a:ext cx="141084" cy="141055"/>
            </a:xfrm>
            <a:prstGeom prst="rect">
              <a:avLst/>
            </a:prstGeom>
          </p:spPr>
        </p:pic>
        <p:sp>
          <p:nvSpPr>
            <p:cNvPr id="83" name="object 80">
              <a:extLst>
                <a:ext uri="{FF2B5EF4-FFF2-40B4-BE49-F238E27FC236}">
                  <a16:creationId xmlns:a16="http://schemas.microsoft.com/office/drawing/2014/main" id="{C40F1FB1-BC94-AAA6-CDBB-60A31F6EEEDF}"/>
                </a:ext>
              </a:extLst>
            </p:cNvPr>
            <p:cNvSpPr/>
            <p:nvPr/>
          </p:nvSpPr>
          <p:spPr>
            <a:xfrm>
              <a:off x="6142482" y="6294540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1">
              <a:extLst>
                <a:ext uri="{FF2B5EF4-FFF2-40B4-BE49-F238E27FC236}">
                  <a16:creationId xmlns:a16="http://schemas.microsoft.com/office/drawing/2014/main" id="{34253593-9F2F-17FE-F1BD-7BA774E31998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71704" y="6271952"/>
              <a:ext cx="278476" cy="278476"/>
            </a:xfrm>
            <a:prstGeom prst="rect">
              <a:avLst/>
            </a:prstGeom>
          </p:spPr>
        </p:pic>
        <p:pic>
          <p:nvPicPr>
            <p:cNvPr id="85" name="object 82">
              <a:extLst>
                <a:ext uri="{FF2B5EF4-FFF2-40B4-BE49-F238E27FC236}">
                  <a16:creationId xmlns:a16="http://schemas.microsoft.com/office/drawing/2014/main" id="{A8C4B622-76B6-F87A-B049-535DC72C9D07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39497" y="6316811"/>
              <a:ext cx="141071" cy="141055"/>
            </a:xfrm>
            <a:prstGeom prst="rect">
              <a:avLst/>
            </a:prstGeom>
          </p:spPr>
        </p:pic>
        <p:sp>
          <p:nvSpPr>
            <p:cNvPr id="86" name="object 83">
              <a:extLst>
                <a:ext uri="{FF2B5EF4-FFF2-40B4-BE49-F238E27FC236}">
                  <a16:creationId xmlns:a16="http://schemas.microsoft.com/office/drawing/2014/main" id="{19235099-BE3C-8BB2-0BF7-B5008D9F8498}"/>
                </a:ext>
              </a:extLst>
            </p:cNvPr>
            <p:cNvSpPr/>
            <p:nvPr/>
          </p:nvSpPr>
          <p:spPr>
            <a:xfrm>
              <a:off x="6439496" y="631681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1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1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4">
              <a:extLst>
                <a:ext uri="{FF2B5EF4-FFF2-40B4-BE49-F238E27FC236}">
                  <a16:creationId xmlns:a16="http://schemas.microsoft.com/office/drawing/2014/main" id="{1BDA8C4B-0A9A-5E95-85D4-37F7DEBDBD36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533807" y="6093228"/>
              <a:ext cx="278476" cy="278476"/>
            </a:xfrm>
            <a:prstGeom prst="rect">
              <a:avLst/>
            </a:prstGeom>
          </p:spPr>
        </p:pic>
        <p:pic>
          <p:nvPicPr>
            <p:cNvPr id="88" name="object 85">
              <a:extLst>
                <a:ext uri="{FF2B5EF4-FFF2-40B4-BE49-F238E27FC236}">
                  <a16:creationId xmlns:a16="http://schemas.microsoft.com/office/drawing/2014/main" id="{6AD95FA8-A191-887F-2C22-C0B226A2D4C6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602844" y="6138637"/>
              <a:ext cx="141084" cy="141055"/>
            </a:xfrm>
            <a:prstGeom prst="rect">
              <a:avLst/>
            </a:prstGeom>
          </p:spPr>
        </p:pic>
        <p:pic>
          <p:nvPicPr>
            <p:cNvPr id="89" name="object 86">
              <a:extLst>
                <a:ext uri="{FF2B5EF4-FFF2-40B4-BE49-F238E27FC236}">
                  <a16:creationId xmlns:a16="http://schemas.microsoft.com/office/drawing/2014/main" id="{EBBF1B1D-EFAD-AB47-35F2-88D1E6CB55AD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598087" y="6133880"/>
              <a:ext cx="150596" cy="150569"/>
            </a:xfrm>
            <a:prstGeom prst="rect">
              <a:avLst/>
            </a:prstGeom>
          </p:spPr>
        </p:pic>
        <p:pic>
          <p:nvPicPr>
            <p:cNvPr id="90" name="object 87">
              <a:extLst>
                <a:ext uri="{FF2B5EF4-FFF2-40B4-BE49-F238E27FC236}">
                  <a16:creationId xmlns:a16="http://schemas.microsoft.com/office/drawing/2014/main" id="{A6CED211-E9B6-B2DB-832F-D991FEE2713F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201295" y="6413268"/>
              <a:ext cx="278476" cy="278476"/>
            </a:xfrm>
            <a:prstGeom prst="rect">
              <a:avLst/>
            </a:prstGeom>
          </p:spPr>
        </p:pic>
        <p:pic>
          <p:nvPicPr>
            <p:cNvPr id="91" name="object 88">
              <a:extLst>
                <a:ext uri="{FF2B5EF4-FFF2-40B4-BE49-F238E27FC236}">
                  <a16:creationId xmlns:a16="http://schemas.microsoft.com/office/drawing/2014/main" id="{9E1ABDF5-8445-25A0-2DF9-18DBFBDB4514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268707" y="6457866"/>
              <a:ext cx="141084" cy="141055"/>
            </a:xfrm>
            <a:prstGeom prst="rect">
              <a:avLst/>
            </a:prstGeom>
          </p:spPr>
        </p:pic>
        <p:sp>
          <p:nvSpPr>
            <p:cNvPr id="92" name="object 89">
              <a:extLst>
                <a:ext uri="{FF2B5EF4-FFF2-40B4-BE49-F238E27FC236}">
                  <a16:creationId xmlns:a16="http://schemas.microsoft.com/office/drawing/2014/main" id="{E6225017-F5D5-8C27-E318-E3E7B76A17C7}"/>
                </a:ext>
              </a:extLst>
            </p:cNvPr>
            <p:cNvSpPr/>
            <p:nvPr/>
          </p:nvSpPr>
          <p:spPr>
            <a:xfrm>
              <a:off x="6268707" y="6457866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0">
              <a:extLst>
                <a:ext uri="{FF2B5EF4-FFF2-40B4-BE49-F238E27FC236}">
                  <a16:creationId xmlns:a16="http://schemas.microsoft.com/office/drawing/2014/main" id="{1C5B508F-CA23-0D6E-8F70-746E2D25B73A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995951" y="6076603"/>
              <a:ext cx="278476" cy="278476"/>
            </a:xfrm>
            <a:prstGeom prst="rect">
              <a:avLst/>
            </a:prstGeom>
          </p:spPr>
        </p:pic>
        <p:pic>
          <p:nvPicPr>
            <p:cNvPr id="94" name="object 91">
              <a:extLst>
                <a:ext uri="{FF2B5EF4-FFF2-40B4-BE49-F238E27FC236}">
                  <a16:creationId xmlns:a16="http://schemas.microsoft.com/office/drawing/2014/main" id="{667B1615-BD66-F185-F190-8DB730D5D76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65801" y="6123788"/>
              <a:ext cx="141084" cy="141055"/>
            </a:xfrm>
            <a:prstGeom prst="rect">
              <a:avLst/>
            </a:prstGeom>
          </p:spPr>
        </p:pic>
        <p:sp>
          <p:nvSpPr>
            <p:cNvPr id="95" name="object 92">
              <a:extLst>
                <a:ext uri="{FF2B5EF4-FFF2-40B4-BE49-F238E27FC236}">
                  <a16:creationId xmlns:a16="http://schemas.microsoft.com/office/drawing/2014/main" id="{D5A018C7-A5CC-3369-1B68-45A4C3953853}"/>
                </a:ext>
              </a:extLst>
            </p:cNvPr>
            <p:cNvSpPr/>
            <p:nvPr/>
          </p:nvSpPr>
          <p:spPr>
            <a:xfrm>
              <a:off x="5065801" y="6123788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3">
              <a:extLst>
                <a:ext uri="{FF2B5EF4-FFF2-40B4-BE49-F238E27FC236}">
                  <a16:creationId xmlns:a16="http://schemas.microsoft.com/office/drawing/2014/main" id="{7C6C0649-69CE-A458-8E80-D2AE21766B47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278577" y="6122323"/>
              <a:ext cx="278476" cy="278476"/>
            </a:xfrm>
            <a:prstGeom prst="rect">
              <a:avLst/>
            </a:prstGeom>
          </p:spPr>
        </p:pic>
        <p:pic>
          <p:nvPicPr>
            <p:cNvPr id="97" name="object 94">
              <a:extLst>
                <a:ext uri="{FF2B5EF4-FFF2-40B4-BE49-F238E27FC236}">
                  <a16:creationId xmlns:a16="http://schemas.microsoft.com/office/drawing/2014/main" id="{133F82EE-C740-D11F-5F90-370554AD4744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47970" y="6168331"/>
              <a:ext cx="141084" cy="141055"/>
            </a:xfrm>
            <a:prstGeom prst="rect">
              <a:avLst/>
            </a:prstGeom>
          </p:spPr>
        </p:pic>
        <p:sp>
          <p:nvSpPr>
            <p:cNvPr id="98" name="object 95">
              <a:extLst>
                <a:ext uri="{FF2B5EF4-FFF2-40B4-BE49-F238E27FC236}">
                  <a16:creationId xmlns:a16="http://schemas.microsoft.com/office/drawing/2014/main" id="{E68E00CB-8719-55D4-7D35-6DCA2803CA52}"/>
                </a:ext>
              </a:extLst>
            </p:cNvPr>
            <p:cNvSpPr/>
            <p:nvPr/>
          </p:nvSpPr>
          <p:spPr>
            <a:xfrm>
              <a:off x="5347969" y="616833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6">
              <a:extLst>
                <a:ext uri="{FF2B5EF4-FFF2-40B4-BE49-F238E27FC236}">
                  <a16:creationId xmlns:a16="http://schemas.microsoft.com/office/drawing/2014/main" id="{B1B71BE7-750C-8A78-CE01-E0B2465BFF0D}"/>
                </a:ext>
              </a:extLst>
            </p:cNvPr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966855" y="6255326"/>
              <a:ext cx="278476" cy="278476"/>
            </a:xfrm>
            <a:prstGeom prst="rect">
              <a:avLst/>
            </a:prstGeom>
          </p:spPr>
        </p:pic>
        <p:pic>
          <p:nvPicPr>
            <p:cNvPr id="100" name="object 97">
              <a:extLst>
                <a:ext uri="{FF2B5EF4-FFF2-40B4-BE49-F238E27FC236}">
                  <a16:creationId xmlns:a16="http://schemas.microsoft.com/office/drawing/2014/main" id="{09F3F583-5374-6BF9-835C-09FA51E02A93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36096" y="6301963"/>
              <a:ext cx="141084" cy="141055"/>
            </a:xfrm>
            <a:prstGeom prst="rect">
              <a:avLst/>
            </a:prstGeom>
          </p:spPr>
        </p:pic>
        <p:sp>
          <p:nvSpPr>
            <p:cNvPr id="101" name="object 98">
              <a:extLst>
                <a:ext uri="{FF2B5EF4-FFF2-40B4-BE49-F238E27FC236}">
                  <a16:creationId xmlns:a16="http://schemas.microsoft.com/office/drawing/2014/main" id="{C55F1A0F-D59C-8FF9-5BEB-C49F3DA51538}"/>
                </a:ext>
              </a:extLst>
            </p:cNvPr>
            <p:cNvSpPr/>
            <p:nvPr/>
          </p:nvSpPr>
          <p:spPr>
            <a:xfrm>
              <a:off x="5036095" y="630196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99">
              <a:extLst>
                <a:ext uri="{FF2B5EF4-FFF2-40B4-BE49-F238E27FC236}">
                  <a16:creationId xmlns:a16="http://schemas.microsoft.com/office/drawing/2014/main" id="{14154558-AFF9-F19A-A5B2-DFE3CA639193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174665" y="6255326"/>
              <a:ext cx="278476" cy="278476"/>
            </a:xfrm>
            <a:prstGeom prst="rect">
              <a:avLst/>
            </a:prstGeom>
          </p:spPr>
        </p:pic>
        <p:pic>
          <p:nvPicPr>
            <p:cNvPr id="103" name="object 100">
              <a:extLst>
                <a:ext uri="{FF2B5EF4-FFF2-40B4-BE49-F238E27FC236}">
                  <a16:creationId xmlns:a16="http://schemas.microsoft.com/office/drawing/2014/main" id="{C80F9A12-DF37-A9FD-2806-D49AD679CA94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44008" y="6301963"/>
              <a:ext cx="141084" cy="141055"/>
            </a:xfrm>
            <a:prstGeom prst="rect">
              <a:avLst/>
            </a:prstGeom>
          </p:spPr>
        </p:pic>
        <p:sp>
          <p:nvSpPr>
            <p:cNvPr id="104" name="object 101">
              <a:extLst>
                <a:ext uri="{FF2B5EF4-FFF2-40B4-BE49-F238E27FC236}">
                  <a16:creationId xmlns:a16="http://schemas.microsoft.com/office/drawing/2014/main" id="{8B4EE4A9-0E0A-1268-7640-E8F9AC7A42EB}"/>
                </a:ext>
              </a:extLst>
            </p:cNvPr>
            <p:cNvSpPr/>
            <p:nvPr/>
          </p:nvSpPr>
          <p:spPr>
            <a:xfrm>
              <a:off x="5244007" y="630196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2">
              <a:extLst>
                <a:ext uri="{FF2B5EF4-FFF2-40B4-BE49-F238E27FC236}">
                  <a16:creationId xmlns:a16="http://schemas.microsoft.com/office/drawing/2014/main" id="{0CB90F6D-D526-EE8E-452A-535B3CD0BF89}"/>
                </a:ext>
              </a:extLst>
            </p:cNvPr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095697" y="6384174"/>
              <a:ext cx="274320" cy="278476"/>
            </a:xfrm>
            <a:prstGeom prst="rect">
              <a:avLst/>
            </a:prstGeom>
          </p:spPr>
        </p:pic>
        <p:pic>
          <p:nvPicPr>
            <p:cNvPr id="106" name="object 103">
              <a:extLst>
                <a:ext uri="{FF2B5EF4-FFF2-40B4-BE49-F238E27FC236}">
                  <a16:creationId xmlns:a16="http://schemas.microsoft.com/office/drawing/2014/main" id="{72864770-701D-1E10-12DC-6C4E1300C5D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62334" y="6428171"/>
              <a:ext cx="141084" cy="141055"/>
            </a:xfrm>
            <a:prstGeom prst="rect">
              <a:avLst/>
            </a:prstGeom>
          </p:spPr>
        </p:pic>
        <p:sp>
          <p:nvSpPr>
            <p:cNvPr id="107" name="object 104">
              <a:extLst>
                <a:ext uri="{FF2B5EF4-FFF2-40B4-BE49-F238E27FC236}">
                  <a16:creationId xmlns:a16="http://schemas.microsoft.com/office/drawing/2014/main" id="{F1C379FD-BB05-CCEE-F0F7-1A5CFF041D3E}"/>
                </a:ext>
              </a:extLst>
            </p:cNvPr>
            <p:cNvSpPr/>
            <p:nvPr/>
          </p:nvSpPr>
          <p:spPr>
            <a:xfrm>
              <a:off x="5162334" y="642817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5">
              <a:extLst>
                <a:ext uri="{FF2B5EF4-FFF2-40B4-BE49-F238E27FC236}">
                  <a16:creationId xmlns:a16="http://schemas.microsoft.com/office/drawing/2014/main" id="{64522956-5125-68E8-C6FC-58EA0227AE21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61711" y="6404955"/>
              <a:ext cx="278476" cy="278476"/>
            </a:xfrm>
            <a:prstGeom prst="rect">
              <a:avLst/>
            </a:prstGeom>
          </p:spPr>
        </p:pic>
        <p:pic>
          <p:nvPicPr>
            <p:cNvPr id="109" name="object 106">
              <a:extLst>
                <a:ext uri="{FF2B5EF4-FFF2-40B4-BE49-F238E27FC236}">
                  <a16:creationId xmlns:a16="http://schemas.microsoft.com/office/drawing/2014/main" id="{3130407A-0F87-F3DB-9ACF-E27FD63F4CFC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29643" y="6450441"/>
              <a:ext cx="141084" cy="141055"/>
            </a:xfrm>
            <a:prstGeom prst="rect">
              <a:avLst/>
            </a:prstGeom>
          </p:spPr>
        </p:pic>
        <p:sp>
          <p:nvSpPr>
            <p:cNvPr id="110" name="object 107">
              <a:extLst>
                <a:ext uri="{FF2B5EF4-FFF2-40B4-BE49-F238E27FC236}">
                  <a16:creationId xmlns:a16="http://schemas.microsoft.com/office/drawing/2014/main" id="{070F1D60-6634-DF21-A3E0-BA9229B466F5}"/>
                </a:ext>
              </a:extLst>
            </p:cNvPr>
            <p:cNvSpPr/>
            <p:nvPr/>
          </p:nvSpPr>
          <p:spPr>
            <a:xfrm>
              <a:off x="5429643" y="645044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08">
              <a:extLst>
                <a:ext uri="{FF2B5EF4-FFF2-40B4-BE49-F238E27FC236}">
                  <a16:creationId xmlns:a16="http://schemas.microsoft.com/office/drawing/2014/main" id="{55C3B8FB-A1CB-B43D-2EE4-A68E5CE558EA}"/>
                </a:ext>
              </a:extLst>
            </p:cNvPr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24297" y="6255326"/>
              <a:ext cx="278476" cy="278476"/>
            </a:xfrm>
            <a:prstGeom prst="rect">
              <a:avLst/>
            </a:prstGeom>
          </p:spPr>
        </p:pic>
        <p:pic>
          <p:nvPicPr>
            <p:cNvPr id="112" name="object 109">
              <a:extLst>
                <a:ext uri="{FF2B5EF4-FFF2-40B4-BE49-F238E27FC236}">
                  <a16:creationId xmlns:a16="http://schemas.microsoft.com/office/drawing/2014/main" id="{DA31B74C-61C5-4AB1-58B8-7C9A90ACE473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92522" y="6301963"/>
              <a:ext cx="141084" cy="141055"/>
            </a:xfrm>
            <a:prstGeom prst="rect">
              <a:avLst/>
            </a:prstGeom>
          </p:spPr>
        </p:pic>
        <p:sp>
          <p:nvSpPr>
            <p:cNvPr id="113" name="object 110">
              <a:extLst>
                <a:ext uri="{FF2B5EF4-FFF2-40B4-BE49-F238E27FC236}">
                  <a16:creationId xmlns:a16="http://schemas.microsoft.com/office/drawing/2014/main" id="{AE4A2C7C-C828-8477-D432-61A6F768AB81}"/>
                </a:ext>
              </a:extLst>
            </p:cNvPr>
            <p:cNvSpPr/>
            <p:nvPr/>
          </p:nvSpPr>
          <p:spPr>
            <a:xfrm>
              <a:off x="5392521" y="630196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1">
              <a:extLst>
                <a:ext uri="{FF2B5EF4-FFF2-40B4-BE49-F238E27FC236}">
                  <a16:creationId xmlns:a16="http://schemas.microsoft.com/office/drawing/2014/main" id="{36D58CE3-F004-C877-6336-E6F1077DD798}"/>
                </a:ext>
              </a:extLst>
            </p:cNvPr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486400" y="6251171"/>
              <a:ext cx="278476" cy="274320"/>
            </a:xfrm>
            <a:prstGeom prst="rect">
              <a:avLst/>
            </a:prstGeom>
          </p:spPr>
        </p:pic>
        <p:pic>
          <p:nvPicPr>
            <p:cNvPr id="115" name="object 112">
              <a:extLst>
                <a:ext uri="{FF2B5EF4-FFF2-40B4-BE49-F238E27FC236}">
                  <a16:creationId xmlns:a16="http://schemas.microsoft.com/office/drawing/2014/main" id="{9880636F-7510-A1B5-55B5-35B008324902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55881" y="6294540"/>
              <a:ext cx="141071" cy="141055"/>
            </a:xfrm>
            <a:prstGeom prst="rect">
              <a:avLst/>
            </a:prstGeom>
          </p:spPr>
        </p:pic>
        <p:sp>
          <p:nvSpPr>
            <p:cNvPr id="116" name="object 113">
              <a:extLst>
                <a:ext uri="{FF2B5EF4-FFF2-40B4-BE49-F238E27FC236}">
                  <a16:creationId xmlns:a16="http://schemas.microsoft.com/office/drawing/2014/main" id="{268E7417-307D-FA6A-6275-22F495473A52}"/>
                </a:ext>
              </a:extLst>
            </p:cNvPr>
            <p:cNvSpPr/>
            <p:nvPr/>
          </p:nvSpPr>
          <p:spPr>
            <a:xfrm>
              <a:off x="5555881" y="6294540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4">
              <a:extLst>
                <a:ext uri="{FF2B5EF4-FFF2-40B4-BE49-F238E27FC236}">
                  <a16:creationId xmlns:a16="http://schemas.microsoft.com/office/drawing/2014/main" id="{1596B74F-FD0C-D86E-91D6-964CD8762E95}"/>
                </a:ext>
              </a:extLst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228704" y="5798126"/>
              <a:ext cx="278476" cy="274320"/>
            </a:xfrm>
            <a:prstGeom prst="rect">
              <a:avLst/>
            </a:prstGeom>
          </p:spPr>
        </p:pic>
        <p:pic>
          <p:nvPicPr>
            <p:cNvPr id="118" name="object 115">
              <a:extLst>
                <a:ext uri="{FF2B5EF4-FFF2-40B4-BE49-F238E27FC236}">
                  <a16:creationId xmlns:a16="http://schemas.microsoft.com/office/drawing/2014/main" id="{A459C262-B9B8-13D2-2F89-12D2927BCCA1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95989" y="5841680"/>
              <a:ext cx="141084" cy="141055"/>
            </a:xfrm>
            <a:prstGeom prst="rect">
              <a:avLst/>
            </a:prstGeom>
          </p:spPr>
        </p:pic>
        <p:sp>
          <p:nvSpPr>
            <p:cNvPr id="119" name="object 116">
              <a:extLst>
                <a:ext uri="{FF2B5EF4-FFF2-40B4-BE49-F238E27FC236}">
                  <a16:creationId xmlns:a16="http://schemas.microsoft.com/office/drawing/2014/main" id="{F312B9E8-5B4F-2593-CB47-684D7CCF9F57}"/>
                </a:ext>
              </a:extLst>
            </p:cNvPr>
            <p:cNvSpPr/>
            <p:nvPr/>
          </p:nvSpPr>
          <p:spPr>
            <a:xfrm>
              <a:off x="5295989" y="5841680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17">
              <a:extLst>
                <a:ext uri="{FF2B5EF4-FFF2-40B4-BE49-F238E27FC236}">
                  <a16:creationId xmlns:a16="http://schemas.microsoft.com/office/drawing/2014/main" id="{73E239BD-9D01-DD87-C0C5-EACD6B867678}"/>
                </a:ext>
              </a:extLst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457304" y="5943598"/>
              <a:ext cx="278476" cy="278476"/>
            </a:xfrm>
            <a:prstGeom prst="rect">
              <a:avLst/>
            </a:prstGeom>
          </p:spPr>
        </p:pic>
        <p:pic>
          <p:nvPicPr>
            <p:cNvPr id="121" name="object 118">
              <a:extLst>
                <a:ext uri="{FF2B5EF4-FFF2-40B4-BE49-F238E27FC236}">
                  <a16:creationId xmlns:a16="http://schemas.microsoft.com/office/drawing/2014/main" id="{CEAA1C2B-7706-4733-A4C8-9485176554A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26177" y="5990158"/>
              <a:ext cx="141084" cy="141055"/>
            </a:xfrm>
            <a:prstGeom prst="rect">
              <a:avLst/>
            </a:prstGeom>
          </p:spPr>
        </p:pic>
        <p:sp>
          <p:nvSpPr>
            <p:cNvPr id="122" name="object 119">
              <a:extLst>
                <a:ext uri="{FF2B5EF4-FFF2-40B4-BE49-F238E27FC236}">
                  <a16:creationId xmlns:a16="http://schemas.microsoft.com/office/drawing/2014/main" id="{1211D343-BF21-2EEC-2014-8D9EBAEBC14E}"/>
                </a:ext>
              </a:extLst>
            </p:cNvPr>
            <p:cNvSpPr/>
            <p:nvPr/>
          </p:nvSpPr>
          <p:spPr>
            <a:xfrm>
              <a:off x="5526176" y="5990158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0">
              <a:extLst>
                <a:ext uri="{FF2B5EF4-FFF2-40B4-BE49-F238E27FC236}">
                  <a16:creationId xmlns:a16="http://schemas.microsoft.com/office/drawing/2014/main" id="{4A1593BC-9748-E497-F7EC-2C36F6698718}"/>
                </a:ext>
              </a:extLst>
            </p:cNvPr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332615" y="5914504"/>
              <a:ext cx="278476" cy="278476"/>
            </a:xfrm>
            <a:prstGeom prst="rect">
              <a:avLst/>
            </a:prstGeom>
          </p:spPr>
        </p:pic>
        <p:pic>
          <p:nvPicPr>
            <p:cNvPr id="124" name="object 121">
              <a:extLst>
                <a:ext uri="{FF2B5EF4-FFF2-40B4-BE49-F238E27FC236}">
                  <a16:creationId xmlns:a16="http://schemas.microsoft.com/office/drawing/2014/main" id="{9D411BCB-BD27-322A-019A-A0ED230C202B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399938" y="5960463"/>
              <a:ext cx="141084" cy="141055"/>
            </a:xfrm>
            <a:prstGeom prst="rect">
              <a:avLst/>
            </a:prstGeom>
          </p:spPr>
        </p:pic>
        <p:sp>
          <p:nvSpPr>
            <p:cNvPr id="125" name="object 122">
              <a:extLst>
                <a:ext uri="{FF2B5EF4-FFF2-40B4-BE49-F238E27FC236}">
                  <a16:creationId xmlns:a16="http://schemas.microsoft.com/office/drawing/2014/main" id="{BCB53202-BE12-2EF8-DE56-ECE61573ED8F}"/>
                </a:ext>
              </a:extLst>
            </p:cNvPr>
            <p:cNvSpPr/>
            <p:nvPr/>
          </p:nvSpPr>
          <p:spPr>
            <a:xfrm>
              <a:off x="5399938" y="596046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3">
              <a:extLst>
                <a:ext uri="{FF2B5EF4-FFF2-40B4-BE49-F238E27FC236}">
                  <a16:creationId xmlns:a16="http://schemas.microsoft.com/office/drawing/2014/main" id="{401D7E86-44A0-AF38-4BED-43A3699284A9}"/>
                </a:ext>
              </a:extLst>
            </p:cNvPr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581993" y="5997632"/>
              <a:ext cx="278476" cy="278476"/>
            </a:xfrm>
            <a:prstGeom prst="rect">
              <a:avLst/>
            </a:prstGeom>
          </p:spPr>
        </p:pic>
        <p:pic>
          <p:nvPicPr>
            <p:cNvPr id="127" name="object 124">
              <a:extLst>
                <a:ext uri="{FF2B5EF4-FFF2-40B4-BE49-F238E27FC236}">
                  <a16:creationId xmlns:a16="http://schemas.microsoft.com/office/drawing/2014/main" id="{D8A9B394-1961-5C09-8AF3-8A68AF6D6C55}"/>
                </a:ext>
              </a:extLst>
            </p:cNvPr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652402" y="6042125"/>
              <a:ext cx="141084" cy="141055"/>
            </a:xfrm>
            <a:prstGeom prst="rect">
              <a:avLst/>
            </a:prstGeom>
          </p:spPr>
        </p:pic>
        <p:sp>
          <p:nvSpPr>
            <p:cNvPr id="128" name="object 125">
              <a:extLst>
                <a:ext uri="{FF2B5EF4-FFF2-40B4-BE49-F238E27FC236}">
                  <a16:creationId xmlns:a16="http://schemas.microsoft.com/office/drawing/2014/main" id="{B07898A3-D767-56E3-964B-15234E49A0D5}"/>
                </a:ext>
              </a:extLst>
            </p:cNvPr>
            <p:cNvSpPr/>
            <p:nvPr/>
          </p:nvSpPr>
          <p:spPr>
            <a:xfrm>
              <a:off x="5652401" y="6042125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6">
              <a:extLst>
                <a:ext uri="{FF2B5EF4-FFF2-40B4-BE49-F238E27FC236}">
                  <a16:creationId xmlns:a16="http://schemas.microsoft.com/office/drawing/2014/main" id="{4E3A498C-0B35-0C20-B762-C3486653E1CA}"/>
                </a:ext>
              </a:extLst>
            </p:cNvPr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991798" y="5893723"/>
              <a:ext cx="274320" cy="278476"/>
            </a:xfrm>
            <a:prstGeom prst="rect">
              <a:avLst/>
            </a:prstGeom>
          </p:spPr>
        </p:pic>
        <p:pic>
          <p:nvPicPr>
            <p:cNvPr id="130" name="object 127">
              <a:extLst>
                <a:ext uri="{FF2B5EF4-FFF2-40B4-BE49-F238E27FC236}">
                  <a16:creationId xmlns:a16="http://schemas.microsoft.com/office/drawing/2014/main" id="{DB6D01F8-C121-6D95-F8BC-F15A394F91C9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58385" y="5938191"/>
              <a:ext cx="141071" cy="141055"/>
            </a:xfrm>
            <a:prstGeom prst="rect">
              <a:avLst/>
            </a:prstGeom>
          </p:spPr>
        </p:pic>
        <p:sp>
          <p:nvSpPr>
            <p:cNvPr id="131" name="object 128">
              <a:extLst>
                <a:ext uri="{FF2B5EF4-FFF2-40B4-BE49-F238E27FC236}">
                  <a16:creationId xmlns:a16="http://schemas.microsoft.com/office/drawing/2014/main" id="{218193A5-F53B-F52F-9F03-EF69BB075E59}"/>
                </a:ext>
              </a:extLst>
            </p:cNvPr>
            <p:cNvSpPr/>
            <p:nvPr/>
          </p:nvSpPr>
          <p:spPr>
            <a:xfrm>
              <a:off x="5058384" y="593819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29">
              <a:extLst>
                <a:ext uri="{FF2B5EF4-FFF2-40B4-BE49-F238E27FC236}">
                  <a16:creationId xmlns:a16="http://schemas.microsoft.com/office/drawing/2014/main" id="{3349A8EF-B442-D9B9-FEC1-21A48364A4F1}"/>
                </a:ext>
              </a:extLst>
            </p:cNvPr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892040" y="5981006"/>
              <a:ext cx="278476" cy="278476"/>
            </a:xfrm>
            <a:prstGeom prst="rect">
              <a:avLst/>
            </a:prstGeom>
          </p:spPr>
        </p:pic>
        <p:pic>
          <p:nvPicPr>
            <p:cNvPr id="133" name="object 130">
              <a:extLst>
                <a:ext uri="{FF2B5EF4-FFF2-40B4-BE49-F238E27FC236}">
                  <a16:creationId xmlns:a16="http://schemas.microsoft.com/office/drawing/2014/main" id="{93A73445-6A63-8677-F39B-2481D5BB5EBD}"/>
                </a:ext>
              </a:extLst>
            </p:cNvPr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961852" y="6027277"/>
              <a:ext cx="141084" cy="141055"/>
            </a:xfrm>
            <a:prstGeom prst="rect">
              <a:avLst/>
            </a:prstGeom>
          </p:spPr>
        </p:pic>
        <p:sp>
          <p:nvSpPr>
            <p:cNvPr id="134" name="object 131">
              <a:extLst>
                <a:ext uri="{FF2B5EF4-FFF2-40B4-BE49-F238E27FC236}">
                  <a16:creationId xmlns:a16="http://schemas.microsoft.com/office/drawing/2014/main" id="{F5DDC596-1956-E456-4332-14BE211BAAF1}"/>
                </a:ext>
              </a:extLst>
            </p:cNvPr>
            <p:cNvSpPr/>
            <p:nvPr/>
          </p:nvSpPr>
          <p:spPr>
            <a:xfrm>
              <a:off x="4961851" y="6027277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2">
              <a:extLst>
                <a:ext uri="{FF2B5EF4-FFF2-40B4-BE49-F238E27FC236}">
                  <a16:creationId xmlns:a16="http://schemas.microsoft.com/office/drawing/2014/main" id="{C897C92D-F533-2933-461B-2788FCF2229A}"/>
                </a:ext>
              </a:extLst>
            </p:cNvPr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478081" y="6367548"/>
              <a:ext cx="278476" cy="278476"/>
            </a:xfrm>
            <a:prstGeom prst="rect">
              <a:avLst/>
            </a:prstGeom>
          </p:spPr>
        </p:pic>
        <p:pic>
          <p:nvPicPr>
            <p:cNvPr id="136" name="object 133">
              <a:extLst>
                <a:ext uri="{FF2B5EF4-FFF2-40B4-BE49-F238E27FC236}">
                  <a16:creationId xmlns:a16="http://schemas.microsoft.com/office/drawing/2014/main" id="{D98A7FA5-B992-B328-6A91-D168CA55F2C3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48452" y="6413323"/>
              <a:ext cx="141084" cy="141055"/>
            </a:xfrm>
            <a:prstGeom prst="rect">
              <a:avLst/>
            </a:prstGeom>
          </p:spPr>
        </p:pic>
        <p:sp>
          <p:nvSpPr>
            <p:cNvPr id="137" name="object 134">
              <a:extLst>
                <a:ext uri="{FF2B5EF4-FFF2-40B4-BE49-F238E27FC236}">
                  <a16:creationId xmlns:a16="http://schemas.microsoft.com/office/drawing/2014/main" id="{DA33E0ED-433F-C850-977F-0A24ACABCA9B}"/>
                </a:ext>
              </a:extLst>
            </p:cNvPr>
            <p:cNvSpPr/>
            <p:nvPr/>
          </p:nvSpPr>
          <p:spPr>
            <a:xfrm>
              <a:off x="5548452" y="6413323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5">
              <a:extLst>
                <a:ext uri="{FF2B5EF4-FFF2-40B4-BE49-F238E27FC236}">
                  <a16:creationId xmlns:a16="http://schemas.microsoft.com/office/drawing/2014/main" id="{7D2CAFBF-92C8-59AC-D604-BF6BDD84BB5C}"/>
                </a:ext>
              </a:extLst>
            </p:cNvPr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540425" y="5864628"/>
              <a:ext cx="278476" cy="274319"/>
            </a:xfrm>
            <a:prstGeom prst="rect">
              <a:avLst/>
            </a:prstGeom>
          </p:spPr>
        </p:pic>
        <p:pic>
          <p:nvPicPr>
            <p:cNvPr id="139" name="object 136">
              <a:extLst>
                <a:ext uri="{FF2B5EF4-FFF2-40B4-BE49-F238E27FC236}">
                  <a16:creationId xmlns:a16="http://schemas.microsoft.com/office/drawing/2014/main" id="{6DDE8D4E-57E1-9BDA-F142-7DCDC8557392}"/>
                </a:ext>
              </a:extLst>
            </p:cNvPr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607850" y="5908494"/>
              <a:ext cx="141084" cy="141055"/>
            </a:xfrm>
            <a:prstGeom prst="rect">
              <a:avLst/>
            </a:prstGeom>
          </p:spPr>
        </p:pic>
        <p:sp>
          <p:nvSpPr>
            <p:cNvPr id="140" name="object 137">
              <a:extLst>
                <a:ext uri="{FF2B5EF4-FFF2-40B4-BE49-F238E27FC236}">
                  <a16:creationId xmlns:a16="http://schemas.microsoft.com/office/drawing/2014/main" id="{0A5C02A5-4BC1-1237-9C6A-836EF37F032A}"/>
                </a:ext>
              </a:extLst>
            </p:cNvPr>
            <p:cNvSpPr/>
            <p:nvPr/>
          </p:nvSpPr>
          <p:spPr>
            <a:xfrm>
              <a:off x="5607849" y="5908494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38">
              <a:extLst>
                <a:ext uri="{FF2B5EF4-FFF2-40B4-BE49-F238E27FC236}">
                  <a16:creationId xmlns:a16="http://schemas.microsoft.com/office/drawing/2014/main" id="{D7647980-7DFF-DC3E-CB91-CE91F084AD99}"/>
                </a:ext>
              </a:extLst>
            </p:cNvPr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257800" y="6404955"/>
              <a:ext cx="278476" cy="278476"/>
            </a:xfrm>
            <a:prstGeom prst="rect">
              <a:avLst/>
            </a:prstGeom>
          </p:spPr>
        </p:pic>
        <p:pic>
          <p:nvPicPr>
            <p:cNvPr id="142" name="object 139">
              <a:extLst>
                <a:ext uri="{FF2B5EF4-FFF2-40B4-BE49-F238E27FC236}">
                  <a16:creationId xmlns:a16="http://schemas.microsoft.com/office/drawing/2014/main" id="{120C719B-74EE-6AEC-C696-524B216019E9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25694" y="6450441"/>
              <a:ext cx="141084" cy="141055"/>
            </a:xfrm>
            <a:prstGeom prst="rect">
              <a:avLst/>
            </a:prstGeom>
          </p:spPr>
        </p:pic>
        <p:sp>
          <p:nvSpPr>
            <p:cNvPr id="143" name="object 140">
              <a:extLst>
                <a:ext uri="{FF2B5EF4-FFF2-40B4-BE49-F238E27FC236}">
                  <a16:creationId xmlns:a16="http://schemas.microsoft.com/office/drawing/2014/main" id="{1FC9FF71-7CF5-C9BA-740F-197FB0916904}"/>
                </a:ext>
              </a:extLst>
            </p:cNvPr>
            <p:cNvSpPr/>
            <p:nvPr/>
          </p:nvSpPr>
          <p:spPr>
            <a:xfrm>
              <a:off x="5325694" y="6450441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1">
              <a:extLst>
                <a:ext uri="{FF2B5EF4-FFF2-40B4-BE49-F238E27FC236}">
                  <a16:creationId xmlns:a16="http://schemas.microsoft.com/office/drawing/2014/main" id="{E00FB6BB-448C-5F59-261C-5B4385C734B0}"/>
                </a:ext>
              </a:extLst>
            </p:cNvPr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309360" y="6114009"/>
              <a:ext cx="278476" cy="278476"/>
            </a:xfrm>
            <a:prstGeom prst="rect">
              <a:avLst/>
            </a:prstGeom>
          </p:spPr>
        </p:pic>
        <p:pic>
          <p:nvPicPr>
            <p:cNvPr id="145" name="object 142">
              <a:extLst>
                <a:ext uri="{FF2B5EF4-FFF2-40B4-BE49-F238E27FC236}">
                  <a16:creationId xmlns:a16="http://schemas.microsoft.com/office/drawing/2014/main" id="{9235674F-6F6F-F0D1-A229-7204FC70C2C4}"/>
                </a:ext>
              </a:extLst>
            </p:cNvPr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378194" y="6159629"/>
              <a:ext cx="141084" cy="141055"/>
            </a:xfrm>
            <a:prstGeom prst="rect">
              <a:avLst/>
            </a:prstGeom>
          </p:spPr>
        </p:pic>
        <p:sp>
          <p:nvSpPr>
            <p:cNvPr id="146" name="object 143">
              <a:extLst>
                <a:ext uri="{FF2B5EF4-FFF2-40B4-BE49-F238E27FC236}">
                  <a16:creationId xmlns:a16="http://schemas.microsoft.com/office/drawing/2014/main" id="{E4860DA5-30B1-1AE1-DBDC-122ED6755848}"/>
                </a:ext>
              </a:extLst>
            </p:cNvPr>
            <p:cNvSpPr/>
            <p:nvPr/>
          </p:nvSpPr>
          <p:spPr>
            <a:xfrm>
              <a:off x="6378193" y="6159629"/>
              <a:ext cx="141605" cy="141605"/>
            </a:xfrm>
            <a:custGeom>
              <a:avLst/>
              <a:gdLst/>
              <a:ahLst/>
              <a:cxnLst/>
              <a:rect l="l" t="t" r="r" b="b"/>
              <a:pathLst>
                <a:path w="141604" h="141604">
                  <a:moveTo>
                    <a:pt x="0" y="70527"/>
                  </a:moveTo>
                  <a:lnTo>
                    <a:pt x="58070" y="58059"/>
                  </a:lnTo>
                  <a:lnTo>
                    <a:pt x="70540" y="0"/>
                  </a:lnTo>
                  <a:lnTo>
                    <a:pt x="83010" y="58059"/>
                  </a:lnTo>
                  <a:lnTo>
                    <a:pt x="141081" y="70527"/>
                  </a:lnTo>
                  <a:lnTo>
                    <a:pt x="83010" y="82995"/>
                  </a:lnTo>
                  <a:lnTo>
                    <a:pt x="70540" y="141054"/>
                  </a:lnTo>
                  <a:lnTo>
                    <a:pt x="58070" y="82995"/>
                  </a:lnTo>
                  <a:lnTo>
                    <a:pt x="0" y="70527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4">
              <a:extLst>
                <a:ext uri="{FF2B5EF4-FFF2-40B4-BE49-F238E27FC236}">
                  <a16:creationId xmlns:a16="http://schemas.microsoft.com/office/drawing/2014/main" id="{737C52C3-7253-98AA-C170-80B1725E85D9}"/>
                </a:ext>
              </a:extLst>
            </p:cNvPr>
            <p:cNvSpPr/>
            <p:nvPr/>
          </p:nvSpPr>
          <p:spPr>
            <a:xfrm>
              <a:off x="6297510" y="6082939"/>
              <a:ext cx="1214755" cy="204470"/>
            </a:xfrm>
            <a:custGeom>
              <a:avLst/>
              <a:gdLst/>
              <a:ahLst/>
              <a:cxnLst/>
              <a:rect l="l" t="t" r="r" b="b"/>
              <a:pathLst>
                <a:path w="1214754" h="204470">
                  <a:moveTo>
                    <a:pt x="14744" y="82340"/>
                  </a:moveTo>
                  <a:lnTo>
                    <a:pt x="14744" y="81261"/>
                  </a:lnTo>
                  <a:lnTo>
                    <a:pt x="15464" y="80182"/>
                  </a:lnTo>
                  <a:lnTo>
                    <a:pt x="15464" y="79463"/>
                  </a:lnTo>
                  <a:lnTo>
                    <a:pt x="16183" y="78744"/>
                  </a:lnTo>
                  <a:lnTo>
                    <a:pt x="16183" y="78384"/>
                  </a:lnTo>
                  <a:lnTo>
                    <a:pt x="16902" y="78025"/>
                  </a:lnTo>
                  <a:lnTo>
                    <a:pt x="16902" y="77665"/>
                  </a:lnTo>
                  <a:lnTo>
                    <a:pt x="16183" y="77306"/>
                  </a:lnTo>
                  <a:lnTo>
                    <a:pt x="16183" y="76946"/>
                  </a:lnTo>
                  <a:lnTo>
                    <a:pt x="15464" y="76587"/>
                  </a:lnTo>
                  <a:lnTo>
                    <a:pt x="14744" y="75867"/>
                  </a:lnTo>
                  <a:lnTo>
                    <a:pt x="14744" y="75508"/>
                  </a:lnTo>
                  <a:lnTo>
                    <a:pt x="14025" y="75508"/>
                  </a:lnTo>
                  <a:lnTo>
                    <a:pt x="14025" y="75148"/>
                  </a:lnTo>
                  <a:lnTo>
                    <a:pt x="12587" y="74429"/>
                  </a:lnTo>
                  <a:lnTo>
                    <a:pt x="11867" y="74789"/>
                  </a:lnTo>
                  <a:lnTo>
                    <a:pt x="10429" y="75508"/>
                  </a:lnTo>
                  <a:lnTo>
                    <a:pt x="7911" y="76587"/>
                  </a:lnTo>
                  <a:lnTo>
                    <a:pt x="5754" y="78384"/>
                  </a:lnTo>
                  <a:lnTo>
                    <a:pt x="4315" y="81261"/>
                  </a:lnTo>
                  <a:lnTo>
                    <a:pt x="2157" y="84497"/>
                  </a:lnTo>
                  <a:lnTo>
                    <a:pt x="1438" y="88093"/>
                  </a:lnTo>
                  <a:lnTo>
                    <a:pt x="719" y="91329"/>
                  </a:lnTo>
                  <a:lnTo>
                    <a:pt x="0" y="94565"/>
                  </a:lnTo>
                  <a:lnTo>
                    <a:pt x="719" y="97441"/>
                  </a:lnTo>
                  <a:lnTo>
                    <a:pt x="19060" y="102475"/>
                  </a:lnTo>
                  <a:lnTo>
                    <a:pt x="24455" y="101756"/>
                  </a:lnTo>
                  <a:lnTo>
                    <a:pt x="30209" y="101756"/>
                  </a:lnTo>
                  <a:lnTo>
                    <a:pt x="35603" y="101037"/>
                  </a:lnTo>
                  <a:lnTo>
                    <a:pt x="39919" y="99599"/>
                  </a:lnTo>
                  <a:lnTo>
                    <a:pt x="43875" y="98520"/>
                  </a:lnTo>
                  <a:lnTo>
                    <a:pt x="47471" y="97441"/>
                  </a:lnTo>
                  <a:lnTo>
                    <a:pt x="48909" y="95643"/>
                  </a:lnTo>
                  <a:lnTo>
                    <a:pt x="50348" y="93486"/>
                  </a:lnTo>
                  <a:lnTo>
                    <a:pt x="51067" y="90969"/>
                  </a:lnTo>
                  <a:lnTo>
                    <a:pt x="51067" y="88093"/>
                  </a:lnTo>
                  <a:lnTo>
                    <a:pt x="50348" y="84856"/>
                  </a:lnTo>
                  <a:lnTo>
                    <a:pt x="49629" y="80901"/>
                  </a:lnTo>
                  <a:lnTo>
                    <a:pt x="48190" y="77306"/>
                  </a:lnTo>
                  <a:lnTo>
                    <a:pt x="46752" y="73710"/>
                  </a:lnTo>
                  <a:lnTo>
                    <a:pt x="44594" y="70474"/>
                  </a:lnTo>
                  <a:lnTo>
                    <a:pt x="42076" y="68317"/>
                  </a:lnTo>
                  <a:lnTo>
                    <a:pt x="39199" y="66519"/>
                  </a:lnTo>
                  <a:lnTo>
                    <a:pt x="37041" y="65081"/>
                  </a:lnTo>
                  <a:lnTo>
                    <a:pt x="34164" y="65081"/>
                  </a:lnTo>
                  <a:lnTo>
                    <a:pt x="30928" y="64361"/>
                  </a:lnTo>
                  <a:lnTo>
                    <a:pt x="28051" y="64721"/>
                  </a:lnTo>
                  <a:lnTo>
                    <a:pt x="14744" y="99239"/>
                  </a:lnTo>
                  <a:lnTo>
                    <a:pt x="15464" y="104992"/>
                  </a:lnTo>
                  <a:lnTo>
                    <a:pt x="17621" y="109666"/>
                  </a:lnTo>
                  <a:lnTo>
                    <a:pt x="20499" y="112543"/>
                  </a:lnTo>
                  <a:lnTo>
                    <a:pt x="24455" y="115060"/>
                  </a:lnTo>
                  <a:lnTo>
                    <a:pt x="28051" y="115060"/>
                  </a:lnTo>
                  <a:lnTo>
                    <a:pt x="31647" y="114341"/>
                  </a:lnTo>
                  <a:lnTo>
                    <a:pt x="36322" y="112543"/>
                  </a:lnTo>
                  <a:lnTo>
                    <a:pt x="40638" y="107869"/>
                  </a:lnTo>
                  <a:lnTo>
                    <a:pt x="45313" y="102835"/>
                  </a:lnTo>
                  <a:lnTo>
                    <a:pt x="48909" y="96722"/>
                  </a:lnTo>
                  <a:lnTo>
                    <a:pt x="52506" y="90610"/>
                  </a:lnTo>
                  <a:lnTo>
                    <a:pt x="55023" y="84497"/>
                  </a:lnTo>
                  <a:lnTo>
                    <a:pt x="56462" y="79103"/>
                  </a:lnTo>
                  <a:lnTo>
                    <a:pt x="56462" y="74789"/>
                  </a:lnTo>
                  <a:lnTo>
                    <a:pt x="57181" y="70474"/>
                  </a:lnTo>
                  <a:lnTo>
                    <a:pt x="56462" y="67597"/>
                  </a:lnTo>
                  <a:lnTo>
                    <a:pt x="53944" y="65800"/>
                  </a:lnTo>
                  <a:lnTo>
                    <a:pt x="51067" y="64721"/>
                  </a:lnTo>
                  <a:lnTo>
                    <a:pt x="48190" y="64721"/>
                  </a:lnTo>
                  <a:lnTo>
                    <a:pt x="24455" y="81980"/>
                  </a:lnTo>
                  <a:lnTo>
                    <a:pt x="19779" y="88812"/>
                  </a:lnTo>
                  <a:lnTo>
                    <a:pt x="16902" y="95643"/>
                  </a:lnTo>
                  <a:lnTo>
                    <a:pt x="14744" y="102116"/>
                  </a:lnTo>
                  <a:lnTo>
                    <a:pt x="14744" y="107509"/>
                  </a:lnTo>
                  <a:lnTo>
                    <a:pt x="14744" y="112183"/>
                  </a:lnTo>
                  <a:lnTo>
                    <a:pt x="15464" y="115779"/>
                  </a:lnTo>
                  <a:lnTo>
                    <a:pt x="19060" y="117217"/>
                  </a:lnTo>
                  <a:lnTo>
                    <a:pt x="23735" y="117577"/>
                  </a:lnTo>
                  <a:lnTo>
                    <a:pt x="28770" y="117577"/>
                  </a:lnTo>
                  <a:lnTo>
                    <a:pt x="53225" y="93846"/>
                  </a:lnTo>
                  <a:lnTo>
                    <a:pt x="55743" y="88093"/>
                  </a:lnTo>
                  <a:lnTo>
                    <a:pt x="57181" y="81620"/>
                  </a:lnTo>
                  <a:lnTo>
                    <a:pt x="57181" y="76587"/>
                  </a:lnTo>
                  <a:lnTo>
                    <a:pt x="39199" y="61125"/>
                  </a:lnTo>
                  <a:lnTo>
                    <a:pt x="34164" y="61125"/>
                  </a:lnTo>
                  <a:lnTo>
                    <a:pt x="7192" y="93846"/>
                  </a:lnTo>
                  <a:lnTo>
                    <a:pt x="5754" y="101037"/>
                  </a:lnTo>
                  <a:lnTo>
                    <a:pt x="5754" y="106430"/>
                  </a:lnTo>
                  <a:lnTo>
                    <a:pt x="6473" y="111105"/>
                  </a:lnTo>
                  <a:lnTo>
                    <a:pt x="10429" y="113981"/>
                  </a:lnTo>
                  <a:lnTo>
                    <a:pt x="14744" y="115060"/>
                  </a:lnTo>
                  <a:lnTo>
                    <a:pt x="19779" y="115779"/>
                  </a:lnTo>
                  <a:lnTo>
                    <a:pt x="25893" y="115060"/>
                  </a:lnTo>
                  <a:lnTo>
                    <a:pt x="53944" y="88812"/>
                  </a:lnTo>
                  <a:lnTo>
                    <a:pt x="55743" y="85216"/>
                  </a:lnTo>
                  <a:lnTo>
                    <a:pt x="55743" y="81620"/>
                  </a:lnTo>
                  <a:lnTo>
                    <a:pt x="55743" y="78384"/>
                  </a:lnTo>
                  <a:lnTo>
                    <a:pt x="53944" y="75508"/>
                  </a:lnTo>
                  <a:lnTo>
                    <a:pt x="51787" y="73350"/>
                  </a:lnTo>
                  <a:lnTo>
                    <a:pt x="48190" y="71193"/>
                  </a:lnTo>
                  <a:lnTo>
                    <a:pt x="43875" y="70474"/>
                  </a:lnTo>
                  <a:lnTo>
                    <a:pt x="39919" y="69755"/>
                  </a:lnTo>
                  <a:lnTo>
                    <a:pt x="16902" y="101756"/>
                  </a:lnTo>
                  <a:lnTo>
                    <a:pt x="16183" y="109666"/>
                  </a:lnTo>
                  <a:lnTo>
                    <a:pt x="15464" y="116139"/>
                  </a:lnTo>
                  <a:lnTo>
                    <a:pt x="17621" y="121172"/>
                  </a:lnTo>
                  <a:lnTo>
                    <a:pt x="20499" y="124768"/>
                  </a:lnTo>
                  <a:lnTo>
                    <a:pt x="24455" y="126566"/>
                  </a:lnTo>
                  <a:lnTo>
                    <a:pt x="29489" y="126925"/>
                  </a:lnTo>
                  <a:lnTo>
                    <a:pt x="34164" y="126925"/>
                  </a:lnTo>
                  <a:lnTo>
                    <a:pt x="59339" y="94924"/>
                  </a:lnTo>
                  <a:lnTo>
                    <a:pt x="59339" y="89890"/>
                  </a:lnTo>
                  <a:lnTo>
                    <a:pt x="59339" y="85216"/>
                  </a:lnTo>
                  <a:lnTo>
                    <a:pt x="57181" y="81261"/>
                  </a:lnTo>
                  <a:lnTo>
                    <a:pt x="53225" y="78744"/>
                  </a:lnTo>
                  <a:lnTo>
                    <a:pt x="48909" y="77306"/>
                  </a:lnTo>
                  <a:lnTo>
                    <a:pt x="44594" y="76946"/>
                  </a:lnTo>
                  <a:lnTo>
                    <a:pt x="39199" y="77665"/>
                  </a:lnTo>
                  <a:lnTo>
                    <a:pt x="15464" y="111824"/>
                  </a:lnTo>
                  <a:lnTo>
                    <a:pt x="14744" y="117936"/>
                  </a:lnTo>
                  <a:lnTo>
                    <a:pt x="14744" y="122970"/>
                  </a:lnTo>
                  <a:lnTo>
                    <a:pt x="17621" y="126566"/>
                  </a:lnTo>
                  <a:lnTo>
                    <a:pt x="22297" y="128723"/>
                  </a:lnTo>
                  <a:lnTo>
                    <a:pt x="27332" y="129083"/>
                  </a:lnTo>
                  <a:lnTo>
                    <a:pt x="32726" y="129083"/>
                  </a:lnTo>
                  <a:lnTo>
                    <a:pt x="62216" y="100677"/>
                  </a:lnTo>
                  <a:lnTo>
                    <a:pt x="62216" y="96363"/>
                  </a:lnTo>
                  <a:lnTo>
                    <a:pt x="62216" y="92767"/>
                  </a:lnTo>
                  <a:lnTo>
                    <a:pt x="60777" y="89890"/>
                  </a:lnTo>
                  <a:lnTo>
                    <a:pt x="58620" y="87733"/>
                  </a:lnTo>
                  <a:lnTo>
                    <a:pt x="55023" y="85935"/>
                  </a:lnTo>
                  <a:lnTo>
                    <a:pt x="50348" y="85935"/>
                  </a:lnTo>
                  <a:lnTo>
                    <a:pt x="46032" y="85935"/>
                  </a:lnTo>
                  <a:lnTo>
                    <a:pt x="23016" y="119375"/>
                  </a:lnTo>
                  <a:lnTo>
                    <a:pt x="22297" y="125847"/>
                  </a:lnTo>
                  <a:lnTo>
                    <a:pt x="21577" y="130521"/>
                  </a:lnTo>
                  <a:lnTo>
                    <a:pt x="22297" y="134117"/>
                  </a:lnTo>
                  <a:lnTo>
                    <a:pt x="24455" y="136634"/>
                  </a:lnTo>
                  <a:lnTo>
                    <a:pt x="27332" y="136634"/>
                  </a:lnTo>
                  <a:lnTo>
                    <a:pt x="53944" y="108947"/>
                  </a:lnTo>
                  <a:lnTo>
                    <a:pt x="55743" y="103913"/>
                  </a:lnTo>
                  <a:lnTo>
                    <a:pt x="55743" y="99599"/>
                  </a:lnTo>
                  <a:lnTo>
                    <a:pt x="55743" y="96003"/>
                  </a:lnTo>
                  <a:lnTo>
                    <a:pt x="41357" y="85935"/>
                  </a:lnTo>
                  <a:lnTo>
                    <a:pt x="37761" y="85935"/>
                  </a:lnTo>
                  <a:lnTo>
                    <a:pt x="19779" y="116139"/>
                  </a:lnTo>
                  <a:lnTo>
                    <a:pt x="21577" y="119734"/>
                  </a:lnTo>
                  <a:lnTo>
                    <a:pt x="24455" y="122611"/>
                  </a:lnTo>
                  <a:lnTo>
                    <a:pt x="28051" y="123689"/>
                  </a:lnTo>
                  <a:lnTo>
                    <a:pt x="32726" y="124049"/>
                  </a:lnTo>
                  <a:lnTo>
                    <a:pt x="37761" y="122611"/>
                  </a:lnTo>
                  <a:lnTo>
                    <a:pt x="42796" y="119015"/>
                  </a:lnTo>
                  <a:lnTo>
                    <a:pt x="48190" y="115060"/>
                  </a:lnTo>
                  <a:lnTo>
                    <a:pt x="51787" y="109666"/>
                  </a:lnTo>
                  <a:lnTo>
                    <a:pt x="55743" y="104632"/>
                  </a:lnTo>
                  <a:lnTo>
                    <a:pt x="57900" y="99239"/>
                  </a:lnTo>
                  <a:lnTo>
                    <a:pt x="59339" y="94924"/>
                  </a:lnTo>
                  <a:lnTo>
                    <a:pt x="59339" y="90969"/>
                  </a:lnTo>
                  <a:lnTo>
                    <a:pt x="39199" y="80901"/>
                  </a:lnTo>
                  <a:lnTo>
                    <a:pt x="31647" y="80901"/>
                  </a:lnTo>
                  <a:lnTo>
                    <a:pt x="25893" y="81980"/>
                  </a:lnTo>
                  <a:lnTo>
                    <a:pt x="20499" y="86654"/>
                  </a:lnTo>
                  <a:lnTo>
                    <a:pt x="15464" y="91688"/>
                  </a:lnTo>
                  <a:lnTo>
                    <a:pt x="12587" y="97441"/>
                  </a:lnTo>
                  <a:lnTo>
                    <a:pt x="10429" y="101756"/>
                  </a:lnTo>
                  <a:lnTo>
                    <a:pt x="9350" y="104632"/>
                  </a:lnTo>
                  <a:lnTo>
                    <a:pt x="9350" y="104992"/>
                  </a:lnTo>
                  <a:lnTo>
                    <a:pt x="11148" y="104273"/>
                  </a:lnTo>
                  <a:lnTo>
                    <a:pt x="14025" y="98520"/>
                  </a:lnTo>
                </a:path>
                <a:path w="1214754" h="204470">
                  <a:moveTo>
                    <a:pt x="137378" y="35237"/>
                  </a:moveTo>
                  <a:lnTo>
                    <a:pt x="138818" y="33079"/>
                  </a:lnTo>
                  <a:lnTo>
                    <a:pt x="139537" y="31282"/>
                  </a:lnTo>
                  <a:lnTo>
                    <a:pt x="139537" y="29843"/>
                  </a:lnTo>
                  <a:lnTo>
                    <a:pt x="139537" y="29124"/>
                  </a:lnTo>
                  <a:lnTo>
                    <a:pt x="140256" y="28405"/>
                  </a:lnTo>
                  <a:lnTo>
                    <a:pt x="140256" y="28045"/>
                  </a:lnTo>
                  <a:lnTo>
                    <a:pt x="140256" y="26967"/>
                  </a:lnTo>
                  <a:lnTo>
                    <a:pt x="140975" y="26967"/>
                  </a:lnTo>
                  <a:lnTo>
                    <a:pt x="140975" y="27326"/>
                  </a:lnTo>
                  <a:lnTo>
                    <a:pt x="140975" y="28045"/>
                  </a:lnTo>
                  <a:lnTo>
                    <a:pt x="140256" y="28765"/>
                  </a:lnTo>
                  <a:lnTo>
                    <a:pt x="139537" y="31641"/>
                  </a:lnTo>
                  <a:lnTo>
                    <a:pt x="137378" y="35956"/>
                  </a:lnTo>
                  <a:lnTo>
                    <a:pt x="133783" y="42788"/>
                  </a:lnTo>
                  <a:lnTo>
                    <a:pt x="128388" y="50698"/>
                  </a:lnTo>
                  <a:lnTo>
                    <a:pt x="122634" y="59327"/>
                  </a:lnTo>
                  <a:lnTo>
                    <a:pt x="117240" y="68676"/>
                  </a:lnTo>
                  <a:lnTo>
                    <a:pt x="111486" y="78025"/>
                  </a:lnTo>
                  <a:lnTo>
                    <a:pt x="105372" y="85576"/>
                  </a:lnTo>
                  <a:lnTo>
                    <a:pt x="101776" y="91329"/>
                  </a:lnTo>
                  <a:lnTo>
                    <a:pt x="98898" y="95643"/>
                  </a:lnTo>
                  <a:lnTo>
                    <a:pt x="97100" y="99239"/>
                  </a:lnTo>
                  <a:lnTo>
                    <a:pt x="96381" y="101037"/>
                  </a:lnTo>
                  <a:lnTo>
                    <a:pt x="96381" y="102116"/>
                  </a:lnTo>
                  <a:lnTo>
                    <a:pt x="114363" y="108228"/>
                  </a:lnTo>
                  <a:lnTo>
                    <a:pt x="121196" y="108228"/>
                  </a:lnTo>
                  <a:lnTo>
                    <a:pt x="126950" y="108947"/>
                  </a:lnTo>
                  <a:lnTo>
                    <a:pt x="149247" y="93846"/>
                  </a:lnTo>
                  <a:lnTo>
                    <a:pt x="148528" y="90969"/>
                  </a:lnTo>
                  <a:lnTo>
                    <a:pt x="148528" y="88093"/>
                  </a:lnTo>
                  <a:lnTo>
                    <a:pt x="147089" y="84497"/>
                  </a:lnTo>
                  <a:lnTo>
                    <a:pt x="146370" y="80901"/>
                  </a:lnTo>
                </a:path>
                <a:path w="1214754" h="204470">
                  <a:moveTo>
                    <a:pt x="106091" y="72991"/>
                  </a:moveTo>
                  <a:lnTo>
                    <a:pt x="105372" y="73710"/>
                  </a:lnTo>
                  <a:lnTo>
                    <a:pt x="105372" y="73350"/>
                  </a:lnTo>
                  <a:lnTo>
                    <a:pt x="106091" y="72272"/>
                  </a:lnTo>
                  <a:lnTo>
                    <a:pt x="108968" y="71912"/>
                  </a:lnTo>
                  <a:lnTo>
                    <a:pt x="112924" y="70474"/>
                  </a:lnTo>
                  <a:lnTo>
                    <a:pt x="117240" y="67957"/>
                  </a:lnTo>
                  <a:lnTo>
                    <a:pt x="124073" y="65081"/>
                  </a:lnTo>
                  <a:lnTo>
                    <a:pt x="131265" y="61844"/>
                  </a:lnTo>
                  <a:lnTo>
                    <a:pt x="140975" y="57889"/>
                  </a:lnTo>
                  <a:lnTo>
                    <a:pt x="153563" y="53574"/>
                  </a:lnTo>
                  <a:lnTo>
                    <a:pt x="167948" y="48181"/>
                  </a:lnTo>
                  <a:lnTo>
                    <a:pt x="206427" y="37754"/>
                  </a:lnTo>
                  <a:lnTo>
                    <a:pt x="257855" y="26248"/>
                  </a:lnTo>
                  <a:lnTo>
                    <a:pt x="316476" y="15820"/>
                  </a:lnTo>
                  <a:lnTo>
                    <a:pt x="382647" y="7191"/>
                  </a:lnTo>
                  <a:lnTo>
                    <a:pt x="453495" y="1797"/>
                  </a:lnTo>
                  <a:lnTo>
                    <a:pt x="491976" y="0"/>
                  </a:lnTo>
                  <a:lnTo>
                    <a:pt x="532974" y="0"/>
                  </a:lnTo>
                  <a:lnTo>
                    <a:pt x="575410" y="0"/>
                  </a:lnTo>
                  <a:lnTo>
                    <a:pt x="620004" y="1078"/>
                  </a:lnTo>
                  <a:lnTo>
                    <a:pt x="666756" y="3955"/>
                  </a:lnTo>
                  <a:lnTo>
                    <a:pt x="714227" y="7550"/>
                  </a:lnTo>
                  <a:lnTo>
                    <a:pt x="760981" y="11865"/>
                  </a:lnTo>
                  <a:lnTo>
                    <a:pt x="806293" y="17978"/>
                  </a:lnTo>
                  <a:lnTo>
                    <a:pt x="849450" y="25529"/>
                  </a:lnTo>
                  <a:lnTo>
                    <a:pt x="889728" y="34158"/>
                  </a:lnTo>
                  <a:lnTo>
                    <a:pt x="957339" y="56451"/>
                  </a:lnTo>
                  <a:lnTo>
                    <a:pt x="1013082" y="81980"/>
                  </a:lnTo>
                  <a:lnTo>
                    <a:pt x="1061992" y="107149"/>
                  </a:lnTo>
                  <a:lnTo>
                    <a:pt x="1085368" y="119375"/>
                  </a:lnTo>
                  <a:lnTo>
                    <a:pt x="1107665" y="131240"/>
                  </a:lnTo>
                  <a:lnTo>
                    <a:pt x="1128164" y="142746"/>
                  </a:lnTo>
                  <a:lnTo>
                    <a:pt x="1147585" y="153533"/>
                  </a:lnTo>
                  <a:lnTo>
                    <a:pt x="1164847" y="162882"/>
                  </a:lnTo>
                  <a:lnTo>
                    <a:pt x="1179592" y="171511"/>
                  </a:lnTo>
                  <a:lnTo>
                    <a:pt x="1191460" y="178703"/>
                  </a:lnTo>
                  <a:lnTo>
                    <a:pt x="1200450" y="185534"/>
                  </a:lnTo>
                  <a:lnTo>
                    <a:pt x="1208003" y="190568"/>
                  </a:lnTo>
                  <a:lnTo>
                    <a:pt x="1211599" y="194883"/>
                  </a:lnTo>
                  <a:lnTo>
                    <a:pt x="1213757" y="198119"/>
                  </a:lnTo>
                  <a:lnTo>
                    <a:pt x="1214476" y="200276"/>
                  </a:lnTo>
                  <a:lnTo>
                    <a:pt x="1214476" y="202074"/>
                  </a:lnTo>
                  <a:lnTo>
                    <a:pt x="1213038" y="202793"/>
                  </a:lnTo>
                  <a:lnTo>
                    <a:pt x="1210160" y="203153"/>
                  </a:lnTo>
                  <a:lnTo>
                    <a:pt x="1208003" y="203872"/>
                  </a:lnTo>
                  <a:lnTo>
                    <a:pt x="1204766" y="203153"/>
                  </a:lnTo>
                  <a:lnTo>
                    <a:pt x="1201889" y="202793"/>
                  </a:lnTo>
                  <a:lnTo>
                    <a:pt x="1199731" y="201355"/>
                  </a:lnTo>
                  <a:lnTo>
                    <a:pt x="1198293" y="199557"/>
                  </a:lnTo>
                  <a:lnTo>
                    <a:pt x="1196135" y="197400"/>
                  </a:lnTo>
                  <a:lnTo>
                    <a:pt x="1194337" y="195243"/>
                  </a:lnTo>
                  <a:lnTo>
                    <a:pt x="1192179" y="192726"/>
                  </a:lnTo>
                  <a:lnTo>
                    <a:pt x="1190021" y="190928"/>
                  </a:lnTo>
                  <a:lnTo>
                    <a:pt x="1188583" y="188411"/>
                  </a:lnTo>
                  <a:lnTo>
                    <a:pt x="1186425" y="186613"/>
                  </a:lnTo>
                  <a:lnTo>
                    <a:pt x="1184267" y="183017"/>
                  </a:lnTo>
                  <a:lnTo>
                    <a:pt x="1181750" y="178343"/>
                  </a:lnTo>
                  <a:lnTo>
                    <a:pt x="1180311" y="171871"/>
                  </a:lnTo>
                  <a:lnTo>
                    <a:pt x="1179592" y="163960"/>
                  </a:lnTo>
                </a:path>
              </a:pathLst>
            </a:custGeom>
            <a:ln w="28545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8" name="object 145">
            <a:extLst>
              <a:ext uri="{FF2B5EF4-FFF2-40B4-BE49-F238E27FC236}">
                <a16:creationId xmlns:a16="http://schemas.microsoft.com/office/drawing/2014/main" id="{8298A816-3F6D-5F54-4BBC-B604A0DBDC96}"/>
              </a:ext>
            </a:extLst>
          </p:cNvPr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93297" y="1640471"/>
            <a:ext cx="3328263" cy="47252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A7626D1-AF5F-E481-372C-181FC95B2473}"/>
                  </a:ext>
                </a:extLst>
              </p14:cNvPr>
              <p14:cNvContentPartPr/>
              <p14:nvPr/>
            </p14:nvContentPartPr>
            <p14:xfrm>
              <a:off x="3952813" y="3212980"/>
              <a:ext cx="5329080" cy="127584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A7626D1-AF5F-E481-372C-181FC95B247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942013" y="3202180"/>
                <a:ext cx="5350320" cy="12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356A3AEA-493C-DE58-0EF3-F8AA6BDB2EA4}"/>
                  </a:ext>
                </a:extLst>
              </p14:cNvPr>
              <p14:cNvContentPartPr/>
              <p14:nvPr/>
            </p14:nvContentPartPr>
            <p14:xfrm>
              <a:off x="4524853" y="5377300"/>
              <a:ext cx="2227680" cy="1062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356A3AEA-493C-DE58-0EF3-F8AA6BDB2EA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514053" y="5366500"/>
                <a:ext cx="22489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CDEBA4C-0BB3-3BD5-C835-604E0563C69B}"/>
                  </a:ext>
                </a:extLst>
              </p14:cNvPr>
              <p14:cNvContentPartPr/>
              <p14:nvPr/>
            </p14:nvContentPartPr>
            <p14:xfrm>
              <a:off x="6540493" y="3440500"/>
              <a:ext cx="661680" cy="8946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CDEBA4C-0BB3-3BD5-C835-604E0563C69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29693" y="3429700"/>
                <a:ext cx="682920" cy="9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AB80460-A3C5-1540-CEAB-0030CD8516C2}"/>
                  </a:ext>
                </a:extLst>
              </p14:cNvPr>
              <p14:cNvContentPartPr/>
              <p14:nvPr/>
            </p14:nvContentPartPr>
            <p14:xfrm>
              <a:off x="7106413" y="3366340"/>
              <a:ext cx="1963440" cy="10058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AB80460-A3C5-1540-CEAB-0030CD8516C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95973" y="3355900"/>
                <a:ext cx="1984680" cy="10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03D047A-CD0E-19D0-D1D4-BA404DBF7285}"/>
                  </a:ext>
                </a:extLst>
              </p14:cNvPr>
              <p14:cNvContentPartPr/>
              <p14:nvPr/>
            </p14:nvContentPartPr>
            <p14:xfrm>
              <a:off x="5587933" y="3165460"/>
              <a:ext cx="1206720" cy="5238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03D047A-CD0E-19D0-D1D4-BA404DBF728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77133" y="3154667"/>
                <a:ext cx="1227960" cy="545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FA1D940-71B1-E795-76BB-85B30F4AF516}"/>
                  </a:ext>
                </a:extLst>
              </p14:cNvPr>
              <p14:cNvContentPartPr/>
              <p14:nvPr/>
            </p14:nvContentPartPr>
            <p14:xfrm>
              <a:off x="3936973" y="4043860"/>
              <a:ext cx="886680" cy="1429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FA1D940-71B1-E795-76BB-85B30F4AF51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926177" y="4033087"/>
                <a:ext cx="907911" cy="164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15B6861-A226-11BD-8804-714D4F0A0969}"/>
                  </a:ext>
                </a:extLst>
              </p14:cNvPr>
              <p14:cNvContentPartPr/>
              <p14:nvPr/>
            </p14:nvContentPartPr>
            <p14:xfrm>
              <a:off x="6121813" y="4048900"/>
              <a:ext cx="2924280" cy="2595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15B6861-A226-11BD-8804-714D4F0A096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11013" y="4038460"/>
                <a:ext cx="29455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71E9EC6-6960-E111-FFFA-C289B94996A2}"/>
                  </a:ext>
                </a:extLst>
              </p14:cNvPr>
              <p14:cNvContentPartPr/>
              <p14:nvPr/>
            </p14:nvContentPartPr>
            <p14:xfrm>
              <a:off x="5608813" y="3329260"/>
              <a:ext cx="275760" cy="3268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71E9EC6-6960-E111-FFFA-C289B94996A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598359" y="3318808"/>
                <a:ext cx="297028" cy="348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1AA9879-2564-6BD0-1CEF-439B42CD7424}"/>
                  </a:ext>
                </a:extLst>
              </p14:cNvPr>
              <p14:cNvContentPartPr/>
              <p14:nvPr/>
            </p14:nvContentPartPr>
            <p14:xfrm>
              <a:off x="2333533" y="5440660"/>
              <a:ext cx="397080" cy="7995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1AA9879-2564-6BD0-1CEF-439B42CD7424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322733" y="5430220"/>
                <a:ext cx="418320" cy="8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B1FF91E-FF75-3557-38E5-F4A70A01042D}"/>
                  </a:ext>
                </a:extLst>
              </p14:cNvPr>
              <p14:cNvContentPartPr/>
              <p14:nvPr/>
            </p14:nvContentPartPr>
            <p14:xfrm>
              <a:off x="2002333" y="4752700"/>
              <a:ext cx="511200" cy="5878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B1FF91E-FF75-3557-38E5-F4A70A01042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991893" y="4742260"/>
                <a:ext cx="53244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ECE7E1A-4056-257B-C213-F11F5ABAFBEB}"/>
                  </a:ext>
                </a:extLst>
              </p14:cNvPr>
              <p14:cNvContentPartPr/>
              <p14:nvPr/>
            </p14:nvContentPartPr>
            <p14:xfrm>
              <a:off x="2725573" y="3599260"/>
              <a:ext cx="306720" cy="6408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ECE7E1A-4056-257B-C213-F11F5ABAFBE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715133" y="3588460"/>
                <a:ext cx="32796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7ED32BF-AEE1-6F87-4152-DF7E0B02867E}"/>
                  </a:ext>
                </a:extLst>
              </p14:cNvPr>
              <p14:cNvContentPartPr/>
              <p14:nvPr/>
            </p14:nvContentPartPr>
            <p14:xfrm>
              <a:off x="1168573" y="3699700"/>
              <a:ext cx="694080" cy="4924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7ED32BF-AEE1-6F87-4152-DF7E0B02867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58133" y="3689260"/>
                <a:ext cx="715320" cy="51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961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0CC3A-2B36-5DD2-3284-430FF95D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3F8F42-876F-760E-6DDC-EA6276F40DCB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E35721B3-8747-5DED-597A-33EFE8F105BE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6A31E-72BE-3B88-D0ED-04649498B6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2" name="object 20">
            <a:extLst>
              <a:ext uri="{FF2B5EF4-FFF2-40B4-BE49-F238E27FC236}">
                <a16:creationId xmlns:a16="http://schemas.microsoft.com/office/drawing/2014/main" id="{BFAD257D-A137-9FF5-D792-1EE47D65E522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796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Responsibilities</a:t>
            </a:r>
            <a:r>
              <a:rPr lang="en-US" spc="210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in</a:t>
            </a:r>
            <a:r>
              <a:rPr lang="en-US" spc="215">
                <a:solidFill>
                  <a:schemeClr val="bg1"/>
                </a:solidFill>
              </a:rPr>
              <a:t> </a:t>
            </a:r>
            <a:r>
              <a:rPr lang="en-US" spc="95">
                <a:solidFill>
                  <a:schemeClr val="bg1"/>
                </a:solidFill>
              </a:rPr>
              <a:t>equations</a:t>
            </a:r>
            <a:endParaRPr lang="en-US" spc="95" dirty="0">
              <a:solidFill>
                <a:schemeClr val="bg1"/>
              </a:solidFill>
            </a:endParaRP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4B0398BC-8F4A-C9BA-CDFC-37A7820C111E}"/>
              </a:ext>
            </a:extLst>
          </p:cNvPr>
          <p:cNvGrpSpPr/>
          <p:nvPr/>
        </p:nvGrpSpPr>
        <p:grpSpPr>
          <a:xfrm>
            <a:off x="4256113" y="3183780"/>
            <a:ext cx="885825" cy="665480"/>
            <a:chOff x="4256113" y="3183780"/>
            <a:chExt cx="885825" cy="66548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D1CAF6CA-D5B9-C9F7-FF8E-5FBAE23F52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6113" y="3183780"/>
              <a:ext cx="885305" cy="665017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E87DE9C3-F8BC-08D9-2553-D321CA640497}"/>
                </a:ext>
              </a:extLst>
            </p:cNvPr>
            <p:cNvSpPr/>
            <p:nvPr/>
          </p:nvSpPr>
          <p:spPr>
            <a:xfrm>
              <a:off x="4484954" y="3226041"/>
              <a:ext cx="602615" cy="386080"/>
            </a:xfrm>
            <a:custGeom>
              <a:avLst/>
              <a:gdLst/>
              <a:ahLst/>
              <a:cxnLst/>
              <a:rect l="l" t="t" r="r" b="b"/>
              <a:pathLst>
                <a:path w="602614" h="386079">
                  <a:moveTo>
                    <a:pt x="602538" y="0"/>
                  </a:moveTo>
                  <a:lnTo>
                    <a:pt x="0" y="385551"/>
                  </a:lnTo>
                </a:path>
              </a:pathLst>
            </a:custGeom>
            <a:ln w="3805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B282BE4E-0531-32D9-49AF-EB8537685D8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3140" y="3474987"/>
              <a:ext cx="182905" cy="156971"/>
            </a:xfrm>
            <a:prstGeom prst="rect">
              <a:avLst/>
            </a:prstGeom>
          </p:spPr>
        </p:pic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402FDC95-1372-BEF0-9D38-DB339EACAD4B}"/>
              </a:ext>
            </a:extLst>
          </p:cNvPr>
          <p:cNvSpPr txBox="1"/>
          <p:nvPr/>
        </p:nvSpPr>
        <p:spPr>
          <a:xfrm>
            <a:off x="4089478" y="2760565"/>
            <a:ext cx="7404734" cy="12941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225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Responsibility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k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takes</a:t>
            </a:r>
            <a:r>
              <a:rPr sz="2400" spc="7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B0007E"/>
                </a:solidFill>
                <a:latin typeface="Arial MT"/>
                <a:cs typeface="Arial MT"/>
              </a:rPr>
              <a:t>for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observation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B0007E"/>
                </a:solidFill>
                <a:latin typeface="Arial MT"/>
                <a:cs typeface="Arial MT"/>
              </a:rPr>
              <a:t>i</a:t>
            </a:r>
            <a:endParaRPr sz="24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714"/>
              </a:spcBef>
              <a:tabLst>
                <a:tab pos="734695" algn="l"/>
                <a:tab pos="1291590" algn="l"/>
                <a:tab pos="1928495" algn="l"/>
                <a:tab pos="3058160" algn="l"/>
              </a:tabLst>
            </a:pPr>
            <a:r>
              <a:rPr sz="5325" i="1" spc="262" baseline="3129" dirty="0">
                <a:latin typeface="Cambria"/>
                <a:cs typeface="Cambria"/>
              </a:rPr>
              <a:t>r</a:t>
            </a:r>
            <a:r>
              <a:rPr sz="3750" i="1" spc="262" baseline="-7777" dirty="0">
                <a:latin typeface="Georgia"/>
                <a:cs typeface="Georgia"/>
              </a:rPr>
              <a:t>ik</a:t>
            </a:r>
            <a:r>
              <a:rPr sz="3750" i="1" baseline="-7777" dirty="0">
                <a:latin typeface="Georgia"/>
                <a:cs typeface="Georgia"/>
              </a:rPr>
              <a:t>	</a:t>
            </a:r>
            <a:r>
              <a:rPr sz="5325" spc="1125" baseline="3129" dirty="0">
                <a:latin typeface="Cambria"/>
                <a:cs typeface="Cambria"/>
              </a:rPr>
              <a:t>=</a:t>
            </a:r>
            <a:r>
              <a:rPr sz="5325" baseline="3129" dirty="0">
                <a:latin typeface="Cambria"/>
                <a:cs typeface="Cambria"/>
              </a:rPr>
              <a:t>	</a:t>
            </a:r>
            <a:r>
              <a:rPr sz="5325" spc="367" baseline="5477" dirty="0">
                <a:latin typeface="Cambria"/>
                <a:cs typeface="Cambria"/>
              </a:rPr>
              <a:t>⇡</a:t>
            </a:r>
            <a:r>
              <a:rPr sz="3750" i="1" spc="367" baseline="-4444" dirty="0">
                <a:latin typeface="Georgia"/>
                <a:cs typeface="Georgia"/>
              </a:rPr>
              <a:t>k</a:t>
            </a:r>
            <a:r>
              <a:rPr sz="3750" i="1" baseline="-4444" dirty="0">
                <a:latin typeface="Georgia"/>
                <a:cs typeface="Georgia"/>
              </a:rPr>
              <a:t>	</a:t>
            </a:r>
            <a:r>
              <a:rPr sz="3550" i="1" spc="475" dirty="0">
                <a:latin typeface="Cambria"/>
                <a:cs typeface="Cambria"/>
              </a:rPr>
              <a:t>N</a:t>
            </a:r>
            <a:r>
              <a:rPr sz="3550" i="1" spc="-390" dirty="0">
                <a:latin typeface="Cambria"/>
                <a:cs typeface="Cambria"/>
              </a:rPr>
              <a:t> </a:t>
            </a:r>
            <a:r>
              <a:rPr sz="3550" spc="215" dirty="0">
                <a:latin typeface="Cambria"/>
                <a:cs typeface="Cambria"/>
              </a:rPr>
              <a:t>(</a:t>
            </a:r>
            <a:r>
              <a:rPr sz="3550" i="1" spc="215" dirty="0">
                <a:latin typeface="Cambria"/>
                <a:cs typeface="Cambria"/>
              </a:rPr>
              <a:t>x</a:t>
            </a:r>
            <a:r>
              <a:rPr sz="3750" i="1" spc="322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i="1" dirty="0">
                <a:latin typeface="Times New Roman"/>
                <a:cs typeface="Times New Roman"/>
              </a:rPr>
              <a:t>|</a:t>
            </a:r>
            <a:r>
              <a:rPr sz="3550" i="1" spc="120" dirty="0">
                <a:latin typeface="Times New Roman"/>
                <a:cs typeface="Times New Roman"/>
              </a:rPr>
              <a:t> </a:t>
            </a:r>
            <a:r>
              <a:rPr sz="3550" i="1" spc="295" dirty="0">
                <a:latin typeface="Cambria"/>
                <a:cs typeface="Cambria"/>
              </a:rPr>
              <a:t>µ</a:t>
            </a:r>
            <a:r>
              <a:rPr sz="3750" i="1" spc="442" baseline="-12222" dirty="0">
                <a:latin typeface="Georgia"/>
                <a:cs typeface="Georgia"/>
              </a:rPr>
              <a:t>k</a:t>
            </a:r>
            <a:r>
              <a:rPr sz="3550" i="1" spc="295" dirty="0">
                <a:latin typeface="Cambria"/>
                <a:cs typeface="Cambria"/>
              </a:rPr>
              <a:t>,</a:t>
            </a:r>
            <a:r>
              <a:rPr sz="3550" i="1" spc="-175" dirty="0">
                <a:latin typeface="Cambria"/>
                <a:cs typeface="Cambria"/>
              </a:rPr>
              <a:t> </a:t>
            </a:r>
            <a:r>
              <a:rPr sz="3550" spc="325" dirty="0">
                <a:latin typeface="Cambria"/>
                <a:cs typeface="Cambria"/>
              </a:rPr>
              <a:t>⌃</a:t>
            </a:r>
            <a:r>
              <a:rPr sz="3750" i="1" spc="487" baseline="-12222" dirty="0">
                <a:latin typeface="Georgia"/>
                <a:cs typeface="Georgia"/>
              </a:rPr>
              <a:t>k</a:t>
            </a:r>
            <a:r>
              <a:rPr sz="3550" spc="325" dirty="0">
                <a:latin typeface="Cambria"/>
                <a:cs typeface="Cambria"/>
              </a:rPr>
              <a:t>)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FE660BA-A5AB-D221-C9DA-3759565ECF0B}"/>
              </a:ext>
            </a:extLst>
          </p:cNvPr>
          <p:cNvSpPr txBox="1"/>
          <p:nvPr/>
        </p:nvSpPr>
        <p:spPr>
          <a:xfrm>
            <a:off x="5429842" y="4217077"/>
            <a:ext cx="33147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610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3517A28-BD2B-753A-8DE6-F4F482687B23}"/>
              </a:ext>
            </a:extLst>
          </p:cNvPr>
          <p:cNvSpPr txBox="1"/>
          <p:nvPr/>
        </p:nvSpPr>
        <p:spPr>
          <a:xfrm>
            <a:off x="5265236" y="4217086"/>
            <a:ext cx="68262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spc="2885" dirty="0">
                <a:latin typeface="Lucida Sans Unicode"/>
                <a:cs typeface="Lucida Sans Unicode"/>
              </a:rPr>
              <a:t>X</a:t>
            </a:r>
            <a:endParaRPr sz="3550">
              <a:latin typeface="Lucida Sans Unicode"/>
              <a:cs typeface="Lucida Sans Unicode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574CA4F0-CC29-6259-2447-E213299CC2B1}"/>
              </a:ext>
            </a:extLst>
          </p:cNvPr>
          <p:cNvSpPr txBox="1"/>
          <p:nvPr/>
        </p:nvSpPr>
        <p:spPr>
          <a:xfrm>
            <a:off x="5279029" y="5322527"/>
            <a:ext cx="65532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540" dirty="0">
                <a:latin typeface="Georgia"/>
                <a:cs typeface="Georgia"/>
              </a:rPr>
              <a:t>j</a:t>
            </a:r>
            <a:r>
              <a:rPr sz="2500" spc="540" dirty="0">
                <a:latin typeface="Calibri"/>
                <a:cs typeface="Calibri"/>
              </a:rPr>
              <a:t>=1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D5B319B8-6799-3C44-8D9C-AB9BA0FC0224}"/>
              </a:ext>
            </a:extLst>
          </p:cNvPr>
          <p:cNvSpPr txBox="1"/>
          <p:nvPr/>
        </p:nvSpPr>
        <p:spPr>
          <a:xfrm>
            <a:off x="8829120" y="4854007"/>
            <a:ext cx="17589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405" dirty="0">
                <a:latin typeface="Georgia"/>
                <a:cs typeface="Georgia"/>
              </a:rPr>
              <a:t>j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83007A23-D0C5-3B6F-81DC-1433EF7C549A}"/>
              </a:ext>
            </a:extLst>
          </p:cNvPr>
          <p:cNvSpPr txBox="1"/>
          <p:nvPr/>
        </p:nvSpPr>
        <p:spPr>
          <a:xfrm>
            <a:off x="5960237" y="4649302"/>
            <a:ext cx="3288029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1631950" algn="l"/>
                <a:tab pos="3072765" algn="l"/>
              </a:tabLst>
            </a:pPr>
            <a:r>
              <a:rPr sz="3550" spc="409" dirty="0">
                <a:latin typeface="Cambria"/>
                <a:cs typeface="Cambria"/>
              </a:rPr>
              <a:t>⇡</a:t>
            </a:r>
            <a:r>
              <a:rPr sz="3750" i="1" spc="615" baseline="-12222" dirty="0">
                <a:latin typeface="Georgia"/>
                <a:cs typeface="Georgia"/>
              </a:rPr>
              <a:t>j</a:t>
            </a:r>
            <a:r>
              <a:rPr sz="3750" i="1" spc="-419" baseline="-12222" dirty="0">
                <a:latin typeface="Georgia"/>
                <a:cs typeface="Georgia"/>
              </a:rPr>
              <a:t> </a:t>
            </a:r>
            <a:r>
              <a:rPr sz="3550" i="1" spc="475" dirty="0">
                <a:latin typeface="Cambria"/>
                <a:cs typeface="Cambria"/>
              </a:rPr>
              <a:t>N</a:t>
            </a:r>
            <a:r>
              <a:rPr sz="3550" i="1" spc="-385" dirty="0">
                <a:latin typeface="Cambria"/>
                <a:cs typeface="Cambria"/>
              </a:rPr>
              <a:t> </a:t>
            </a:r>
            <a:r>
              <a:rPr sz="3550" spc="215" dirty="0">
                <a:latin typeface="Cambria"/>
                <a:cs typeface="Cambria"/>
              </a:rPr>
              <a:t>(</a:t>
            </a:r>
            <a:r>
              <a:rPr sz="3550" i="1" spc="215" dirty="0">
                <a:latin typeface="Cambria"/>
                <a:cs typeface="Cambria"/>
              </a:rPr>
              <a:t>x</a:t>
            </a:r>
            <a:r>
              <a:rPr sz="3750" i="1" spc="322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i="1" dirty="0">
                <a:latin typeface="Times New Roman"/>
                <a:cs typeface="Times New Roman"/>
              </a:rPr>
              <a:t>|</a:t>
            </a:r>
            <a:r>
              <a:rPr sz="3550" i="1" spc="120" dirty="0">
                <a:latin typeface="Times New Roman"/>
                <a:cs typeface="Times New Roman"/>
              </a:rPr>
              <a:t> </a:t>
            </a:r>
            <a:r>
              <a:rPr sz="3550" i="1" spc="415" dirty="0">
                <a:latin typeface="Cambria"/>
                <a:cs typeface="Cambria"/>
              </a:rPr>
              <a:t>µ</a:t>
            </a:r>
            <a:r>
              <a:rPr sz="3750" i="1" spc="622" baseline="-12222" dirty="0">
                <a:latin typeface="Georgia"/>
                <a:cs typeface="Georgia"/>
              </a:rPr>
              <a:t>j</a:t>
            </a:r>
            <a:r>
              <a:rPr sz="3550" i="1" spc="415" dirty="0">
                <a:latin typeface="Cambria"/>
                <a:cs typeface="Cambria"/>
              </a:rPr>
              <a:t>,</a:t>
            </a:r>
            <a:r>
              <a:rPr sz="3550" i="1" spc="-180" dirty="0">
                <a:latin typeface="Cambria"/>
                <a:cs typeface="Cambria"/>
              </a:rPr>
              <a:t> </a:t>
            </a:r>
            <a:r>
              <a:rPr sz="3550" spc="555" dirty="0">
                <a:latin typeface="Cambria"/>
                <a:cs typeface="Cambria"/>
              </a:rPr>
              <a:t>⌃</a:t>
            </a:r>
            <a:r>
              <a:rPr sz="3550" dirty="0">
                <a:latin typeface="Cambria"/>
                <a:cs typeface="Cambria"/>
              </a:rPr>
              <a:t>	</a:t>
            </a:r>
            <a:r>
              <a:rPr sz="3550" spc="-50" dirty="0">
                <a:latin typeface="Cambria"/>
                <a:cs typeface="Cambria"/>
              </a:rPr>
              <a:t>)</a:t>
            </a:r>
            <a:endParaRPr sz="3550">
              <a:latin typeface="Cambria"/>
              <a:cs typeface="Cambria"/>
            </a:endParaRPr>
          </a:p>
        </p:txBody>
      </p:sp>
      <p:grpSp>
        <p:nvGrpSpPr>
          <p:cNvPr id="15" name="object 12">
            <a:extLst>
              <a:ext uri="{FF2B5EF4-FFF2-40B4-BE49-F238E27FC236}">
                <a16:creationId xmlns:a16="http://schemas.microsoft.com/office/drawing/2014/main" id="{9DC62A06-AB0C-2295-255F-DE0AD192B32B}"/>
              </a:ext>
            </a:extLst>
          </p:cNvPr>
          <p:cNvGrpSpPr/>
          <p:nvPr/>
        </p:nvGrpSpPr>
        <p:grpSpPr>
          <a:xfrm>
            <a:off x="5232857" y="4164679"/>
            <a:ext cx="3923665" cy="128905"/>
            <a:chOff x="5232857" y="4164679"/>
            <a:chExt cx="3923665" cy="128905"/>
          </a:xfrm>
        </p:grpSpPr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3726E3DA-4627-5882-FB51-FCEF9AC1FB1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2857" y="4164679"/>
              <a:ext cx="3923601" cy="128847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5ADC38E7-428A-BAF8-47BC-7138A6C47DFC}"/>
                </a:ext>
              </a:extLst>
            </p:cNvPr>
            <p:cNvSpPr/>
            <p:nvPr/>
          </p:nvSpPr>
          <p:spPr>
            <a:xfrm>
              <a:off x="5277789" y="4202760"/>
              <a:ext cx="3831590" cy="12700"/>
            </a:xfrm>
            <a:custGeom>
              <a:avLst/>
              <a:gdLst/>
              <a:ahLst/>
              <a:cxnLst/>
              <a:rect l="l" t="t" r="r" b="b"/>
              <a:pathLst>
                <a:path w="3831590" h="12700">
                  <a:moveTo>
                    <a:pt x="0" y="0"/>
                  </a:moveTo>
                  <a:lnTo>
                    <a:pt x="3831476" y="12684"/>
                  </a:lnTo>
                </a:path>
              </a:pathLst>
            </a:custGeom>
            <a:ln w="253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44556E0A-7D68-CE97-DF71-D0944748314A}"/>
              </a:ext>
            </a:extLst>
          </p:cNvPr>
          <p:cNvSpPr txBox="1"/>
          <p:nvPr/>
        </p:nvSpPr>
        <p:spPr>
          <a:xfrm>
            <a:off x="9581210" y="4819218"/>
            <a:ext cx="1746885" cy="1849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Normalized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over</a:t>
            </a:r>
            <a:r>
              <a:rPr sz="2400" spc="114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B0007E"/>
                </a:solidFill>
                <a:latin typeface="Arial MT"/>
                <a:cs typeface="Arial MT"/>
              </a:rPr>
              <a:t>all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possible cluster assignments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0" name="object 16">
            <a:extLst>
              <a:ext uri="{FF2B5EF4-FFF2-40B4-BE49-F238E27FC236}">
                <a16:creationId xmlns:a16="http://schemas.microsoft.com/office/drawing/2014/main" id="{4BE0F808-1FD3-F21B-6F37-91824F9858EE}"/>
              </a:ext>
            </a:extLst>
          </p:cNvPr>
          <p:cNvGrpSpPr/>
          <p:nvPr/>
        </p:nvGrpSpPr>
        <p:grpSpPr>
          <a:xfrm>
            <a:off x="7327671" y="5394959"/>
            <a:ext cx="2045335" cy="553085"/>
            <a:chOff x="7327671" y="5394959"/>
            <a:chExt cx="2045335" cy="553085"/>
          </a:xfrm>
        </p:grpSpPr>
        <p:pic>
          <p:nvPicPr>
            <p:cNvPr id="21" name="object 17">
              <a:extLst>
                <a:ext uri="{FF2B5EF4-FFF2-40B4-BE49-F238E27FC236}">
                  <a16:creationId xmlns:a16="http://schemas.microsoft.com/office/drawing/2014/main" id="{A01F60B8-8D5D-5FEC-C354-93BC3A549A7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27671" y="5394959"/>
              <a:ext cx="2044928" cy="552796"/>
            </a:xfrm>
            <a:prstGeom prst="rect">
              <a:avLst/>
            </a:prstGeom>
          </p:spPr>
        </p:pic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9A6DDE7E-129A-3856-3B5A-720E5D260D64}"/>
                </a:ext>
              </a:extLst>
            </p:cNvPr>
            <p:cNvSpPr/>
            <p:nvPr/>
          </p:nvSpPr>
          <p:spPr>
            <a:xfrm>
              <a:off x="7560676" y="5578736"/>
              <a:ext cx="1764664" cy="285750"/>
            </a:xfrm>
            <a:custGeom>
              <a:avLst/>
              <a:gdLst/>
              <a:ahLst/>
              <a:cxnLst/>
              <a:rect l="l" t="t" r="r" b="b"/>
              <a:pathLst>
                <a:path w="1764665" h="285750">
                  <a:moveTo>
                    <a:pt x="1764272" y="285708"/>
                  </a:moveTo>
                  <a:lnTo>
                    <a:pt x="0" y="0"/>
                  </a:lnTo>
                </a:path>
              </a:pathLst>
            </a:custGeom>
            <a:ln w="38053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19">
              <a:extLst>
                <a:ext uri="{FF2B5EF4-FFF2-40B4-BE49-F238E27FC236}">
                  <a16:creationId xmlns:a16="http://schemas.microsoft.com/office/drawing/2014/main" id="{4F4B45BF-381D-5F16-C647-AB5279B3798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391" y="5512230"/>
              <a:ext cx="179678" cy="169433"/>
            </a:xfrm>
            <a:prstGeom prst="rect">
              <a:avLst/>
            </a:prstGeom>
          </p:spPr>
        </p:pic>
      </p:grpSp>
      <p:pic>
        <p:nvPicPr>
          <p:cNvPr id="24" name="object 21">
            <a:extLst>
              <a:ext uri="{FF2B5EF4-FFF2-40B4-BE49-F238E27FC236}">
                <a16:creationId xmlns:a16="http://schemas.microsoft.com/office/drawing/2014/main" id="{57AFDD4C-362F-CA5D-7E3C-FD13BD984D5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3297" y="1640471"/>
            <a:ext cx="3328263" cy="47252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63BCBFC-06CA-FC00-1174-86C4108B9D8E}"/>
                  </a:ext>
                </a:extLst>
              </p14:cNvPr>
              <p14:cNvContentPartPr/>
              <p14:nvPr/>
            </p14:nvContentPartPr>
            <p14:xfrm>
              <a:off x="11054533" y="3303340"/>
              <a:ext cx="595080" cy="113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63BCBFC-06CA-FC00-1174-86C4108B9D8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44087" y="3292900"/>
                <a:ext cx="616333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86FAE43-98A7-493A-2453-E4FDBD36F9B5}"/>
                  </a:ext>
                </a:extLst>
              </p14:cNvPr>
              <p14:cNvContentPartPr/>
              <p14:nvPr/>
            </p14:nvContentPartPr>
            <p14:xfrm>
              <a:off x="4227853" y="3615100"/>
              <a:ext cx="471240" cy="4978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86FAE43-98A7-493A-2453-E4FDBD36F9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17413" y="3604300"/>
                <a:ext cx="49248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877D76A-0B35-CDD0-6CA3-F1EF40AC403C}"/>
                  </a:ext>
                </a:extLst>
              </p14:cNvPr>
              <p14:cNvContentPartPr/>
              <p14:nvPr/>
            </p14:nvContentPartPr>
            <p14:xfrm>
              <a:off x="674653" y="2292820"/>
              <a:ext cx="2923920" cy="2158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877D76A-0B35-CDD0-6CA3-F1EF40AC403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4212" y="2282020"/>
                <a:ext cx="2945163" cy="21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CDE55DD-B1C6-33D0-F410-A1DC4195C4DD}"/>
                  </a:ext>
                </a:extLst>
              </p14:cNvPr>
              <p14:cNvContentPartPr/>
              <p14:nvPr/>
            </p14:nvContentPartPr>
            <p14:xfrm>
              <a:off x="4045693" y="4096780"/>
              <a:ext cx="751320" cy="243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CDE55DD-B1C6-33D0-F410-A1DC4195C4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34893" y="4085980"/>
                <a:ext cx="7725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ED8A4D4-A898-C89C-33BA-A9C3360789DF}"/>
                  </a:ext>
                </a:extLst>
              </p14:cNvPr>
              <p14:cNvContentPartPr/>
              <p14:nvPr/>
            </p14:nvContentPartPr>
            <p14:xfrm>
              <a:off x="751333" y="2340340"/>
              <a:ext cx="1941840" cy="38617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ED8A4D4-A898-C89C-33BA-A9C3360789D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0533" y="2329899"/>
                <a:ext cx="1963080" cy="38829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74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43A6-D95D-1AA4-DA8B-0CC15E67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AF0579-8A8B-56A1-1DC1-2C252900FFBB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955E9F9F-45DA-184C-8C6F-1BB873BC41D5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890A1-0AA1-6187-2E9E-3223578C87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9F51932-ACB1-6BC2-CB52-C5EDEBB7AD17}"/>
              </a:ext>
            </a:extLst>
          </p:cNvPr>
          <p:cNvSpPr txBox="1">
            <a:spLocks/>
          </p:cNvSpPr>
          <p:nvPr/>
        </p:nvSpPr>
        <p:spPr>
          <a:xfrm>
            <a:off x="-86688" y="360033"/>
            <a:ext cx="10202230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Recall:</a:t>
            </a:r>
            <a:r>
              <a:rPr lang="en-US" spc="-55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According</a:t>
            </a:r>
            <a:r>
              <a:rPr lang="en-US" spc="-55">
                <a:solidFill>
                  <a:schemeClr val="bg1"/>
                </a:solidFill>
              </a:rPr>
              <a:t> </a:t>
            </a:r>
            <a:r>
              <a:rPr lang="en-US" spc="310">
                <a:solidFill>
                  <a:schemeClr val="bg1"/>
                </a:solidFill>
              </a:rPr>
              <a:t>to</a:t>
            </a:r>
            <a:r>
              <a:rPr lang="en-US" spc="-50">
                <a:solidFill>
                  <a:schemeClr val="bg1"/>
                </a:solidFill>
              </a:rPr>
              <a:t> </a:t>
            </a:r>
            <a:r>
              <a:rPr lang="en-US" spc="160">
                <a:solidFill>
                  <a:schemeClr val="bg1"/>
                </a:solidFill>
              </a:rPr>
              <a:t>the</a:t>
            </a:r>
            <a:r>
              <a:rPr lang="en-US" spc="-55">
                <a:solidFill>
                  <a:schemeClr val="bg1"/>
                </a:solidFill>
              </a:rPr>
              <a:t> </a:t>
            </a:r>
            <a:r>
              <a:rPr lang="en-US" spc="-10">
                <a:solidFill>
                  <a:schemeClr val="bg1"/>
                </a:solidFill>
              </a:rPr>
              <a:t>model…</a:t>
            </a:r>
            <a:endParaRPr lang="en-US" spc="-10" dirty="0">
              <a:solidFill>
                <a:schemeClr val="bg1"/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E2516CDB-BFE0-6166-A743-ED89E16C1F2A}"/>
              </a:ext>
            </a:extLst>
          </p:cNvPr>
          <p:cNvSpPr txBox="1"/>
          <p:nvPr/>
        </p:nvSpPr>
        <p:spPr>
          <a:xfrm>
            <a:off x="8142933" y="6553688"/>
            <a:ext cx="27495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5" name="object 8">
            <a:extLst>
              <a:ext uri="{FF2B5EF4-FFF2-40B4-BE49-F238E27FC236}">
                <a16:creationId xmlns:a16="http://schemas.microsoft.com/office/drawing/2014/main" id="{39A97120-6A7E-E6A1-BA04-B567106E993D}"/>
              </a:ext>
            </a:extLst>
          </p:cNvPr>
          <p:cNvGrpSpPr/>
          <p:nvPr/>
        </p:nvGrpSpPr>
        <p:grpSpPr>
          <a:xfrm>
            <a:off x="2994573" y="5008232"/>
            <a:ext cx="4684395" cy="2049145"/>
            <a:chOff x="1862048" y="4580313"/>
            <a:chExt cx="4684395" cy="2049145"/>
          </a:xfrm>
        </p:grpSpPr>
        <p:pic>
          <p:nvPicPr>
            <p:cNvPr id="6" name="object 9">
              <a:extLst>
                <a:ext uri="{FF2B5EF4-FFF2-40B4-BE49-F238E27FC236}">
                  <a16:creationId xmlns:a16="http://schemas.microsoft.com/office/drawing/2014/main" id="{AC08F4A9-634D-E813-A54F-3212895A94F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2048" y="5698374"/>
              <a:ext cx="1392377" cy="881148"/>
            </a:xfrm>
            <a:prstGeom prst="rect">
              <a:avLst/>
            </a:prstGeom>
          </p:spPr>
        </p:pic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4A0A6911-5FAE-8766-7775-86985CBFDDA9}"/>
                </a:ext>
              </a:extLst>
            </p:cNvPr>
            <p:cNvSpPr/>
            <p:nvPr/>
          </p:nvSpPr>
          <p:spPr>
            <a:xfrm>
              <a:off x="1910803" y="5752283"/>
              <a:ext cx="1297940" cy="730885"/>
            </a:xfrm>
            <a:custGeom>
              <a:avLst/>
              <a:gdLst/>
              <a:ahLst/>
              <a:cxnLst/>
              <a:rect l="l" t="t" r="r" b="b"/>
              <a:pathLst>
                <a:path w="1297939" h="730885">
                  <a:moveTo>
                    <a:pt x="0" y="728868"/>
                  </a:moveTo>
                  <a:lnTo>
                    <a:pt x="40231" y="729997"/>
                  </a:lnTo>
                  <a:lnTo>
                    <a:pt x="89111" y="729239"/>
                  </a:lnTo>
                  <a:lnTo>
                    <a:pt x="141451" y="725017"/>
                  </a:lnTo>
                  <a:lnTo>
                    <a:pt x="192061" y="715752"/>
                  </a:lnTo>
                  <a:lnTo>
                    <a:pt x="235751" y="699868"/>
                  </a:lnTo>
                  <a:lnTo>
                    <a:pt x="270849" y="679220"/>
                  </a:lnTo>
                  <a:lnTo>
                    <a:pt x="300813" y="654860"/>
                  </a:lnTo>
                  <a:lnTo>
                    <a:pt x="328155" y="624003"/>
                  </a:lnTo>
                  <a:lnTo>
                    <a:pt x="355386" y="583867"/>
                  </a:lnTo>
                  <a:lnTo>
                    <a:pt x="385015" y="531667"/>
                  </a:lnTo>
                  <a:lnTo>
                    <a:pt x="403232" y="494096"/>
                  </a:lnTo>
                  <a:lnTo>
                    <a:pt x="422442" y="448679"/>
                  </a:lnTo>
                  <a:lnTo>
                    <a:pt x="442261" y="397766"/>
                  </a:lnTo>
                  <a:lnTo>
                    <a:pt x="462304" y="343701"/>
                  </a:lnTo>
                  <a:lnTo>
                    <a:pt x="482185" y="288833"/>
                  </a:lnTo>
                  <a:lnTo>
                    <a:pt x="501522" y="235508"/>
                  </a:lnTo>
                  <a:lnTo>
                    <a:pt x="519928" y="186074"/>
                  </a:lnTo>
                  <a:lnTo>
                    <a:pt x="537020" y="142878"/>
                  </a:lnTo>
                  <a:lnTo>
                    <a:pt x="581250" y="54057"/>
                  </a:lnTo>
                  <a:lnTo>
                    <a:pt x="604550" y="21145"/>
                  </a:lnTo>
                  <a:lnTo>
                    <a:pt x="644481" y="0"/>
                  </a:lnTo>
                  <a:lnTo>
                    <a:pt x="663619" y="2628"/>
                  </a:lnTo>
                  <a:lnTo>
                    <a:pt x="703986" y="43409"/>
                  </a:lnTo>
                  <a:lnTo>
                    <a:pt x="730971" y="92800"/>
                  </a:lnTo>
                  <a:lnTo>
                    <a:pt x="762185" y="165678"/>
                  </a:lnTo>
                  <a:lnTo>
                    <a:pt x="780053" y="212237"/>
                  </a:lnTo>
                  <a:lnTo>
                    <a:pt x="798818" y="262615"/>
                  </a:lnTo>
                  <a:lnTo>
                    <a:pt x="818019" y="314616"/>
                  </a:lnTo>
                  <a:lnTo>
                    <a:pt x="837196" y="366045"/>
                  </a:lnTo>
                  <a:lnTo>
                    <a:pt x="855892" y="414704"/>
                  </a:lnTo>
                  <a:lnTo>
                    <a:pt x="873646" y="458399"/>
                  </a:lnTo>
                  <a:lnTo>
                    <a:pt x="889999" y="494934"/>
                  </a:lnTo>
                  <a:lnTo>
                    <a:pt x="922149" y="558069"/>
                  </a:lnTo>
                  <a:lnTo>
                    <a:pt x="950855" y="605618"/>
                  </a:lnTo>
                  <a:lnTo>
                    <a:pt x="979124" y="642291"/>
                  </a:lnTo>
                  <a:lnTo>
                    <a:pt x="1009965" y="672801"/>
                  </a:lnTo>
                  <a:lnTo>
                    <a:pt x="1044536" y="696303"/>
                  </a:lnTo>
                  <a:lnTo>
                    <a:pt x="1081112" y="710984"/>
                  </a:lnTo>
                  <a:lnTo>
                    <a:pt x="1118386" y="720107"/>
                  </a:lnTo>
                  <a:lnTo>
                    <a:pt x="1197483" y="730741"/>
                  </a:lnTo>
                  <a:lnTo>
                    <a:pt x="1244148" y="730318"/>
                  </a:lnTo>
                  <a:lnTo>
                    <a:pt x="1281834" y="728203"/>
                  </a:lnTo>
                  <a:lnTo>
                    <a:pt x="1297331" y="726934"/>
                  </a:lnTo>
                </a:path>
              </a:pathLst>
            </a:custGeom>
            <a:ln w="57083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25ABCB1B-6130-F731-DE37-3B786F4A7FA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5008" y="5698374"/>
              <a:ext cx="3861257" cy="897774"/>
            </a:xfrm>
            <a:prstGeom prst="rect">
              <a:avLst/>
            </a:prstGeom>
          </p:spPr>
        </p:pic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938FD2AB-87CE-166C-4845-665722EFFFA1}"/>
                </a:ext>
              </a:extLst>
            </p:cNvPr>
            <p:cNvSpPr/>
            <p:nvPr/>
          </p:nvSpPr>
          <p:spPr>
            <a:xfrm>
              <a:off x="2730169" y="5752284"/>
              <a:ext cx="3769360" cy="751840"/>
            </a:xfrm>
            <a:custGeom>
              <a:avLst/>
              <a:gdLst/>
              <a:ahLst/>
              <a:cxnLst/>
              <a:rect l="l" t="t" r="r" b="b"/>
              <a:pathLst>
                <a:path w="3769360" h="751840">
                  <a:moveTo>
                    <a:pt x="0" y="749290"/>
                  </a:moveTo>
                  <a:lnTo>
                    <a:pt x="37911" y="749825"/>
                  </a:lnTo>
                  <a:lnTo>
                    <a:pt x="80264" y="750246"/>
                  </a:lnTo>
                  <a:lnTo>
                    <a:pt x="126371" y="750479"/>
                  </a:lnTo>
                  <a:lnTo>
                    <a:pt x="175545" y="750449"/>
                  </a:lnTo>
                  <a:lnTo>
                    <a:pt x="227101" y="750083"/>
                  </a:lnTo>
                  <a:lnTo>
                    <a:pt x="280351" y="749308"/>
                  </a:lnTo>
                  <a:lnTo>
                    <a:pt x="334608" y="748048"/>
                  </a:lnTo>
                  <a:lnTo>
                    <a:pt x="389186" y="746231"/>
                  </a:lnTo>
                  <a:lnTo>
                    <a:pt x="443397" y="743782"/>
                  </a:lnTo>
                  <a:lnTo>
                    <a:pt x="496555" y="740627"/>
                  </a:lnTo>
                  <a:lnTo>
                    <a:pt x="547973" y="736694"/>
                  </a:lnTo>
                  <a:lnTo>
                    <a:pt x="596965" y="731907"/>
                  </a:lnTo>
                  <a:lnTo>
                    <a:pt x="642843" y="726193"/>
                  </a:lnTo>
                  <a:lnTo>
                    <a:pt x="684921" y="719477"/>
                  </a:lnTo>
                  <a:lnTo>
                    <a:pt x="743845" y="707986"/>
                  </a:lnTo>
                  <a:lnTo>
                    <a:pt x="797165" y="695709"/>
                  </a:lnTo>
                  <a:lnTo>
                    <a:pt x="846133" y="682156"/>
                  </a:lnTo>
                  <a:lnTo>
                    <a:pt x="891998" y="666837"/>
                  </a:lnTo>
                  <a:lnTo>
                    <a:pt x="936012" y="649260"/>
                  </a:lnTo>
                  <a:lnTo>
                    <a:pt x="979426" y="628935"/>
                  </a:lnTo>
                  <a:lnTo>
                    <a:pt x="1023490" y="605372"/>
                  </a:lnTo>
                  <a:lnTo>
                    <a:pt x="1069456" y="578078"/>
                  </a:lnTo>
                  <a:lnTo>
                    <a:pt x="1118574" y="546564"/>
                  </a:lnTo>
                  <a:lnTo>
                    <a:pt x="1154854" y="520795"/>
                  </a:lnTo>
                  <a:lnTo>
                    <a:pt x="1192681" y="490806"/>
                  </a:lnTo>
                  <a:lnTo>
                    <a:pt x="1231686" y="457395"/>
                  </a:lnTo>
                  <a:lnTo>
                    <a:pt x="1271498" y="421365"/>
                  </a:lnTo>
                  <a:lnTo>
                    <a:pt x="1311745" y="383515"/>
                  </a:lnTo>
                  <a:lnTo>
                    <a:pt x="1352056" y="344647"/>
                  </a:lnTo>
                  <a:lnTo>
                    <a:pt x="1392062" y="305561"/>
                  </a:lnTo>
                  <a:lnTo>
                    <a:pt x="1431391" y="267057"/>
                  </a:lnTo>
                  <a:lnTo>
                    <a:pt x="1469672" y="229937"/>
                  </a:lnTo>
                  <a:lnTo>
                    <a:pt x="1506535" y="195000"/>
                  </a:lnTo>
                  <a:lnTo>
                    <a:pt x="1541609" y="163048"/>
                  </a:lnTo>
                  <a:lnTo>
                    <a:pt x="1574523" y="134881"/>
                  </a:lnTo>
                  <a:lnTo>
                    <a:pt x="1604906" y="111300"/>
                  </a:lnTo>
                  <a:lnTo>
                    <a:pt x="1662903" y="71471"/>
                  </a:lnTo>
                  <a:lnTo>
                    <a:pt x="1712681" y="42105"/>
                  </a:lnTo>
                  <a:lnTo>
                    <a:pt x="1756379" y="21738"/>
                  </a:lnTo>
                  <a:lnTo>
                    <a:pt x="1796137" y="8906"/>
                  </a:lnTo>
                  <a:lnTo>
                    <a:pt x="1834095" y="2148"/>
                  </a:lnTo>
                  <a:lnTo>
                    <a:pt x="1872392" y="0"/>
                  </a:lnTo>
                  <a:lnTo>
                    <a:pt x="1909953" y="947"/>
                  </a:lnTo>
                  <a:lnTo>
                    <a:pt x="1982826" y="15651"/>
                  </a:lnTo>
                  <a:lnTo>
                    <a:pt x="2023092" y="32830"/>
                  </a:lnTo>
                  <a:lnTo>
                    <a:pt x="2069212" y="58843"/>
                  </a:lnTo>
                  <a:lnTo>
                    <a:pt x="2123665" y="95400"/>
                  </a:lnTo>
                  <a:lnTo>
                    <a:pt x="2155148" y="119450"/>
                  </a:lnTo>
                  <a:lnTo>
                    <a:pt x="2189784" y="148566"/>
                  </a:lnTo>
                  <a:lnTo>
                    <a:pt x="2227009" y="181794"/>
                  </a:lnTo>
                  <a:lnTo>
                    <a:pt x="2266261" y="218184"/>
                  </a:lnTo>
                  <a:lnTo>
                    <a:pt x="2306977" y="256781"/>
                  </a:lnTo>
                  <a:lnTo>
                    <a:pt x="2348593" y="296635"/>
                  </a:lnTo>
                  <a:lnTo>
                    <a:pt x="2390547" y="336792"/>
                  </a:lnTo>
                  <a:lnTo>
                    <a:pt x="2432276" y="376301"/>
                  </a:lnTo>
                  <a:lnTo>
                    <a:pt x="2473217" y="414208"/>
                  </a:lnTo>
                  <a:lnTo>
                    <a:pt x="2512807" y="449562"/>
                  </a:lnTo>
                  <a:lnTo>
                    <a:pt x="2550482" y="481411"/>
                  </a:lnTo>
                  <a:lnTo>
                    <a:pt x="2585681" y="508801"/>
                  </a:lnTo>
                  <a:lnTo>
                    <a:pt x="2634180" y="543560"/>
                  </a:lnTo>
                  <a:lnTo>
                    <a:pt x="2679085" y="573706"/>
                  </a:lnTo>
                  <a:lnTo>
                    <a:pt x="2721490" y="599847"/>
                  </a:lnTo>
                  <a:lnTo>
                    <a:pt x="2762485" y="622587"/>
                  </a:lnTo>
                  <a:lnTo>
                    <a:pt x="2803164" y="642532"/>
                  </a:lnTo>
                  <a:lnTo>
                    <a:pt x="2844619" y="660287"/>
                  </a:lnTo>
                  <a:lnTo>
                    <a:pt x="2887942" y="676459"/>
                  </a:lnTo>
                  <a:lnTo>
                    <a:pt x="2934224" y="691652"/>
                  </a:lnTo>
                  <a:lnTo>
                    <a:pt x="2983475" y="705076"/>
                  </a:lnTo>
                  <a:lnTo>
                    <a:pt x="3034657" y="715813"/>
                  </a:lnTo>
                  <a:lnTo>
                    <a:pt x="3087296" y="724283"/>
                  </a:lnTo>
                  <a:lnTo>
                    <a:pt x="3140915" y="730906"/>
                  </a:lnTo>
                  <a:lnTo>
                    <a:pt x="3195042" y="736100"/>
                  </a:lnTo>
                  <a:lnTo>
                    <a:pt x="3249200" y="740284"/>
                  </a:lnTo>
                  <a:lnTo>
                    <a:pt x="3302915" y="743879"/>
                  </a:lnTo>
                  <a:lnTo>
                    <a:pt x="3355713" y="747303"/>
                  </a:lnTo>
                  <a:lnTo>
                    <a:pt x="3479007" y="751215"/>
                  </a:lnTo>
                  <a:lnTo>
                    <a:pt x="3614586" y="750781"/>
                  </a:lnTo>
                  <a:lnTo>
                    <a:pt x="3724075" y="748607"/>
                  </a:lnTo>
                  <a:lnTo>
                    <a:pt x="3769099" y="747303"/>
                  </a:lnTo>
                </a:path>
              </a:pathLst>
            </a:custGeom>
            <a:ln w="57081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3">
              <a:extLst>
                <a:ext uri="{FF2B5EF4-FFF2-40B4-BE49-F238E27FC236}">
                  <a16:creationId xmlns:a16="http://schemas.microsoft.com/office/drawing/2014/main" id="{47D71736-C214-0A15-0C1E-FAE18070981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5999" y="4700852"/>
              <a:ext cx="1965960" cy="1911921"/>
            </a:xfrm>
            <a:prstGeom prst="rect">
              <a:avLst/>
            </a:prstGeom>
          </p:spPr>
        </p:pic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3A2AA5E-55FD-3CBD-7D2D-2757855D1003}"/>
                </a:ext>
              </a:extLst>
            </p:cNvPr>
            <p:cNvSpPr/>
            <p:nvPr/>
          </p:nvSpPr>
          <p:spPr>
            <a:xfrm>
              <a:off x="2334145" y="4755615"/>
              <a:ext cx="1871345" cy="1761489"/>
            </a:xfrm>
            <a:custGeom>
              <a:avLst/>
              <a:gdLst/>
              <a:ahLst/>
              <a:cxnLst/>
              <a:rect l="l" t="t" r="r" b="b"/>
              <a:pathLst>
                <a:path w="1871345" h="1761490">
                  <a:moveTo>
                    <a:pt x="0" y="1756745"/>
                  </a:moveTo>
                  <a:lnTo>
                    <a:pt x="39841" y="1758986"/>
                  </a:lnTo>
                  <a:lnTo>
                    <a:pt x="87136" y="1759461"/>
                  </a:lnTo>
                  <a:lnTo>
                    <a:pt x="139159" y="1756785"/>
                  </a:lnTo>
                  <a:lnTo>
                    <a:pt x="193182" y="1749571"/>
                  </a:lnTo>
                  <a:lnTo>
                    <a:pt x="246478" y="1736435"/>
                  </a:lnTo>
                  <a:lnTo>
                    <a:pt x="296319" y="1715989"/>
                  </a:lnTo>
                  <a:lnTo>
                    <a:pt x="339978" y="1686849"/>
                  </a:lnTo>
                  <a:lnTo>
                    <a:pt x="369227" y="1659908"/>
                  </a:lnTo>
                  <a:lnTo>
                    <a:pt x="395694" y="1631124"/>
                  </a:lnTo>
                  <a:lnTo>
                    <a:pt x="420000" y="1599349"/>
                  </a:lnTo>
                  <a:lnTo>
                    <a:pt x="442766" y="1563432"/>
                  </a:lnTo>
                  <a:lnTo>
                    <a:pt x="464614" y="1522223"/>
                  </a:lnTo>
                  <a:lnTo>
                    <a:pt x="486163" y="1474570"/>
                  </a:lnTo>
                  <a:lnTo>
                    <a:pt x="508035" y="1419324"/>
                  </a:lnTo>
                  <a:lnTo>
                    <a:pt x="530851" y="1355335"/>
                  </a:lnTo>
                  <a:lnTo>
                    <a:pt x="555232" y="1281452"/>
                  </a:lnTo>
                  <a:lnTo>
                    <a:pt x="577649" y="1205121"/>
                  </a:lnTo>
                  <a:lnTo>
                    <a:pt x="589296" y="1161301"/>
                  </a:lnTo>
                  <a:lnTo>
                    <a:pt x="601177" y="1114305"/>
                  </a:lnTo>
                  <a:lnTo>
                    <a:pt x="613248" y="1064579"/>
                  </a:lnTo>
                  <a:lnTo>
                    <a:pt x="625466" y="1012567"/>
                  </a:lnTo>
                  <a:lnTo>
                    <a:pt x="637787" y="958715"/>
                  </a:lnTo>
                  <a:lnTo>
                    <a:pt x="650167" y="903468"/>
                  </a:lnTo>
                  <a:lnTo>
                    <a:pt x="662563" y="847272"/>
                  </a:lnTo>
                  <a:lnTo>
                    <a:pt x="674930" y="790572"/>
                  </a:lnTo>
                  <a:lnTo>
                    <a:pt x="687226" y="733812"/>
                  </a:lnTo>
                  <a:lnTo>
                    <a:pt x="699407" y="677440"/>
                  </a:lnTo>
                  <a:lnTo>
                    <a:pt x="711428" y="621899"/>
                  </a:lnTo>
                  <a:lnTo>
                    <a:pt x="723247" y="567635"/>
                  </a:lnTo>
                  <a:lnTo>
                    <a:pt x="734820" y="515093"/>
                  </a:lnTo>
                  <a:lnTo>
                    <a:pt x="746103" y="464719"/>
                  </a:lnTo>
                  <a:lnTo>
                    <a:pt x="757052" y="416958"/>
                  </a:lnTo>
                  <a:lnTo>
                    <a:pt x="767623" y="372255"/>
                  </a:lnTo>
                  <a:lnTo>
                    <a:pt x="777774" y="331056"/>
                  </a:lnTo>
                  <a:lnTo>
                    <a:pt x="787460" y="293805"/>
                  </a:lnTo>
                  <a:lnTo>
                    <a:pt x="825426" y="167569"/>
                  </a:lnTo>
                  <a:lnTo>
                    <a:pt x="850134" y="98718"/>
                  </a:lnTo>
                  <a:lnTo>
                    <a:pt x="871825" y="50966"/>
                  </a:lnTo>
                  <a:lnTo>
                    <a:pt x="910402" y="5037"/>
                  </a:lnTo>
                  <a:lnTo>
                    <a:pt x="929411" y="0"/>
                  </a:lnTo>
                  <a:lnTo>
                    <a:pt x="948056" y="2221"/>
                  </a:lnTo>
                  <a:lnTo>
                    <a:pt x="984230" y="36695"/>
                  </a:lnTo>
                  <a:lnTo>
                    <a:pt x="1004217" y="76973"/>
                  </a:lnTo>
                  <a:lnTo>
                    <a:pt x="1027111" y="137960"/>
                  </a:lnTo>
                  <a:lnTo>
                    <a:pt x="1054140" y="223670"/>
                  </a:lnTo>
                  <a:lnTo>
                    <a:pt x="1073090" y="292831"/>
                  </a:lnTo>
                  <a:lnTo>
                    <a:pt x="1083410" y="333825"/>
                  </a:lnTo>
                  <a:lnTo>
                    <a:pt x="1094213" y="378450"/>
                  </a:lnTo>
                  <a:lnTo>
                    <a:pt x="1105438" y="426226"/>
                  </a:lnTo>
                  <a:lnTo>
                    <a:pt x="1117025" y="476670"/>
                  </a:lnTo>
                  <a:lnTo>
                    <a:pt x="1128914" y="529299"/>
                  </a:lnTo>
                  <a:lnTo>
                    <a:pt x="1141044" y="583631"/>
                  </a:lnTo>
                  <a:lnTo>
                    <a:pt x="1153356" y="639184"/>
                  </a:lnTo>
                  <a:lnTo>
                    <a:pt x="1165788" y="695476"/>
                  </a:lnTo>
                  <a:lnTo>
                    <a:pt x="1178281" y="752024"/>
                  </a:lnTo>
                  <a:lnTo>
                    <a:pt x="1190773" y="808346"/>
                  </a:lnTo>
                  <a:lnTo>
                    <a:pt x="1203206" y="863959"/>
                  </a:lnTo>
                  <a:lnTo>
                    <a:pt x="1215518" y="918382"/>
                  </a:lnTo>
                  <a:lnTo>
                    <a:pt x="1227648" y="971132"/>
                  </a:lnTo>
                  <a:lnTo>
                    <a:pt x="1239538" y="1021727"/>
                  </a:lnTo>
                  <a:lnTo>
                    <a:pt x="1251125" y="1069685"/>
                  </a:lnTo>
                  <a:lnTo>
                    <a:pt x="1262351" y="1114522"/>
                  </a:lnTo>
                  <a:lnTo>
                    <a:pt x="1273154" y="1155758"/>
                  </a:lnTo>
                  <a:lnTo>
                    <a:pt x="1283475" y="1192909"/>
                  </a:lnTo>
                  <a:lnTo>
                    <a:pt x="1304970" y="1265906"/>
                  </a:lnTo>
                  <a:lnTo>
                    <a:pt x="1325009" y="1330235"/>
                  </a:lnTo>
                  <a:lnTo>
                    <a:pt x="1343972" y="1386895"/>
                  </a:lnTo>
                  <a:lnTo>
                    <a:pt x="1362239" y="1436882"/>
                  </a:lnTo>
                  <a:lnTo>
                    <a:pt x="1380193" y="1481194"/>
                  </a:lnTo>
                  <a:lnTo>
                    <a:pt x="1398212" y="1520826"/>
                  </a:lnTo>
                  <a:lnTo>
                    <a:pt x="1416679" y="1556776"/>
                  </a:lnTo>
                  <a:lnTo>
                    <a:pt x="1435974" y="1590041"/>
                  </a:lnTo>
                  <a:lnTo>
                    <a:pt x="1496068" y="1668884"/>
                  </a:lnTo>
                  <a:lnTo>
                    <a:pt x="1537750" y="1701539"/>
                  </a:lnTo>
                  <a:lnTo>
                    <a:pt x="1580559" y="1723609"/>
                  </a:lnTo>
                  <a:lnTo>
                    <a:pt x="1623528" y="1739118"/>
                  </a:lnTo>
                  <a:lnTo>
                    <a:pt x="1665694" y="1752090"/>
                  </a:lnTo>
                  <a:lnTo>
                    <a:pt x="1726895" y="1761263"/>
                  </a:lnTo>
                  <a:lnTo>
                    <a:pt x="1794195" y="1760244"/>
                  </a:lnTo>
                  <a:lnTo>
                    <a:pt x="1848544" y="1755148"/>
                  </a:lnTo>
                  <a:lnTo>
                    <a:pt x="1870894" y="1752090"/>
                  </a:lnTo>
                </a:path>
              </a:pathLst>
            </a:custGeom>
            <a:ln w="57085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5">
              <a:extLst>
                <a:ext uri="{FF2B5EF4-FFF2-40B4-BE49-F238E27FC236}">
                  <a16:creationId xmlns:a16="http://schemas.microsoft.com/office/drawing/2014/main" id="{2F21CFCE-812C-B086-E383-88D9C965E2D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5744" y="5573683"/>
              <a:ext cx="394854" cy="1018308"/>
            </a:xfrm>
            <a:prstGeom prst="rect">
              <a:avLst/>
            </a:prstGeom>
          </p:spPr>
        </p:pic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945FFF2D-48F9-CF09-1444-2D7AF145AD7F}"/>
                </a:ext>
              </a:extLst>
            </p:cNvPr>
            <p:cNvSpPr/>
            <p:nvPr/>
          </p:nvSpPr>
          <p:spPr>
            <a:xfrm>
              <a:off x="4602594" y="5790046"/>
              <a:ext cx="635" cy="737235"/>
            </a:xfrm>
            <a:custGeom>
              <a:avLst/>
              <a:gdLst/>
              <a:ahLst/>
              <a:cxnLst/>
              <a:rect l="l" t="t" r="r" b="b"/>
              <a:pathLst>
                <a:path w="635" h="737234">
                  <a:moveTo>
                    <a:pt x="532" y="736661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7">
              <a:extLst>
                <a:ext uri="{FF2B5EF4-FFF2-40B4-BE49-F238E27FC236}">
                  <a16:creationId xmlns:a16="http://schemas.microsoft.com/office/drawing/2014/main" id="{5047B8E1-69D1-2B82-8F47-0D161A0109B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7185" y="5752285"/>
              <a:ext cx="170963" cy="170847"/>
            </a:xfrm>
            <a:prstGeom prst="rect">
              <a:avLst/>
            </a:prstGeom>
          </p:spPr>
        </p:pic>
        <p:pic>
          <p:nvPicPr>
            <p:cNvPr id="16" name="object 18">
              <a:extLst>
                <a:ext uri="{FF2B5EF4-FFF2-40B4-BE49-F238E27FC236}">
                  <a16:creationId xmlns:a16="http://schemas.microsoft.com/office/drawing/2014/main" id="{F8E4EA30-FEBF-DD57-0949-8594AC0F5F9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7392" y="4580313"/>
              <a:ext cx="394854" cy="2028304"/>
            </a:xfrm>
            <a:prstGeom prst="rect">
              <a:avLst/>
            </a:prstGeom>
          </p:spPr>
        </p:pic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A1E93E94-38E4-B151-61C5-4BDDB1337C62}"/>
                </a:ext>
              </a:extLst>
            </p:cNvPr>
            <p:cNvSpPr/>
            <p:nvPr/>
          </p:nvSpPr>
          <p:spPr>
            <a:xfrm>
              <a:off x="3263590" y="4793368"/>
              <a:ext cx="1905" cy="1751330"/>
            </a:xfrm>
            <a:custGeom>
              <a:avLst/>
              <a:gdLst/>
              <a:ahLst/>
              <a:cxnLst/>
              <a:rect l="l" t="t" r="r" b="b"/>
              <a:pathLst>
                <a:path w="1904" h="1751329">
                  <a:moveTo>
                    <a:pt x="1604" y="1751294"/>
                  </a:moveTo>
                  <a:lnTo>
                    <a:pt x="0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20">
              <a:extLst>
                <a:ext uri="{FF2B5EF4-FFF2-40B4-BE49-F238E27FC236}">
                  <a16:creationId xmlns:a16="http://schemas.microsoft.com/office/drawing/2014/main" id="{E49F32B6-D451-4B77-F792-98BC661EBCD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78206" y="4755616"/>
              <a:ext cx="170971" cy="170859"/>
            </a:xfrm>
            <a:prstGeom prst="rect">
              <a:avLst/>
            </a:prstGeom>
          </p:spPr>
        </p:pic>
        <p:pic>
          <p:nvPicPr>
            <p:cNvPr id="20" name="object 21">
              <a:extLst>
                <a:ext uri="{FF2B5EF4-FFF2-40B4-BE49-F238E27FC236}">
                  <a16:creationId xmlns:a16="http://schemas.microsoft.com/office/drawing/2014/main" id="{9F910829-0E3C-9CF8-9DE7-E17BC94E564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6662" y="5573683"/>
              <a:ext cx="394854" cy="1055716"/>
            </a:xfrm>
            <a:prstGeom prst="rect">
              <a:avLst/>
            </a:prstGeom>
          </p:spPr>
        </p:pic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05A6A7DB-2EF2-7A1D-2382-B2BE9E45B324}"/>
                </a:ext>
              </a:extLst>
            </p:cNvPr>
            <p:cNvSpPr/>
            <p:nvPr/>
          </p:nvSpPr>
          <p:spPr>
            <a:xfrm>
              <a:off x="2546845" y="5790114"/>
              <a:ext cx="8890" cy="772795"/>
            </a:xfrm>
            <a:custGeom>
              <a:avLst/>
              <a:gdLst/>
              <a:ahLst/>
              <a:cxnLst/>
              <a:rect l="l" t="t" r="r" b="b"/>
              <a:pathLst>
                <a:path w="8889" h="772795">
                  <a:moveTo>
                    <a:pt x="0" y="772505"/>
                  </a:moveTo>
                  <a:lnTo>
                    <a:pt x="8324" y="0"/>
                  </a:lnTo>
                </a:path>
              </a:pathLst>
            </a:custGeom>
            <a:ln w="38061">
              <a:solidFill>
                <a:srgbClr val="FF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3">
              <a:extLst>
                <a:ext uri="{FF2B5EF4-FFF2-40B4-BE49-F238E27FC236}">
                  <a16:creationId xmlns:a16="http://schemas.microsoft.com/office/drawing/2014/main" id="{90A6B2A8-0C2A-5853-F09E-1CAB5FDB2B2E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68481" y="5752354"/>
              <a:ext cx="170959" cy="171530"/>
            </a:xfrm>
            <a:prstGeom prst="rect">
              <a:avLst/>
            </a:prstGeom>
          </p:spPr>
        </p:pic>
      </p:grpSp>
      <p:sp>
        <p:nvSpPr>
          <p:cNvPr id="23" name="object 24">
            <a:extLst>
              <a:ext uri="{FF2B5EF4-FFF2-40B4-BE49-F238E27FC236}">
                <a16:creationId xmlns:a16="http://schemas.microsoft.com/office/drawing/2014/main" id="{B4920F34-2F5E-79ED-818C-3F57D07C21D6}"/>
              </a:ext>
            </a:extLst>
          </p:cNvPr>
          <p:cNvSpPr txBox="1"/>
          <p:nvPr/>
        </p:nvSpPr>
        <p:spPr>
          <a:xfrm>
            <a:off x="3469006" y="5825596"/>
            <a:ext cx="42862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solidFill>
                  <a:srgbClr val="FF6C00"/>
                </a:solidFill>
                <a:latin typeface="Arial MT"/>
                <a:cs typeface="Arial MT"/>
              </a:rPr>
              <a:t>2</a:t>
            </a:r>
            <a:endParaRPr sz="2400" baseline="-20833">
              <a:latin typeface="Arial MT"/>
              <a:cs typeface="Arial MT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3F059F07-CFCD-51E9-C43F-E6D9CD17D27E}"/>
              </a:ext>
            </a:extLst>
          </p:cNvPr>
          <p:cNvSpPr txBox="1"/>
          <p:nvPr/>
        </p:nvSpPr>
        <p:spPr>
          <a:xfrm>
            <a:off x="1426837" y="1454434"/>
            <a:ext cx="8688705" cy="37655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5400" marR="17780">
              <a:lnSpc>
                <a:spcPts val="3300"/>
              </a:lnSpc>
              <a:spcBef>
                <a:spcPts val="254"/>
              </a:spcBef>
            </a:pPr>
            <a:r>
              <a:rPr sz="2800" spc="80" dirty="0">
                <a:solidFill>
                  <a:srgbClr val="2B2728"/>
                </a:solidFill>
                <a:latin typeface="Arial MT"/>
                <a:cs typeface="Arial MT"/>
              </a:rPr>
              <a:t>Without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observing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image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85" dirty="0">
                <a:solidFill>
                  <a:srgbClr val="2B2728"/>
                </a:solidFill>
                <a:latin typeface="Arial MT"/>
                <a:cs typeface="Arial MT"/>
              </a:rPr>
              <a:t>content,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what’s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probability</a:t>
            </a:r>
            <a:r>
              <a:rPr sz="2800" spc="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it’s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from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2B2728"/>
                </a:solidFill>
                <a:latin typeface="Arial MT"/>
                <a:cs typeface="Arial MT"/>
              </a:rPr>
              <a:t>k?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B0007E"/>
                </a:solidFill>
                <a:latin typeface="Arial MT"/>
                <a:cs typeface="Arial MT"/>
              </a:rPr>
              <a:t>(e.g.,</a:t>
            </a:r>
            <a:r>
              <a:rPr sz="1800" spc="2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prob.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90" dirty="0">
                <a:solidFill>
                  <a:srgbClr val="B0007E"/>
                </a:solidFill>
                <a:latin typeface="Arial MT"/>
                <a:cs typeface="Arial MT"/>
              </a:rPr>
              <a:t>of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seeing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“clouds”</a:t>
            </a:r>
            <a:r>
              <a:rPr sz="1800" spc="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image)</a:t>
            </a:r>
            <a:endParaRPr sz="1800" dirty="0">
              <a:latin typeface="Arial MT"/>
              <a:cs typeface="Arial MT"/>
            </a:endParaRPr>
          </a:p>
          <a:p>
            <a:pPr marL="2646680">
              <a:lnSpc>
                <a:spcPts val="4195"/>
              </a:lnSpc>
              <a:tabLst>
                <a:tab pos="3542029" algn="l"/>
              </a:tabLst>
            </a:pPr>
            <a:r>
              <a:rPr sz="3550" i="1" spc="50" dirty="0">
                <a:latin typeface="Cambria"/>
                <a:cs typeface="Cambria"/>
              </a:rPr>
              <a:t>p</a:t>
            </a:r>
            <a:r>
              <a:rPr sz="3550" spc="50" dirty="0">
                <a:latin typeface="Cambria"/>
                <a:cs typeface="Cambria"/>
              </a:rPr>
              <a:t>(</a:t>
            </a:r>
            <a:r>
              <a:rPr sz="3550" i="1" spc="50" dirty="0">
                <a:latin typeface="Cambria"/>
                <a:cs typeface="Cambria"/>
              </a:rPr>
              <a:t>z</a:t>
            </a:r>
            <a:r>
              <a:rPr sz="3750" i="1" spc="75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15" dirty="0">
                <a:latin typeface="Cambria"/>
                <a:cs typeface="Cambria"/>
              </a:rPr>
              <a:t> </a:t>
            </a:r>
            <a:r>
              <a:rPr sz="3550" i="1" spc="110" dirty="0">
                <a:latin typeface="Cambria"/>
                <a:cs typeface="Cambria"/>
              </a:rPr>
              <a:t>k</a:t>
            </a:r>
            <a:r>
              <a:rPr sz="3550" spc="110" dirty="0">
                <a:latin typeface="Cambria"/>
                <a:cs typeface="Cambria"/>
              </a:rPr>
              <a:t>)</a:t>
            </a:r>
            <a:r>
              <a:rPr sz="3550" spc="220" dirty="0">
                <a:latin typeface="Cambria"/>
                <a:cs typeface="Cambria"/>
              </a:rPr>
              <a:t> 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0" dirty="0">
                <a:latin typeface="Cambria"/>
                <a:cs typeface="Cambria"/>
              </a:rPr>
              <a:t> </a:t>
            </a:r>
            <a:r>
              <a:rPr sz="3550" spc="250" dirty="0">
                <a:latin typeface="Cambria"/>
                <a:cs typeface="Cambria"/>
              </a:rPr>
              <a:t>⇡</a:t>
            </a:r>
            <a:r>
              <a:rPr sz="3750" i="1" spc="375" baseline="-12222" dirty="0">
                <a:latin typeface="Georgia"/>
                <a:cs typeface="Georgia"/>
              </a:rPr>
              <a:t>k</a:t>
            </a:r>
            <a:endParaRPr sz="3750" baseline="-12222" dirty="0">
              <a:latin typeface="Georgia"/>
              <a:cs typeface="Georgia"/>
            </a:endParaRPr>
          </a:p>
          <a:p>
            <a:pPr marL="25400" marR="638810">
              <a:lnSpc>
                <a:spcPts val="3320"/>
              </a:lnSpc>
              <a:spcBef>
                <a:spcPts val="3444"/>
              </a:spcBef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Given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observation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x</a:t>
            </a:r>
            <a:r>
              <a:rPr sz="2775" baseline="-21021" dirty="0">
                <a:solidFill>
                  <a:srgbClr val="2B2728"/>
                </a:solidFill>
                <a:latin typeface="Arial MT"/>
                <a:cs typeface="Arial MT"/>
              </a:rPr>
              <a:t>i</a:t>
            </a:r>
            <a:r>
              <a:rPr sz="2775" spc="472" baseline="-21021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is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from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k,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what’s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seeing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x</a:t>
            </a:r>
            <a:r>
              <a:rPr sz="2775" baseline="-21021" dirty="0">
                <a:solidFill>
                  <a:srgbClr val="2B2728"/>
                </a:solidFill>
                <a:latin typeface="Arial MT"/>
                <a:cs typeface="Arial MT"/>
              </a:rPr>
              <a:t>i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?</a:t>
            </a:r>
            <a:r>
              <a:rPr sz="28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B0007E"/>
                </a:solidFill>
                <a:latin typeface="Arial MT"/>
                <a:cs typeface="Arial MT"/>
              </a:rPr>
              <a:t>(e.g.,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just</a:t>
            </a:r>
            <a:r>
              <a:rPr sz="18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B0007E"/>
                </a:solidFill>
                <a:latin typeface="Arial MT"/>
                <a:cs typeface="Arial MT"/>
              </a:rPr>
              <a:t>look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at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distribution</a:t>
            </a:r>
            <a:r>
              <a:rPr sz="1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75" dirty="0">
                <a:solidFill>
                  <a:srgbClr val="B0007E"/>
                </a:solidFill>
                <a:latin typeface="Arial MT"/>
                <a:cs typeface="Arial MT"/>
              </a:rPr>
              <a:t>for</a:t>
            </a:r>
            <a:r>
              <a:rPr sz="18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“clouds”)</a:t>
            </a:r>
            <a:endParaRPr sz="1800" dirty="0">
              <a:latin typeface="Arial MT"/>
              <a:cs typeface="Arial MT"/>
            </a:endParaRPr>
          </a:p>
          <a:p>
            <a:pPr marL="577215">
              <a:lnSpc>
                <a:spcPct val="100000"/>
              </a:lnSpc>
              <a:spcBef>
                <a:spcPts val="235"/>
              </a:spcBef>
              <a:tabLst>
                <a:tab pos="1520825" algn="l"/>
                <a:tab pos="2263140" algn="l"/>
              </a:tabLst>
            </a:pPr>
            <a:r>
              <a:rPr sz="3550" spc="90" dirty="0">
                <a:latin typeface="Cambria"/>
                <a:cs typeface="Cambria"/>
              </a:rPr>
              <a:t>p(x</a:t>
            </a:r>
            <a:r>
              <a:rPr sz="3750" i="1" spc="135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i="1" dirty="0">
                <a:latin typeface="Times New Roman"/>
                <a:cs typeface="Times New Roman"/>
              </a:rPr>
              <a:t>|</a:t>
            </a:r>
            <a:r>
              <a:rPr sz="3550" i="1" spc="114" dirty="0">
                <a:latin typeface="Times New Roman"/>
                <a:cs typeface="Times New Roman"/>
              </a:rPr>
              <a:t> </a:t>
            </a:r>
            <a:r>
              <a:rPr sz="3550" spc="125" dirty="0">
                <a:latin typeface="Cambria"/>
                <a:cs typeface="Cambria"/>
              </a:rPr>
              <a:t>z</a:t>
            </a:r>
            <a:r>
              <a:rPr sz="3750" i="1" spc="187" baseline="-12222" dirty="0">
                <a:latin typeface="Georgia"/>
                <a:cs typeface="Georgia"/>
              </a:rPr>
              <a:t>i</a:t>
            </a:r>
            <a:r>
              <a:rPr sz="3750" i="1" baseline="-12222" dirty="0">
                <a:latin typeface="Georgia"/>
                <a:cs typeface="Georgia"/>
              </a:rPr>
              <a:t>	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0" dirty="0">
                <a:latin typeface="Cambria"/>
                <a:cs typeface="Cambria"/>
              </a:rPr>
              <a:t> </a:t>
            </a:r>
            <a:r>
              <a:rPr sz="3550" spc="180" dirty="0">
                <a:latin typeface="Cambria"/>
                <a:cs typeface="Cambria"/>
              </a:rPr>
              <a:t>k,</a:t>
            </a:r>
            <a:r>
              <a:rPr sz="3550" spc="-175" dirty="0">
                <a:latin typeface="Cambria"/>
                <a:cs typeface="Cambria"/>
              </a:rPr>
              <a:t> </a:t>
            </a:r>
            <a:r>
              <a:rPr sz="3550" spc="305" dirty="0">
                <a:latin typeface="Cambria"/>
                <a:cs typeface="Cambria"/>
              </a:rPr>
              <a:t>µ</a:t>
            </a:r>
            <a:r>
              <a:rPr sz="3750" i="1" spc="457" baseline="-12222" dirty="0">
                <a:latin typeface="Georgia"/>
                <a:cs typeface="Georgia"/>
              </a:rPr>
              <a:t>k</a:t>
            </a:r>
            <a:r>
              <a:rPr sz="3550" spc="305" dirty="0">
                <a:latin typeface="Cambria"/>
                <a:cs typeface="Cambria"/>
              </a:rPr>
              <a:t>,</a:t>
            </a:r>
            <a:r>
              <a:rPr sz="3550" spc="-180" dirty="0">
                <a:latin typeface="Cambria"/>
                <a:cs typeface="Cambria"/>
              </a:rPr>
              <a:t> </a:t>
            </a:r>
            <a:r>
              <a:rPr sz="3550" spc="350" dirty="0">
                <a:latin typeface="Cambria"/>
                <a:cs typeface="Cambria"/>
              </a:rPr>
              <a:t>⌃</a:t>
            </a:r>
            <a:r>
              <a:rPr sz="3750" i="1" spc="525" baseline="-12222" dirty="0">
                <a:latin typeface="Georgia"/>
                <a:cs typeface="Georgia"/>
              </a:rPr>
              <a:t>k</a:t>
            </a:r>
            <a:r>
              <a:rPr sz="3550" spc="350" dirty="0">
                <a:latin typeface="Cambria"/>
                <a:cs typeface="Cambria"/>
              </a:rPr>
              <a:t>)</a:t>
            </a:r>
            <a:r>
              <a:rPr sz="3550" spc="225" dirty="0">
                <a:latin typeface="Cambria"/>
                <a:cs typeface="Cambria"/>
              </a:rPr>
              <a:t> </a:t>
            </a:r>
            <a:r>
              <a:rPr sz="3550" spc="800" dirty="0">
                <a:latin typeface="Cambria"/>
                <a:cs typeface="Cambria"/>
              </a:rPr>
              <a:t>=</a:t>
            </a:r>
            <a:r>
              <a:rPr sz="3550" spc="225" dirty="0">
                <a:latin typeface="Cambria"/>
                <a:cs typeface="Cambria"/>
              </a:rPr>
              <a:t> </a:t>
            </a:r>
            <a:r>
              <a:rPr sz="3550" spc="320" dirty="0">
                <a:latin typeface="Cambria"/>
                <a:cs typeface="Cambria"/>
              </a:rPr>
              <a:t>N(x</a:t>
            </a:r>
            <a:r>
              <a:rPr sz="3750" i="1" spc="480" baseline="-12222" dirty="0">
                <a:latin typeface="Georgia"/>
                <a:cs typeface="Georgia"/>
              </a:rPr>
              <a:t>i</a:t>
            </a:r>
            <a:r>
              <a:rPr sz="3550" i="1" spc="320" dirty="0">
                <a:latin typeface="Times New Roman"/>
                <a:cs typeface="Times New Roman"/>
              </a:rPr>
              <a:t>|</a:t>
            </a:r>
            <a:r>
              <a:rPr sz="3550" spc="320" dirty="0">
                <a:latin typeface="Cambria"/>
                <a:cs typeface="Cambria"/>
              </a:rPr>
              <a:t>µ</a:t>
            </a:r>
            <a:r>
              <a:rPr sz="3750" i="1" spc="480" baseline="-12222" dirty="0">
                <a:latin typeface="Georgia"/>
                <a:cs typeface="Georgia"/>
              </a:rPr>
              <a:t>k</a:t>
            </a:r>
            <a:r>
              <a:rPr sz="3550" spc="320" dirty="0">
                <a:latin typeface="Cambria"/>
                <a:cs typeface="Cambria"/>
              </a:rPr>
              <a:t>,</a:t>
            </a:r>
            <a:r>
              <a:rPr sz="3550" spc="-180" dirty="0">
                <a:latin typeface="Cambria"/>
                <a:cs typeface="Cambria"/>
              </a:rPr>
              <a:t> </a:t>
            </a:r>
            <a:r>
              <a:rPr sz="3550" spc="325" dirty="0">
                <a:latin typeface="Cambria"/>
                <a:cs typeface="Cambria"/>
              </a:rPr>
              <a:t>⌃</a:t>
            </a:r>
            <a:r>
              <a:rPr sz="3750" i="1" spc="487" baseline="-12222" dirty="0">
                <a:latin typeface="Georgia"/>
                <a:cs typeface="Georgia"/>
              </a:rPr>
              <a:t>k</a:t>
            </a:r>
            <a:r>
              <a:rPr sz="3550" spc="325" dirty="0">
                <a:latin typeface="Cambria"/>
                <a:cs typeface="Cambria"/>
              </a:rPr>
              <a:t>)</a:t>
            </a:r>
            <a:endParaRPr sz="3550" dirty="0">
              <a:latin typeface="Cambria"/>
              <a:cs typeface="Cambria"/>
            </a:endParaRPr>
          </a:p>
          <a:p>
            <a:pPr marL="2817495">
              <a:lnSpc>
                <a:spcPct val="100000"/>
              </a:lnSpc>
              <a:spcBef>
                <a:spcPts val="1035"/>
              </a:spcBef>
            </a:pPr>
            <a:r>
              <a:rPr sz="24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solidFill>
                  <a:srgbClr val="FF6C00"/>
                </a:solidFill>
                <a:latin typeface="Arial MT"/>
                <a:cs typeface="Arial MT"/>
              </a:rPr>
              <a:t>1</a:t>
            </a:r>
            <a:endParaRPr sz="2400" baseline="-20833" dirty="0">
              <a:latin typeface="Arial MT"/>
              <a:cs typeface="Arial MT"/>
            </a:endParaRPr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BE4FD60A-011D-CA03-5686-7466DF62D406}"/>
              </a:ext>
            </a:extLst>
          </p:cNvPr>
          <p:cNvSpPr txBox="1"/>
          <p:nvPr/>
        </p:nvSpPr>
        <p:spPr>
          <a:xfrm>
            <a:off x="5507635" y="5771736"/>
            <a:ext cx="42799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2400" spc="-37" baseline="-20833" dirty="0">
                <a:solidFill>
                  <a:srgbClr val="FF6C00"/>
                </a:solidFill>
                <a:latin typeface="Arial MT"/>
                <a:cs typeface="Arial MT"/>
              </a:rPr>
              <a:t>3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26" name="object 27">
            <a:extLst>
              <a:ext uri="{FF2B5EF4-FFF2-40B4-BE49-F238E27FC236}">
                <a16:creationId xmlns:a16="http://schemas.microsoft.com/office/drawing/2014/main" id="{B4758445-E5BE-B83D-DA7C-68E06F52D2A3}"/>
              </a:ext>
            </a:extLst>
          </p:cNvPr>
          <p:cNvGrpSpPr/>
          <p:nvPr/>
        </p:nvGrpSpPr>
        <p:grpSpPr>
          <a:xfrm>
            <a:off x="4981310" y="2240094"/>
            <a:ext cx="4189729" cy="4801235"/>
            <a:chOff x="3848785" y="1812175"/>
            <a:chExt cx="4189729" cy="4801235"/>
          </a:xfrm>
        </p:grpSpPr>
        <p:pic>
          <p:nvPicPr>
            <p:cNvPr id="27" name="object 28">
              <a:extLst>
                <a:ext uri="{FF2B5EF4-FFF2-40B4-BE49-F238E27FC236}">
                  <a16:creationId xmlns:a16="http://schemas.microsoft.com/office/drawing/2014/main" id="{91FBB3E2-B0F0-3935-D815-117AE8AD0E74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38952" y="4576533"/>
              <a:ext cx="1605330" cy="1202218"/>
            </a:xfrm>
            <a:prstGeom prst="rect">
              <a:avLst/>
            </a:prstGeom>
          </p:spPr>
        </p:pic>
        <p:pic>
          <p:nvPicPr>
            <p:cNvPr id="28" name="object 29">
              <a:extLst>
                <a:ext uri="{FF2B5EF4-FFF2-40B4-BE49-F238E27FC236}">
                  <a16:creationId xmlns:a16="http://schemas.microsoft.com/office/drawing/2014/main" id="{4A8FF7A3-18EA-68E4-1124-2E142E29AD1B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89641" y="6321089"/>
              <a:ext cx="390017" cy="292083"/>
            </a:xfrm>
            <a:prstGeom prst="rect">
              <a:avLst/>
            </a:prstGeom>
          </p:spPr>
        </p:pic>
        <p:pic>
          <p:nvPicPr>
            <p:cNvPr id="29" name="object 30">
              <a:extLst>
                <a:ext uri="{FF2B5EF4-FFF2-40B4-BE49-F238E27FC236}">
                  <a16:creationId xmlns:a16="http://schemas.microsoft.com/office/drawing/2014/main" id="{5E3E031C-A4EC-CF2D-6187-1D173169051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8785" y="4971012"/>
              <a:ext cx="1808022" cy="1571104"/>
            </a:xfrm>
            <a:prstGeom prst="rect">
              <a:avLst/>
            </a:prstGeom>
          </p:spPr>
        </p:pic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30C52B5C-27E9-9EB2-C813-D7B4B6AC956F}"/>
                </a:ext>
              </a:extLst>
            </p:cNvPr>
            <p:cNvSpPr/>
            <p:nvPr/>
          </p:nvSpPr>
          <p:spPr>
            <a:xfrm>
              <a:off x="4117580" y="5022119"/>
              <a:ext cx="1490345" cy="1166495"/>
            </a:xfrm>
            <a:custGeom>
              <a:avLst/>
              <a:gdLst/>
              <a:ahLst/>
              <a:cxnLst/>
              <a:rect l="l" t="t" r="r" b="b"/>
              <a:pathLst>
                <a:path w="1490345" h="1166495">
                  <a:moveTo>
                    <a:pt x="1489864" y="106342"/>
                  </a:moveTo>
                  <a:lnTo>
                    <a:pt x="1294604" y="72217"/>
                  </a:lnTo>
                  <a:lnTo>
                    <a:pt x="1101721" y="41267"/>
                  </a:lnTo>
                  <a:lnTo>
                    <a:pt x="915987" y="16665"/>
                  </a:lnTo>
                  <a:lnTo>
                    <a:pt x="739774" y="1587"/>
                  </a:lnTo>
                  <a:lnTo>
                    <a:pt x="576262" y="0"/>
                  </a:lnTo>
                  <a:lnTo>
                    <a:pt x="500856" y="5555"/>
                  </a:lnTo>
                  <a:lnTo>
                    <a:pt x="429418" y="15078"/>
                  </a:lnTo>
                  <a:lnTo>
                    <a:pt x="362743" y="29363"/>
                  </a:lnTo>
                  <a:lnTo>
                    <a:pt x="301625" y="49203"/>
                  </a:lnTo>
                  <a:lnTo>
                    <a:pt x="245269" y="74598"/>
                  </a:lnTo>
                  <a:lnTo>
                    <a:pt x="196056" y="106342"/>
                  </a:lnTo>
                  <a:lnTo>
                    <a:pt x="153193" y="149990"/>
                  </a:lnTo>
                  <a:lnTo>
                    <a:pt x="116680" y="207923"/>
                  </a:lnTo>
                  <a:lnTo>
                    <a:pt x="86518" y="278553"/>
                  </a:lnTo>
                  <a:lnTo>
                    <a:pt x="61912" y="359500"/>
                  </a:lnTo>
                  <a:lnTo>
                    <a:pt x="42068" y="447590"/>
                  </a:lnTo>
                  <a:lnTo>
                    <a:pt x="26987" y="541234"/>
                  </a:lnTo>
                  <a:lnTo>
                    <a:pt x="7937" y="734873"/>
                  </a:lnTo>
                  <a:lnTo>
                    <a:pt x="3174" y="829311"/>
                  </a:lnTo>
                  <a:lnTo>
                    <a:pt x="793" y="918988"/>
                  </a:lnTo>
                  <a:lnTo>
                    <a:pt x="0" y="1001519"/>
                  </a:lnTo>
                  <a:lnTo>
                    <a:pt x="793" y="1074531"/>
                  </a:lnTo>
                  <a:lnTo>
                    <a:pt x="1587" y="1135637"/>
                  </a:lnTo>
                  <a:lnTo>
                    <a:pt x="2983" y="1166349"/>
                  </a:lnTo>
                </a:path>
              </a:pathLst>
            </a:custGeom>
            <a:ln w="57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5D3A168F-E8B9-1D00-95B7-789935BDB53D}"/>
                </a:ext>
              </a:extLst>
            </p:cNvPr>
            <p:cNvSpPr/>
            <p:nvPr/>
          </p:nvSpPr>
          <p:spPr>
            <a:xfrm>
              <a:off x="3984859" y="5984422"/>
              <a:ext cx="256540" cy="260985"/>
            </a:xfrm>
            <a:custGeom>
              <a:avLst/>
              <a:gdLst/>
              <a:ahLst/>
              <a:cxnLst/>
              <a:rect l="l" t="t" r="r" b="b"/>
              <a:pathLst>
                <a:path w="256539" h="260985">
                  <a:moveTo>
                    <a:pt x="23182" y="9403"/>
                  </a:moveTo>
                  <a:lnTo>
                    <a:pt x="12630" y="13547"/>
                  </a:lnTo>
                  <a:lnTo>
                    <a:pt x="4518" y="21458"/>
                  </a:lnTo>
                  <a:lnTo>
                    <a:pt x="215" y="31518"/>
                  </a:lnTo>
                  <a:lnTo>
                    <a:pt x="15" y="41695"/>
                  </a:lnTo>
                  <a:lnTo>
                    <a:pt x="0" y="42457"/>
                  </a:lnTo>
                  <a:lnTo>
                    <a:pt x="4146" y="53006"/>
                  </a:lnTo>
                  <a:lnTo>
                    <a:pt x="138283" y="260634"/>
                  </a:lnTo>
                  <a:lnTo>
                    <a:pt x="197594" y="147467"/>
                  </a:lnTo>
                  <a:lnTo>
                    <a:pt x="133140" y="147467"/>
                  </a:lnTo>
                  <a:lnTo>
                    <a:pt x="52101" y="22036"/>
                  </a:lnTo>
                  <a:lnTo>
                    <a:pt x="44185" y="13921"/>
                  </a:lnTo>
                  <a:lnTo>
                    <a:pt x="34123" y="9619"/>
                  </a:lnTo>
                  <a:lnTo>
                    <a:pt x="23182" y="9403"/>
                  </a:lnTo>
                  <a:close/>
                </a:path>
                <a:path w="256539" h="260985">
                  <a:moveTo>
                    <a:pt x="230103" y="0"/>
                  </a:moveTo>
                  <a:lnTo>
                    <a:pt x="219227" y="1207"/>
                  </a:lnTo>
                  <a:lnTo>
                    <a:pt x="209599" y="6404"/>
                  </a:lnTo>
                  <a:lnTo>
                    <a:pt x="202457" y="15203"/>
                  </a:lnTo>
                  <a:lnTo>
                    <a:pt x="133140" y="147467"/>
                  </a:lnTo>
                  <a:lnTo>
                    <a:pt x="197594" y="147467"/>
                  </a:lnTo>
                  <a:lnTo>
                    <a:pt x="253028" y="41695"/>
                  </a:lnTo>
                  <a:lnTo>
                    <a:pt x="256196" y="30815"/>
                  </a:lnTo>
                  <a:lnTo>
                    <a:pt x="254985" y="19940"/>
                  </a:lnTo>
                  <a:lnTo>
                    <a:pt x="249786" y="10312"/>
                  </a:lnTo>
                  <a:lnTo>
                    <a:pt x="240988" y="3169"/>
                  </a:lnTo>
                  <a:lnTo>
                    <a:pt x="2301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>
              <a:extLst>
                <a:ext uri="{FF2B5EF4-FFF2-40B4-BE49-F238E27FC236}">
                  <a16:creationId xmlns:a16="http://schemas.microsoft.com/office/drawing/2014/main" id="{32FB7270-6C61-7F23-0117-5CE1B8E1E62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68584" y="1812175"/>
              <a:ext cx="3769817" cy="3902824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E678170-33D5-E3DD-14A7-4F16621B1052}"/>
                </a:ext>
              </a:extLst>
            </p:cNvPr>
            <p:cNvSpPr/>
            <p:nvPr/>
          </p:nvSpPr>
          <p:spPr>
            <a:xfrm>
              <a:off x="4568690" y="1843430"/>
              <a:ext cx="3394710" cy="3527425"/>
            </a:xfrm>
            <a:custGeom>
              <a:avLst/>
              <a:gdLst/>
              <a:ahLst/>
              <a:cxnLst/>
              <a:rect l="l" t="t" r="r" b="b"/>
              <a:pathLst>
                <a:path w="3394709" h="3527425">
                  <a:moveTo>
                    <a:pt x="3157790" y="0"/>
                  </a:moveTo>
                  <a:lnTo>
                    <a:pt x="3234781" y="326170"/>
                  </a:lnTo>
                  <a:lnTo>
                    <a:pt x="3304629" y="650752"/>
                  </a:lnTo>
                  <a:lnTo>
                    <a:pt x="3333999" y="811058"/>
                  </a:lnTo>
                  <a:lnTo>
                    <a:pt x="3358604" y="968191"/>
                  </a:lnTo>
                  <a:lnTo>
                    <a:pt x="3377654" y="1123736"/>
                  </a:lnTo>
                  <a:lnTo>
                    <a:pt x="3390351" y="1274523"/>
                  </a:lnTo>
                  <a:lnTo>
                    <a:pt x="3394327" y="1421334"/>
                  </a:lnTo>
                  <a:lnTo>
                    <a:pt x="3389562" y="1564181"/>
                  </a:lnTo>
                  <a:lnTo>
                    <a:pt x="3375277" y="1700685"/>
                  </a:lnTo>
                  <a:lnTo>
                    <a:pt x="3349873" y="1831626"/>
                  </a:lnTo>
                  <a:lnTo>
                    <a:pt x="3312571" y="1956225"/>
                  </a:lnTo>
                  <a:lnTo>
                    <a:pt x="3262562" y="2072883"/>
                  </a:lnTo>
                  <a:lnTo>
                    <a:pt x="3198268" y="2182401"/>
                  </a:lnTo>
                  <a:lnTo>
                    <a:pt x="3119689" y="2283188"/>
                  </a:lnTo>
                  <a:lnTo>
                    <a:pt x="3072057" y="2330011"/>
                  </a:lnTo>
                  <a:lnTo>
                    <a:pt x="3016494" y="2373658"/>
                  </a:lnTo>
                  <a:lnTo>
                    <a:pt x="2954588" y="2414129"/>
                  </a:lnTo>
                  <a:lnTo>
                    <a:pt x="2884739" y="2452223"/>
                  </a:lnTo>
                  <a:lnTo>
                    <a:pt x="2809326" y="2487930"/>
                  </a:lnTo>
                  <a:lnTo>
                    <a:pt x="2727570" y="2521269"/>
                  </a:lnTo>
                  <a:lnTo>
                    <a:pt x="2641059" y="2553011"/>
                  </a:lnTo>
                  <a:lnTo>
                    <a:pt x="2550561" y="2581576"/>
                  </a:lnTo>
                  <a:lnTo>
                    <a:pt x="2356101" y="2634751"/>
                  </a:lnTo>
                  <a:lnTo>
                    <a:pt x="2150521" y="2681575"/>
                  </a:lnTo>
                  <a:lnTo>
                    <a:pt x="1937000" y="2722835"/>
                  </a:lnTo>
                  <a:lnTo>
                    <a:pt x="1720302" y="2760928"/>
                  </a:lnTo>
                  <a:lnTo>
                    <a:pt x="1504403" y="2796645"/>
                  </a:lnTo>
                  <a:lnTo>
                    <a:pt x="1293269" y="2830774"/>
                  </a:lnTo>
                  <a:lnTo>
                    <a:pt x="1091656" y="2865691"/>
                  </a:lnTo>
                  <a:lnTo>
                    <a:pt x="904329" y="2901398"/>
                  </a:lnTo>
                  <a:lnTo>
                    <a:pt x="817017" y="2919656"/>
                  </a:lnTo>
                  <a:lnTo>
                    <a:pt x="735261" y="2939492"/>
                  </a:lnTo>
                  <a:lnTo>
                    <a:pt x="658267" y="2960127"/>
                  </a:lnTo>
                  <a:lnTo>
                    <a:pt x="588417" y="2981551"/>
                  </a:lnTo>
                  <a:lnTo>
                    <a:pt x="524123" y="3004563"/>
                  </a:lnTo>
                  <a:lnTo>
                    <a:pt x="467767" y="3028374"/>
                  </a:lnTo>
                  <a:lnTo>
                    <a:pt x="419348" y="3054562"/>
                  </a:lnTo>
                  <a:lnTo>
                    <a:pt x="378868" y="3082338"/>
                  </a:lnTo>
                  <a:lnTo>
                    <a:pt x="311399" y="3137891"/>
                  </a:lnTo>
                  <a:lnTo>
                    <a:pt x="252661" y="3191066"/>
                  </a:lnTo>
                  <a:lnTo>
                    <a:pt x="201861" y="3240266"/>
                  </a:lnTo>
                  <a:lnTo>
                    <a:pt x="158205" y="3287090"/>
                  </a:lnTo>
                  <a:lnTo>
                    <a:pt x="121692" y="3330737"/>
                  </a:lnTo>
                  <a:lnTo>
                    <a:pt x="90736" y="3371208"/>
                  </a:lnTo>
                  <a:lnTo>
                    <a:pt x="65336" y="3407713"/>
                  </a:lnTo>
                  <a:lnTo>
                    <a:pt x="44698" y="3441043"/>
                  </a:lnTo>
                  <a:lnTo>
                    <a:pt x="15330" y="3498183"/>
                  </a:lnTo>
                  <a:lnTo>
                    <a:pt x="0" y="3526819"/>
                  </a:lnTo>
                </a:path>
              </a:pathLst>
            </a:custGeom>
            <a:ln w="5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844F0ADB-7460-98AA-31B6-CC80A5A826F6}"/>
                </a:ext>
              </a:extLst>
            </p:cNvPr>
            <p:cNvSpPr/>
            <p:nvPr/>
          </p:nvSpPr>
          <p:spPr>
            <a:xfrm>
              <a:off x="4532921" y="5143601"/>
              <a:ext cx="233045" cy="276860"/>
            </a:xfrm>
            <a:custGeom>
              <a:avLst/>
              <a:gdLst/>
              <a:ahLst/>
              <a:cxnLst/>
              <a:rect l="l" t="t" r="r" b="b"/>
              <a:pathLst>
                <a:path w="233045" h="276860">
                  <a:moveTo>
                    <a:pt x="27482" y="0"/>
                  </a:moveTo>
                  <a:lnTo>
                    <a:pt x="16457" y="2651"/>
                  </a:lnTo>
                  <a:lnTo>
                    <a:pt x="7612" y="9096"/>
                  </a:lnTo>
                  <a:lnTo>
                    <a:pt x="1831" y="18384"/>
                  </a:lnTo>
                  <a:lnTo>
                    <a:pt x="0" y="29565"/>
                  </a:lnTo>
                  <a:lnTo>
                    <a:pt x="9029" y="276580"/>
                  </a:lnTo>
                  <a:lnTo>
                    <a:pt x="171512" y="176707"/>
                  </a:lnTo>
                  <a:lnTo>
                    <a:pt x="62509" y="176707"/>
                  </a:lnTo>
                  <a:lnTo>
                    <a:pt x="57124" y="29565"/>
                  </a:lnTo>
                  <a:lnTo>
                    <a:pt x="57048" y="27482"/>
                  </a:lnTo>
                  <a:lnTo>
                    <a:pt x="54402" y="16464"/>
                  </a:lnTo>
                  <a:lnTo>
                    <a:pt x="47956" y="7621"/>
                  </a:lnTo>
                  <a:lnTo>
                    <a:pt x="38665" y="1838"/>
                  </a:lnTo>
                  <a:lnTo>
                    <a:pt x="27482" y="0"/>
                  </a:lnTo>
                  <a:close/>
                </a:path>
                <a:path w="233045" h="276860">
                  <a:moveTo>
                    <a:pt x="200376" y="94593"/>
                  </a:moveTo>
                  <a:lnTo>
                    <a:pt x="189737" y="98501"/>
                  </a:lnTo>
                  <a:lnTo>
                    <a:pt x="62509" y="176707"/>
                  </a:lnTo>
                  <a:lnTo>
                    <a:pt x="171512" y="176707"/>
                  </a:lnTo>
                  <a:lnTo>
                    <a:pt x="219633" y="147129"/>
                  </a:lnTo>
                  <a:lnTo>
                    <a:pt x="227927" y="139400"/>
                  </a:lnTo>
                  <a:lnTo>
                    <a:pt x="232454" y="129439"/>
                  </a:lnTo>
                  <a:lnTo>
                    <a:pt x="232914" y="118509"/>
                  </a:lnTo>
                  <a:lnTo>
                    <a:pt x="229006" y="107873"/>
                  </a:lnTo>
                  <a:lnTo>
                    <a:pt x="221275" y="99579"/>
                  </a:lnTo>
                  <a:lnTo>
                    <a:pt x="211310" y="95053"/>
                  </a:lnTo>
                  <a:lnTo>
                    <a:pt x="200376" y="945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9FCD476-CF42-A549-9C9F-21CED870A4F7}"/>
                  </a:ext>
                </a:extLst>
              </p14:cNvPr>
              <p14:cNvContentPartPr/>
              <p14:nvPr/>
            </p14:nvContentPartPr>
            <p14:xfrm>
              <a:off x="5591893" y="6209620"/>
              <a:ext cx="180360" cy="3409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9FCD476-CF42-A549-9C9F-21CED870A4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81453" y="6199180"/>
                <a:ext cx="2016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5D88D6B-93D8-FF7E-5C52-46224DDE4F14}"/>
                  </a:ext>
                </a:extLst>
              </p14:cNvPr>
              <p14:cNvContentPartPr/>
              <p14:nvPr/>
            </p14:nvContentPartPr>
            <p14:xfrm>
              <a:off x="3369613" y="4633900"/>
              <a:ext cx="2676600" cy="1702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5D88D6B-93D8-FF7E-5C52-46224DDE4F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58813" y="4623100"/>
                <a:ext cx="2697840" cy="172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38D3F04-7606-AE87-09B8-35B2EBAB7171}"/>
                  </a:ext>
                </a:extLst>
              </p14:cNvPr>
              <p14:cNvContentPartPr/>
              <p14:nvPr/>
            </p14:nvContentPartPr>
            <p14:xfrm>
              <a:off x="10010533" y="2767300"/>
              <a:ext cx="1021680" cy="11084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38D3F04-7606-AE87-09B8-35B2EBAB717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000093" y="2756504"/>
                <a:ext cx="1042920" cy="1129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F3BD595-47C6-0FF0-6961-025A876B0A3D}"/>
                  </a:ext>
                </a:extLst>
              </p14:cNvPr>
              <p14:cNvContentPartPr/>
              <p14:nvPr/>
            </p14:nvContentPartPr>
            <p14:xfrm>
              <a:off x="6311893" y="4663780"/>
              <a:ext cx="2449080" cy="2122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F3BD595-47C6-0FF0-6961-025A876B0A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01093" y="4652980"/>
                <a:ext cx="2470320" cy="21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C6A3BFF-D9C1-C70C-43C4-A83A635ED983}"/>
                  </a:ext>
                </a:extLst>
              </p14:cNvPr>
              <p14:cNvContentPartPr/>
              <p14:nvPr/>
            </p14:nvContentPartPr>
            <p14:xfrm>
              <a:off x="9465493" y="2166820"/>
              <a:ext cx="1846440" cy="30106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C6A3BFF-D9C1-C70C-43C4-A83A635ED98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455053" y="2156020"/>
                <a:ext cx="1867680" cy="303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264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E978E-0ADA-FC0D-5FBA-6EAE82FF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FE56A73-C6EB-C81A-9C54-A44EA6EE7E6D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4017C9D8-D901-F2E2-4362-298B39E00AF8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FA729-EF9E-E126-BA24-CC8F214867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35" name="object 12">
            <a:extLst>
              <a:ext uri="{FF2B5EF4-FFF2-40B4-BE49-F238E27FC236}">
                <a16:creationId xmlns:a16="http://schemas.microsoft.com/office/drawing/2014/main" id="{6E3CB7EC-0484-FA5C-33B0-50BE584F111C}"/>
              </a:ext>
            </a:extLst>
          </p:cNvPr>
          <p:cNvSpPr txBox="1">
            <a:spLocks/>
          </p:cNvSpPr>
          <p:nvPr/>
        </p:nvSpPr>
        <p:spPr>
          <a:xfrm>
            <a:off x="3022600" y="2705814"/>
            <a:ext cx="6146800" cy="166433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ts val="4305"/>
              </a:lnSpc>
              <a:spcBef>
                <a:spcPts val="95"/>
              </a:spcBef>
            </a:pPr>
            <a:r>
              <a:rPr lang="en-US" sz="3600"/>
              <a:t>Part</a:t>
            </a:r>
            <a:r>
              <a:rPr lang="en-US" sz="3600" spc="-15"/>
              <a:t> </a:t>
            </a:r>
            <a:r>
              <a:rPr lang="en-US" sz="3600" spc="-25"/>
              <a:t>2a:</a:t>
            </a:r>
            <a:endParaRPr lang="en-US" sz="3600"/>
          </a:p>
          <a:p>
            <a:pPr marL="38100" marR="30480">
              <a:lnSpc>
                <a:spcPts val="4290"/>
              </a:lnSpc>
              <a:spcBef>
                <a:spcPts val="120"/>
              </a:spcBef>
            </a:pPr>
            <a:r>
              <a:rPr lang="en-US" sz="3600" spc="70"/>
              <a:t>Imagine</a:t>
            </a:r>
            <a:r>
              <a:rPr lang="en-US" sz="3600" spc="-75"/>
              <a:t> </a:t>
            </a:r>
            <a:r>
              <a:rPr lang="en-US" sz="3600" spc="160"/>
              <a:t>we</a:t>
            </a:r>
            <a:r>
              <a:rPr lang="en-US" sz="3600" spc="-75"/>
              <a:t> </a:t>
            </a:r>
            <a:r>
              <a:rPr lang="en-US" sz="3600" spc="125"/>
              <a:t>knew</a:t>
            </a:r>
            <a:r>
              <a:rPr lang="en-US" sz="3600" spc="-70"/>
              <a:t> </a:t>
            </a:r>
            <a:r>
              <a:rPr lang="en-US" sz="3600" spc="150"/>
              <a:t>the</a:t>
            </a:r>
            <a:r>
              <a:rPr lang="en-US" sz="3600" spc="-75"/>
              <a:t> </a:t>
            </a:r>
            <a:r>
              <a:rPr lang="en-US" sz="3600" spc="80"/>
              <a:t>cluster </a:t>
            </a:r>
            <a:r>
              <a:rPr lang="en-US" sz="3600"/>
              <a:t>(hard)</a:t>
            </a:r>
            <a:r>
              <a:rPr lang="en-US" sz="3600" spc="170"/>
              <a:t> </a:t>
            </a:r>
            <a:r>
              <a:rPr lang="en-US" sz="3600"/>
              <a:t>assignments</a:t>
            </a:r>
            <a:r>
              <a:rPr lang="en-US" sz="3600" spc="170"/>
              <a:t> </a:t>
            </a:r>
            <a:r>
              <a:rPr lang="en-US" sz="3600" spc="30"/>
              <a:t>z</a:t>
            </a:r>
            <a:r>
              <a:rPr lang="en-US" sz="3600" spc="44" baseline="-20833"/>
              <a:t>i</a:t>
            </a:r>
            <a:endParaRPr lang="en-US" sz="3600" baseline="-20833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96783A-319C-1595-7CE2-B551925CC408}"/>
                  </a:ext>
                </a:extLst>
              </p14:cNvPr>
              <p14:cNvContentPartPr/>
              <p14:nvPr/>
            </p14:nvContentPartPr>
            <p14:xfrm>
              <a:off x="2492293" y="2101660"/>
              <a:ext cx="7112520" cy="3031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96783A-319C-1595-7CE2-B551925CC4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1493" y="2090860"/>
                <a:ext cx="7133760" cy="30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DD7069-E41E-689A-A65B-3DE12C422542}"/>
                  </a:ext>
                </a:extLst>
              </p14:cNvPr>
              <p14:cNvContentPartPr/>
              <p14:nvPr/>
            </p14:nvContentPartPr>
            <p14:xfrm>
              <a:off x="3788653" y="3699700"/>
              <a:ext cx="4768200" cy="1185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DD7069-E41E-689A-A65B-3DE12C4225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8213" y="3689260"/>
                <a:ext cx="4789440" cy="12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145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A0A1-0CC4-5CFF-64B4-2404B409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28FCB93-F953-681A-98DD-5C19C3B81F93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C2C2A-86FE-95A1-9CFC-77F956935C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2354AE8-A964-A9C6-89F5-EAB82A95F63E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80">
                <a:solidFill>
                  <a:schemeClr val="bg1"/>
                </a:solidFill>
              </a:rPr>
              <a:t>Estimating</a:t>
            </a:r>
            <a:r>
              <a:rPr lang="en-US" spc="-85">
                <a:solidFill>
                  <a:schemeClr val="bg1"/>
                </a:solidFill>
              </a:rPr>
              <a:t> </a:t>
            </a:r>
            <a:r>
              <a:rPr lang="en-US" spc="110">
                <a:solidFill>
                  <a:schemeClr val="bg1"/>
                </a:solidFill>
              </a:rPr>
              <a:t>cluster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55">
                <a:solidFill>
                  <a:schemeClr val="bg1"/>
                </a:solidFill>
              </a:rPr>
              <a:t>parameters</a:t>
            </a:r>
            <a:endParaRPr lang="en-US" spc="55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9F94AC-C59B-BB1D-A924-D49ABD7A8EF4}"/>
              </a:ext>
            </a:extLst>
          </p:cNvPr>
          <p:cNvSpPr txBox="1"/>
          <p:nvPr/>
        </p:nvSpPr>
        <p:spPr>
          <a:xfrm>
            <a:off x="7904009" y="6054713"/>
            <a:ext cx="1268730" cy="608965"/>
          </a:xfrm>
          <a:prstGeom prst="rect">
            <a:avLst/>
          </a:prstGeom>
          <a:solidFill>
            <a:srgbClr val="C02690"/>
          </a:solidFill>
          <a:ln w="25370">
            <a:solidFill>
              <a:srgbClr val="941B6E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475"/>
              </a:spcBef>
            </a:pPr>
            <a:r>
              <a:rPr sz="3200" spc="65" dirty="0">
                <a:solidFill>
                  <a:srgbClr val="FFFFFF"/>
                </a:solidFill>
                <a:latin typeface="Arial MT"/>
                <a:cs typeface="Arial MT"/>
              </a:rPr>
              <a:t>NO!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0D1D995-6515-0CAD-8DB3-6E5128C8E9C4}"/>
              </a:ext>
            </a:extLst>
          </p:cNvPr>
          <p:cNvGrpSpPr/>
          <p:nvPr/>
        </p:nvGrpSpPr>
        <p:grpSpPr>
          <a:xfrm>
            <a:off x="4638832" y="3378263"/>
            <a:ext cx="6892288" cy="1493866"/>
            <a:chOff x="4638832" y="3378263"/>
            <a:chExt cx="6892288" cy="1493866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47546D-7729-6223-BB64-51A198FAA9EE}"/>
                </a:ext>
              </a:extLst>
            </p:cNvPr>
            <p:cNvSpPr/>
            <p:nvPr/>
          </p:nvSpPr>
          <p:spPr>
            <a:xfrm>
              <a:off x="4638832" y="3378263"/>
              <a:ext cx="6878435" cy="1493866"/>
            </a:xfrm>
            <a:custGeom>
              <a:avLst/>
              <a:gdLst/>
              <a:ahLst/>
              <a:cxnLst/>
              <a:rect l="l" t="t" r="r" b="b"/>
              <a:pathLst>
                <a:path w="3945890" h="1484629">
                  <a:moveTo>
                    <a:pt x="3945648" y="0"/>
                  </a:moveTo>
                  <a:lnTo>
                    <a:pt x="0" y="0"/>
                  </a:lnTo>
                  <a:lnTo>
                    <a:pt x="0" y="1484096"/>
                  </a:lnTo>
                  <a:lnTo>
                    <a:pt x="3945648" y="1484096"/>
                  </a:lnTo>
                  <a:lnTo>
                    <a:pt x="3945648" y="0"/>
                  </a:lnTo>
                  <a:close/>
                </a:path>
              </a:pathLst>
            </a:custGeom>
            <a:solidFill>
              <a:srgbClr val="C02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1260548-4841-C845-3F84-78E1CA3EEEE6}"/>
                </a:ext>
              </a:extLst>
            </p:cNvPr>
            <p:cNvSpPr/>
            <p:nvPr/>
          </p:nvSpPr>
          <p:spPr>
            <a:xfrm>
              <a:off x="4643449" y="3378263"/>
              <a:ext cx="6887671" cy="1484630"/>
            </a:xfrm>
            <a:custGeom>
              <a:avLst/>
              <a:gdLst/>
              <a:ahLst/>
              <a:cxnLst/>
              <a:rect l="l" t="t" r="r" b="b"/>
              <a:pathLst>
                <a:path w="3945890" h="1484629">
                  <a:moveTo>
                    <a:pt x="0" y="0"/>
                  </a:moveTo>
                  <a:lnTo>
                    <a:pt x="3945659" y="0"/>
                  </a:lnTo>
                  <a:lnTo>
                    <a:pt x="3945659" y="1484098"/>
                  </a:lnTo>
                  <a:lnTo>
                    <a:pt x="0" y="1484098"/>
                  </a:lnTo>
                  <a:lnTo>
                    <a:pt x="0" y="0"/>
                  </a:lnTo>
                  <a:close/>
                </a:path>
              </a:pathLst>
            </a:custGeom>
            <a:ln w="25369">
              <a:solidFill>
                <a:srgbClr val="941B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A2F0C7AC-9F01-225F-1671-3E6B73BC28A3}"/>
              </a:ext>
            </a:extLst>
          </p:cNvPr>
          <p:cNvSpPr txBox="1"/>
          <p:nvPr/>
        </p:nvSpPr>
        <p:spPr>
          <a:xfrm>
            <a:off x="4639113" y="2303353"/>
            <a:ext cx="4500880" cy="39173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489584">
              <a:lnSpc>
                <a:spcPts val="3800"/>
              </a:lnSpc>
              <a:spcBef>
                <a:spcPts val="254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Imagine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00" dirty="0">
                <a:solidFill>
                  <a:srgbClr val="2B2728"/>
                </a:solidFill>
                <a:latin typeface="Arial MT"/>
                <a:cs typeface="Arial MT"/>
              </a:rPr>
              <a:t>we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30" dirty="0">
                <a:solidFill>
                  <a:srgbClr val="2B2728"/>
                </a:solidFill>
                <a:latin typeface="Arial MT"/>
                <a:cs typeface="Arial MT"/>
              </a:rPr>
              <a:t>know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3200" spc="-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assignments</a:t>
            </a:r>
            <a:endParaRPr sz="3200">
              <a:latin typeface="Arial MT"/>
              <a:cs typeface="Arial MT"/>
            </a:endParaRPr>
          </a:p>
          <a:p>
            <a:pPr marL="233679" marR="629285" algn="ctr">
              <a:lnSpc>
                <a:spcPts val="3800"/>
              </a:lnSpc>
              <a:spcBef>
                <a:spcPts val="281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Estimation</a:t>
            </a:r>
            <a:r>
              <a:rPr sz="3200" spc="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Arial MT"/>
                <a:cs typeface="Arial MT"/>
              </a:rPr>
              <a:t>problem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decouples</a:t>
            </a:r>
            <a:r>
              <a:rPr sz="3200" spc="4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across clusters</a:t>
            </a:r>
            <a:endParaRPr sz="3200">
              <a:latin typeface="Arial MT"/>
              <a:cs typeface="Arial MT"/>
            </a:endParaRPr>
          </a:p>
          <a:p>
            <a:pPr marL="558165" marR="5080">
              <a:lnSpc>
                <a:spcPts val="2800"/>
              </a:lnSpc>
              <a:spcBef>
                <a:spcPts val="3155"/>
              </a:spcBef>
            </a:pPr>
            <a:r>
              <a:rPr sz="2400" spc="-1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5BD05"/>
                </a:solidFill>
                <a:latin typeface="Arial MT"/>
                <a:cs typeface="Arial MT"/>
              </a:rPr>
              <a:t>green</a:t>
            </a:r>
            <a:r>
              <a:rPr sz="2400" spc="-10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latin typeface="Arial MT"/>
                <a:cs typeface="Arial MT"/>
              </a:rPr>
              <a:t>point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50" dirty="0">
                <a:latin typeface="Arial MT"/>
                <a:cs typeface="Arial MT"/>
              </a:rPr>
              <a:t>informative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95" dirty="0"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fuchsia</a:t>
            </a:r>
            <a:r>
              <a:rPr sz="2400" spc="19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19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parameters?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3CD097AC-C2E2-82C5-89F4-94031C5AF767}"/>
              </a:ext>
            </a:extLst>
          </p:cNvPr>
          <p:cNvGrpSpPr/>
          <p:nvPr/>
        </p:nvGrpSpPr>
        <p:grpSpPr>
          <a:xfrm>
            <a:off x="659724" y="1640471"/>
            <a:ext cx="4427855" cy="4759325"/>
            <a:chOff x="659724" y="1640471"/>
            <a:chExt cx="4427855" cy="4759325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2CE956E7-95D2-9676-16FA-BBD8B258F58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724" y="1640471"/>
              <a:ext cx="3362058" cy="4759236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998DADE1-F4CC-B2DB-F081-62B797E4037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0735" y="4547061"/>
              <a:ext cx="3366655" cy="1147156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CE63E226-964F-AFB9-228B-93AAC8A3226F}"/>
                </a:ext>
              </a:extLst>
            </p:cNvPr>
            <p:cNvSpPr/>
            <p:nvPr/>
          </p:nvSpPr>
          <p:spPr>
            <a:xfrm>
              <a:off x="1952082" y="4733126"/>
              <a:ext cx="3084830" cy="874394"/>
            </a:xfrm>
            <a:custGeom>
              <a:avLst/>
              <a:gdLst/>
              <a:ahLst/>
              <a:cxnLst/>
              <a:rect l="l" t="t" r="r" b="b"/>
              <a:pathLst>
                <a:path w="3084829" h="874395">
                  <a:moveTo>
                    <a:pt x="3084660" y="874029"/>
                  </a:moveTo>
                  <a:lnTo>
                    <a:pt x="0" y="0"/>
                  </a:lnTo>
                </a:path>
              </a:pathLst>
            </a:custGeom>
            <a:ln w="38054">
              <a:solidFill>
                <a:srgbClr val="3934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BB11860D-48AA-45E8-7543-AD81D8E5611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5744" y="4681356"/>
              <a:ext cx="183175" cy="16598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3FB3061-FE24-62B8-0458-6747B87AAC98}"/>
                  </a:ext>
                </a:extLst>
              </p14:cNvPr>
              <p14:cNvContentPartPr/>
              <p14:nvPr/>
            </p14:nvContentPartPr>
            <p14:xfrm>
              <a:off x="1185853" y="4218460"/>
              <a:ext cx="333000" cy="338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3FB3061-FE24-62B8-0458-6747B87AAC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5053" y="4207660"/>
                <a:ext cx="35424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CBC76B8-4F0D-F1CB-4C04-D3F580D8EAA8}"/>
                  </a:ext>
                </a:extLst>
              </p14:cNvPr>
              <p14:cNvContentPartPr/>
              <p14:nvPr/>
            </p14:nvContentPartPr>
            <p14:xfrm>
              <a:off x="777613" y="1937500"/>
              <a:ext cx="2249280" cy="2238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CBC76B8-4F0D-F1CB-4C04-D3F580D8EA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7173" y="1927060"/>
                <a:ext cx="2270520" cy="22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899AB7-62AD-6751-D0FE-8B083AE663B3}"/>
                  </a:ext>
                </a:extLst>
              </p14:cNvPr>
              <p14:cNvContentPartPr/>
              <p14:nvPr/>
            </p14:nvContentPartPr>
            <p14:xfrm>
              <a:off x="1471333" y="3710500"/>
              <a:ext cx="290520" cy="650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9899AB7-62AD-6751-D0FE-8B083AE663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60880" y="3699706"/>
                <a:ext cx="311786" cy="6721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006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88E2-D958-947E-386D-95C0B1CC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7B67D33-330B-54A6-BCDC-F4F3C8AF4CE6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33556507-4312-B4AB-C299-C3EC5EC24A1E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71E51-AE99-9A9C-3CEA-B6111512EF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2" name="object 19">
            <a:extLst>
              <a:ext uri="{FF2B5EF4-FFF2-40B4-BE49-F238E27FC236}">
                <a16:creationId xmlns:a16="http://schemas.microsoft.com/office/drawing/2014/main" id="{5E963957-13DD-B383-8F39-9C9D8E2BB45F}"/>
              </a:ext>
            </a:extLst>
          </p:cNvPr>
          <p:cNvSpPr txBox="1">
            <a:spLocks/>
          </p:cNvSpPr>
          <p:nvPr/>
        </p:nvSpPr>
        <p:spPr>
          <a:xfrm>
            <a:off x="256239" y="406388"/>
            <a:ext cx="11666821" cy="794210"/>
          </a:xfrm>
          <a:prstGeom prst="rect">
            <a:avLst/>
          </a:prstGeom>
        </p:spPr>
        <p:txBody>
          <a:bodyPr vert="horz" wrap="square" lIns="0" tIns="71328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016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Data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110">
                <a:solidFill>
                  <a:schemeClr val="bg1"/>
                </a:solidFill>
              </a:rPr>
              <a:t>table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170">
                <a:solidFill>
                  <a:schemeClr val="bg1"/>
                </a:solidFill>
              </a:rPr>
              <a:t>decoupling</a:t>
            </a:r>
            <a:r>
              <a:rPr lang="en-US" spc="-60">
                <a:solidFill>
                  <a:schemeClr val="bg1"/>
                </a:solidFill>
              </a:rPr>
              <a:t> </a:t>
            </a:r>
            <a:r>
              <a:rPr lang="en-US" spc="105">
                <a:solidFill>
                  <a:schemeClr val="bg1"/>
                </a:solidFill>
              </a:rPr>
              <a:t>over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65">
                <a:solidFill>
                  <a:schemeClr val="bg1"/>
                </a:solidFill>
              </a:rPr>
              <a:t>clusters</a:t>
            </a:r>
            <a:endParaRPr lang="en-US" spc="65" dirty="0">
              <a:solidFill>
                <a:schemeClr val="bg1"/>
              </a:solidFill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D6C2C34-81FF-5711-5EAC-AA945CD3FD38}"/>
              </a:ext>
            </a:extLst>
          </p:cNvPr>
          <p:cNvSpPr txBox="1"/>
          <p:nvPr/>
        </p:nvSpPr>
        <p:spPr>
          <a:xfrm>
            <a:off x="1495421" y="3250160"/>
            <a:ext cx="159385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5"/>
              </a:lnSpc>
            </a:pPr>
            <a:r>
              <a:rPr sz="2000" b="1" spc="-2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0ED6E81-8565-A03B-2E0B-33873214EEF8}"/>
              </a:ext>
            </a:extLst>
          </p:cNvPr>
          <p:cNvSpPr txBox="1"/>
          <p:nvPr/>
        </p:nvSpPr>
        <p:spPr>
          <a:xfrm>
            <a:off x="2590055" y="3250160"/>
            <a:ext cx="192405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5"/>
              </a:lnSpc>
            </a:pP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56F4A89-F49F-4478-26C1-003756319609}"/>
              </a:ext>
            </a:extLst>
          </p:cNvPr>
          <p:cNvSpPr txBox="1"/>
          <p:nvPr/>
        </p:nvSpPr>
        <p:spPr>
          <a:xfrm>
            <a:off x="3726393" y="3225642"/>
            <a:ext cx="19113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63D9C49-15C6-D2AF-896F-6BB385B99413}"/>
              </a:ext>
            </a:extLst>
          </p:cNvPr>
          <p:cNvSpPr txBox="1"/>
          <p:nvPr/>
        </p:nvSpPr>
        <p:spPr>
          <a:xfrm>
            <a:off x="4497282" y="3262407"/>
            <a:ext cx="74231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66C36B3-9360-6E1D-5704-94A6FDC39807}"/>
              </a:ext>
            </a:extLst>
          </p:cNvPr>
          <p:cNvSpPr txBox="1"/>
          <p:nvPr/>
        </p:nvSpPr>
        <p:spPr>
          <a:xfrm>
            <a:off x="3587851" y="3771555"/>
            <a:ext cx="46799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3BFDF2D-DDFB-4281-0D30-8625016AD2CE}"/>
              </a:ext>
            </a:extLst>
          </p:cNvPr>
          <p:cNvSpPr txBox="1"/>
          <p:nvPr/>
        </p:nvSpPr>
        <p:spPr>
          <a:xfrm>
            <a:off x="1352210" y="3656065"/>
            <a:ext cx="445770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5"/>
              </a:lnSpc>
            </a:pP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445"/>
              </a:lnSpc>
            </a:pPr>
            <a:r>
              <a:rPr sz="1800" spc="-30" dirty="0">
                <a:latin typeface="Arial MT"/>
                <a:cs typeface="Arial MT"/>
              </a:rPr>
              <a:t>x</a:t>
            </a:r>
            <a:r>
              <a:rPr sz="1800" spc="-44" baseline="-20833" dirty="0">
                <a:latin typeface="Arial MT"/>
                <a:cs typeface="Arial MT"/>
              </a:rPr>
              <a:t>4</a:t>
            </a:r>
            <a:r>
              <a:rPr sz="1800" spc="-3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16AD18C7-06AC-2460-07F4-E5AE46C6B325}"/>
              </a:ext>
            </a:extLst>
          </p:cNvPr>
          <p:cNvSpPr txBox="1"/>
          <p:nvPr/>
        </p:nvSpPr>
        <p:spPr>
          <a:xfrm>
            <a:off x="2452033" y="3656065"/>
            <a:ext cx="468630" cy="410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445"/>
              </a:lnSpc>
            </a:pP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445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5BAE4C25-8306-D25F-2329-B77FFE65B803}"/>
              </a:ext>
            </a:extLst>
          </p:cNvPr>
          <p:cNvSpPr txBox="1"/>
          <p:nvPr/>
        </p:nvSpPr>
        <p:spPr>
          <a:xfrm>
            <a:off x="3624905" y="3631559"/>
            <a:ext cx="19113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2D15E9A-C7B2-5676-1E25-8D080FFD9481}"/>
              </a:ext>
            </a:extLst>
          </p:cNvPr>
          <p:cNvSpPr txBox="1"/>
          <p:nvPr/>
        </p:nvSpPr>
        <p:spPr>
          <a:xfrm>
            <a:off x="4497282" y="3668311"/>
            <a:ext cx="755015" cy="357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Cl</a:t>
            </a:r>
            <a:r>
              <a:rPr sz="1800" b="1" spc="-37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700" spc="-1035" baseline="-26234" dirty="0">
                <a:latin typeface="Arial MT"/>
                <a:cs typeface="Arial MT"/>
              </a:rPr>
              <a:t>1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0ECD0F48-3201-469A-7111-25127A1CC80A}"/>
              </a:ext>
            </a:extLst>
          </p:cNvPr>
          <p:cNvSpPr txBox="1"/>
          <p:nvPr/>
        </p:nvSpPr>
        <p:spPr>
          <a:xfrm>
            <a:off x="1355178" y="4177460"/>
            <a:ext cx="44005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35" dirty="0">
                <a:latin typeface="Arial MT"/>
                <a:cs typeface="Arial MT"/>
              </a:rPr>
              <a:t>x</a:t>
            </a:r>
            <a:r>
              <a:rPr sz="1800" spc="-52" baseline="-20833" dirty="0">
                <a:latin typeface="Arial MT"/>
                <a:cs typeface="Arial MT"/>
              </a:rPr>
              <a:t>5</a:t>
            </a:r>
            <a:r>
              <a:rPr sz="1800" spc="-3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FBEE3283-A940-C076-3706-8218E13A4B34}"/>
              </a:ext>
            </a:extLst>
          </p:cNvPr>
          <p:cNvSpPr txBox="1"/>
          <p:nvPr/>
        </p:nvSpPr>
        <p:spPr>
          <a:xfrm>
            <a:off x="2353506" y="4177460"/>
            <a:ext cx="46291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5D95E8A-A8AF-7E87-6FA8-0AE015C65415}"/>
              </a:ext>
            </a:extLst>
          </p:cNvPr>
          <p:cNvSpPr txBox="1"/>
          <p:nvPr/>
        </p:nvSpPr>
        <p:spPr>
          <a:xfrm>
            <a:off x="3489332" y="4177460"/>
            <a:ext cx="46228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F8AA997B-2A29-E4B8-4256-A7700BB29635}"/>
              </a:ext>
            </a:extLst>
          </p:cNvPr>
          <p:cNvSpPr txBox="1"/>
          <p:nvPr/>
        </p:nvSpPr>
        <p:spPr>
          <a:xfrm>
            <a:off x="4803863" y="4181798"/>
            <a:ext cx="129539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95AAEBBD-8A72-DE41-2C0E-E3E40DCCB597}"/>
              </a:ext>
            </a:extLst>
          </p:cNvPr>
          <p:cNvSpPr txBox="1"/>
          <p:nvPr/>
        </p:nvSpPr>
        <p:spPr>
          <a:xfrm>
            <a:off x="1352362" y="4542775"/>
            <a:ext cx="44577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30" dirty="0">
                <a:latin typeface="Arial MT"/>
                <a:cs typeface="Arial MT"/>
              </a:rPr>
              <a:t>x</a:t>
            </a:r>
            <a:r>
              <a:rPr sz="1800" spc="-44" baseline="-20833" dirty="0">
                <a:latin typeface="Arial MT"/>
                <a:cs typeface="Arial MT"/>
              </a:rPr>
              <a:t>6</a:t>
            </a:r>
            <a:r>
              <a:rPr sz="1800" spc="-3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16B3797B-1BBE-9085-82E4-B000D588DC36}"/>
              </a:ext>
            </a:extLst>
          </p:cNvPr>
          <p:cNvSpPr txBox="1"/>
          <p:nvPr/>
        </p:nvSpPr>
        <p:spPr>
          <a:xfrm>
            <a:off x="2350689" y="4542775"/>
            <a:ext cx="46863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BA5F1EE1-6AFA-5D05-5028-448DCCC26789}"/>
              </a:ext>
            </a:extLst>
          </p:cNvPr>
          <p:cNvSpPr txBox="1"/>
          <p:nvPr/>
        </p:nvSpPr>
        <p:spPr>
          <a:xfrm>
            <a:off x="3486515" y="4542775"/>
            <a:ext cx="46799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54FEDF4A-EDDE-4004-51D2-F5AD4AA447D4}"/>
              </a:ext>
            </a:extLst>
          </p:cNvPr>
          <p:cNvSpPr txBox="1"/>
          <p:nvPr/>
        </p:nvSpPr>
        <p:spPr>
          <a:xfrm>
            <a:off x="4803863" y="4547113"/>
            <a:ext cx="129539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E1B174FF-9BAA-A1F4-A797-3A3B1CAAF14A}"/>
              </a:ext>
            </a:extLst>
          </p:cNvPr>
          <p:cNvSpPr txBox="1"/>
          <p:nvPr/>
        </p:nvSpPr>
        <p:spPr>
          <a:xfrm>
            <a:off x="1495421" y="2184643"/>
            <a:ext cx="159385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5"/>
              </a:lnSpc>
            </a:pPr>
            <a:r>
              <a:rPr sz="2000" b="1" spc="-24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1034C9C6-4331-383F-5D65-5F7E3583F6E2}"/>
              </a:ext>
            </a:extLst>
          </p:cNvPr>
          <p:cNvSpPr txBox="1"/>
          <p:nvPr/>
        </p:nvSpPr>
        <p:spPr>
          <a:xfrm>
            <a:off x="2590055" y="2184643"/>
            <a:ext cx="192405" cy="277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5"/>
              </a:lnSpc>
            </a:pPr>
            <a:r>
              <a:rPr sz="2000" b="1" spc="-8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E2801A0D-5B4D-4E56-1753-26538BC9D9E7}"/>
              </a:ext>
            </a:extLst>
          </p:cNvPr>
          <p:cNvSpPr txBox="1"/>
          <p:nvPr/>
        </p:nvSpPr>
        <p:spPr>
          <a:xfrm>
            <a:off x="3726393" y="2160137"/>
            <a:ext cx="19113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400" b="1" spc="-2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6B32359-2138-EF1A-BEEF-7E4DE143CABF}"/>
              </a:ext>
            </a:extLst>
          </p:cNvPr>
          <p:cNvSpPr txBox="1"/>
          <p:nvPr/>
        </p:nvSpPr>
        <p:spPr>
          <a:xfrm>
            <a:off x="4497282" y="2196902"/>
            <a:ext cx="74231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25217219-1EDA-EA37-3717-BFF18F2F1B93}"/>
              </a:ext>
            </a:extLst>
          </p:cNvPr>
          <p:cNvSpPr txBox="1"/>
          <p:nvPr/>
        </p:nvSpPr>
        <p:spPr>
          <a:xfrm>
            <a:off x="1362182" y="2706050"/>
            <a:ext cx="426084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60" dirty="0">
                <a:latin typeface="Arial MT"/>
                <a:cs typeface="Arial MT"/>
              </a:rPr>
              <a:t>x</a:t>
            </a:r>
            <a:r>
              <a:rPr sz="1800" spc="-89" baseline="-20833" dirty="0">
                <a:latin typeface="Arial MT"/>
                <a:cs typeface="Arial MT"/>
              </a:rPr>
              <a:t>1</a:t>
            </a:r>
            <a:r>
              <a:rPr sz="1800" spc="-6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C5BEBD4D-7DDD-0B77-0764-1658D8242E20}"/>
              </a:ext>
            </a:extLst>
          </p:cNvPr>
          <p:cNvSpPr txBox="1"/>
          <p:nvPr/>
        </p:nvSpPr>
        <p:spPr>
          <a:xfrm>
            <a:off x="2462005" y="2706050"/>
            <a:ext cx="44894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20833" dirty="0">
                <a:latin typeface="Arial MT"/>
                <a:cs typeface="Arial MT"/>
              </a:rPr>
              <a:t>1</a:t>
            </a:r>
            <a:r>
              <a:rPr sz="1800" spc="-25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9608F4F4-BF43-BFFE-B751-39D6CA75B91A}"/>
              </a:ext>
            </a:extLst>
          </p:cNvPr>
          <p:cNvSpPr txBox="1"/>
          <p:nvPr/>
        </p:nvSpPr>
        <p:spPr>
          <a:xfrm>
            <a:off x="3597823" y="2706050"/>
            <a:ext cx="448309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20833" dirty="0">
                <a:latin typeface="Arial MT"/>
                <a:cs typeface="Arial MT"/>
              </a:rPr>
              <a:t>1</a:t>
            </a:r>
            <a:r>
              <a:rPr sz="1800" spc="-25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33A8BF72-5158-26A6-3B05-0BEA3E09F999}"/>
              </a:ext>
            </a:extLst>
          </p:cNvPr>
          <p:cNvSpPr txBox="1"/>
          <p:nvPr/>
        </p:nvSpPr>
        <p:spPr>
          <a:xfrm>
            <a:off x="4804205" y="2710388"/>
            <a:ext cx="12890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63010A32-984B-769A-503D-1D1A5D6064C5}"/>
              </a:ext>
            </a:extLst>
          </p:cNvPr>
          <p:cNvSpPr txBox="1"/>
          <p:nvPr/>
        </p:nvSpPr>
        <p:spPr>
          <a:xfrm>
            <a:off x="1354645" y="3071366"/>
            <a:ext cx="44132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35" dirty="0">
                <a:latin typeface="Arial MT"/>
                <a:cs typeface="Arial MT"/>
              </a:rPr>
              <a:t>x</a:t>
            </a:r>
            <a:r>
              <a:rPr sz="1800" spc="-52" baseline="-20833" dirty="0">
                <a:latin typeface="Arial MT"/>
                <a:cs typeface="Arial MT"/>
              </a:rPr>
              <a:t>2</a:t>
            </a:r>
            <a:r>
              <a:rPr sz="1800" spc="-3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5EDDDCA9-6512-42D9-BF0E-FB498B1D5BC8}"/>
              </a:ext>
            </a:extLst>
          </p:cNvPr>
          <p:cNvSpPr txBox="1"/>
          <p:nvPr/>
        </p:nvSpPr>
        <p:spPr>
          <a:xfrm>
            <a:off x="2454469" y="3071366"/>
            <a:ext cx="46355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30">
            <a:extLst>
              <a:ext uri="{FF2B5EF4-FFF2-40B4-BE49-F238E27FC236}">
                <a16:creationId xmlns:a16="http://schemas.microsoft.com/office/drawing/2014/main" id="{41F0C1DD-C85C-5AC5-2FEE-5A4B45A01181}"/>
              </a:ext>
            </a:extLst>
          </p:cNvPr>
          <p:cNvSpPr txBox="1"/>
          <p:nvPr/>
        </p:nvSpPr>
        <p:spPr>
          <a:xfrm>
            <a:off x="3590287" y="3071366"/>
            <a:ext cx="46291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0FB66280-4016-3315-482B-63D6AB84E3BC}"/>
              </a:ext>
            </a:extLst>
          </p:cNvPr>
          <p:cNvSpPr txBox="1"/>
          <p:nvPr/>
        </p:nvSpPr>
        <p:spPr>
          <a:xfrm>
            <a:off x="4804205" y="3075704"/>
            <a:ext cx="12890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2">
            <a:extLst>
              <a:ext uri="{FF2B5EF4-FFF2-40B4-BE49-F238E27FC236}">
                <a16:creationId xmlns:a16="http://schemas.microsoft.com/office/drawing/2014/main" id="{50CF672E-FF98-DB0A-D262-B56BD319184A}"/>
              </a:ext>
            </a:extLst>
          </p:cNvPr>
          <p:cNvSpPr txBox="1"/>
          <p:nvPr/>
        </p:nvSpPr>
        <p:spPr>
          <a:xfrm>
            <a:off x="1354874" y="3436681"/>
            <a:ext cx="44069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35" dirty="0">
                <a:latin typeface="Arial MT"/>
                <a:cs typeface="Arial MT"/>
              </a:rPr>
              <a:t>x</a:t>
            </a:r>
            <a:r>
              <a:rPr sz="1800" spc="-52" baseline="-20833" dirty="0">
                <a:latin typeface="Arial MT"/>
                <a:cs typeface="Arial MT"/>
              </a:rPr>
              <a:t>3</a:t>
            </a:r>
            <a:r>
              <a:rPr sz="1800" spc="-3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8F1018DC-3AC8-0BDE-FDD2-92931051FBB2}"/>
              </a:ext>
            </a:extLst>
          </p:cNvPr>
          <p:cNvSpPr txBox="1"/>
          <p:nvPr/>
        </p:nvSpPr>
        <p:spPr>
          <a:xfrm>
            <a:off x="2454697" y="3436681"/>
            <a:ext cx="46355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9C4AF6BE-6E62-E84E-A37B-EFD166DD5A42}"/>
              </a:ext>
            </a:extLst>
          </p:cNvPr>
          <p:cNvSpPr txBox="1"/>
          <p:nvPr/>
        </p:nvSpPr>
        <p:spPr>
          <a:xfrm>
            <a:off x="3590515" y="3436681"/>
            <a:ext cx="46291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E6DC7341-D836-1D3B-D17A-4568FC72C919}"/>
              </a:ext>
            </a:extLst>
          </p:cNvPr>
          <p:cNvSpPr txBox="1"/>
          <p:nvPr/>
        </p:nvSpPr>
        <p:spPr>
          <a:xfrm>
            <a:off x="4804205" y="3441019"/>
            <a:ext cx="12890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39" name="object 36">
            <a:extLst>
              <a:ext uri="{FF2B5EF4-FFF2-40B4-BE49-F238E27FC236}">
                <a16:creationId xmlns:a16="http://schemas.microsoft.com/office/drawing/2014/main" id="{C62B9D0D-1D2C-2EBC-7357-3639EAEEB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636099"/>
              </p:ext>
            </p:extLst>
          </p:nvPr>
        </p:nvGraphicFramePr>
        <p:xfrm>
          <a:off x="1031774" y="1976348"/>
          <a:ext cx="4314823" cy="2856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5080" algn="ctr">
                        <a:lnSpc>
                          <a:spcPts val="198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ts val="198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95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95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28575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B0007E"/>
                      </a:solidFill>
                      <a:prstDash val="solid"/>
                    </a:lnT>
                    <a:lnB w="28575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28575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28575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28575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EB58C7C-5F5C-4B38-FB2E-20F73C94430E}"/>
                  </a:ext>
                </a:extLst>
              </p14:cNvPr>
              <p14:cNvContentPartPr/>
              <p14:nvPr/>
            </p14:nvContentPartPr>
            <p14:xfrm>
              <a:off x="907933" y="1721140"/>
              <a:ext cx="227880" cy="3499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EB58C7C-5F5C-4B38-FB2E-20F73C9443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453" y="1706020"/>
                <a:ext cx="258480" cy="35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01500FF-A6B3-44AE-F8E7-B1EDCBEC3CD8}"/>
                  </a:ext>
                </a:extLst>
              </p14:cNvPr>
              <p14:cNvContentPartPr/>
              <p14:nvPr/>
            </p14:nvContentPartPr>
            <p14:xfrm>
              <a:off x="865813" y="1770100"/>
              <a:ext cx="4561920" cy="3386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01500FF-A6B3-44AE-F8E7-B1EDCBEC3C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5372" y="1759300"/>
                <a:ext cx="4583162" cy="34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944D2E1-C536-6596-F30B-A81657D1097A}"/>
                  </a:ext>
                </a:extLst>
              </p14:cNvPr>
              <p14:cNvContentPartPr/>
              <p14:nvPr/>
            </p14:nvContentPartPr>
            <p14:xfrm>
              <a:off x="4717813" y="2636260"/>
              <a:ext cx="402120" cy="22208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944D2E1-C536-6596-F30B-A81657D109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07364" y="2625462"/>
                <a:ext cx="423379" cy="2242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6744E96-B743-461D-6F42-542A59437C86}"/>
                  </a:ext>
                </a:extLst>
              </p14:cNvPr>
              <p14:cNvContentPartPr/>
              <p14:nvPr/>
            </p14:nvContentPartPr>
            <p14:xfrm>
              <a:off x="1035013" y="2599540"/>
              <a:ext cx="3349800" cy="439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6744E96-B743-461D-6F42-542A59437C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4214" y="2589091"/>
                <a:ext cx="3371038" cy="460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4F3B097-80F3-0F04-466B-A61E6636B4F2}"/>
                  </a:ext>
                </a:extLst>
              </p14:cNvPr>
              <p14:cNvContentPartPr/>
              <p14:nvPr/>
            </p14:nvContentPartPr>
            <p14:xfrm>
              <a:off x="4276453" y="2715460"/>
              <a:ext cx="515520" cy="2174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4F3B097-80F3-0F04-466B-A61E6636B4F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65661" y="2705020"/>
                <a:ext cx="536745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2EB22B6-F42E-3414-8576-6CE9A2F4A35B}"/>
                  </a:ext>
                </a:extLst>
              </p14:cNvPr>
              <p14:cNvContentPartPr/>
              <p14:nvPr/>
            </p14:nvContentPartPr>
            <p14:xfrm>
              <a:off x="4332253" y="3175900"/>
              <a:ext cx="415800" cy="2491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2EB22B6-F42E-3414-8576-6CE9A2F4A35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21462" y="3165100"/>
                <a:ext cx="437022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EFC34BA-C6EC-2491-BCD5-ECE585956D33}"/>
                  </a:ext>
                </a:extLst>
              </p14:cNvPr>
              <p14:cNvContentPartPr/>
              <p14:nvPr/>
            </p14:nvContentPartPr>
            <p14:xfrm>
              <a:off x="4292293" y="4641820"/>
              <a:ext cx="401760" cy="3232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EFC34BA-C6EC-2491-BCD5-ECE585956D3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81493" y="4631020"/>
                <a:ext cx="4230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2EEAD7F-F36E-306E-C32A-FD87D95C4EDE}"/>
                  </a:ext>
                </a:extLst>
              </p14:cNvPr>
              <p14:cNvContentPartPr/>
              <p14:nvPr/>
            </p14:nvContentPartPr>
            <p14:xfrm>
              <a:off x="4281493" y="2705020"/>
              <a:ext cx="489960" cy="17938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2EEAD7F-F36E-306E-C32A-FD87D95C4ED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71053" y="2694222"/>
                <a:ext cx="511200" cy="1815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2E0AB74-F95D-675F-D9F6-761392A94D75}"/>
                  </a:ext>
                </a:extLst>
              </p14:cNvPr>
              <p14:cNvContentPartPr/>
              <p14:nvPr/>
            </p14:nvContentPartPr>
            <p14:xfrm>
              <a:off x="595813" y="2779540"/>
              <a:ext cx="550800" cy="23968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2E0AB74-F95D-675F-D9F6-761392A94D7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5013" y="2769100"/>
                <a:ext cx="572040" cy="241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8100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8F15-7D44-194B-DA66-862BE301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84CD50B-907B-E863-AECE-23FE227E7294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D6E6-C5EF-111A-8A69-8DB1C218A5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5E6BB68-CC9C-5752-9187-3DC7291735EB}"/>
              </a:ext>
            </a:extLst>
          </p:cNvPr>
          <p:cNvSpPr txBox="1">
            <a:spLocks/>
          </p:cNvSpPr>
          <p:nvPr/>
        </p:nvSpPr>
        <p:spPr>
          <a:xfrm>
            <a:off x="91139" y="2258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135" dirty="0">
                <a:solidFill>
                  <a:schemeClr val="bg1"/>
                </a:solidFill>
              </a:rPr>
              <a:t>Maximum</a:t>
            </a:r>
            <a:r>
              <a:rPr lang="en-US" spc="-95" dirty="0">
                <a:solidFill>
                  <a:schemeClr val="bg1"/>
                </a:solidFill>
              </a:rPr>
              <a:t> </a:t>
            </a:r>
            <a:r>
              <a:rPr lang="en-US" spc="165" dirty="0">
                <a:solidFill>
                  <a:schemeClr val="bg1"/>
                </a:solidFill>
              </a:rPr>
              <a:t>likelihood</a:t>
            </a:r>
            <a:r>
              <a:rPr lang="en-US" spc="-90" dirty="0">
                <a:solidFill>
                  <a:schemeClr val="bg1"/>
                </a:solidFill>
              </a:rPr>
              <a:t> </a:t>
            </a:r>
            <a:r>
              <a:rPr lang="en-US" spc="130" dirty="0">
                <a:solidFill>
                  <a:schemeClr val="bg1"/>
                </a:solidFill>
              </a:rPr>
              <a:t>estimation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5F6006-5E72-FE90-AF64-316495B57DE5}"/>
              </a:ext>
            </a:extLst>
          </p:cNvPr>
          <p:cNvSpPr txBox="1"/>
          <p:nvPr/>
        </p:nvSpPr>
        <p:spPr>
          <a:xfrm>
            <a:off x="5254917" y="1597331"/>
            <a:ext cx="3719195" cy="166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9300"/>
              </a:lnSpc>
              <a:spcBef>
                <a:spcPts val="100"/>
              </a:spcBef>
            </a:pPr>
            <a:r>
              <a:rPr sz="3000" dirty="0">
                <a:solidFill>
                  <a:srgbClr val="2B2728"/>
                </a:solidFill>
                <a:latin typeface="Arial MT"/>
                <a:cs typeface="Arial MT"/>
              </a:rPr>
              <a:t>Estimate</a:t>
            </a:r>
            <a:r>
              <a:rPr sz="3000" spc="-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B2728"/>
                </a:solidFill>
                <a:latin typeface="Arial MT"/>
                <a:cs typeface="Arial MT"/>
              </a:rPr>
              <a:t>{</a:t>
            </a:r>
            <a:r>
              <a:rPr sz="3000" dirty="0">
                <a:solidFill>
                  <a:srgbClr val="FC5507"/>
                </a:solidFill>
                <a:latin typeface="Lucida Sans Unicode"/>
                <a:cs typeface="Lucida Sans Unicode"/>
              </a:rPr>
              <a:t>π</a:t>
            </a:r>
            <a:r>
              <a:rPr sz="3000" baseline="-20833" dirty="0">
                <a:solidFill>
                  <a:srgbClr val="FF6C00"/>
                </a:solidFill>
                <a:latin typeface="Arial MT"/>
                <a:cs typeface="Arial MT"/>
              </a:rPr>
              <a:t>k</a:t>
            </a:r>
            <a:r>
              <a:rPr sz="3000" spc="315" baseline="-20833" dirty="0">
                <a:solidFill>
                  <a:srgbClr val="FF6C00"/>
                </a:solidFill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,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b="1" spc="210" dirty="0">
                <a:solidFill>
                  <a:srgbClr val="2B2728"/>
                </a:solidFill>
                <a:latin typeface="Trebuchet MS"/>
                <a:cs typeface="Trebuchet MS"/>
              </a:rPr>
              <a:t>μ</a:t>
            </a:r>
            <a:r>
              <a:rPr sz="3000" spc="315" baseline="-20833" dirty="0">
                <a:solidFill>
                  <a:srgbClr val="393435"/>
                </a:solidFill>
                <a:latin typeface="Arial MT"/>
                <a:cs typeface="Arial MT"/>
              </a:rPr>
              <a:t>k</a:t>
            </a:r>
            <a:r>
              <a:rPr sz="3000" spc="-75" baseline="-20833" dirty="0">
                <a:solidFill>
                  <a:srgbClr val="393435"/>
                </a:solidFill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,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000" baseline="-20833" dirty="0">
                <a:solidFill>
                  <a:srgbClr val="393435"/>
                </a:solidFill>
                <a:latin typeface="Arial MT"/>
                <a:cs typeface="Arial MT"/>
              </a:rPr>
              <a:t>k</a:t>
            </a:r>
            <a:r>
              <a:rPr sz="3000" spc="-67" baseline="-20833" dirty="0">
                <a:solidFill>
                  <a:srgbClr val="393435"/>
                </a:solidFill>
                <a:latin typeface="Arial MT"/>
                <a:cs typeface="Arial MT"/>
              </a:rPr>
              <a:t> </a:t>
            </a:r>
            <a:r>
              <a:rPr sz="3000" spc="-50" dirty="0">
                <a:solidFill>
                  <a:srgbClr val="2B2728"/>
                </a:solidFill>
                <a:latin typeface="Arial MT"/>
                <a:cs typeface="Arial MT"/>
              </a:rPr>
              <a:t>} </a:t>
            </a:r>
            <a:r>
              <a:rPr sz="3000" dirty="0">
                <a:solidFill>
                  <a:srgbClr val="2B2728"/>
                </a:solidFill>
                <a:latin typeface="Arial MT"/>
                <a:cs typeface="Arial MT"/>
              </a:rPr>
              <a:t>given</a:t>
            </a:r>
            <a:r>
              <a:rPr sz="3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B2728"/>
                </a:solidFill>
                <a:latin typeface="Arial MT"/>
                <a:cs typeface="Arial MT"/>
              </a:rPr>
              <a:t>data</a:t>
            </a:r>
            <a:r>
              <a:rPr sz="3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2B2728"/>
                </a:solidFill>
                <a:latin typeface="Arial MT"/>
                <a:cs typeface="Arial MT"/>
              </a:rPr>
              <a:t>assigned </a:t>
            </a:r>
            <a:r>
              <a:rPr sz="3000" spc="175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30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000" spc="5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30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000" spc="-50" dirty="0">
                <a:solidFill>
                  <a:srgbClr val="2B2728"/>
                </a:solidFill>
                <a:latin typeface="Arial MT"/>
                <a:cs typeface="Arial MT"/>
              </a:rPr>
              <a:t>k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526DB61-D911-9964-93D2-05A6F726946A}"/>
              </a:ext>
            </a:extLst>
          </p:cNvPr>
          <p:cNvSpPr txBox="1"/>
          <p:nvPr/>
        </p:nvSpPr>
        <p:spPr>
          <a:xfrm>
            <a:off x="634349" y="3885641"/>
            <a:ext cx="6762750" cy="1116330"/>
          </a:xfrm>
          <a:prstGeom prst="rect">
            <a:avLst/>
          </a:prstGeom>
          <a:solidFill>
            <a:srgbClr val="C02690"/>
          </a:solidFill>
          <a:ln w="25369">
            <a:solidFill>
              <a:srgbClr val="941B6E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871470" marR="460375" indent="-2398395">
              <a:lnSpc>
                <a:spcPts val="3800"/>
              </a:lnSpc>
              <a:spcBef>
                <a:spcPts val="715"/>
              </a:spcBef>
            </a:pP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maximum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80" dirty="0">
                <a:solidFill>
                  <a:srgbClr val="FFFFFF"/>
                </a:solidFill>
                <a:latin typeface="Arial MT"/>
                <a:cs typeface="Arial MT"/>
              </a:rPr>
              <a:t>likelihood</a:t>
            </a:r>
            <a:r>
              <a:rPr sz="3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Arial MT"/>
                <a:cs typeface="Arial MT"/>
              </a:rPr>
              <a:t>estimation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(MLE)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1F351BCB-4CC8-FA7F-E2AF-17A86F13B4F1}"/>
              </a:ext>
            </a:extLst>
          </p:cNvPr>
          <p:cNvGraphicFramePr>
            <a:graphicFrameLocks noGrp="1"/>
          </p:cNvGraphicFramePr>
          <p:nvPr/>
        </p:nvGraphicFramePr>
        <p:xfrm>
          <a:off x="663474" y="1544556"/>
          <a:ext cx="4315458" cy="1756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>
            <a:extLst>
              <a:ext uri="{FF2B5EF4-FFF2-40B4-BE49-F238E27FC236}">
                <a16:creationId xmlns:a16="http://schemas.microsoft.com/office/drawing/2014/main" id="{97DDDD69-3C45-8E9D-ED10-7F28CFBCE3D2}"/>
              </a:ext>
            </a:extLst>
          </p:cNvPr>
          <p:cNvSpPr txBox="1"/>
          <p:nvPr/>
        </p:nvSpPr>
        <p:spPr>
          <a:xfrm>
            <a:off x="815153" y="5288559"/>
            <a:ext cx="6431280" cy="99504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95325" marR="5080" indent="-683260">
              <a:lnSpc>
                <a:spcPts val="3800"/>
              </a:lnSpc>
              <a:spcBef>
                <a:spcPts val="229"/>
              </a:spcBef>
            </a:pPr>
            <a:r>
              <a:rPr sz="3200" dirty="0">
                <a:latin typeface="Arial MT"/>
                <a:cs typeface="Arial MT"/>
              </a:rPr>
              <a:t>Find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parameters </a:t>
            </a:r>
            <a:r>
              <a:rPr sz="3200" spc="90" dirty="0">
                <a:solidFill>
                  <a:srgbClr val="2B2728"/>
                </a:solidFill>
                <a:latin typeface="Arial MT"/>
                <a:cs typeface="Arial MT"/>
              </a:rPr>
              <a:t>that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maximize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the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score, </a:t>
            </a:r>
            <a:r>
              <a:rPr sz="3200" spc="140" dirty="0">
                <a:solidFill>
                  <a:srgbClr val="2B2728"/>
                </a:solidFill>
                <a:latin typeface="Arial MT"/>
                <a:cs typeface="Arial MT"/>
              </a:rPr>
              <a:t>or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i="1" spc="60" dirty="0">
                <a:solidFill>
                  <a:srgbClr val="B0007E"/>
                </a:solidFill>
                <a:latin typeface="Arial"/>
                <a:cs typeface="Arial"/>
              </a:rPr>
              <a:t>likelihood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,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7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data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1561A2-D2A2-06A3-8148-11781E64E9C3}"/>
                  </a:ext>
                </a:extLst>
              </p14:cNvPr>
              <p14:cNvContentPartPr/>
              <p14:nvPr/>
            </p14:nvContentPartPr>
            <p14:xfrm>
              <a:off x="465493" y="3144220"/>
              <a:ext cx="7599240" cy="2207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1561A2-D2A2-06A3-8148-11781E64E9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693" y="3133420"/>
                <a:ext cx="7620480" cy="22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A14326-948C-D632-8232-D3C9782BFC19}"/>
                  </a:ext>
                </a:extLst>
              </p14:cNvPr>
              <p14:cNvContentPartPr/>
              <p14:nvPr/>
            </p14:nvContentPartPr>
            <p14:xfrm>
              <a:off x="7358773" y="4002100"/>
              <a:ext cx="981000" cy="600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A14326-948C-D632-8232-D3C9782BFC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7973" y="3991300"/>
                <a:ext cx="100224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5703E0-6AF3-F829-7108-E4D6AEF455F4}"/>
                  </a:ext>
                </a:extLst>
              </p14:cNvPr>
              <p14:cNvContentPartPr/>
              <p14:nvPr/>
            </p14:nvContentPartPr>
            <p14:xfrm>
              <a:off x="915133" y="3842620"/>
              <a:ext cx="2095920" cy="884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5703E0-6AF3-F829-7108-E4D6AEF455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4693" y="3832180"/>
                <a:ext cx="2117160" cy="90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964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FB7C4-EB59-4CD1-245E-1687FE91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1FCB7213-C108-9CAC-AE8B-FB1AB02DFE27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2D3A-7471-3040-44BE-F86BBB68C9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434DC96-220E-FDFB-BAAF-2D631F1933F8}"/>
              </a:ext>
            </a:extLst>
          </p:cNvPr>
          <p:cNvSpPr txBox="1">
            <a:spLocks/>
          </p:cNvSpPr>
          <p:nvPr/>
        </p:nvSpPr>
        <p:spPr>
          <a:xfrm>
            <a:off x="425098" y="298028"/>
            <a:ext cx="7544151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95"/>
              </a:spcBef>
            </a:pPr>
            <a:r>
              <a:rPr lang="en-US" spc="110">
                <a:solidFill>
                  <a:schemeClr val="bg1"/>
                </a:solidFill>
              </a:rPr>
              <a:t>Mean/covariance</a:t>
            </a:r>
            <a:r>
              <a:rPr lang="en-US" spc="-70">
                <a:solidFill>
                  <a:schemeClr val="bg1"/>
                </a:solidFill>
              </a:rPr>
              <a:t> </a:t>
            </a:r>
            <a:r>
              <a:rPr lang="en-US" spc="-114">
                <a:solidFill>
                  <a:schemeClr val="bg1"/>
                </a:solidFill>
              </a:rPr>
              <a:t>MLE</a:t>
            </a:r>
            <a:endParaRPr lang="en-US" spc="-114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BBAA8AE-3FC2-2380-0E58-8695685CBDD1}"/>
              </a:ext>
            </a:extLst>
          </p:cNvPr>
          <p:cNvSpPr txBox="1"/>
          <p:nvPr/>
        </p:nvSpPr>
        <p:spPr>
          <a:xfrm>
            <a:off x="1080485" y="3804193"/>
            <a:ext cx="1803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05" dirty="0">
                <a:latin typeface="Georgia"/>
                <a:cs typeface="Georgia"/>
              </a:rPr>
              <a:t>k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679542-9E0B-E929-CA64-2BFEC5881A22}"/>
              </a:ext>
            </a:extLst>
          </p:cNvPr>
          <p:cNvSpPr txBox="1"/>
          <p:nvPr/>
        </p:nvSpPr>
        <p:spPr>
          <a:xfrm>
            <a:off x="2506621" y="3294657"/>
            <a:ext cx="551180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50" spc="2290" dirty="0">
                <a:latin typeface="Lucida Sans Unicode"/>
                <a:cs typeface="Lucida Sans Unicode"/>
              </a:rPr>
              <a:t>X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95F130C-6747-979C-A92C-1C095A802D7A}"/>
              </a:ext>
            </a:extLst>
          </p:cNvPr>
          <p:cNvSpPr txBox="1"/>
          <p:nvPr/>
        </p:nvSpPr>
        <p:spPr>
          <a:xfrm>
            <a:off x="2364559" y="4144310"/>
            <a:ext cx="829310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210" dirty="0">
                <a:latin typeface="Georgia"/>
                <a:cs typeface="Georgia"/>
              </a:rPr>
              <a:t>i</a:t>
            </a:r>
            <a:r>
              <a:rPr sz="2000" i="1" spc="465" dirty="0">
                <a:latin typeface="Georgia"/>
                <a:cs typeface="Georgia"/>
              </a:rPr>
              <a:t> </a:t>
            </a:r>
            <a:r>
              <a:rPr sz="2850" dirty="0">
                <a:latin typeface="Cambria"/>
                <a:cs typeface="Cambria"/>
              </a:rPr>
              <a:t>in</a:t>
            </a:r>
            <a:r>
              <a:rPr sz="2850" spc="325" dirty="0">
                <a:latin typeface="Cambria"/>
                <a:cs typeface="Cambria"/>
              </a:rPr>
              <a:t> </a:t>
            </a:r>
            <a:r>
              <a:rPr sz="2000" i="1" spc="105" dirty="0">
                <a:latin typeface="Georgia"/>
                <a:cs typeface="Georgia"/>
              </a:rPr>
              <a:t>k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C36C361-5BFF-D887-6A3D-03734599BB80}"/>
              </a:ext>
            </a:extLst>
          </p:cNvPr>
          <p:cNvSpPr txBox="1"/>
          <p:nvPr/>
        </p:nvSpPr>
        <p:spPr>
          <a:xfrm>
            <a:off x="3235163" y="3640429"/>
            <a:ext cx="233679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50" i="1" spc="305" dirty="0">
                <a:latin typeface="Cambria"/>
                <a:cs typeface="Cambria"/>
              </a:rPr>
              <a:t>x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C108BE67-07BA-AAEB-EDE3-1575424A070B}"/>
              </a:ext>
            </a:extLst>
          </p:cNvPr>
          <p:cNvSpPr txBox="1"/>
          <p:nvPr/>
        </p:nvSpPr>
        <p:spPr>
          <a:xfrm>
            <a:off x="3443213" y="3804193"/>
            <a:ext cx="1289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60" dirty="0">
                <a:latin typeface="Georgia"/>
                <a:cs typeface="Georgia"/>
              </a:rPr>
              <a:t>i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AAEF837-8DCD-4B13-7254-20DDEE6B0E34}"/>
              </a:ext>
            </a:extLst>
          </p:cNvPr>
          <p:cNvSpPr txBox="1"/>
          <p:nvPr/>
        </p:nvSpPr>
        <p:spPr>
          <a:xfrm>
            <a:off x="782614" y="4804181"/>
            <a:ext cx="299085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275" spc="-1530" baseline="-13645" dirty="0">
                <a:latin typeface="Cambria"/>
                <a:cs typeface="Cambria"/>
              </a:rPr>
              <a:t>⌃</a:t>
            </a:r>
            <a:r>
              <a:rPr sz="2850" spc="320" dirty="0">
                <a:latin typeface="Cambria"/>
                <a:cs typeface="Cambria"/>
              </a:rPr>
              <a:t>ˆ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6E22018-2498-91BE-4072-352D8E94314F}"/>
              </a:ext>
            </a:extLst>
          </p:cNvPr>
          <p:cNvSpPr txBox="1"/>
          <p:nvPr/>
        </p:nvSpPr>
        <p:spPr>
          <a:xfrm>
            <a:off x="1070909" y="5059969"/>
            <a:ext cx="1803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05" dirty="0">
                <a:latin typeface="Georgia"/>
                <a:cs typeface="Georgia"/>
              </a:rPr>
              <a:t>k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6836A360-E0A9-8FB8-A83C-3E361C713741}"/>
              </a:ext>
            </a:extLst>
          </p:cNvPr>
          <p:cNvSpPr txBox="1"/>
          <p:nvPr/>
        </p:nvSpPr>
        <p:spPr>
          <a:xfrm>
            <a:off x="835745" y="3394205"/>
            <a:ext cx="1488440" cy="2214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14400" algn="ctr">
              <a:lnSpc>
                <a:spcPts val="2680"/>
              </a:lnSpc>
              <a:spcBef>
                <a:spcPts val="114"/>
              </a:spcBef>
              <a:tabLst>
                <a:tab pos="1386205" algn="l"/>
              </a:tabLst>
            </a:pPr>
            <a:r>
              <a:rPr sz="2850" u="sng" spc="3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85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28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2850">
              <a:latin typeface="Cambria"/>
              <a:cs typeface="Cambria"/>
            </a:endParaRPr>
          </a:p>
          <a:p>
            <a:pPr marL="38100">
              <a:lnSpc>
                <a:spcPts val="1950"/>
              </a:lnSpc>
              <a:tabLst>
                <a:tab pos="537210" algn="l"/>
              </a:tabLst>
            </a:pPr>
            <a:r>
              <a:rPr sz="2850" i="1" spc="-1090" dirty="0">
                <a:latin typeface="Cambria"/>
                <a:cs typeface="Cambria"/>
              </a:rPr>
              <a:t>µ</a:t>
            </a:r>
            <a:r>
              <a:rPr sz="2850" spc="290" dirty="0">
                <a:latin typeface="Cambria"/>
                <a:cs typeface="Cambria"/>
              </a:rPr>
              <a:t>ˆ</a:t>
            </a:r>
            <a:r>
              <a:rPr sz="2850" dirty="0">
                <a:latin typeface="Cambria"/>
                <a:cs typeface="Cambria"/>
              </a:rPr>
              <a:t>	</a:t>
            </a:r>
            <a:r>
              <a:rPr sz="2850" spc="595" dirty="0">
                <a:latin typeface="Cambria"/>
                <a:cs typeface="Cambria"/>
              </a:rPr>
              <a:t>=</a:t>
            </a:r>
            <a:endParaRPr sz="2850">
              <a:latin typeface="Cambria"/>
              <a:cs typeface="Cambria"/>
            </a:endParaRPr>
          </a:p>
          <a:p>
            <a:pPr marL="890269" algn="ctr">
              <a:lnSpc>
                <a:spcPts val="2695"/>
              </a:lnSpc>
            </a:pPr>
            <a:r>
              <a:rPr sz="2850" i="1" spc="245" dirty="0">
                <a:latin typeface="Cambria"/>
                <a:cs typeface="Cambria"/>
              </a:rPr>
              <a:t>N</a:t>
            </a:r>
            <a:r>
              <a:rPr sz="3000" i="1" spc="367" baseline="-12500" dirty="0">
                <a:latin typeface="Georgia"/>
                <a:cs typeface="Georgia"/>
              </a:rPr>
              <a:t>k</a:t>
            </a:r>
            <a:endParaRPr sz="3000" baseline="-125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000">
              <a:latin typeface="Georgia"/>
              <a:cs typeface="Georgia"/>
            </a:endParaRPr>
          </a:p>
          <a:p>
            <a:pPr marL="895350" algn="ctr">
              <a:lnSpc>
                <a:spcPts val="2680"/>
              </a:lnSpc>
              <a:tabLst>
                <a:tab pos="1366520" algn="l"/>
              </a:tabLst>
            </a:pPr>
            <a:r>
              <a:rPr sz="2850" u="sng" spc="3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85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28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2850">
              <a:latin typeface="Cambria"/>
              <a:cs typeface="Cambria"/>
            </a:endParaRPr>
          </a:p>
          <a:p>
            <a:pPr marR="140970" algn="ctr">
              <a:lnSpc>
                <a:spcPts val="1950"/>
              </a:lnSpc>
            </a:pPr>
            <a:r>
              <a:rPr sz="2850" spc="595" dirty="0">
                <a:latin typeface="Cambria"/>
                <a:cs typeface="Cambria"/>
              </a:rPr>
              <a:t>=</a:t>
            </a:r>
            <a:endParaRPr sz="2850">
              <a:latin typeface="Cambria"/>
              <a:cs typeface="Cambria"/>
            </a:endParaRPr>
          </a:p>
          <a:p>
            <a:pPr marL="870585" algn="ctr">
              <a:lnSpc>
                <a:spcPts val="2695"/>
              </a:lnSpc>
            </a:pPr>
            <a:r>
              <a:rPr sz="2850" i="1" spc="245" dirty="0">
                <a:latin typeface="Cambria"/>
                <a:cs typeface="Cambria"/>
              </a:rPr>
              <a:t>N</a:t>
            </a:r>
            <a:r>
              <a:rPr sz="3000" i="1" spc="367" baseline="-12500" dirty="0">
                <a:latin typeface="Georgia"/>
                <a:cs typeface="Georgia"/>
              </a:rPr>
              <a:t>k</a:t>
            </a:r>
            <a:endParaRPr sz="3000" baseline="-12500">
              <a:latin typeface="Georgia"/>
              <a:cs typeface="Georgia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29FCC716-E15F-AB90-A8AB-532351D734A9}"/>
              </a:ext>
            </a:extLst>
          </p:cNvPr>
          <p:cNvSpPr txBox="1"/>
          <p:nvPr/>
        </p:nvSpPr>
        <p:spPr>
          <a:xfrm>
            <a:off x="2497044" y="4550432"/>
            <a:ext cx="551180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50" spc="2290" dirty="0">
                <a:latin typeface="Lucida Sans Unicode"/>
                <a:cs typeface="Lucida Sans Unicode"/>
              </a:rPr>
              <a:t>X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C0CBD6E9-CC19-5F4E-9603-6D7746E9F02A}"/>
              </a:ext>
            </a:extLst>
          </p:cNvPr>
          <p:cNvSpPr txBox="1"/>
          <p:nvPr/>
        </p:nvSpPr>
        <p:spPr>
          <a:xfrm>
            <a:off x="2354982" y="5400086"/>
            <a:ext cx="829310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i="1" spc="210" dirty="0">
                <a:latin typeface="Georgia"/>
                <a:cs typeface="Georgia"/>
              </a:rPr>
              <a:t>i</a:t>
            </a:r>
            <a:r>
              <a:rPr sz="2000" i="1" spc="465" dirty="0">
                <a:latin typeface="Georgia"/>
                <a:cs typeface="Georgia"/>
              </a:rPr>
              <a:t> </a:t>
            </a:r>
            <a:r>
              <a:rPr sz="2850" dirty="0">
                <a:latin typeface="Cambria"/>
                <a:cs typeface="Cambria"/>
              </a:rPr>
              <a:t>in</a:t>
            </a:r>
            <a:r>
              <a:rPr sz="2850" spc="325" dirty="0">
                <a:latin typeface="Cambria"/>
                <a:cs typeface="Cambria"/>
              </a:rPr>
              <a:t> </a:t>
            </a:r>
            <a:r>
              <a:rPr sz="2000" i="1" spc="105" dirty="0">
                <a:latin typeface="Georgia"/>
                <a:cs typeface="Georgia"/>
              </a:rPr>
              <a:t>k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1E35BFB3-3FF8-C816-91EC-D22FCD5022AC}"/>
              </a:ext>
            </a:extLst>
          </p:cNvPr>
          <p:cNvSpPr txBox="1"/>
          <p:nvPr/>
        </p:nvSpPr>
        <p:spPr>
          <a:xfrm>
            <a:off x="3514533" y="5059969"/>
            <a:ext cx="1289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60" dirty="0">
                <a:latin typeface="Georgia"/>
                <a:cs typeface="Georgia"/>
              </a:rPr>
              <a:t>i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163D34F6-5431-BA2E-7AB2-2CECAF8EEB43}"/>
              </a:ext>
            </a:extLst>
          </p:cNvPr>
          <p:cNvSpPr txBox="1"/>
          <p:nvPr/>
        </p:nvSpPr>
        <p:spPr>
          <a:xfrm>
            <a:off x="3139495" y="4896205"/>
            <a:ext cx="3000375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89280" algn="l"/>
              </a:tabLst>
            </a:pPr>
            <a:r>
              <a:rPr sz="2850" spc="160" dirty="0">
                <a:latin typeface="Cambria"/>
                <a:cs typeface="Cambria"/>
              </a:rPr>
              <a:t>(</a:t>
            </a:r>
            <a:r>
              <a:rPr sz="2850" i="1" spc="160" dirty="0">
                <a:latin typeface="Cambria"/>
                <a:cs typeface="Cambria"/>
              </a:rPr>
              <a:t>x</a:t>
            </a:r>
            <a:r>
              <a:rPr sz="2850" i="1" dirty="0">
                <a:latin typeface="Cambria"/>
                <a:cs typeface="Cambria"/>
              </a:rPr>
              <a:t>	</a:t>
            </a:r>
            <a:r>
              <a:rPr sz="2850" i="1" spc="-330" dirty="0">
                <a:latin typeface="Times New Roman"/>
                <a:cs typeface="Times New Roman"/>
              </a:rPr>
              <a:t>—</a:t>
            </a:r>
            <a:r>
              <a:rPr sz="2850" i="1" spc="5" dirty="0">
                <a:latin typeface="Times New Roman"/>
                <a:cs typeface="Times New Roman"/>
              </a:rPr>
              <a:t> </a:t>
            </a:r>
            <a:r>
              <a:rPr sz="2850" i="1" spc="-1220" dirty="0">
                <a:latin typeface="Cambria"/>
                <a:cs typeface="Cambria"/>
              </a:rPr>
              <a:t>µ</a:t>
            </a:r>
            <a:r>
              <a:rPr sz="2850" spc="225" dirty="0">
                <a:latin typeface="Cambria"/>
                <a:cs typeface="Cambria"/>
              </a:rPr>
              <a:t>ˆ</a:t>
            </a:r>
            <a:r>
              <a:rPr sz="3000" i="1" spc="525" baseline="-12500" dirty="0">
                <a:latin typeface="Georgia"/>
                <a:cs typeface="Georgia"/>
              </a:rPr>
              <a:t>k</a:t>
            </a:r>
            <a:r>
              <a:rPr sz="2850" spc="160" dirty="0">
                <a:latin typeface="Cambria"/>
                <a:cs typeface="Cambria"/>
              </a:rPr>
              <a:t>)(</a:t>
            </a:r>
            <a:r>
              <a:rPr sz="2850" i="1" spc="160" dirty="0">
                <a:latin typeface="Cambria"/>
                <a:cs typeface="Cambria"/>
              </a:rPr>
              <a:t>x</a:t>
            </a:r>
            <a:r>
              <a:rPr sz="3000" i="1" spc="240" baseline="-12500" dirty="0">
                <a:latin typeface="Georgia"/>
                <a:cs typeface="Georgia"/>
              </a:rPr>
              <a:t>i</a:t>
            </a:r>
            <a:r>
              <a:rPr sz="3000" i="1" spc="607" baseline="-12500" dirty="0">
                <a:latin typeface="Georgia"/>
                <a:cs typeface="Georgia"/>
              </a:rPr>
              <a:t> </a:t>
            </a:r>
            <a:r>
              <a:rPr sz="2850" i="1" spc="-330" dirty="0">
                <a:latin typeface="Times New Roman"/>
                <a:cs typeface="Times New Roman"/>
              </a:rPr>
              <a:t>—</a:t>
            </a:r>
            <a:r>
              <a:rPr sz="2850" i="1" spc="20" dirty="0">
                <a:latin typeface="Times New Roman"/>
                <a:cs typeface="Times New Roman"/>
              </a:rPr>
              <a:t> </a:t>
            </a:r>
            <a:r>
              <a:rPr sz="2850" i="1" spc="-1120" dirty="0">
                <a:latin typeface="Cambria"/>
                <a:cs typeface="Cambria"/>
              </a:rPr>
              <a:t>µ</a:t>
            </a:r>
            <a:r>
              <a:rPr sz="2850" spc="325" dirty="0">
                <a:latin typeface="Cambria"/>
                <a:cs typeface="Cambria"/>
              </a:rPr>
              <a:t>ˆ</a:t>
            </a:r>
            <a:r>
              <a:rPr sz="3000" i="1" spc="675" baseline="-12500" dirty="0">
                <a:latin typeface="Georgia"/>
                <a:cs typeface="Georgia"/>
              </a:rPr>
              <a:t>k</a:t>
            </a:r>
            <a:r>
              <a:rPr sz="2850" spc="260" dirty="0">
                <a:latin typeface="Cambria"/>
                <a:cs typeface="Cambria"/>
              </a:rPr>
              <a:t>)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9DF508B4-8F9D-EB3C-FCA1-9F05A173FAB2}"/>
              </a:ext>
            </a:extLst>
          </p:cNvPr>
          <p:cNvSpPr txBox="1"/>
          <p:nvPr/>
        </p:nvSpPr>
        <p:spPr>
          <a:xfrm>
            <a:off x="6076359" y="4855099"/>
            <a:ext cx="1974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60" dirty="0">
                <a:latin typeface="Georgia"/>
                <a:cs typeface="Georgia"/>
              </a:rPr>
              <a:t>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30D2780-FFE7-63CB-63AE-35755D5001E0}"/>
              </a:ext>
            </a:extLst>
          </p:cNvPr>
          <p:cNvSpPr txBox="1"/>
          <p:nvPr/>
        </p:nvSpPr>
        <p:spPr>
          <a:xfrm>
            <a:off x="776432" y="5960832"/>
            <a:ext cx="1656714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30" dirty="0">
                <a:latin typeface="Arial MT"/>
                <a:cs typeface="Arial MT"/>
              </a:rPr>
              <a:t>Scalar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case: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7DAE5103-ECFF-9C1F-6FEA-3E9FF768B681}"/>
              </a:ext>
            </a:extLst>
          </p:cNvPr>
          <p:cNvGraphicFramePr>
            <a:graphicFrameLocks noGrp="1"/>
          </p:cNvGraphicFramePr>
          <p:nvPr/>
        </p:nvGraphicFramePr>
        <p:xfrm>
          <a:off x="663474" y="1544556"/>
          <a:ext cx="4315458" cy="1756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985FBD2-D2A7-9BEF-3953-52EE24AFB52F}"/>
                  </a:ext>
                </a:extLst>
              </p14:cNvPr>
              <p14:cNvContentPartPr/>
              <p14:nvPr/>
            </p14:nvContentPartPr>
            <p14:xfrm>
              <a:off x="613813" y="4530580"/>
              <a:ext cx="164520" cy="1958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985FBD2-D2A7-9BEF-3953-52EE24AFB5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013" y="4519780"/>
                <a:ext cx="185760" cy="19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3099361-58CC-CA12-8E0C-68075BB3C3DF}"/>
                  </a:ext>
                </a:extLst>
              </p14:cNvPr>
              <p14:cNvContentPartPr/>
              <p14:nvPr/>
            </p14:nvContentPartPr>
            <p14:xfrm>
              <a:off x="1539733" y="5170660"/>
              <a:ext cx="1794240" cy="10306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3099361-58CC-CA12-8E0C-68075BB3C3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8933" y="5160220"/>
                <a:ext cx="1815480" cy="10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14F5841-D85E-9B26-A2E9-1453AE968B86}"/>
                  </a:ext>
                </a:extLst>
              </p14:cNvPr>
              <p14:cNvContentPartPr/>
              <p14:nvPr/>
            </p14:nvContentPartPr>
            <p14:xfrm>
              <a:off x="380893" y="3250060"/>
              <a:ext cx="3609000" cy="15192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14F5841-D85E-9B26-A2E9-1453AE968B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094" y="3239260"/>
                <a:ext cx="3630238" cy="15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CE8E728-7CF0-8B6C-1291-02E5C322A4BF}"/>
                  </a:ext>
                </a:extLst>
              </p14:cNvPr>
              <p14:cNvContentPartPr/>
              <p14:nvPr/>
            </p14:nvContentPartPr>
            <p14:xfrm>
              <a:off x="6360493" y="4639300"/>
              <a:ext cx="566640" cy="10274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CE8E728-7CF0-8B6C-1291-02E5C322A4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49693" y="4628860"/>
                <a:ext cx="587880" cy="104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442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53E7-F572-6584-EBE6-3076008F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4E0008-48AC-B901-EBB0-EF91836A88D8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224F618F-1EC3-3FD2-6EBE-A80AF0A8FFC0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E2FF6-1709-CA91-7495-060AB0E109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59F4CA1-61EE-8EA7-674D-157FD9C0780A}"/>
              </a:ext>
            </a:extLst>
          </p:cNvPr>
          <p:cNvSpPr txBox="1">
            <a:spLocks/>
          </p:cNvSpPr>
          <p:nvPr/>
        </p:nvSpPr>
        <p:spPr>
          <a:xfrm>
            <a:off x="317148" y="360033"/>
            <a:ext cx="7131401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95"/>
              </a:spcBef>
            </a:pPr>
            <a:r>
              <a:rPr lang="en-US" spc="75">
                <a:solidFill>
                  <a:schemeClr val="bg1"/>
                </a:solidFill>
              </a:rPr>
              <a:t>Cluster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215">
                <a:solidFill>
                  <a:schemeClr val="bg1"/>
                </a:solidFill>
              </a:rPr>
              <a:t>proportion</a:t>
            </a:r>
            <a:r>
              <a:rPr lang="en-US" spc="-65">
                <a:solidFill>
                  <a:schemeClr val="bg1"/>
                </a:solidFill>
              </a:rPr>
              <a:t> </a:t>
            </a:r>
            <a:r>
              <a:rPr lang="en-US" spc="-50">
                <a:solidFill>
                  <a:schemeClr val="bg1"/>
                </a:solidFill>
              </a:rPr>
              <a:t>MLE</a:t>
            </a:r>
            <a:endParaRPr lang="en-US" spc="-5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8C83872-B677-6B7C-8C07-57F5CBD2CE0D}"/>
              </a:ext>
            </a:extLst>
          </p:cNvPr>
          <p:cNvSpPr txBox="1"/>
          <p:nvPr/>
        </p:nvSpPr>
        <p:spPr>
          <a:xfrm>
            <a:off x="6604173" y="3449885"/>
            <a:ext cx="2190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135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9901824-C989-2B5D-4552-00B44C345F01}"/>
              </a:ext>
            </a:extLst>
          </p:cNvPr>
          <p:cNvSpPr txBox="1"/>
          <p:nvPr/>
        </p:nvSpPr>
        <p:spPr>
          <a:xfrm>
            <a:off x="6319394" y="2937354"/>
            <a:ext cx="1792605" cy="879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2370">
              <a:lnSpc>
                <a:spcPts val="3340"/>
              </a:lnSpc>
              <a:spcBef>
                <a:spcPts val="130"/>
              </a:spcBef>
            </a:pPr>
            <a:r>
              <a:rPr sz="3550" i="1" spc="305" dirty="0">
                <a:latin typeface="Cambria"/>
                <a:cs typeface="Cambria"/>
              </a:rPr>
              <a:t>N</a:t>
            </a:r>
            <a:r>
              <a:rPr sz="3750" i="1" spc="457" baseline="-12222" dirty="0">
                <a:latin typeface="Georgia"/>
                <a:cs typeface="Georgia"/>
              </a:rPr>
              <a:t>k</a:t>
            </a:r>
            <a:endParaRPr sz="3750" baseline="-12222">
              <a:latin typeface="Georgia"/>
              <a:cs typeface="Georgia"/>
            </a:endParaRPr>
          </a:p>
          <a:p>
            <a:pPr marL="38100">
              <a:lnSpc>
                <a:spcPts val="3340"/>
              </a:lnSpc>
              <a:tabLst>
                <a:tab pos="647065" algn="l"/>
              </a:tabLst>
            </a:pPr>
            <a:r>
              <a:rPr sz="3550" spc="-1145" dirty="0">
                <a:latin typeface="Cambria"/>
                <a:cs typeface="Cambria"/>
              </a:rPr>
              <a:t>⇡</a:t>
            </a:r>
            <a:r>
              <a:rPr sz="3550" spc="380" dirty="0">
                <a:latin typeface="Cambria"/>
                <a:cs typeface="Cambria"/>
              </a:rPr>
              <a:t>ˆ</a:t>
            </a:r>
            <a:r>
              <a:rPr sz="3550" dirty="0">
                <a:latin typeface="Cambria"/>
                <a:cs typeface="Cambria"/>
              </a:rPr>
              <a:t>	</a:t>
            </a:r>
            <a:r>
              <a:rPr sz="3550" spc="750" dirty="0">
                <a:latin typeface="Cambria"/>
                <a:cs typeface="Cambria"/>
              </a:rPr>
              <a:t>=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8416E84-C62F-0276-339F-77320767A246}"/>
              </a:ext>
            </a:extLst>
          </p:cNvPr>
          <p:cNvSpPr/>
          <p:nvPr/>
        </p:nvSpPr>
        <p:spPr>
          <a:xfrm>
            <a:off x="7502067" y="3598989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5">
                <a:moveTo>
                  <a:pt x="0" y="0"/>
                </a:moveTo>
                <a:lnTo>
                  <a:pt x="589459" y="0"/>
                </a:lnTo>
              </a:path>
            </a:pathLst>
          </a:custGeom>
          <a:ln w="181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9D984B6B-B85E-27B7-7661-723A3FE99640}"/>
              </a:ext>
            </a:extLst>
          </p:cNvPr>
          <p:cNvSpPr txBox="1"/>
          <p:nvPr/>
        </p:nvSpPr>
        <p:spPr>
          <a:xfrm>
            <a:off x="7576511" y="3557206"/>
            <a:ext cx="39116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i="1" spc="425" dirty="0">
                <a:latin typeface="Cambria"/>
                <a:cs typeface="Cambria"/>
              </a:rPr>
              <a:t>N</a:t>
            </a:r>
            <a:endParaRPr sz="3550">
              <a:latin typeface="Cambria"/>
              <a:cs typeface="Cambria"/>
            </a:endParaRP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AD8B036A-42D1-3E4F-D9F7-7DFDF362EDAC}"/>
              </a:ext>
            </a:extLst>
          </p:cNvPr>
          <p:cNvGraphicFramePr>
            <a:graphicFrameLocks noGrp="1"/>
          </p:cNvGraphicFramePr>
          <p:nvPr/>
        </p:nvGraphicFramePr>
        <p:xfrm>
          <a:off x="663474" y="1557243"/>
          <a:ext cx="4315458" cy="102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812B4DB0-9152-97DA-2DE0-BC466FF053FE}"/>
              </a:ext>
            </a:extLst>
          </p:cNvPr>
          <p:cNvGraphicFramePr>
            <a:graphicFrameLocks noGrp="1"/>
          </p:cNvGraphicFramePr>
          <p:nvPr/>
        </p:nvGraphicFramePr>
        <p:xfrm>
          <a:off x="663474" y="2903087"/>
          <a:ext cx="4315458" cy="139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5F7BC359-3937-4B70-C1D1-85AB5E5FA940}"/>
              </a:ext>
            </a:extLst>
          </p:cNvPr>
          <p:cNvGraphicFramePr>
            <a:graphicFrameLocks noGrp="1"/>
          </p:cNvGraphicFramePr>
          <p:nvPr/>
        </p:nvGraphicFramePr>
        <p:xfrm>
          <a:off x="638100" y="4614235"/>
          <a:ext cx="4315458" cy="1756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0">
            <a:extLst>
              <a:ext uri="{FF2B5EF4-FFF2-40B4-BE49-F238E27FC236}">
                <a16:creationId xmlns:a16="http://schemas.microsoft.com/office/drawing/2014/main" id="{89E74A59-B775-0E1C-0E1E-EF85A980BFF2}"/>
              </a:ext>
            </a:extLst>
          </p:cNvPr>
          <p:cNvGrpSpPr/>
          <p:nvPr/>
        </p:nvGrpSpPr>
        <p:grpSpPr>
          <a:xfrm>
            <a:off x="6878777" y="2443942"/>
            <a:ext cx="802640" cy="848360"/>
            <a:chOff x="6878777" y="2443942"/>
            <a:chExt cx="802640" cy="848360"/>
          </a:xfrm>
        </p:grpSpPr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9530F3B2-E9A3-2886-8458-050601BC9A2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8777" y="2443942"/>
              <a:ext cx="802177" cy="847897"/>
            </a:xfrm>
            <a:prstGeom prst="rect">
              <a:avLst/>
            </a:prstGeom>
          </p:spPr>
        </p:pic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CE1827A7-162F-98CC-50BC-7F5F09024066}"/>
                </a:ext>
              </a:extLst>
            </p:cNvPr>
            <p:cNvSpPr/>
            <p:nvPr/>
          </p:nvSpPr>
          <p:spPr>
            <a:xfrm>
              <a:off x="6939787" y="2477655"/>
              <a:ext cx="520065" cy="568325"/>
            </a:xfrm>
            <a:custGeom>
              <a:avLst/>
              <a:gdLst/>
              <a:ahLst/>
              <a:cxnLst/>
              <a:rect l="l" t="t" r="r" b="b"/>
              <a:pathLst>
                <a:path w="520065" h="568325">
                  <a:moveTo>
                    <a:pt x="0" y="0"/>
                  </a:moveTo>
                  <a:lnTo>
                    <a:pt x="519812" y="568131"/>
                  </a:lnTo>
                </a:path>
              </a:pathLst>
            </a:custGeom>
            <a:ln w="38057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9FBD4675-3BBF-167A-0D10-A2EF1B11713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4450" y="2898013"/>
              <a:ext cx="170649" cy="175640"/>
            </a:xfrm>
            <a:prstGeom prst="rect">
              <a:avLst/>
            </a:prstGeom>
          </p:spPr>
        </p:pic>
      </p:grpSp>
      <p:sp>
        <p:nvSpPr>
          <p:cNvPr id="16" name="object 14">
            <a:extLst>
              <a:ext uri="{FF2B5EF4-FFF2-40B4-BE49-F238E27FC236}">
                <a16:creationId xmlns:a16="http://schemas.microsoft.com/office/drawing/2014/main" id="{9D17CB76-D95E-FEEF-3E60-61A509367F6E}"/>
              </a:ext>
            </a:extLst>
          </p:cNvPr>
          <p:cNvSpPr txBox="1"/>
          <p:nvPr/>
        </p:nvSpPr>
        <p:spPr>
          <a:xfrm>
            <a:off x="5559437" y="2079345"/>
            <a:ext cx="241681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385" dirty="0">
                <a:solidFill>
                  <a:srgbClr val="B0007E"/>
                </a:solidFill>
                <a:latin typeface="Arial MT"/>
                <a:cs typeface="Arial MT"/>
              </a:rPr>
              <a:t>#</a:t>
            </a:r>
            <a:r>
              <a:rPr sz="2400" spc="8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obs</a:t>
            </a:r>
            <a:r>
              <a:rPr sz="2400" spc="9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in</a:t>
            </a:r>
            <a:r>
              <a:rPr sz="2400" spc="9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9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B0007E"/>
                </a:solidFill>
                <a:latin typeface="Arial MT"/>
                <a:cs typeface="Arial MT"/>
              </a:rPr>
              <a:t>k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EF4F887C-5A25-5C0E-E8B9-16773B4A88E8}"/>
              </a:ext>
            </a:extLst>
          </p:cNvPr>
          <p:cNvGrpSpPr/>
          <p:nvPr/>
        </p:nvGrpSpPr>
        <p:grpSpPr>
          <a:xfrm>
            <a:off x="6779031" y="3865422"/>
            <a:ext cx="939800" cy="777240"/>
            <a:chOff x="6779031" y="3865422"/>
            <a:chExt cx="939800" cy="777240"/>
          </a:xfrm>
        </p:grpSpPr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6AD9D2BC-AD6E-B100-847E-F0CC5F947A0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9031" y="3865422"/>
              <a:ext cx="939337" cy="777240"/>
            </a:xfrm>
            <a:prstGeom prst="rect">
              <a:avLst/>
            </a:prstGeom>
          </p:spPr>
        </p:pic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35CBE62E-1F3F-83B3-516D-6216CED07E58}"/>
                </a:ext>
              </a:extLst>
            </p:cNvPr>
            <p:cNvSpPr/>
            <p:nvPr/>
          </p:nvSpPr>
          <p:spPr>
            <a:xfrm>
              <a:off x="6838301" y="4060949"/>
              <a:ext cx="655320" cy="497205"/>
            </a:xfrm>
            <a:custGeom>
              <a:avLst/>
              <a:gdLst/>
              <a:ahLst/>
              <a:cxnLst/>
              <a:rect l="l" t="t" r="r" b="b"/>
              <a:pathLst>
                <a:path w="655320" h="497204">
                  <a:moveTo>
                    <a:pt x="0" y="496978"/>
                  </a:moveTo>
                  <a:lnTo>
                    <a:pt x="654921" y="0"/>
                  </a:lnTo>
                </a:path>
              </a:pathLst>
            </a:custGeom>
            <a:ln w="38056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8">
              <a:extLst>
                <a:ext uri="{FF2B5EF4-FFF2-40B4-BE49-F238E27FC236}">
                  <a16:creationId xmlns:a16="http://schemas.microsoft.com/office/drawing/2014/main" id="{CD7B8566-B1EE-D97D-6CCD-C7E8F1F6102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43101" y="4038117"/>
              <a:ext cx="180200" cy="163928"/>
            </a:xfrm>
            <a:prstGeom prst="rect">
              <a:avLst/>
            </a:prstGeom>
          </p:spPr>
        </p:pic>
      </p:grpSp>
      <p:sp>
        <p:nvSpPr>
          <p:cNvPr id="22" name="object 19">
            <a:extLst>
              <a:ext uri="{FF2B5EF4-FFF2-40B4-BE49-F238E27FC236}">
                <a16:creationId xmlns:a16="http://schemas.microsoft.com/office/drawing/2014/main" id="{71C1E593-49DE-CA97-37AA-223B04263216}"/>
              </a:ext>
            </a:extLst>
          </p:cNvPr>
          <p:cNvSpPr txBox="1"/>
          <p:nvPr/>
        </p:nvSpPr>
        <p:spPr>
          <a:xfrm>
            <a:off x="5559437" y="4527473"/>
            <a:ext cx="5499735" cy="1598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70" dirty="0">
                <a:solidFill>
                  <a:srgbClr val="B0007E"/>
                </a:solidFill>
                <a:latin typeface="Arial MT"/>
                <a:cs typeface="Arial MT"/>
              </a:rPr>
              <a:t>total</a:t>
            </a:r>
            <a:r>
              <a:rPr sz="2400" spc="-2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385" dirty="0">
                <a:solidFill>
                  <a:srgbClr val="B0007E"/>
                </a:solidFill>
                <a:latin typeface="Arial MT"/>
                <a:cs typeface="Arial MT"/>
              </a:rPr>
              <a:t>#</a:t>
            </a:r>
            <a:r>
              <a:rPr sz="2400" spc="-2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120" dirty="0">
                <a:solidFill>
                  <a:srgbClr val="B0007E"/>
                </a:solidFill>
                <a:latin typeface="Arial MT"/>
                <a:cs typeface="Arial MT"/>
              </a:rPr>
              <a:t>of</a:t>
            </a:r>
            <a:r>
              <a:rPr sz="2400" spc="-2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B0007E"/>
                </a:solidFill>
                <a:latin typeface="Arial MT"/>
                <a:cs typeface="Arial MT"/>
              </a:rPr>
              <a:t>obs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latin typeface="Arial MT"/>
                <a:cs typeface="Arial MT"/>
              </a:rPr>
              <a:t>True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95" dirty="0">
                <a:latin typeface="Arial MT"/>
                <a:cs typeface="Arial MT"/>
              </a:rPr>
              <a:t>for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general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mixtures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spc="125" dirty="0">
                <a:latin typeface="Arial MT"/>
                <a:cs typeface="Arial MT"/>
              </a:rPr>
              <a:t>of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i.i.d.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data, </a:t>
            </a:r>
            <a:r>
              <a:rPr sz="2500" spc="125" dirty="0">
                <a:latin typeface="Arial MT"/>
                <a:cs typeface="Arial MT"/>
              </a:rPr>
              <a:t>not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just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Gaussian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clusters</a:t>
            </a:r>
            <a:endParaRPr sz="25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92A2832-3324-FA75-1624-AEDB3DD45862}"/>
                  </a:ext>
                </a:extLst>
              </p14:cNvPr>
              <p14:cNvContentPartPr/>
              <p14:nvPr/>
            </p14:nvContentPartPr>
            <p14:xfrm>
              <a:off x="3713773" y="6081100"/>
              <a:ext cx="472320" cy="2224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92A2832-3324-FA75-1624-AEDB3DD458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3333" y="6070300"/>
                <a:ext cx="4935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A57005D-D05D-C1A0-FD51-A33DC9D200A3}"/>
                  </a:ext>
                </a:extLst>
              </p14:cNvPr>
              <p14:cNvContentPartPr/>
              <p14:nvPr/>
            </p14:nvContentPartPr>
            <p14:xfrm>
              <a:off x="3702613" y="5245540"/>
              <a:ext cx="545400" cy="634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A57005D-D05D-C1A0-FD51-A33DC9D200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92173" y="5234740"/>
                <a:ext cx="566640" cy="6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8842FDD-689F-CCE9-AFDD-2EE7C37FFC3D}"/>
                  </a:ext>
                </a:extLst>
              </p14:cNvPr>
              <p14:cNvContentPartPr/>
              <p14:nvPr/>
            </p14:nvContentPartPr>
            <p14:xfrm>
              <a:off x="3752653" y="3636340"/>
              <a:ext cx="520560" cy="7675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8842FDD-689F-CCE9-AFDD-2EE7C37FFC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2213" y="3625540"/>
                <a:ext cx="541800" cy="7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3809E81-34D8-FDF0-E07D-56B9AACFDD5D}"/>
                  </a:ext>
                </a:extLst>
              </p14:cNvPr>
              <p14:cNvContentPartPr/>
              <p14:nvPr/>
            </p14:nvContentPartPr>
            <p14:xfrm>
              <a:off x="3790813" y="2250340"/>
              <a:ext cx="510120" cy="4384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3809E81-34D8-FDF0-E07D-56B9AACFDD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80373" y="2239900"/>
                <a:ext cx="531360" cy="45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5488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B33BC-E533-4634-E25B-D37B2A41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3C23D99-7AFC-7CBD-A838-85E5DACF73AA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3E231FDB-FAC4-6B7E-605C-051142E6A72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1D44F-B08F-DD0A-AB8A-8974391131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68BC786-4163-AF72-80EC-A54F11ECC80C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7965" algn="l">
              <a:spcBef>
                <a:spcPts val="95"/>
              </a:spcBef>
            </a:pPr>
            <a:r>
              <a:rPr lang="en-US">
                <a:solidFill>
                  <a:schemeClr val="bg1"/>
                </a:solidFill>
              </a:rPr>
              <a:t>Part</a:t>
            </a:r>
            <a:r>
              <a:rPr lang="en-US" spc="-105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2a</a:t>
            </a:r>
            <a:r>
              <a:rPr lang="en-US" spc="-105">
                <a:solidFill>
                  <a:schemeClr val="bg1"/>
                </a:solidFill>
              </a:rPr>
              <a:t> </a:t>
            </a:r>
            <a:r>
              <a:rPr lang="en-US" spc="90">
                <a:solidFill>
                  <a:schemeClr val="bg1"/>
                </a:solidFill>
              </a:rPr>
              <a:t>summary</a:t>
            </a:r>
            <a:endParaRPr lang="en-US" spc="9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60B0FE6-4FF9-15E0-C648-32253DBD2DD4}"/>
              </a:ext>
            </a:extLst>
          </p:cNvPr>
          <p:cNvSpPr txBox="1">
            <a:spLocks/>
          </p:cNvSpPr>
          <p:nvPr/>
        </p:nvSpPr>
        <p:spPr>
          <a:xfrm>
            <a:off x="478645" y="1390837"/>
            <a:ext cx="9301891" cy="4287780"/>
          </a:xfrm>
          <a:prstGeom prst="rect">
            <a:avLst/>
          </a:prstGeom>
        </p:spPr>
        <p:txBody>
          <a:bodyPr vert="horz" wrap="square" lIns="0" tIns="249876" rIns="0" bIns="0" rtlCol="0">
            <a:spAutoFit/>
          </a:bodyPr>
          <a:lstStyle>
            <a:lvl1pPr marL="0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341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7695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98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75390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5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86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50781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38476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26171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13867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01562" indent="0" algn="ctr" defTabSz="487695" rtl="0" eaLnBrk="1" latinLnBrk="0" hangingPunct="1">
              <a:spcBef>
                <a:spcPct val="20000"/>
              </a:spcBef>
              <a:buFont typeface="Arial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5435">
              <a:lnSpc>
                <a:spcPct val="100000"/>
              </a:lnSpc>
              <a:spcBef>
                <a:spcPts val="1425"/>
              </a:spcBef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needed</a:t>
            </a:r>
            <a:r>
              <a:rPr lang="en-US" sz="2400" spc="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140" dirty="0">
                <a:solidFill>
                  <a:schemeClr val="accent5">
                    <a:lumMod val="75000"/>
                  </a:schemeClr>
                </a:solidFill>
              </a:rPr>
              <a:t>to</a:t>
            </a:r>
            <a:r>
              <a:rPr lang="en-US" sz="2400" spc="2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105" dirty="0">
                <a:solidFill>
                  <a:schemeClr val="accent5">
                    <a:lumMod val="75000"/>
                  </a:schemeClr>
                </a:solidFill>
              </a:rPr>
              <a:t>compute</a:t>
            </a:r>
            <a:r>
              <a:rPr lang="en-US" sz="2400" spc="2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55" dirty="0">
                <a:solidFill>
                  <a:schemeClr val="accent5">
                    <a:lumMod val="75000"/>
                  </a:schemeClr>
                </a:solidFill>
              </a:rPr>
              <a:t>soft</a:t>
            </a:r>
            <a:r>
              <a:rPr lang="en-US" sz="2400" spc="15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-10" dirty="0">
                <a:solidFill>
                  <a:schemeClr val="accent5">
                    <a:lumMod val="75000"/>
                  </a:schemeClr>
                </a:solidFill>
              </a:rPr>
              <a:t>assignments</a:t>
            </a:r>
          </a:p>
          <a:p>
            <a:pPr marL="3605529" marR="163195">
              <a:lnSpc>
                <a:spcPts val="3800"/>
              </a:lnSpc>
              <a:spcBef>
                <a:spcPts val="1925"/>
              </a:spcBef>
            </a:pPr>
            <a:r>
              <a:rPr lang="en-US" sz="3200" dirty="0">
                <a:solidFill>
                  <a:srgbClr val="2B2728"/>
                </a:solidFill>
              </a:rPr>
              <a:t>Cluster</a:t>
            </a:r>
            <a:r>
              <a:rPr lang="en-US" sz="3200" spc="75" dirty="0">
                <a:solidFill>
                  <a:srgbClr val="2B2728"/>
                </a:solidFill>
              </a:rPr>
              <a:t> </a:t>
            </a:r>
            <a:r>
              <a:rPr lang="en-US" sz="3200" dirty="0">
                <a:solidFill>
                  <a:srgbClr val="2B2728"/>
                </a:solidFill>
              </a:rPr>
              <a:t>parameters</a:t>
            </a:r>
            <a:r>
              <a:rPr lang="en-US" sz="3200" spc="75" dirty="0">
                <a:solidFill>
                  <a:srgbClr val="2B2728"/>
                </a:solidFill>
              </a:rPr>
              <a:t> </a:t>
            </a:r>
            <a:r>
              <a:rPr lang="en-US" sz="3200" dirty="0">
                <a:solidFill>
                  <a:srgbClr val="2B2728"/>
                </a:solidFill>
              </a:rPr>
              <a:t>are</a:t>
            </a:r>
            <a:r>
              <a:rPr lang="en-US" sz="3200" spc="75" dirty="0">
                <a:solidFill>
                  <a:srgbClr val="2B2728"/>
                </a:solidFill>
              </a:rPr>
              <a:t> </a:t>
            </a:r>
            <a:r>
              <a:rPr lang="en-US" sz="3200" spc="-10" dirty="0">
                <a:solidFill>
                  <a:srgbClr val="2B2728"/>
                </a:solidFill>
              </a:rPr>
              <a:t>simple </a:t>
            </a:r>
            <a:r>
              <a:rPr lang="en-US" sz="3200" spc="185" dirty="0">
                <a:solidFill>
                  <a:srgbClr val="2B2728"/>
                </a:solidFill>
              </a:rPr>
              <a:t>to</a:t>
            </a:r>
            <a:r>
              <a:rPr lang="en-US" sz="3200" spc="-30" dirty="0">
                <a:solidFill>
                  <a:srgbClr val="2B2728"/>
                </a:solidFill>
              </a:rPr>
              <a:t> </a:t>
            </a:r>
            <a:r>
              <a:rPr lang="en-US" sz="3200" spc="140" dirty="0">
                <a:solidFill>
                  <a:srgbClr val="2B2728"/>
                </a:solidFill>
              </a:rPr>
              <a:t>compute</a:t>
            </a:r>
            <a:r>
              <a:rPr lang="en-US" sz="3200" spc="-30" dirty="0">
                <a:solidFill>
                  <a:srgbClr val="2B2728"/>
                </a:solidFill>
              </a:rPr>
              <a:t> </a:t>
            </a:r>
            <a:r>
              <a:rPr lang="en-US" sz="3200" spc="80" dirty="0">
                <a:solidFill>
                  <a:srgbClr val="2B2728"/>
                </a:solidFill>
              </a:rPr>
              <a:t>if</a:t>
            </a:r>
            <a:r>
              <a:rPr lang="en-US" sz="3200" spc="-25" dirty="0">
                <a:solidFill>
                  <a:srgbClr val="2B2728"/>
                </a:solidFill>
              </a:rPr>
              <a:t> </a:t>
            </a:r>
            <a:r>
              <a:rPr lang="en-US" sz="3200" spc="100" dirty="0">
                <a:solidFill>
                  <a:srgbClr val="2B2728"/>
                </a:solidFill>
              </a:rPr>
              <a:t>we</a:t>
            </a:r>
            <a:r>
              <a:rPr lang="en-US" sz="3200" spc="-30" dirty="0">
                <a:solidFill>
                  <a:srgbClr val="2B2728"/>
                </a:solidFill>
              </a:rPr>
              <a:t> </a:t>
            </a:r>
            <a:r>
              <a:rPr lang="en-US" sz="3200" spc="130" dirty="0">
                <a:solidFill>
                  <a:srgbClr val="2B2728"/>
                </a:solidFill>
              </a:rPr>
              <a:t>know</a:t>
            </a:r>
            <a:r>
              <a:rPr lang="en-US" sz="3200" spc="-30" dirty="0">
                <a:solidFill>
                  <a:srgbClr val="2B2728"/>
                </a:solidFill>
              </a:rPr>
              <a:t> </a:t>
            </a:r>
            <a:r>
              <a:rPr lang="en-US" sz="3200" spc="60" dirty="0">
                <a:solidFill>
                  <a:srgbClr val="2B2728"/>
                </a:solidFill>
              </a:rPr>
              <a:t>the </a:t>
            </a:r>
            <a:r>
              <a:rPr lang="en-US" sz="3200" spc="50" dirty="0">
                <a:solidFill>
                  <a:srgbClr val="2B2728"/>
                </a:solidFill>
              </a:rPr>
              <a:t>cluster</a:t>
            </a:r>
            <a:r>
              <a:rPr lang="en-US" sz="3200" spc="-5" dirty="0">
                <a:solidFill>
                  <a:srgbClr val="2B2728"/>
                </a:solidFill>
              </a:rPr>
              <a:t> </a:t>
            </a:r>
            <a:r>
              <a:rPr lang="en-US" sz="3200" spc="-10" dirty="0">
                <a:solidFill>
                  <a:srgbClr val="2B2728"/>
                </a:solidFill>
              </a:rPr>
              <a:t>assignments</a:t>
            </a:r>
            <a:endParaRPr lang="en-US" sz="3200" dirty="0"/>
          </a:p>
          <a:p>
            <a:pPr marL="3592829">
              <a:lnSpc>
                <a:spcPct val="100000"/>
              </a:lnSpc>
              <a:spcBef>
                <a:spcPts val="1610"/>
              </a:spcBef>
            </a:pPr>
            <a:endParaRPr lang="en-US" sz="3200" dirty="0"/>
          </a:p>
          <a:p>
            <a:pPr marL="3605529">
              <a:lnSpc>
                <a:spcPct val="100000"/>
              </a:lnSpc>
            </a:pPr>
            <a:r>
              <a:rPr lang="en-US" sz="2400" spc="85" dirty="0">
                <a:solidFill>
                  <a:schemeClr val="accent5">
                    <a:lumMod val="75000"/>
                  </a:schemeClr>
                </a:solidFill>
              </a:rPr>
              <a:t>But,</a:t>
            </a:r>
            <a:r>
              <a:rPr lang="en-US" sz="2400" spc="-114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140" dirty="0">
                <a:solidFill>
                  <a:schemeClr val="accent5">
                    <a:lumMod val="75000"/>
                  </a:schemeClr>
                </a:solidFill>
              </a:rPr>
              <a:t>we</a:t>
            </a:r>
            <a:r>
              <a:rPr lang="en-US" sz="2400" spc="-114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180" dirty="0">
                <a:solidFill>
                  <a:schemeClr val="accent5">
                    <a:lumMod val="75000"/>
                  </a:schemeClr>
                </a:solidFill>
              </a:rPr>
              <a:t>don’t</a:t>
            </a:r>
            <a:r>
              <a:rPr lang="en-US" sz="2400" spc="-11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204" dirty="0">
                <a:solidFill>
                  <a:schemeClr val="accent5">
                    <a:lumMod val="75000"/>
                  </a:schemeClr>
                </a:solidFill>
              </a:rPr>
              <a:t>know</a:t>
            </a:r>
            <a:r>
              <a:rPr lang="en-US" sz="2400" spc="-114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spc="60" dirty="0">
                <a:solidFill>
                  <a:schemeClr val="accent5">
                    <a:lumMod val="75000"/>
                  </a:schemeClr>
                </a:solidFill>
              </a:rPr>
              <a:t>these!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4115435">
              <a:spcBef>
                <a:spcPts val="1425"/>
              </a:spcBef>
            </a:pPr>
            <a:endParaRPr lang="en-US" sz="3200"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EF80AE42-DF15-B5F5-2756-4E8F0BF348A8}"/>
              </a:ext>
            </a:extLst>
          </p:cNvPr>
          <p:cNvGrpSpPr/>
          <p:nvPr/>
        </p:nvGrpSpPr>
        <p:grpSpPr>
          <a:xfrm>
            <a:off x="5345086" y="1982584"/>
            <a:ext cx="748665" cy="548640"/>
            <a:chOff x="5345086" y="1982584"/>
            <a:chExt cx="748665" cy="54864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4AE2093-4E16-E30A-47C0-BAC25D8A00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5086" y="1982584"/>
              <a:ext cx="748145" cy="548639"/>
            </a:xfrm>
            <a:prstGeom prst="rect">
              <a:avLst/>
            </a:prstGeom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15C6418-16DD-67A7-0672-964A24946960}"/>
                </a:ext>
              </a:extLst>
            </p:cNvPr>
            <p:cNvSpPr/>
            <p:nvPr/>
          </p:nvSpPr>
          <p:spPr>
            <a:xfrm>
              <a:off x="5401487" y="2021014"/>
              <a:ext cx="462280" cy="273050"/>
            </a:xfrm>
            <a:custGeom>
              <a:avLst/>
              <a:gdLst/>
              <a:ahLst/>
              <a:cxnLst/>
              <a:rect l="l" t="t" r="r" b="b"/>
              <a:pathLst>
                <a:path w="462279" h="273050">
                  <a:moveTo>
                    <a:pt x="0" y="0"/>
                  </a:moveTo>
                  <a:lnTo>
                    <a:pt x="461987" y="272839"/>
                  </a:lnTo>
                </a:path>
              </a:pathLst>
            </a:custGeom>
            <a:ln w="38055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7">
            <a:extLst>
              <a:ext uri="{FF2B5EF4-FFF2-40B4-BE49-F238E27FC236}">
                <a16:creationId xmlns:a16="http://schemas.microsoft.com/office/drawing/2014/main" id="{FEE5D644-066C-6276-CC47-221A75E62DB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2256" y="2159530"/>
            <a:ext cx="183743" cy="153520"/>
          </a:xfrm>
          <a:prstGeom prst="rect">
            <a:avLst/>
          </a:prstGeom>
        </p:spPr>
      </p:pic>
      <p:pic>
        <p:nvPicPr>
          <p:cNvPr id="10" name="object 8">
            <a:extLst>
              <a:ext uri="{FF2B5EF4-FFF2-40B4-BE49-F238E27FC236}">
                <a16:creationId xmlns:a16="http://schemas.microsoft.com/office/drawing/2014/main" id="{4E624EE3-C7A0-09B7-178E-59FA4709ECC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796" y="1698705"/>
            <a:ext cx="3261698" cy="465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1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0C6E-BFA3-54DF-3753-3D069E133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7FC11C-D842-5944-1810-00E617F787CD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F0EA82BC-CB9A-E075-9E25-6AD10D7F64FD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61D93-1DAC-097C-7D7F-C688D6DE6E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4A3236CA-9338-468C-B15A-2E0F27E11436}"/>
              </a:ext>
            </a:extLst>
          </p:cNvPr>
          <p:cNvSpPr txBox="1">
            <a:spLocks/>
          </p:cNvSpPr>
          <p:nvPr/>
        </p:nvSpPr>
        <p:spPr>
          <a:xfrm>
            <a:off x="3150448" y="2527198"/>
            <a:ext cx="5406390" cy="166433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ts val="4305"/>
              </a:lnSpc>
              <a:spcBef>
                <a:spcPts val="95"/>
              </a:spcBef>
            </a:pPr>
            <a:r>
              <a:rPr lang="en-US" sz="3600"/>
              <a:t>Part</a:t>
            </a:r>
            <a:r>
              <a:rPr lang="en-US" sz="3600" spc="-15"/>
              <a:t> </a:t>
            </a:r>
            <a:r>
              <a:rPr lang="en-US" sz="3600" spc="55"/>
              <a:t>2b:</a:t>
            </a:r>
            <a:endParaRPr lang="en-US" sz="3600"/>
          </a:p>
          <a:p>
            <a:pPr marL="38100" marR="30480">
              <a:lnSpc>
                <a:spcPts val="4290"/>
              </a:lnSpc>
              <a:spcBef>
                <a:spcPts val="120"/>
              </a:spcBef>
            </a:pPr>
            <a:r>
              <a:rPr lang="en-US" sz="3600" spc="80"/>
              <a:t>What</a:t>
            </a:r>
            <a:r>
              <a:rPr lang="en-US" sz="3600" spc="-75"/>
              <a:t> </a:t>
            </a:r>
            <a:r>
              <a:rPr lang="en-US" sz="3600" spc="75"/>
              <a:t>can</a:t>
            </a:r>
            <a:r>
              <a:rPr lang="en-US" sz="3600" spc="-75"/>
              <a:t> </a:t>
            </a:r>
            <a:r>
              <a:rPr lang="en-US" sz="3600" spc="160"/>
              <a:t>we</a:t>
            </a:r>
            <a:r>
              <a:rPr lang="en-US" sz="3600" spc="-70"/>
              <a:t> </a:t>
            </a:r>
            <a:r>
              <a:rPr lang="en-US" sz="3600" spc="200"/>
              <a:t>do</a:t>
            </a:r>
            <a:r>
              <a:rPr lang="en-US" sz="3600" spc="-75"/>
              <a:t> </a:t>
            </a:r>
            <a:r>
              <a:rPr lang="en-US" sz="3600" spc="204"/>
              <a:t>with</a:t>
            </a:r>
            <a:r>
              <a:rPr lang="en-US" sz="3600" spc="-70"/>
              <a:t> </a:t>
            </a:r>
            <a:r>
              <a:rPr lang="en-US" sz="3600" spc="60"/>
              <a:t>just </a:t>
            </a:r>
            <a:r>
              <a:rPr lang="en-US" sz="3600" spc="130"/>
              <a:t>soft</a:t>
            </a:r>
            <a:r>
              <a:rPr lang="en-US" sz="3600" spc="120"/>
              <a:t> </a:t>
            </a:r>
            <a:r>
              <a:rPr lang="en-US" sz="3600"/>
              <a:t>assignments</a:t>
            </a:r>
            <a:r>
              <a:rPr lang="en-US" sz="3600" spc="125"/>
              <a:t> </a:t>
            </a:r>
            <a:r>
              <a:rPr lang="en-US" sz="3600" spc="-20"/>
              <a:t>r</a:t>
            </a:r>
            <a:r>
              <a:rPr lang="en-US" sz="3600" spc="-30" baseline="-20833"/>
              <a:t>ij</a:t>
            </a:r>
            <a:r>
              <a:rPr lang="en-US" sz="3600" spc="-20"/>
              <a:t>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0619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F7FA8-2E68-587A-9D15-B4BF8092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D73CDD47-6A19-31D6-C5C0-9D69E5224198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BD946-2C42-3457-53D5-3BF27D781A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A36E7AF-7F11-A280-8DD7-688FB54D3A7E}"/>
              </a:ext>
            </a:extLst>
          </p:cNvPr>
          <p:cNvSpPr txBox="1">
            <a:spLocks/>
          </p:cNvSpPr>
          <p:nvPr/>
        </p:nvSpPr>
        <p:spPr>
          <a:xfrm>
            <a:off x="34925" y="459772"/>
            <a:ext cx="1212215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70" dirty="0">
                <a:solidFill>
                  <a:schemeClr val="bg1"/>
                </a:solidFill>
              </a:rPr>
              <a:t>Estimating</a:t>
            </a:r>
            <a:r>
              <a:rPr lang="en-US" sz="4000" spc="-60" dirty="0">
                <a:solidFill>
                  <a:schemeClr val="bg1"/>
                </a:solidFill>
              </a:rPr>
              <a:t> </a:t>
            </a:r>
            <a:r>
              <a:rPr lang="en-US" sz="4000" spc="100" dirty="0">
                <a:solidFill>
                  <a:schemeClr val="bg1"/>
                </a:solidFill>
              </a:rPr>
              <a:t>cluster</a:t>
            </a:r>
            <a:r>
              <a:rPr lang="en-US" sz="4000" spc="-60" dirty="0">
                <a:solidFill>
                  <a:schemeClr val="bg1"/>
                </a:solidFill>
              </a:rPr>
              <a:t> </a:t>
            </a:r>
            <a:r>
              <a:rPr lang="en-US" sz="4000" spc="50" dirty="0">
                <a:solidFill>
                  <a:schemeClr val="bg1"/>
                </a:solidFill>
              </a:rPr>
              <a:t>parameters </a:t>
            </a:r>
            <a:r>
              <a:rPr lang="en-US" sz="4000" spc="240" dirty="0">
                <a:solidFill>
                  <a:schemeClr val="bg1"/>
                </a:solidFill>
              </a:rPr>
              <a:t>from</a:t>
            </a:r>
            <a:r>
              <a:rPr lang="en-US" sz="4000" spc="-85" dirty="0">
                <a:solidFill>
                  <a:schemeClr val="bg1"/>
                </a:solidFill>
              </a:rPr>
              <a:t> </a:t>
            </a:r>
            <a:r>
              <a:rPr lang="en-US" sz="4000" spc="145" dirty="0">
                <a:solidFill>
                  <a:schemeClr val="bg1"/>
                </a:solidFill>
              </a:rPr>
              <a:t>soft</a:t>
            </a:r>
            <a:r>
              <a:rPr lang="en-US" sz="4000" spc="-85" dirty="0">
                <a:solidFill>
                  <a:schemeClr val="bg1"/>
                </a:solidFill>
              </a:rPr>
              <a:t> </a:t>
            </a:r>
            <a:r>
              <a:rPr lang="en-US" sz="4000" spc="-10" dirty="0">
                <a:solidFill>
                  <a:schemeClr val="bg1"/>
                </a:solidFill>
              </a:rPr>
              <a:t>assignments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D2C38E3D-AD19-2A9E-E194-A0CABDA91E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228" y="1719218"/>
            <a:ext cx="3337092" cy="474259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6CF56BA-5A7D-8769-62B9-219B61499674}"/>
              </a:ext>
            </a:extLst>
          </p:cNvPr>
          <p:cNvSpPr txBox="1"/>
          <p:nvPr/>
        </p:nvSpPr>
        <p:spPr>
          <a:xfrm>
            <a:off x="4151147" y="2053971"/>
            <a:ext cx="4845685" cy="147701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30480">
              <a:lnSpc>
                <a:spcPts val="3800"/>
              </a:lnSpc>
              <a:spcBef>
                <a:spcPts val="22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Instead</a:t>
            </a:r>
            <a:r>
              <a:rPr sz="32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7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having</a:t>
            </a:r>
            <a:r>
              <a:rPr sz="32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B2728"/>
                </a:solidFill>
                <a:latin typeface="Arial MT"/>
                <a:cs typeface="Arial MT"/>
              </a:rPr>
              <a:t>full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observation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x</a:t>
            </a:r>
            <a:r>
              <a:rPr sz="3150" baseline="-21164" dirty="0">
                <a:solidFill>
                  <a:srgbClr val="2B2728"/>
                </a:solidFill>
                <a:latin typeface="Arial MT"/>
                <a:cs typeface="Arial MT"/>
              </a:rPr>
              <a:t>i</a:t>
            </a:r>
            <a:r>
              <a:rPr sz="3150" spc="644" baseline="-2116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k,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just</a:t>
            </a:r>
            <a:r>
              <a:rPr sz="3200" spc="-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2B2728"/>
                </a:solidFill>
                <a:latin typeface="Arial MT"/>
                <a:cs typeface="Arial MT"/>
              </a:rPr>
              <a:t>allocate</a:t>
            </a:r>
            <a:r>
              <a:rPr sz="3200" spc="-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-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portion</a:t>
            </a:r>
            <a:r>
              <a:rPr sz="3200" spc="-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r</a:t>
            </a:r>
            <a:r>
              <a:rPr sz="3150" spc="-37" baseline="-21164" dirty="0">
                <a:solidFill>
                  <a:srgbClr val="393435"/>
                </a:solidFill>
                <a:latin typeface="Arial MT"/>
                <a:cs typeface="Arial MT"/>
              </a:rPr>
              <a:t>ik</a:t>
            </a:r>
            <a:endParaRPr sz="3150" baseline="-21164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9FA3D0B-B44C-BA6F-EE53-7B30F08005AC}"/>
              </a:ext>
            </a:extLst>
          </p:cNvPr>
          <p:cNvSpPr txBox="1"/>
          <p:nvPr/>
        </p:nvSpPr>
        <p:spPr>
          <a:xfrm>
            <a:off x="4185364" y="5346319"/>
            <a:ext cx="4597400" cy="87058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704850" marR="30480" indent="-667385">
              <a:lnSpc>
                <a:spcPts val="3300"/>
              </a:lnSpc>
              <a:spcBef>
                <a:spcPts val="250"/>
              </a:spcBef>
            </a:pPr>
            <a:r>
              <a:rPr sz="2800" dirty="0">
                <a:solidFill>
                  <a:srgbClr val="B0007E"/>
                </a:solidFill>
                <a:latin typeface="Arial MT"/>
                <a:cs typeface="Arial MT"/>
              </a:rPr>
              <a:t>x</a:t>
            </a:r>
            <a:r>
              <a:rPr sz="2775" baseline="-21021" dirty="0">
                <a:solidFill>
                  <a:srgbClr val="C02690"/>
                </a:solidFill>
                <a:latin typeface="Calibri"/>
                <a:cs typeface="Calibri"/>
              </a:rPr>
              <a:t>i</a:t>
            </a:r>
            <a:r>
              <a:rPr sz="2775" spc="540" baseline="-21021" dirty="0">
                <a:solidFill>
                  <a:srgbClr val="C0269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B0007E"/>
                </a:solidFill>
                <a:latin typeface="Arial MT"/>
                <a:cs typeface="Arial MT"/>
              </a:rPr>
              <a:t>divided</a:t>
            </a:r>
            <a:r>
              <a:rPr sz="28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B0007E"/>
                </a:solidFill>
                <a:latin typeface="Arial MT"/>
                <a:cs typeface="Arial MT"/>
              </a:rPr>
              <a:t>across</a:t>
            </a:r>
            <a:r>
              <a:rPr sz="2800" spc="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B0007E"/>
                </a:solidFill>
                <a:latin typeface="Arial MT"/>
                <a:cs typeface="Arial MT"/>
              </a:rPr>
              <a:t>all</a:t>
            </a:r>
            <a:r>
              <a:rPr sz="2800" spc="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B0007E"/>
                </a:solidFill>
                <a:latin typeface="Arial MT"/>
                <a:cs typeface="Arial MT"/>
              </a:rPr>
              <a:t>clusters, </a:t>
            </a:r>
            <a:r>
              <a:rPr sz="2800" spc="-140" dirty="0">
                <a:solidFill>
                  <a:srgbClr val="B0007E"/>
                </a:solidFill>
                <a:latin typeface="Arial MT"/>
                <a:cs typeface="Arial MT"/>
              </a:rPr>
              <a:t>as</a:t>
            </a:r>
            <a:r>
              <a:rPr sz="2800" spc="-1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B0007E"/>
                </a:solidFill>
                <a:latin typeface="Arial MT"/>
                <a:cs typeface="Arial MT"/>
              </a:rPr>
              <a:t>determined</a:t>
            </a:r>
            <a:r>
              <a:rPr sz="2800" spc="-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B0007E"/>
                </a:solidFill>
                <a:latin typeface="Arial MT"/>
                <a:cs typeface="Arial MT"/>
              </a:rPr>
              <a:t>by</a:t>
            </a:r>
            <a:r>
              <a:rPr sz="2800" spc="-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B0007E"/>
                </a:solidFill>
                <a:latin typeface="Arial MT"/>
                <a:cs typeface="Arial MT"/>
              </a:rPr>
              <a:t>r</a:t>
            </a:r>
            <a:r>
              <a:rPr sz="2775" spc="-37" baseline="-21021" dirty="0">
                <a:solidFill>
                  <a:srgbClr val="C02690"/>
                </a:solidFill>
                <a:latin typeface="Arial MT"/>
                <a:cs typeface="Arial MT"/>
              </a:rPr>
              <a:t>ik</a:t>
            </a:r>
            <a:endParaRPr sz="2775" baseline="-21021">
              <a:latin typeface="Arial MT"/>
              <a:cs typeface="Arial MT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46C958A4-B138-8DEC-B665-603E815CC7C2}"/>
              </a:ext>
            </a:extLst>
          </p:cNvPr>
          <p:cNvGrpSpPr/>
          <p:nvPr/>
        </p:nvGrpSpPr>
        <p:grpSpPr>
          <a:xfrm>
            <a:off x="2527071" y="3894518"/>
            <a:ext cx="1783080" cy="1617345"/>
            <a:chOff x="2527071" y="3894518"/>
            <a:chExt cx="1783080" cy="1617345"/>
          </a:xfrm>
        </p:grpSpPr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BF9D62FB-7EF3-870A-49FD-F870DB84D1B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7071" y="3894518"/>
              <a:ext cx="1783080" cy="1616824"/>
            </a:xfrm>
            <a:prstGeom prst="rect">
              <a:avLst/>
            </a:prstGeom>
          </p:spPr>
        </p:pic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34EEAF6-6CE4-0B18-3B98-D98E1B8D1B73}"/>
                </a:ext>
              </a:extLst>
            </p:cNvPr>
            <p:cNvSpPr/>
            <p:nvPr/>
          </p:nvSpPr>
          <p:spPr>
            <a:xfrm>
              <a:off x="2751658" y="4096813"/>
              <a:ext cx="1498600" cy="1336675"/>
            </a:xfrm>
            <a:custGeom>
              <a:avLst/>
              <a:gdLst/>
              <a:ahLst/>
              <a:cxnLst/>
              <a:rect l="l" t="t" r="r" b="b"/>
              <a:pathLst>
                <a:path w="1498600" h="1336675">
                  <a:moveTo>
                    <a:pt x="1498485" y="1336347"/>
                  </a:moveTo>
                  <a:lnTo>
                    <a:pt x="0" y="0"/>
                  </a:lnTo>
                </a:path>
              </a:pathLst>
            </a:custGeom>
            <a:ln w="38057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C5E09780-BB96-0B05-E4F7-F3C5B89954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3476" y="4071683"/>
              <a:ext cx="176388" cy="169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0011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86FB-B060-45AC-5C03-6311B728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F4E64AB9-FC04-877F-00AD-8C89A93C77F3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5DD85-117A-8A49-B096-7A8563F035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05BB736-98E7-AFF9-5E27-B50DA8E0FA4B}"/>
              </a:ext>
            </a:extLst>
          </p:cNvPr>
          <p:cNvSpPr txBox="1">
            <a:spLocks/>
          </p:cNvSpPr>
          <p:nvPr/>
        </p:nvSpPr>
        <p:spPr>
          <a:xfrm>
            <a:off x="221899" y="145625"/>
            <a:ext cx="1087155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120">
                <a:solidFill>
                  <a:schemeClr val="bg1"/>
                </a:solidFill>
              </a:rPr>
              <a:t>Maximum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150">
                <a:solidFill>
                  <a:schemeClr val="bg1"/>
                </a:solidFill>
              </a:rPr>
              <a:t>likelihood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114">
                <a:solidFill>
                  <a:schemeClr val="bg1"/>
                </a:solidFill>
              </a:rPr>
              <a:t>estimation </a:t>
            </a:r>
            <a:r>
              <a:rPr lang="en-US" sz="4000" spc="240">
                <a:solidFill>
                  <a:schemeClr val="bg1"/>
                </a:solidFill>
              </a:rPr>
              <a:t>from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145">
                <a:solidFill>
                  <a:schemeClr val="bg1"/>
                </a:solidFill>
              </a:rPr>
              <a:t>soft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assignments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BA3390-7AAC-7AD1-0887-CF4AD1ADC3C4}"/>
              </a:ext>
            </a:extLst>
          </p:cNvPr>
          <p:cNvSpPr txBox="1"/>
          <p:nvPr/>
        </p:nvSpPr>
        <p:spPr>
          <a:xfrm>
            <a:off x="732384" y="1863712"/>
            <a:ext cx="91960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Just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like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2B2728"/>
                </a:solidFill>
                <a:latin typeface="Arial MT"/>
                <a:cs typeface="Arial MT"/>
              </a:rPr>
              <a:t>boosting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40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2B2728"/>
                </a:solidFill>
                <a:latin typeface="Arial MT"/>
                <a:cs typeface="Arial MT"/>
              </a:rPr>
              <a:t>weighted</a:t>
            </a:r>
            <a:r>
              <a:rPr sz="32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observations…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6711799-55B8-C00B-B2E6-290D0DDFECD2}"/>
              </a:ext>
            </a:extLst>
          </p:cNvPr>
          <p:cNvGraphicFramePr>
            <a:graphicFrameLocks noGrp="1"/>
          </p:cNvGraphicFramePr>
          <p:nvPr/>
        </p:nvGraphicFramePr>
        <p:xfrm>
          <a:off x="739596" y="2673497"/>
          <a:ext cx="6308723" cy="285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0.52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0.26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50" dirty="0">
                          <a:latin typeface="Arial MT"/>
                          <a:cs typeface="Arial MT"/>
                        </a:rPr>
                        <a:t>0.002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60" dirty="0">
                          <a:latin typeface="Arial MT"/>
                          <a:cs typeface="Arial MT"/>
                        </a:rPr>
                        <a:t>0.008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0.99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0.93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30" dirty="0">
                          <a:latin typeface="Arial MT"/>
                          <a:cs typeface="Arial MT"/>
                        </a:rPr>
                        <a:t>0.86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0CDE6C64-A307-3F83-D983-16CEE9300501}"/>
              </a:ext>
            </a:extLst>
          </p:cNvPr>
          <p:cNvSpPr txBox="1"/>
          <p:nvPr/>
        </p:nvSpPr>
        <p:spPr>
          <a:xfrm>
            <a:off x="751057" y="5757877"/>
            <a:ext cx="3193415" cy="7461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57810" marR="5080" indent="-245745">
              <a:lnSpc>
                <a:spcPts val="2800"/>
              </a:lnSpc>
              <a:spcBef>
                <a:spcPts val="254"/>
              </a:spcBef>
            </a:pP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65" dirty="0">
                <a:latin typeface="Arial MT"/>
                <a:cs typeface="Arial MT"/>
              </a:rPr>
              <a:t> weight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cluster: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(effective</a:t>
            </a:r>
            <a:r>
              <a:rPr sz="2400" spc="6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385" dirty="0">
                <a:solidFill>
                  <a:srgbClr val="B0007E"/>
                </a:solidFill>
                <a:latin typeface="Arial MT"/>
                <a:cs typeface="Arial MT"/>
              </a:rPr>
              <a:t>#</a:t>
            </a:r>
            <a:r>
              <a:rPr sz="2400" spc="6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120" dirty="0">
                <a:solidFill>
                  <a:srgbClr val="B0007E"/>
                </a:solidFill>
                <a:latin typeface="Arial MT"/>
                <a:cs typeface="Arial MT"/>
              </a:rPr>
              <a:t>of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B0007E"/>
                </a:solidFill>
                <a:latin typeface="Arial MT"/>
                <a:cs typeface="Arial MT"/>
              </a:rPr>
              <a:t>obs)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2290B9A2-C986-705D-8452-C35D1EDA3133}"/>
              </a:ext>
            </a:extLst>
          </p:cNvPr>
          <p:cNvGraphicFramePr>
            <a:graphicFrameLocks noGrp="1"/>
          </p:cNvGraphicFramePr>
          <p:nvPr/>
        </p:nvGraphicFramePr>
        <p:xfrm>
          <a:off x="4078878" y="5765786"/>
          <a:ext cx="2956557" cy="365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1.242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2.8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2.42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B0007E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object 7">
            <a:extLst>
              <a:ext uri="{FF2B5EF4-FFF2-40B4-BE49-F238E27FC236}">
                <a16:creationId xmlns:a16="http://schemas.microsoft.com/office/drawing/2014/main" id="{1AD4162F-A73E-AA96-9D98-FA90E9B63EB4}"/>
              </a:ext>
            </a:extLst>
          </p:cNvPr>
          <p:cNvGrpSpPr/>
          <p:nvPr/>
        </p:nvGrpSpPr>
        <p:grpSpPr>
          <a:xfrm>
            <a:off x="6641871" y="3383281"/>
            <a:ext cx="1043305" cy="989330"/>
            <a:chOff x="6641871" y="3383281"/>
            <a:chExt cx="1043305" cy="989330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D73CABBA-BFF5-375D-6324-231CCF4912D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1871" y="3383281"/>
              <a:ext cx="1043246" cy="989214"/>
            </a:xfrm>
            <a:prstGeom prst="rect">
              <a:avLst/>
            </a:prstGeom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5A9850C7-E478-B1BC-62DD-29DBF9DF2520}"/>
                </a:ext>
              </a:extLst>
            </p:cNvPr>
            <p:cNvSpPr/>
            <p:nvPr/>
          </p:nvSpPr>
          <p:spPr>
            <a:xfrm>
              <a:off x="6865875" y="3581648"/>
              <a:ext cx="759460" cy="709930"/>
            </a:xfrm>
            <a:custGeom>
              <a:avLst/>
              <a:gdLst/>
              <a:ahLst/>
              <a:cxnLst/>
              <a:rect l="l" t="t" r="r" b="b"/>
              <a:pathLst>
                <a:path w="759459" h="709929">
                  <a:moveTo>
                    <a:pt x="759013" y="709910"/>
                  </a:moveTo>
                  <a:lnTo>
                    <a:pt x="0" y="0"/>
                  </a:lnTo>
                </a:path>
              </a:pathLst>
            </a:custGeom>
            <a:ln w="38057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0">
            <a:extLst>
              <a:ext uri="{FF2B5EF4-FFF2-40B4-BE49-F238E27FC236}">
                <a16:creationId xmlns:a16="http://schemas.microsoft.com/office/drawing/2014/main" id="{C3A79578-719E-A3ED-8013-1CBB0679D4C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8301" y="3555847"/>
            <a:ext cx="175113" cy="171337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7AC2BFDD-7E4A-5269-77C5-14CB3D1CD20B}"/>
              </a:ext>
            </a:extLst>
          </p:cNvPr>
          <p:cNvSpPr txBox="1"/>
          <p:nvPr/>
        </p:nvSpPr>
        <p:spPr>
          <a:xfrm>
            <a:off x="7449794" y="4337202"/>
            <a:ext cx="1437640" cy="939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105" dirty="0">
                <a:solidFill>
                  <a:srgbClr val="B0007E"/>
                </a:solidFill>
                <a:latin typeface="Arial MT"/>
                <a:cs typeface="Arial MT"/>
              </a:rPr>
              <a:t>52%</a:t>
            </a:r>
            <a:r>
              <a:rPr sz="2000" spc="-3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chance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this</a:t>
            </a:r>
            <a:r>
              <a:rPr sz="2000" spc="-1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obs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B0007E"/>
                </a:solidFill>
                <a:latin typeface="Arial MT"/>
                <a:cs typeface="Arial MT"/>
              </a:rPr>
              <a:t>in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000" spc="21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B0007E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F9C210F-7F2B-F84D-0AC8-B0F0F7295329}"/>
                  </a:ext>
                </a:extLst>
              </p14:cNvPr>
              <p14:cNvContentPartPr/>
              <p14:nvPr/>
            </p14:nvContentPartPr>
            <p14:xfrm>
              <a:off x="721453" y="3298300"/>
              <a:ext cx="69120" cy="531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F9C210F-7F2B-F84D-0AC8-B0F0F72953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1013" y="3287500"/>
                <a:ext cx="903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85258BF-64A8-10B2-5A85-CE83835CFEB5}"/>
                  </a:ext>
                </a:extLst>
              </p14:cNvPr>
              <p14:cNvContentPartPr/>
              <p14:nvPr/>
            </p14:nvContentPartPr>
            <p14:xfrm>
              <a:off x="4174213" y="3482620"/>
              <a:ext cx="129600" cy="122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85258BF-64A8-10B2-5A85-CE83835CFE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63413" y="3472180"/>
                <a:ext cx="1508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4AF3028-EACE-7E8C-05F0-592F61F3850E}"/>
                  </a:ext>
                </a:extLst>
              </p14:cNvPr>
              <p14:cNvContentPartPr/>
              <p14:nvPr/>
            </p14:nvContentPartPr>
            <p14:xfrm>
              <a:off x="4272133" y="3360940"/>
              <a:ext cx="26640" cy="21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4AF3028-EACE-7E8C-05F0-592F61F3850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61693" y="3350500"/>
                <a:ext cx="47880" cy="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586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741A-2F74-7A77-EB1D-81EB980A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189F018-2B0D-8324-8849-FF6F4E8B7E94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06094-EC4D-C11C-71B5-DF8AB9DAE2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2" name="object 24">
            <a:extLst>
              <a:ext uri="{FF2B5EF4-FFF2-40B4-BE49-F238E27FC236}">
                <a16:creationId xmlns:a16="http://schemas.microsoft.com/office/drawing/2014/main" id="{71A229FF-FECA-6FF8-1B5A-07FCFA8BADFE}"/>
              </a:ext>
            </a:extLst>
          </p:cNvPr>
          <p:cNvSpPr txBox="1">
            <a:spLocks/>
          </p:cNvSpPr>
          <p:nvPr/>
        </p:nvSpPr>
        <p:spPr>
          <a:xfrm>
            <a:off x="266349" y="145625"/>
            <a:ext cx="1186850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120">
                <a:solidFill>
                  <a:schemeClr val="bg1"/>
                </a:solidFill>
              </a:rPr>
              <a:t>Maximum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150">
                <a:solidFill>
                  <a:schemeClr val="bg1"/>
                </a:solidFill>
              </a:rPr>
              <a:t>likelihood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114">
                <a:solidFill>
                  <a:schemeClr val="bg1"/>
                </a:solidFill>
              </a:rPr>
              <a:t>estimation </a:t>
            </a:r>
            <a:r>
              <a:rPr lang="en-US" sz="4000" spc="240">
                <a:solidFill>
                  <a:schemeClr val="bg1"/>
                </a:solidFill>
              </a:rPr>
              <a:t>from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145">
                <a:solidFill>
                  <a:schemeClr val="bg1"/>
                </a:solidFill>
              </a:rPr>
              <a:t>soft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assignments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31208AB-8D70-6A57-86DC-F3D10DDEAA51}"/>
              </a:ext>
            </a:extLst>
          </p:cNvPr>
          <p:cNvSpPr txBox="1"/>
          <p:nvPr/>
        </p:nvSpPr>
        <p:spPr>
          <a:xfrm>
            <a:off x="2054085" y="2716220"/>
            <a:ext cx="19494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400" b="1" spc="-26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B79816E-D940-2691-652F-F9769CC1050A}"/>
              </a:ext>
            </a:extLst>
          </p:cNvPr>
          <p:cNvSpPr txBox="1"/>
          <p:nvPr/>
        </p:nvSpPr>
        <p:spPr>
          <a:xfrm>
            <a:off x="3139327" y="2716220"/>
            <a:ext cx="24066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6D57FBF-C76A-7045-1012-FA05C8BBDC09}"/>
              </a:ext>
            </a:extLst>
          </p:cNvPr>
          <p:cNvSpPr txBox="1"/>
          <p:nvPr/>
        </p:nvSpPr>
        <p:spPr>
          <a:xfrm>
            <a:off x="4288333" y="2716220"/>
            <a:ext cx="20701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400" b="1" spc="-1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334360A-961F-A5D2-DBFA-CCB1823A5D8B}"/>
              </a:ext>
            </a:extLst>
          </p:cNvPr>
          <p:cNvSpPr txBox="1"/>
          <p:nvPr/>
        </p:nvSpPr>
        <p:spPr>
          <a:xfrm>
            <a:off x="5134551" y="2550104"/>
            <a:ext cx="718820" cy="6026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algn="ctr">
              <a:lnSpc>
                <a:spcPct val="78000"/>
              </a:lnSpc>
              <a:spcBef>
                <a:spcPts val="229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Cluster 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weights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6BBC15F-1268-A1D1-9A73-C47490254285}"/>
              </a:ext>
            </a:extLst>
          </p:cNvPr>
          <p:cNvSpPr txBox="1"/>
          <p:nvPr/>
        </p:nvSpPr>
        <p:spPr>
          <a:xfrm>
            <a:off x="1936781" y="3266413"/>
            <a:ext cx="429259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55" dirty="0">
                <a:latin typeface="Arial MT"/>
                <a:cs typeface="Arial MT"/>
              </a:rPr>
              <a:t>x</a:t>
            </a:r>
            <a:r>
              <a:rPr sz="1800" spc="-82" baseline="-20833" dirty="0">
                <a:latin typeface="Arial MT"/>
                <a:cs typeface="Arial MT"/>
              </a:rPr>
              <a:t>1</a:t>
            </a:r>
            <a:r>
              <a:rPr sz="1800" spc="-5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96E9386D-A69E-093F-DC5D-434C0D6DF54E}"/>
              </a:ext>
            </a:extLst>
          </p:cNvPr>
          <p:cNvSpPr txBox="1"/>
          <p:nvPr/>
        </p:nvSpPr>
        <p:spPr>
          <a:xfrm>
            <a:off x="3030511" y="3266413"/>
            <a:ext cx="457834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29E260F4-BFB0-897E-ABC6-5D0E98E4BB89}"/>
              </a:ext>
            </a:extLst>
          </p:cNvPr>
          <p:cNvSpPr txBox="1"/>
          <p:nvPr/>
        </p:nvSpPr>
        <p:spPr>
          <a:xfrm>
            <a:off x="4159763" y="3266413"/>
            <a:ext cx="464184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9C8E8DF0-2257-207C-6A26-587C8F10F47D}"/>
              </a:ext>
            </a:extLst>
          </p:cNvPr>
          <p:cNvSpPr txBox="1"/>
          <p:nvPr/>
        </p:nvSpPr>
        <p:spPr>
          <a:xfrm>
            <a:off x="1929245" y="3631728"/>
            <a:ext cx="44450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30" dirty="0">
                <a:latin typeface="Arial MT"/>
                <a:cs typeface="Arial MT"/>
              </a:rPr>
              <a:t>x</a:t>
            </a:r>
            <a:r>
              <a:rPr sz="1800" spc="-44" baseline="-20833" dirty="0">
                <a:latin typeface="Arial MT"/>
                <a:cs typeface="Arial MT"/>
              </a:rPr>
              <a:t>2</a:t>
            </a:r>
            <a:r>
              <a:rPr sz="1800" spc="-3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328142A1-64DE-FEEC-56C2-0A7FBAB22EBA}"/>
              </a:ext>
            </a:extLst>
          </p:cNvPr>
          <p:cNvSpPr txBox="1"/>
          <p:nvPr/>
        </p:nvSpPr>
        <p:spPr>
          <a:xfrm>
            <a:off x="3022975" y="3631728"/>
            <a:ext cx="47307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F1125A2C-3EB2-5522-60D3-D67F83AC7D3E}"/>
              </a:ext>
            </a:extLst>
          </p:cNvPr>
          <p:cNvSpPr txBox="1"/>
          <p:nvPr/>
        </p:nvSpPr>
        <p:spPr>
          <a:xfrm>
            <a:off x="4152227" y="3631728"/>
            <a:ext cx="47879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7D6D4B1F-FEE6-3A6F-B1A6-2DD38C6C52FC}"/>
              </a:ext>
            </a:extLst>
          </p:cNvPr>
          <p:cNvSpPr txBox="1"/>
          <p:nvPr/>
        </p:nvSpPr>
        <p:spPr>
          <a:xfrm>
            <a:off x="1929473" y="3997056"/>
            <a:ext cx="44386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30" dirty="0">
                <a:latin typeface="Arial MT"/>
                <a:cs typeface="Arial MT"/>
              </a:rPr>
              <a:t>x</a:t>
            </a:r>
            <a:r>
              <a:rPr sz="1800" spc="-44" baseline="-20833" dirty="0">
                <a:latin typeface="Arial MT"/>
                <a:cs typeface="Arial MT"/>
              </a:rPr>
              <a:t>3</a:t>
            </a:r>
            <a:r>
              <a:rPr sz="1800" spc="-3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2CFD03FA-0CCB-7210-E422-2F46178D87CF}"/>
              </a:ext>
            </a:extLst>
          </p:cNvPr>
          <p:cNvSpPr txBox="1"/>
          <p:nvPr/>
        </p:nvSpPr>
        <p:spPr>
          <a:xfrm>
            <a:off x="3023203" y="3997056"/>
            <a:ext cx="47244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D1D0FA58-B526-4E99-F7A5-910925754712}"/>
              </a:ext>
            </a:extLst>
          </p:cNvPr>
          <p:cNvSpPr txBox="1"/>
          <p:nvPr/>
        </p:nvSpPr>
        <p:spPr>
          <a:xfrm>
            <a:off x="4152456" y="3997056"/>
            <a:ext cx="47879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2C0D5D10-AAC5-51B6-060B-4D812924C411}"/>
              </a:ext>
            </a:extLst>
          </p:cNvPr>
          <p:cNvSpPr txBox="1"/>
          <p:nvPr/>
        </p:nvSpPr>
        <p:spPr>
          <a:xfrm>
            <a:off x="1926809" y="4362372"/>
            <a:ext cx="44894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20833" dirty="0">
                <a:latin typeface="Arial MT"/>
                <a:cs typeface="Arial MT"/>
              </a:rPr>
              <a:t>4</a:t>
            </a:r>
            <a:r>
              <a:rPr sz="1800" spc="-2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16BA9EA6-433E-EC11-4A65-D3F099B6673C}"/>
              </a:ext>
            </a:extLst>
          </p:cNvPr>
          <p:cNvSpPr txBox="1"/>
          <p:nvPr/>
        </p:nvSpPr>
        <p:spPr>
          <a:xfrm>
            <a:off x="3020539" y="4362372"/>
            <a:ext cx="47815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3E0FD361-F27D-0183-CC58-3E2341CEFE33}"/>
              </a:ext>
            </a:extLst>
          </p:cNvPr>
          <p:cNvSpPr txBox="1"/>
          <p:nvPr/>
        </p:nvSpPr>
        <p:spPr>
          <a:xfrm>
            <a:off x="4149791" y="4362372"/>
            <a:ext cx="48387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3E994CCE-6FBD-77EF-11CA-E5255433B63A}"/>
              </a:ext>
            </a:extLst>
          </p:cNvPr>
          <p:cNvSpPr txBox="1"/>
          <p:nvPr/>
        </p:nvSpPr>
        <p:spPr>
          <a:xfrm>
            <a:off x="1929778" y="4727687"/>
            <a:ext cx="44323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30" dirty="0">
                <a:latin typeface="Arial MT"/>
                <a:cs typeface="Arial MT"/>
              </a:rPr>
              <a:t>x</a:t>
            </a:r>
            <a:r>
              <a:rPr sz="1800" spc="-44" baseline="-20833" dirty="0">
                <a:latin typeface="Arial MT"/>
                <a:cs typeface="Arial MT"/>
              </a:rPr>
              <a:t>5</a:t>
            </a:r>
            <a:r>
              <a:rPr sz="1800" spc="-3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D165CBB4-F436-BD46-B124-D53A1231AA9F}"/>
              </a:ext>
            </a:extLst>
          </p:cNvPr>
          <p:cNvSpPr txBox="1"/>
          <p:nvPr/>
        </p:nvSpPr>
        <p:spPr>
          <a:xfrm>
            <a:off x="3023508" y="4727687"/>
            <a:ext cx="47180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73A4BB54-CF69-CF71-54FB-615422A35578}"/>
              </a:ext>
            </a:extLst>
          </p:cNvPr>
          <p:cNvSpPr txBox="1"/>
          <p:nvPr/>
        </p:nvSpPr>
        <p:spPr>
          <a:xfrm>
            <a:off x="4152760" y="4727687"/>
            <a:ext cx="47815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A033BE6C-D6D3-C962-12B5-5BAC03920B6F}"/>
              </a:ext>
            </a:extLst>
          </p:cNvPr>
          <p:cNvSpPr txBox="1"/>
          <p:nvPr/>
        </p:nvSpPr>
        <p:spPr>
          <a:xfrm>
            <a:off x="1926961" y="5093003"/>
            <a:ext cx="448945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25" dirty="0">
                <a:latin typeface="Arial MT"/>
                <a:cs typeface="Arial MT"/>
              </a:rPr>
              <a:t>x</a:t>
            </a:r>
            <a:r>
              <a:rPr sz="1800" spc="-37" baseline="-20833" dirty="0">
                <a:latin typeface="Arial MT"/>
                <a:cs typeface="Arial MT"/>
              </a:rPr>
              <a:t>6</a:t>
            </a:r>
            <a:r>
              <a:rPr sz="1800" spc="-2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F5DCE4A4-96AE-E88C-8A10-6FDAEDF32752}"/>
              </a:ext>
            </a:extLst>
          </p:cNvPr>
          <p:cNvSpPr txBox="1"/>
          <p:nvPr/>
        </p:nvSpPr>
        <p:spPr>
          <a:xfrm>
            <a:off x="3020691" y="5093003"/>
            <a:ext cx="477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BF9A653B-C761-B27F-E288-E84D04438735}"/>
              </a:ext>
            </a:extLst>
          </p:cNvPr>
          <p:cNvSpPr txBox="1"/>
          <p:nvPr/>
        </p:nvSpPr>
        <p:spPr>
          <a:xfrm>
            <a:off x="4149943" y="5093003"/>
            <a:ext cx="483234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14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28" name="object 25">
            <a:extLst>
              <a:ext uri="{FF2B5EF4-FFF2-40B4-BE49-F238E27FC236}">
                <a16:creationId xmlns:a16="http://schemas.microsoft.com/office/drawing/2014/main" id="{50B3E029-2FB5-7528-1F0B-907DF273FC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8218" y="2499587"/>
            <a:ext cx="95596" cy="2967647"/>
          </a:xfrm>
          <a:prstGeom prst="rect">
            <a:avLst/>
          </a:prstGeom>
        </p:spPr>
      </p:pic>
      <p:sp>
        <p:nvSpPr>
          <p:cNvPr id="29" name="object 26">
            <a:extLst>
              <a:ext uri="{FF2B5EF4-FFF2-40B4-BE49-F238E27FC236}">
                <a16:creationId xmlns:a16="http://schemas.microsoft.com/office/drawing/2014/main" id="{36B4E757-96C9-2A96-4BD5-94CD55876985}"/>
              </a:ext>
            </a:extLst>
          </p:cNvPr>
          <p:cNvSpPr txBox="1"/>
          <p:nvPr/>
        </p:nvSpPr>
        <p:spPr>
          <a:xfrm>
            <a:off x="5064005" y="2627689"/>
            <a:ext cx="859790" cy="451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0"/>
              </a:lnSpc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17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04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ts val="1930"/>
              </a:lnSpc>
            </a:pP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weights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6C7C245A-BAEE-644E-FAEE-CAC1E2848F17}"/>
              </a:ext>
            </a:extLst>
          </p:cNvPr>
          <p:cNvSpPr txBox="1"/>
          <p:nvPr/>
        </p:nvSpPr>
        <p:spPr>
          <a:xfrm>
            <a:off x="5258642" y="3274865"/>
            <a:ext cx="470534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C1A76DE6-A80F-BE98-B9EC-31A69B4EF357}"/>
              </a:ext>
            </a:extLst>
          </p:cNvPr>
          <p:cNvSpPr txBox="1"/>
          <p:nvPr/>
        </p:nvSpPr>
        <p:spPr>
          <a:xfrm>
            <a:off x="5269604" y="3640181"/>
            <a:ext cx="448309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0.01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9F9B3449-EABB-8DB8-79DE-AFAA303BCB42}"/>
              </a:ext>
            </a:extLst>
          </p:cNvPr>
          <p:cNvSpPr txBox="1"/>
          <p:nvPr/>
        </p:nvSpPr>
        <p:spPr>
          <a:xfrm>
            <a:off x="5186935" y="4005496"/>
            <a:ext cx="61404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50" dirty="0">
                <a:latin typeface="Arial MT"/>
                <a:cs typeface="Arial MT"/>
              </a:rPr>
              <a:t>0.002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4F86ED8C-B96F-147C-7BDD-6D9B581631A2}"/>
              </a:ext>
            </a:extLst>
          </p:cNvPr>
          <p:cNvSpPr txBox="1"/>
          <p:nvPr/>
        </p:nvSpPr>
        <p:spPr>
          <a:xfrm>
            <a:off x="5271088" y="4370812"/>
            <a:ext cx="44577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0.75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B89C39B4-9896-86A9-DB15-F2593A4B392E}"/>
              </a:ext>
            </a:extLst>
          </p:cNvPr>
          <p:cNvSpPr txBox="1"/>
          <p:nvPr/>
        </p:nvSpPr>
        <p:spPr>
          <a:xfrm>
            <a:off x="5259099" y="4736127"/>
            <a:ext cx="46990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0.05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61F880CE-AD0D-B565-4BB3-DF6FF78A5445}"/>
              </a:ext>
            </a:extLst>
          </p:cNvPr>
          <p:cNvSpPr txBox="1"/>
          <p:nvPr/>
        </p:nvSpPr>
        <p:spPr>
          <a:xfrm>
            <a:off x="5276798" y="5101443"/>
            <a:ext cx="43434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40" dirty="0">
                <a:latin typeface="Arial MT"/>
                <a:cs typeface="Arial MT"/>
              </a:rPr>
              <a:t>0.13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37" name="object 33">
            <a:extLst>
              <a:ext uri="{FF2B5EF4-FFF2-40B4-BE49-F238E27FC236}">
                <a16:creationId xmlns:a16="http://schemas.microsoft.com/office/drawing/2014/main" id="{9DD49894-2748-2918-5999-2E7E62845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43320"/>
              </p:ext>
            </p:extLst>
          </p:nvPr>
        </p:nvGraphicFramePr>
        <p:xfrm>
          <a:off x="1609546" y="2517693"/>
          <a:ext cx="6307452" cy="2860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99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987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9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9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0.52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0.26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50" dirty="0">
                          <a:latin typeface="Arial MT"/>
                          <a:cs typeface="Arial MT"/>
                        </a:rPr>
                        <a:t>0.002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60" dirty="0">
                          <a:latin typeface="Arial MT"/>
                          <a:cs typeface="Arial MT"/>
                        </a:rPr>
                        <a:t>0.008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0.99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0.93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B0007E"/>
                      </a:solidFill>
                      <a:prstDash val="solid"/>
                    </a:lnT>
                    <a:lnB w="1905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30" dirty="0">
                          <a:latin typeface="Arial MT"/>
                          <a:cs typeface="Arial MT"/>
                        </a:rPr>
                        <a:t>0.86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240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04B3-A329-DA59-6053-FC8A13E2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8EBEC14-969C-3BA0-3702-049E4EC1887D}"/>
              </a:ext>
            </a:extLst>
          </p:cNvPr>
          <p:cNvSpPr/>
          <p:nvPr/>
        </p:nvSpPr>
        <p:spPr>
          <a:xfrm>
            <a:off x="1219200" y="0"/>
            <a:ext cx="9753600" cy="1454434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528583BD-986A-C3E9-902F-3D724F87371E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74B7D-B57F-D1EF-4F04-84DBE8F6B6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48AFD27-5FBD-732B-5FD3-367CBE3BF2D7}"/>
              </a:ext>
            </a:extLst>
          </p:cNvPr>
          <p:cNvSpPr txBox="1">
            <a:spLocks/>
          </p:cNvSpPr>
          <p:nvPr/>
        </p:nvSpPr>
        <p:spPr>
          <a:xfrm>
            <a:off x="431449" y="105552"/>
            <a:ext cx="1109380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120">
                <a:solidFill>
                  <a:schemeClr val="bg1"/>
                </a:solidFill>
              </a:rPr>
              <a:t>Maximum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150">
                <a:solidFill>
                  <a:schemeClr val="bg1"/>
                </a:solidFill>
              </a:rPr>
              <a:t>likelihood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114">
                <a:solidFill>
                  <a:schemeClr val="bg1"/>
                </a:solidFill>
              </a:rPr>
              <a:t>estimation </a:t>
            </a:r>
            <a:r>
              <a:rPr lang="en-US" sz="4000" spc="240">
                <a:solidFill>
                  <a:schemeClr val="bg1"/>
                </a:solidFill>
              </a:rPr>
              <a:t>from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145">
                <a:solidFill>
                  <a:schemeClr val="bg1"/>
                </a:solidFill>
              </a:rPr>
              <a:t>soft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assignments</a:t>
            </a:r>
            <a:endParaRPr lang="en-US" sz="4000" dirty="0">
              <a:solidFill>
                <a:schemeClr val="bg1"/>
              </a:solidFill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89511413-C439-AD64-AED0-0E3E82AEB04E}"/>
              </a:ext>
            </a:extLst>
          </p:cNvPr>
          <p:cNvGrpSpPr/>
          <p:nvPr/>
        </p:nvGrpSpPr>
        <p:grpSpPr>
          <a:xfrm>
            <a:off x="707871" y="1661650"/>
            <a:ext cx="4455795" cy="2896235"/>
            <a:chOff x="707871" y="1661650"/>
            <a:chExt cx="4455795" cy="289623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AC3BE6B5-EA8A-2ECD-88EE-1EE9E92CD8AF}"/>
                </a:ext>
              </a:extLst>
            </p:cNvPr>
            <p:cNvSpPr/>
            <p:nvPr/>
          </p:nvSpPr>
          <p:spPr>
            <a:xfrm>
              <a:off x="720559" y="1674342"/>
              <a:ext cx="4430395" cy="678815"/>
            </a:xfrm>
            <a:custGeom>
              <a:avLst/>
              <a:gdLst/>
              <a:ahLst/>
              <a:cxnLst/>
              <a:rect l="l" t="t" r="r" b="b"/>
              <a:pathLst>
                <a:path w="4430395" h="678814">
                  <a:moveTo>
                    <a:pt x="4430369" y="0"/>
                  </a:moveTo>
                  <a:lnTo>
                    <a:pt x="3320262" y="0"/>
                  </a:lnTo>
                  <a:lnTo>
                    <a:pt x="2210168" y="0"/>
                  </a:lnTo>
                  <a:lnTo>
                    <a:pt x="1062228" y="0"/>
                  </a:lnTo>
                  <a:lnTo>
                    <a:pt x="0" y="0"/>
                  </a:lnTo>
                  <a:lnTo>
                    <a:pt x="0" y="678446"/>
                  </a:lnTo>
                  <a:lnTo>
                    <a:pt x="1062228" y="678446"/>
                  </a:lnTo>
                  <a:lnTo>
                    <a:pt x="2210168" y="678446"/>
                  </a:lnTo>
                  <a:lnTo>
                    <a:pt x="3320262" y="678446"/>
                  </a:lnTo>
                  <a:lnTo>
                    <a:pt x="4430369" y="678446"/>
                  </a:lnTo>
                  <a:lnTo>
                    <a:pt x="4430369" y="0"/>
                  </a:lnTo>
                  <a:close/>
                </a:path>
              </a:pathLst>
            </a:custGeom>
            <a:solidFill>
              <a:srgbClr val="C02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5348649-3F86-3BEE-46A5-F4BEDB402521}"/>
                </a:ext>
              </a:extLst>
            </p:cNvPr>
            <p:cNvSpPr/>
            <p:nvPr/>
          </p:nvSpPr>
          <p:spPr>
            <a:xfrm>
              <a:off x="720559" y="2352789"/>
              <a:ext cx="3320415" cy="365760"/>
            </a:xfrm>
            <a:custGeom>
              <a:avLst/>
              <a:gdLst/>
              <a:ahLst/>
              <a:cxnLst/>
              <a:rect l="l" t="t" r="r" b="b"/>
              <a:pathLst>
                <a:path w="3320415" h="365760">
                  <a:moveTo>
                    <a:pt x="3320262" y="0"/>
                  </a:moveTo>
                  <a:lnTo>
                    <a:pt x="2210168" y="0"/>
                  </a:lnTo>
                  <a:lnTo>
                    <a:pt x="1062228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28" y="365315"/>
                  </a:lnTo>
                  <a:lnTo>
                    <a:pt x="2210168" y="365315"/>
                  </a:lnTo>
                  <a:lnTo>
                    <a:pt x="3320262" y="365315"/>
                  </a:lnTo>
                  <a:lnTo>
                    <a:pt x="332026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5A568D10-CA66-C034-1D0B-47895A4FBF59}"/>
                </a:ext>
              </a:extLst>
            </p:cNvPr>
            <p:cNvSpPr/>
            <p:nvPr/>
          </p:nvSpPr>
          <p:spPr>
            <a:xfrm>
              <a:off x="4040822" y="2352789"/>
              <a:ext cx="1110615" cy="365760"/>
            </a:xfrm>
            <a:custGeom>
              <a:avLst/>
              <a:gdLst/>
              <a:ahLst/>
              <a:cxnLst/>
              <a:rect l="l" t="t" r="r" b="b"/>
              <a:pathLst>
                <a:path w="1110614" h="365760">
                  <a:moveTo>
                    <a:pt x="1110106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10106" y="365315"/>
                  </a:lnTo>
                  <a:lnTo>
                    <a:pt x="1110106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84C7E14-2AB8-E5B5-D0CD-EAECC0A92DB3}"/>
                </a:ext>
              </a:extLst>
            </p:cNvPr>
            <p:cNvSpPr/>
            <p:nvPr/>
          </p:nvSpPr>
          <p:spPr>
            <a:xfrm>
              <a:off x="720559" y="2718104"/>
              <a:ext cx="3320415" cy="365760"/>
            </a:xfrm>
            <a:custGeom>
              <a:avLst/>
              <a:gdLst/>
              <a:ahLst/>
              <a:cxnLst/>
              <a:rect l="l" t="t" r="r" b="b"/>
              <a:pathLst>
                <a:path w="3320415" h="365760">
                  <a:moveTo>
                    <a:pt x="3320262" y="0"/>
                  </a:moveTo>
                  <a:lnTo>
                    <a:pt x="2210168" y="0"/>
                  </a:lnTo>
                  <a:lnTo>
                    <a:pt x="1062228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28" y="365315"/>
                  </a:lnTo>
                  <a:lnTo>
                    <a:pt x="2210168" y="365315"/>
                  </a:lnTo>
                  <a:lnTo>
                    <a:pt x="3320262" y="365315"/>
                  </a:lnTo>
                  <a:lnTo>
                    <a:pt x="332026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D99839D2-4D52-750C-61C0-DC850E430B26}"/>
                </a:ext>
              </a:extLst>
            </p:cNvPr>
            <p:cNvSpPr/>
            <p:nvPr/>
          </p:nvSpPr>
          <p:spPr>
            <a:xfrm>
              <a:off x="4040822" y="2718104"/>
              <a:ext cx="1110615" cy="365760"/>
            </a:xfrm>
            <a:custGeom>
              <a:avLst/>
              <a:gdLst/>
              <a:ahLst/>
              <a:cxnLst/>
              <a:rect l="l" t="t" r="r" b="b"/>
              <a:pathLst>
                <a:path w="1110614" h="365760">
                  <a:moveTo>
                    <a:pt x="1110106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10106" y="365315"/>
                  </a:lnTo>
                  <a:lnTo>
                    <a:pt x="1110106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13E2516F-6273-E4B7-19F6-4FEC19CE2B48}"/>
                </a:ext>
              </a:extLst>
            </p:cNvPr>
            <p:cNvSpPr/>
            <p:nvPr/>
          </p:nvSpPr>
          <p:spPr>
            <a:xfrm>
              <a:off x="720559" y="3083420"/>
              <a:ext cx="3320415" cy="365760"/>
            </a:xfrm>
            <a:custGeom>
              <a:avLst/>
              <a:gdLst/>
              <a:ahLst/>
              <a:cxnLst/>
              <a:rect l="l" t="t" r="r" b="b"/>
              <a:pathLst>
                <a:path w="3320415" h="365760">
                  <a:moveTo>
                    <a:pt x="3320262" y="0"/>
                  </a:moveTo>
                  <a:lnTo>
                    <a:pt x="2210168" y="0"/>
                  </a:lnTo>
                  <a:lnTo>
                    <a:pt x="1062228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28" y="365315"/>
                  </a:lnTo>
                  <a:lnTo>
                    <a:pt x="2210168" y="365315"/>
                  </a:lnTo>
                  <a:lnTo>
                    <a:pt x="3320262" y="365315"/>
                  </a:lnTo>
                  <a:lnTo>
                    <a:pt x="332026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4DE28E4-829A-81C7-4750-CC861409B251}"/>
                </a:ext>
              </a:extLst>
            </p:cNvPr>
            <p:cNvSpPr/>
            <p:nvPr/>
          </p:nvSpPr>
          <p:spPr>
            <a:xfrm>
              <a:off x="4040822" y="3083420"/>
              <a:ext cx="1110615" cy="365760"/>
            </a:xfrm>
            <a:custGeom>
              <a:avLst/>
              <a:gdLst/>
              <a:ahLst/>
              <a:cxnLst/>
              <a:rect l="l" t="t" r="r" b="b"/>
              <a:pathLst>
                <a:path w="1110614" h="365760">
                  <a:moveTo>
                    <a:pt x="1110106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10106" y="365315"/>
                  </a:lnTo>
                  <a:lnTo>
                    <a:pt x="1110106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20F54247-9182-76CF-BD2D-64640BC4CB94}"/>
                </a:ext>
              </a:extLst>
            </p:cNvPr>
            <p:cNvSpPr/>
            <p:nvPr/>
          </p:nvSpPr>
          <p:spPr>
            <a:xfrm>
              <a:off x="720559" y="3448735"/>
              <a:ext cx="3320415" cy="365760"/>
            </a:xfrm>
            <a:custGeom>
              <a:avLst/>
              <a:gdLst/>
              <a:ahLst/>
              <a:cxnLst/>
              <a:rect l="l" t="t" r="r" b="b"/>
              <a:pathLst>
                <a:path w="3320415" h="365760">
                  <a:moveTo>
                    <a:pt x="3320262" y="0"/>
                  </a:moveTo>
                  <a:lnTo>
                    <a:pt x="2210168" y="0"/>
                  </a:lnTo>
                  <a:lnTo>
                    <a:pt x="1062228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28" y="365315"/>
                  </a:lnTo>
                  <a:lnTo>
                    <a:pt x="2210168" y="365315"/>
                  </a:lnTo>
                  <a:lnTo>
                    <a:pt x="3320262" y="365315"/>
                  </a:lnTo>
                  <a:lnTo>
                    <a:pt x="332026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AD22A4A5-D61F-BEB8-E610-DF58D5E33567}"/>
                </a:ext>
              </a:extLst>
            </p:cNvPr>
            <p:cNvSpPr/>
            <p:nvPr/>
          </p:nvSpPr>
          <p:spPr>
            <a:xfrm>
              <a:off x="4040822" y="3448735"/>
              <a:ext cx="1110615" cy="365760"/>
            </a:xfrm>
            <a:custGeom>
              <a:avLst/>
              <a:gdLst/>
              <a:ahLst/>
              <a:cxnLst/>
              <a:rect l="l" t="t" r="r" b="b"/>
              <a:pathLst>
                <a:path w="1110614" h="365760">
                  <a:moveTo>
                    <a:pt x="1110106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10106" y="365315"/>
                  </a:lnTo>
                  <a:lnTo>
                    <a:pt x="1110106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26928DC4-D92F-8F2D-7420-E1FFB572DBCE}"/>
                </a:ext>
              </a:extLst>
            </p:cNvPr>
            <p:cNvSpPr/>
            <p:nvPr/>
          </p:nvSpPr>
          <p:spPr>
            <a:xfrm>
              <a:off x="720559" y="3814051"/>
              <a:ext cx="3320415" cy="730885"/>
            </a:xfrm>
            <a:custGeom>
              <a:avLst/>
              <a:gdLst/>
              <a:ahLst/>
              <a:cxnLst/>
              <a:rect l="l" t="t" r="r" b="b"/>
              <a:pathLst>
                <a:path w="3320415" h="730885">
                  <a:moveTo>
                    <a:pt x="3320262" y="365315"/>
                  </a:moveTo>
                  <a:lnTo>
                    <a:pt x="2210168" y="365315"/>
                  </a:lnTo>
                  <a:lnTo>
                    <a:pt x="1839620" y="365315"/>
                  </a:lnTo>
                  <a:lnTo>
                    <a:pt x="1839620" y="0"/>
                  </a:lnTo>
                  <a:lnTo>
                    <a:pt x="1062228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0" y="730631"/>
                  </a:lnTo>
                  <a:lnTo>
                    <a:pt x="1062228" y="730631"/>
                  </a:lnTo>
                  <a:lnTo>
                    <a:pt x="2210168" y="730631"/>
                  </a:lnTo>
                  <a:lnTo>
                    <a:pt x="3320262" y="730631"/>
                  </a:lnTo>
                  <a:lnTo>
                    <a:pt x="3320262" y="365315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5240D85C-B606-940B-B03F-1CE0277F3F70}"/>
                </a:ext>
              </a:extLst>
            </p:cNvPr>
            <p:cNvSpPr/>
            <p:nvPr/>
          </p:nvSpPr>
          <p:spPr>
            <a:xfrm>
              <a:off x="4040822" y="4179366"/>
              <a:ext cx="1110615" cy="365760"/>
            </a:xfrm>
            <a:custGeom>
              <a:avLst/>
              <a:gdLst/>
              <a:ahLst/>
              <a:cxnLst/>
              <a:rect l="l" t="t" r="r" b="b"/>
              <a:pathLst>
                <a:path w="1110614" h="365760">
                  <a:moveTo>
                    <a:pt x="1110106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10106" y="365315"/>
                  </a:lnTo>
                  <a:lnTo>
                    <a:pt x="1110106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3BB8B999-A526-E084-B862-0D440BD5C785}"/>
                </a:ext>
              </a:extLst>
            </p:cNvPr>
            <p:cNvSpPr/>
            <p:nvPr/>
          </p:nvSpPr>
          <p:spPr>
            <a:xfrm>
              <a:off x="1782787" y="1668000"/>
              <a:ext cx="2258060" cy="1059180"/>
            </a:xfrm>
            <a:custGeom>
              <a:avLst/>
              <a:gdLst/>
              <a:ahLst/>
              <a:cxnLst/>
              <a:rect l="l" t="t" r="r" b="b"/>
              <a:pathLst>
                <a:path w="2258060" h="1059180">
                  <a:moveTo>
                    <a:pt x="0" y="0"/>
                  </a:moveTo>
                  <a:lnTo>
                    <a:pt x="0" y="1059159"/>
                  </a:lnTo>
                </a:path>
                <a:path w="2258060" h="1059180">
                  <a:moveTo>
                    <a:pt x="1147934" y="0"/>
                  </a:moveTo>
                  <a:lnTo>
                    <a:pt x="1147934" y="1059159"/>
                  </a:lnTo>
                </a:path>
                <a:path w="2258060" h="1059180">
                  <a:moveTo>
                    <a:pt x="2258037" y="0"/>
                  </a:moveTo>
                  <a:lnTo>
                    <a:pt x="2258037" y="1059159"/>
                  </a:lnTo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A0BCE0BD-9C30-492E-28CF-891C77B60124}"/>
                </a:ext>
              </a:extLst>
            </p:cNvPr>
            <p:cNvSpPr/>
            <p:nvPr/>
          </p:nvSpPr>
          <p:spPr>
            <a:xfrm>
              <a:off x="714221" y="2352788"/>
              <a:ext cx="4443095" cy="0"/>
            </a:xfrm>
            <a:custGeom>
              <a:avLst/>
              <a:gdLst/>
              <a:ahLst/>
              <a:cxnLst/>
              <a:rect l="l" t="t" r="r" b="b"/>
              <a:pathLst>
                <a:path w="4443095">
                  <a:moveTo>
                    <a:pt x="0" y="0"/>
                  </a:moveTo>
                  <a:lnTo>
                    <a:pt x="4443049" y="0"/>
                  </a:lnTo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561A92EF-6922-D86E-0B6C-F23D71BEFF65}"/>
                </a:ext>
              </a:extLst>
            </p:cNvPr>
            <p:cNvSpPr/>
            <p:nvPr/>
          </p:nvSpPr>
          <p:spPr>
            <a:xfrm>
              <a:off x="714221" y="2718105"/>
              <a:ext cx="4443095" cy="0"/>
            </a:xfrm>
            <a:custGeom>
              <a:avLst/>
              <a:gdLst/>
              <a:ahLst/>
              <a:cxnLst/>
              <a:rect l="l" t="t" r="r" b="b"/>
              <a:pathLst>
                <a:path w="4443095">
                  <a:moveTo>
                    <a:pt x="0" y="0"/>
                  </a:moveTo>
                  <a:lnTo>
                    <a:pt x="4443049" y="0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0FB06631-6053-4A34-0190-6ABD91DB40BE}"/>
                </a:ext>
              </a:extLst>
            </p:cNvPr>
            <p:cNvSpPr/>
            <p:nvPr/>
          </p:nvSpPr>
          <p:spPr>
            <a:xfrm>
              <a:off x="714221" y="3083422"/>
              <a:ext cx="932815" cy="1096010"/>
            </a:xfrm>
            <a:custGeom>
              <a:avLst/>
              <a:gdLst/>
              <a:ahLst/>
              <a:cxnLst/>
              <a:rect l="l" t="t" r="r" b="b"/>
              <a:pathLst>
                <a:path w="932814" h="1096010">
                  <a:moveTo>
                    <a:pt x="0" y="0"/>
                  </a:moveTo>
                  <a:lnTo>
                    <a:pt x="932498" y="0"/>
                  </a:lnTo>
                </a:path>
                <a:path w="932814" h="1096010">
                  <a:moveTo>
                    <a:pt x="0" y="365316"/>
                  </a:moveTo>
                  <a:lnTo>
                    <a:pt x="932498" y="365316"/>
                  </a:lnTo>
                </a:path>
                <a:path w="932814" h="1096010">
                  <a:moveTo>
                    <a:pt x="0" y="730633"/>
                  </a:moveTo>
                  <a:lnTo>
                    <a:pt x="932498" y="730633"/>
                  </a:lnTo>
                </a:path>
                <a:path w="932814" h="1096010">
                  <a:moveTo>
                    <a:pt x="0" y="1095949"/>
                  </a:moveTo>
                  <a:lnTo>
                    <a:pt x="932498" y="1095949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847C3BFF-FDD3-10B2-98C2-C675B33E5314}"/>
                </a:ext>
              </a:extLst>
            </p:cNvPr>
            <p:cNvSpPr/>
            <p:nvPr/>
          </p:nvSpPr>
          <p:spPr>
            <a:xfrm>
              <a:off x="720564" y="1668000"/>
              <a:ext cx="0" cy="2883535"/>
            </a:xfrm>
            <a:custGeom>
              <a:avLst/>
              <a:gdLst/>
              <a:ahLst/>
              <a:cxnLst/>
              <a:rect l="l" t="t" r="r" b="b"/>
              <a:pathLst>
                <a:path h="2883535">
                  <a:moveTo>
                    <a:pt x="0" y="0"/>
                  </a:moveTo>
                  <a:lnTo>
                    <a:pt x="0" y="2883030"/>
                  </a:lnTo>
                </a:path>
              </a:pathLst>
            </a:custGeom>
            <a:ln w="12687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:a16="http://schemas.microsoft.com/office/drawing/2014/main" id="{FC7DEF80-B348-245D-E2C9-91DA1B5DDDA9}"/>
                </a:ext>
              </a:extLst>
            </p:cNvPr>
            <p:cNvSpPr/>
            <p:nvPr/>
          </p:nvSpPr>
          <p:spPr>
            <a:xfrm>
              <a:off x="5150927" y="1668000"/>
              <a:ext cx="0" cy="1059180"/>
            </a:xfrm>
            <a:custGeom>
              <a:avLst/>
              <a:gdLst/>
              <a:ahLst/>
              <a:cxnLst/>
              <a:rect l="l" t="t" r="r" b="b"/>
              <a:pathLst>
                <a:path h="1059180">
                  <a:moveTo>
                    <a:pt x="0" y="0"/>
                  </a:moveTo>
                  <a:lnTo>
                    <a:pt x="0" y="1059159"/>
                  </a:lnTo>
                </a:path>
              </a:pathLst>
            </a:custGeom>
            <a:ln w="12687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>
              <a:extLst>
                <a:ext uri="{FF2B5EF4-FFF2-40B4-BE49-F238E27FC236}">
                  <a16:creationId xmlns:a16="http://schemas.microsoft.com/office/drawing/2014/main" id="{6E036801-6590-5FF2-4920-2B520255E407}"/>
                </a:ext>
              </a:extLst>
            </p:cNvPr>
            <p:cNvSpPr/>
            <p:nvPr/>
          </p:nvSpPr>
          <p:spPr>
            <a:xfrm>
              <a:off x="714221" y="1674342"/>
              <a:ext cx="4443095" cy="0"/>
            </a:xfrm>
            <a:custGeom>
              <a:avLst/>
              <a:gdLst/>
              <a:ahLst/>
              <a:cxnLst/>
              <a:rect l="l" t="t" r="r" b="b"/>
              <a:pathLst>
                <a:path w="4443095">
                  <a:moveTo>
                    <a:pt x="0" y="0"/>
                  </a:moveTo>
                  <a:lnTo>
                    <a:pt x="4443049" y="0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2">
              <a:extLst>
                <a:ext uri="{FF2B5EF4-FFF2-40B4-BE49-F238E27FC236}">
                  <a16:creationId xmlns:a16="http://schemas.microsoft.com/office/drawing/2014/main" id="{FFC36F3E-EE9F-23E2-E0BA-38A737028939}"/>
                </a:ext>
              </a:extLst>
            </p:cNvPr>
            <p:cNvSpPr/>
            <p:nvPr/>
          </p:nvSpPr>
          <p:spPr>
            <a:xfrm>
              <a:off x="714221" y="4544688"/>
              <a:ext cx="932815" cy="0"/>
            </a:xfrm>
            <a:custGeom>
              <a:avLst/>
              <a:gdLst/>
              <a:ahLst/>
              <a:cxnLst/>
              <a:rect l="l" t="t" r="r" b="b"/>
              <a:pathLst>
                <a:path w="932814">
                  <a:moveTo>
                    <a:pt x="0" y="0"/>
                  </a:moveTo>
                  <a:lnTo>
                    <a:pt x="932498" y="0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3">
            <a:extLst>
              <a:ext uri="{FF2B5EF4-FFF2-40B4-BE49-F238E27FC236}">
                <a16:creationId xmlns:a16="http://schemas.microsoft.com/office/drawing/2014/main" id="{357C593D-3BFF-A5F8-F534-E327638C48E7}"/>
              </a:ext>
            </a:extLst>
          </p:cNvPr>
          <p:cNvSpPr txBox="1"/>
          <p:nvPr/>
        </p:nvSpPr>
        <p:spPr>
          <a:xfrm>
            <a:off x="4155980" y="1746403"/>
            <a:ext cx="885190" cy="4876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60325" marR="5080" indent="-48260">
              <a:lnSpc>
                <a:spcPct val="78300"/>
              </a:lnSpc>
              <a:spcBef>
                <a:spcPts val="540"/>
              </a:spcBef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17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190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weights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FEAABA9F-9353-E359-1561-584F1CFA225F}"/>
              </a:ext>
            </a:extLst>
          </p:cNvPr>
          <p:cNvSpPr txBox="1"/>
          <p:nvPr/>
        </p:nvSpPr>
        <p:spPr>
          <a:xfrm>
            <a:off x="965257" y="1818208"/>
            <a:ext cx="2810510" cy="867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95"/>
              </a:spcBef>
              <a:tabLst>
                <a:tab pos="1278255" algn="l"/>
                <a:tab pos="2427605" algn="l"/>
              </a:tabLst>
            </a:pP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590"/>
              </a:spcBef>
              <a:tabLst>
                <a:tab pos="1169670" algn="l"/>
                <a:tab pos="2298700" algn="l"/>
              </a:tabLst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[1]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x</a:t>
            </a:r>
            <a:r>
              <a:rPr sz="1800" spc="-30" baseline="-20833" dirty="0">
                <a:latin typeface="Arial MT"/>
                <a:cs typeface="Arial MT"/>
              </a:rPr>
              <a:t>1</a:t>
            </a:r>
            <a:r>
              <a:rPr sz="1800" spc="-20" dirty="0">
                <a:latin typeface="Arial MT"/>
                <a:cs typeface="Arial MT"/>
              </a:rPr>
              <a:t>[2]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FE66DFB8-2D2F-C425-D813-0751B60D0995}"/>
              </a:ext>
            </a:extLst>
          </p:cNvPr>
          <p:cNvSpPr txBox="1"/>
          <p:nvPr/>
        </p:nvSpPr>
        <p:spPr>
          <a:xfrm>
            <a:off x="4350618" y="2385745"/>
            <a:ext cx="495934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00694824-A0F2-B2B4-EA26-25D14BEAEE76}"/>
              </a:ext>
            </a:extLst>
          </p:cNvPr>
          <p:cNvSpPr txBox="1"/>
          <p:nvPr/>
        </p:nvSpPr>
        <p:spPr>
          <a:xfrm>
            <a:off x="995820" y="2751061"/>
            <a:ext cx="5175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2F89170C-C4BE-8A01-0709-9A632AEB1B0D}"/>
              </a:ext>
            </a:extLst>
          </p:cNvPr>
          <p:cNvSpPr txBox="1"/>
          <p:nvPr/>
        </p:nvSpPr>
        <p:spPr>
          <a:xfrm>
            <a:off x="1141113" y="3249565"/>
            <a:ext cx="1111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AEA711F3-3898-9F5D-DB5F-FCCAED72B6E6}"/>
              </a:ext>
            </a:extLst>
          </p:cNvPr>
          <p:cNvSpPr txBox="1"/>
          <p:nvPr/>
        </p:nvSpPr>
        <p:spPr>
          <a:xfrm>
            <a:off x="1021449" y="3116376"/>
            <a:ext cx="4660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Arial MT"/>
                <a:cs typeface="Arial MT"/>
              </a:rPr>
              <a:t>x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8521A474-1EEF-99C7-824F-4790B816C826}"/>
              </a:ext>
            </a:extLst>
          </p:cNvPr>
          <p:cNvSpPr txBox="1"/>
          <p:nvPr/>
        </p:nvSpPr>
        <p:spPr>
          <a:xfrm>
            <a:off x="2127650" y="2786136"/>
            <a:ext cx="463550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81682D22-2934-EB38-5E65-8EA77CB81B8B}"/>
              </a:ext>
            </a:extLst>
          </p:cNvPr>
          <p:cNvSpPr txBox="1"/>
          <p:nvPr/>
        </p:nvSpPr>
        <p:spPr>
          <a:xfrm>
            <a:off x="3256903" y="2786136"/>
            <a:ext cx="462915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51E07827-68FA-C158-4D47-BE7A0B6BA44B}"/>
              </a:ext>
            </a:extLst>
          </p:cNvPr>
          <p:cNvSpPr txBox="1"/>
          <p:nvPr/>
        </p:nvSpPr>
        <p:spPr>
          <a:xfrm>
            <a:off x="4291611" y="2790475"/>
            <a:ext cx="6140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0.01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800" spc="50" dirty="0">
                <a:latin typeface="Arial MT"/>
                <a:cs typeface="Arial MT"/>
              </a:rPr>
              <a:t>0.002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2E342ED2-01C8-B0BE-1194-ED630EED55A4}"/>
              </a:ext>
            </a:extLst>
          </p:cNvPr>
          <p:cNvSpPr txBox="1"/>
          <p:nvPr/>
        </p:nvSpPr>
        <p:spPr>
          <a:xfrm>
            <a:off x="993385" y="3481692"/>
            <a:ext cx="5219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4E80532E-5520-4448-378C-9A4ACAD971E7}"/>
              </a:ext>
            </a:extLst>
          </p:cNvPr>
          <p:cNvSpPr txBox="1"/>
          <p:nvPr/>
        </p:nvSpPr>
        <p:spPr>
          <a:xfrm>
            <a:off x="2125214" y="3516767"/>
            <a:ext cx="46863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26D86B34-DBC3-61BE-D5C5-64BA91AC52B9}"/>
              </a:ext>
            </a:extLst>
          </p:cNvPr>
          <p:cNvSpPr txBox="1"/>
          <p:nvPr/>
        </p:nvSpPr>
        <p:spPr>
          <a:xfrm>
            <a:off x="3254467" y="3516767"/>
            <a:ext cx="46799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A1A8D432-2567-8288-3246-D38D173FA370}"/>
              </a:ext>
            </a:extLst>
          </p:cNvPr>
          <p:cNvSpPr txBox="1"/>
          <p:nvPr/>
        </p:nvSpPr>
        <p:spPr>
          <a:xfrm>
            <a:off x="4375764" y="3521106"/>
            <a:ext cx="44577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0.75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3E283027-693A-30B6-6BAF-BEB62DF48B8D}"/>
              </a:ext>
            </a:extLst>
          </p:cNvPr>
          <p:cNvSpPr txBox="1"/>
          <p:nvPr/>
        </p:nvSpPr>
        <p:spPr>
          <a:xfrm>
            <a:off x="996353" y="3847020"/>
            <a:ext cx="5162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04882436-654A-B2F1-D303-955DFEB7061C}"/>
              </a:ext>
            </a:extLst>
          </p:cNvPr>
          <p:cNvSpPr txBox="1"/>
          <p:nvPr/>
        </p:nvSpPr>
        <p:spPr>
          <a:xfrm>
            <a:off x="2128183" y="3882095"/>
            <a:ext cx="46291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38">
            <a:extLst>
              <a:ext uri="{FF2B5EF4-FFF2-40B4-BE49-F238E27FC236}">
                <a16:creationId xmlns:a16="http://schemas.microsoft.com/office/drawing/2014/main" id="{5F507241-5C95-D4F7-43B9-FDE94E558F87}"/>
              </a:ext>
            </a:extLst>
          </p:cNvPr>
          <p:cNvSpPr txBox="1"/>
          <p:nvPr/>
        </p:nvSpPr>
        <p:spPr>
          <a:xfrm>
            <a:off x="3257436" y="3882095"/>
            <a:ext cx="46228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39">
            <a:extLst>
              <a:ext uri="{FF2B5EF4-FFF2-40B4-BE49-F238E27FC236}">
                <a16:creationId xmlns:a16="http://schemas.microsoft.com/office/drawing/2014/main" id="{F0CE21A4-A3E2-7085-50F1-86653F456740}"/>
              </a:ext>
            </a:extLst>
          </p:cNvPr>
          <p:cNvSpPr txBox="1"/>
          <p:nvPr/>
        </p:nvSpPr>
        <p:spPr>
          <a:xfrm>
            <a:off x="4363775" y="3886434"/>
            <a:ext cx="46990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0.05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0">
            <a:extLst>
              <a:ext uri="{FF2B5EF4-FFF2-40B4-BE49-F238E27FC236}">
                <a16:creationId xmlns:a16="http://schemas.microsoft.com/office/drawing/2014/main" id="{F9C88B98-C901-F785-1CD5-94ADFD193349}"/>
              </a:ext>
            </a:extLst>
          </p:cNvPr>
          <p:cNvSpPr txBox="1"/>
          <p:nvPr/>
        </p:nvSpPr>
        <p:spPr>
          <a:xfrm>
            <a:off x="1138601" y="4345524"/>
            <a:ext cx="11620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7FE4CDA6-D349-56D6-1BC9-F33E1F71643C}"/>
              </a:ext>
            </a:extLst>
          </p:cNvPr>
          <p:cNvSpPr txBox="1"/>
          <p:nvPr/>
        </p:nvSpPr>
        <p:spPr>
          <a:xfrm>
            <a:off x="1018937" y="4212335"/>
            <a:ext cx="4711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Arial MT"/>
                <a:cs typeface="Arial MT"/>
              </a:rPr>
              <a:t>x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2">
            <a:extLst>
              <a:ext uri="{FF2B5EF4-FFF2-40B4-BE49-F238E27FC236}">
                <a16:creationId xmlns:a16="http://schemas.microsoft.com/office/drawing/2014/main" id="{B08F6727-884F-CBF5-F2B2-E073EBE566CC}"/>
              </a:ext>
            </a:extLst>
          </p:cNvPr>
          <p:cNvSpPr txBox="1"/>
          <p:nvPr/>
        </p:nvSpPr>
        <p:spPr>
          <a:xfrm>
            <a:off x="2125367" y="4247411"/>
            <a:ext cx="46863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3">
            <a:extLst>
              <a:ext uri="{FF2B5EF4-FFF2-40B4-BE49-F238E27FC236}">
                <a16:creationId xmlns:a16="http://schemas.microsoft.com/office/drawing/2014/main" id="{1791F3B4-FF52-20B8-EB38-06924A7A0C7B}"/>
              </a:ext>
            </a:extLst>
          </p:cNvPr>
          <p:cNvSpPr txBox="1"/>
          <p:nvPr/>
        </p:nvSpPr>
        <p:spPr>
          <a:xfrm>
            <a:off x="3254619" y="4247411"/>
            <a:ext cx="46799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F78D23DF-2C87-ADD1-A1CC-7294285DF664}"/>
              </a:ext>
            </a:extLst>
          </p:cNvPr>
          <p:cNvSpPr txBox="1"/>
          <p:nvPr/>
        </p:nvSpPr>
        <p:spPr>
          <a:xfrm>
            <a:off x="4381473" y="4251749"/>
            <a:ext cx="43434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40" dirty="0">
                <a:latin typeface="Arial MT"/>
                <a:cs typeface="Arial MT"/>
              </a:rPr>
              <a:t>0.13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9" name="object 45">
            <a:extLst>
              <a:ext uri="{FF2B5EF4-FFF2-40B4-BE49-F238E27FC236}">
                <a16:creationId xmlns:a16="http://schemas.microsoft.com/office/drawing/2014/main" id="{D0C161E3-39D0-826C-54DD-DDB6A178E23A}"/>
              </a:ext>
            </a:extLst>
          </p:cNvPr>
          <p:cNvGrpSpPr/>
          <p:nvPr/>
        </p:nvGrpSpPr>
        <p:grpSpPr>
          <a:xfrm>
            <a:off x="1634026" y="2714467"/>
            <a:ext cx="4531995" cy="2896235"/>
            <a:chOff x="1634026" y="2714467"/>
            <a:chExt cx="4531995" cy="2896235"/>
          </a:xfrm>
        </p:grpSpPr>
        <p:sp>
          <p:nvSpPr>
            <p:cNvPr id="50" name="object 46">
              <a:extLst>
                <a:ext uri="{FF2B5EF4-FFF2-40B4-BE49-F238E27FC236}">
                  <a16:creationId xmlns:a16="http://schemas.microsoft.com/office/drawing/2014/main" id="{6819CCB1-5D48-B112-EBDE-5199BE89439B}"/>
                </a:ext>
              </a:extLst>
            </p:cNvPr>
            <p:cNvSpPr/>
            <p:nvPr/>
          </p:nvSpPr>
          <p:spPr>
            <a:xfrm>
              <a:off x="1646720" y="2727159"/>
              <a:ext cx="4506595" cy="678815"/>
            </a:xfrm>
            <a:custGeom>
              <a:avLst/>
              <a:gdLst/>
              <a:ahLst/>
              <a:cxnLst/>
              <a:rect l="l" t="t" r="r" b="b"/>
              <a:pathLst>
                <a:path w="4506595" h="678814">
                  <a:moveTo>
                    <a:pt x="4506480" y="0"/>
                  </a:moveTo>
                  <a:lnTo>
                    <a:pt x="3377298" y="0"/>
                  </a:ln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678446"/>
                  </a:lnTo>
                  <a:lnTo>
                    <a:pt x="1080465" y="678446"/>
                  </a:lnTo>
                  <a:lnTo>
                    <a:pt x="2248128" y="678446"/>
                  </a:lnTo>
                  <a:lnTo>
                    <a:pt x="3377298" y="678446"/>
                  </a:lnTo>
                  <a:lnTo>
                    <a:pt x="4506480" y="678446"/>
                  </a:lnTo>
                  <a:lnTo>
                    <a:pt x="4506480" y="0"/>
                  </a:lnTo>
                  <a:close/>
                </a:path>
              </a:pathLst>
            </a:custGeom>
            <a:solidFill>
              <a:srgbClr val="C02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7">
              <a:extLst>
                <a:ext uri="{FF2B5EF4-FFF2-40B4-BE49-F238E27FC236}">
                  <a16:creationId xmlns:a16="http://schemas.microsoft.com/office/drawing/2014/main" id="{11AD0269-505F-5154-C09D-6AE8543D4F8D}"/>
                </a:ext>
              </a:extLst>
            </p:cNvPr>
            <p:cNvSpPr/>
            <p:nvPr/>
          </p:nvSpPr>
          <p:spPr>
            <a:xfrm>
              <a:off x="1646720" y="3405606"/>
              <a:ext cx="3377565" cy="365760"/>
            </a:xfrm>
            <a:custGeom>
              <a:avLst/>
              <a:gdLst/>
              <a:ahLst/>
              <a:cxnLst/>
              <a:rect l="l" t="t" r="r" b="b"/>
              <a:pathLst>
                <a:path w="3377565" h="365760">
                  <a:moveTo>
                    <a:pt x="3377298" y="0"/>
                  </a:move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80465" y="365315"/>
                  </a:lnTo>
                  <a:lnTo>
                    <a:pt x="2248128" y="365315"/>
                  </a:lnTo>
                  <a:lnTo>
                    <a:pt x="3377298" y="365315"/>
                  </a:lnTo>
                  <a:lnTo>
                    <a:pt x="337729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8">
              <a:extLst>
                <a:ext uri="{FF2B5EF4-FFF2-40B4-BE49-F238E27FC236}">
                  <a16:creationId xmlns:a16="http://schemas.microsoft.com/office/drawing/2014/main" id="{54098E5A-04B2-1CAD-64C1-E926821413D2}"/>
                </a:ext>
              </a:extLst>
            </p:cNvPr>
            <p:cNvSpPr/>
            <p:nvPr/>
          </p:nvSpPr>
          <p:spPr>
            <a:xfrm>
              <a:off x="5024018" y="3405606"/>
              <a:ext cx="1129665" cy="365760"/>
            </a:xfrm>
            <a:custGeom>
              <a:avLst/>
              <a:gdLst/>
              <a:ahLst/>
              <a:cxnLst/>
              <a:rect l="l" t="t" r="r" b="b"/>
              <a:pathLst>
                <a:path w="1129664" h="365760">
                  <a:moveTo>
                    <a:pt x="1129182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29182" y="365315"/>
                  </a:lnTo>
                  <a:lnTo>
                    <a:pt x="1129182" y="0"/>
                  </a:lnTo>
                  <a:close/>
                </a:path>
              </a:pathLst>
            </a:custGeom>
            <a:solidFill>
              <a:srgbClr val="CCF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49">
              <a:extLst>
                <a:ext uri="{FF2B5EF4-FFF2-40B4-BE49-F238E27FC236}">
                  <a16:creationId xmlns:a16="http://schemas.microsoft.com/office/drawing/2014/main" id="{33EEB0F8-2684-35D3-BC46-1326B3DA70EA}"/>
                </a:ext>
              </a:extLst>
            </p:cNvPr>
            <p:cNvSpPr/>
            <p:nvPr/>
          </p:nvSpPr>
          <p:spPr>
            <a:xfrm>
              <a:off x="1646720" y="3770921"/>
              <a:ext cx="3377565" cy="365760"/>
            </a:xfrm>
            <a:custGeom>
              <a:avLst/>
              <a:gdLst/>
              <a:ahLst/>
              <a:cxnLst/>
              <a:rect l="l" t="t" r="r" b="b"/>
              <a:pathLst>
                <a:path w="3377565" h="365760">
                  <a:moveTo>
                    <a:pt x="3377298" y="0"/>
                  </a:move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80465" y="365315"/>
                  </a:lnTo>
                  <a:lnTo>
                    <a:pt x="2248128" y="365315"/>
                  </a:lnTo>
                  <a:lnTo>
                    <a:pt x="3377298" y="365315"/>
                  </a:lnTo>
                  <a:lnTo>
                    <a:pt x="337729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0">
              <a:extLst>
                <a:ext uri="{FF2B5EF4-FFF2-40B4-BE49-F238E27FC236}">
                  <a16:creationId xmlns:a16="http://schemas.microsoft.com/office/drawing/2014/main" id="{E4BE0AAB-2F7C-C2AD-AA6E-0D37AC00C372}"/>
                </a:ext>
              </a:extLst>
            </p:cNvPr>
            <p:cNvSpPr/>
            <p:nvPr/>
          </p:nvSpPr>
          <p:spPr>
            <a:xfrm>
              <a:off x="5024018" y="3770922"/>
              <a:ext cx="1129665" cy="365760"/>
            </a:xfrm>
            <a:custGeom>
              <a:avLst/>
              <a:gdLst/>
              <a:ahLst/>
              <a:cxnLst/>
              <a:rect l="l" t="t" r="r" b="b"/>
              <a:pathLst>
                <a:path w="1129664" h="365760">
                  <a:moveTo>
                    <a:pt x="1129182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29182" y="365315"/>
                  </a:lnTo>
                  <a:lnTo>
                    <a:pt x="1129182" y="0"/>
                  </a:lnTo>
                  <a:close/>
                </a:path>
              </a:pathLst>
            </a:custGeom>
            <a:solidFill>
              <a:srgbClr val="CCF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1">
              <a:extLst>
                <a:ext uri="{FF2B5EF4-FFF2-40B4-BE49-F238E27FC236}">
                  <a16:creationId xmlns:a16="http://schemas.microsoft.com/office/drawing/2014/main" id="{82B2D0B1-CD75-38D1-BF58-CAFF2A4BFE5F}"/>
                </a:ext>
              </a:extLst>
            </p:cNvPr>
            <p:cNvSpPr/>
            <p:nvPr/>
          </p:nvSpPr>
          <p:spPr>
            <a:xfrm>
              <a:off x="1646720" y="4136237"/>
              <a:ext cx="3377565" cy="365760"/>
            </a:xfrm>
            <a:custGeom>
              <a:avLst/>
              <a:gdLst/>
              <a:ahLst/>
              <a:cxnLst/>
              <a:rect l="l" t="t" r="r" b="b"/>
              <a:pathLst>
                <a:path w="3377565" h="365760">
                  <a:moveTo>
                    <a:pt x="3377298" y="0"/>
                  </a:move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80465" y="365315"/>
                  </a:lnTo>
                  <a:lnTo>
                    <a:pt x="2248128" y="365315"/>
                  </a:lnTo>
                  <a:lnTo>
                    <a:pt x="3377298" y="365315"/>
                  </a:lnTo>
                  <a:lnTo>
                    <a:pt x="337729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2">
              <a:extLst>
                <a:ext uri="{FF2B5EF4-FFF2-40B4-BE49-F238E27FC236}">
                  <a16:creationId xmlns:a16="http://schemas.microsoft.com/office/drawing/2014/main" id="{D38EAD4F-27AC-1CBC-E1A2-B5764989E9ED}"/>
                </a:ext>
              </a:extLst>
            </p:cNvPr>
            <p:cNvSpPr/>
            <p:nvPr/>
          </p:nvSpPr>
          <p:spPr>
            <a:xfrm>
              <a:off x="5024018" y="4136237"/>
              <a:ext cx="1129665" cy="365760"/>
            </a:xfrm>
            <a:custGeom>
              <a:avLst/>
              <a:gdLst/>
              <a:ahLst/>
              <a:cxnLst/>
              <a:rect l="l" t="t" r="r" b="b"/>
              <a:pathLst>
                <a:path w="1129664" h="365760">
                  <a:moveTo>
                    <a:pt x="1129182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29182" y="365315"/>
                  </a:lnTo>
                  <a:lnTo>
                    <a:pt x="1129182" y="0"/>
                  </a:lnTo>
                  <a:close/>
                </a:path>
              </a:pathLst>
            </a:custGeom>
            <a:solidFill>
              <a:srgbClr val="CCF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3">
              <a:extLst>
                <a:ext uri="{FF2B5EF4-FFF2-40B4-BE49-F238E27FC236}">
                  <a16:creationId xmlns:a16="http://schemas.microsoft.com/office/drawing/2014/main" id="{6228CEEF-3D60-ECFD-0AAD-B703B2B4D96E}"/>
                </a:ext>
              </a:extLst>
            </p:cNvPr>
            <p:cNvSpPr/>
            <p:nvPr/>
          </p:nvSpPr>
          <p:spPr>
            <a:xfrm>
              <a:off x="1646720" y="4501552"/>
              <a:ext cx="3377565" cy="365760"/>
            </a:xfrm>
            <a:custGeom>
              <a:avLst/>
              <a:gdLst/>
              <a:ahLst/>
              <a:cxnLst/>
              <a:rect l="l" t="t" r="r" b="b"/>
              <a:pathLst>
                <a:path w="3377565" h="365760">
                  <a:moveTo>
                    <a:pt x="3377298" y="0"/>
                  </a:move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80465" y="365315"/>
                  </a:lnTo>
                  <a:lnTo>
                    <a:pt x="2248128" y="365315"/>
                  </a:lnTo>
                  <a:lnTo>
                    <a:pt x="3377298" y="365315"/>
                  </a:lnTo>
                  <a:lnTo>
                    <a:pt x="337729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4">
              <a:extLst>
                <a:ext uri="{FF2B5EF4-FFF2-40B4-BE49-F238E27FC236}">
                  <a16:creationId xmlns:a16="http://schemas.microsoft.com/office/drawing/2014/main" id="{E608B637-40FE-5811-3936-06DF305E9268}"/>
                </a:ext>
              </a:extLst>
            </p:cNvPr>
            <p:cNvSpPr/>
            <p:nvPr/>
          </p:nvSpPr>
          <p:spPr>
            <a:xfrm>
              <a:off x="5024018" y="4501553"/>
              <a:ext cx="1129665" cy="365760"/>
            </a:xfrm>
            <a:custGeom>
              <a:avLst/>
              <a:gdLst/>
              <a:ahLst/>
              <a:cxnLst/>
              <a:rect l="l" t="t" r="r" b="b"/>
              <a:pathLst>
                <a:path w="1129664" h="365760">
                  <a:moveTo>
                    <a:pt x="1129182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29182" y="365315"/>
                  </a:lnTo>
                  <a:lnTo>
                    <a:pt x="1129182" y="0"/>
                  </a:lnTo>
                  <a:close/>
                </a:path>
              </a:pathLst>
            </a:custGeom>
            <a:solidFill>
              <a:srgbClr val="CCF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5">
              <a:extLst>
                <a:ext uri="{FF2B5EF4-FFF2-40B4-BE49-F238E27FC236}">
                  <a16:creationId xmlns:a16="http://schemas.microsoft.com/office/drawing/2014/main" id="{48FB85A5-1F2E-A822-0F2E-9188DEC3EC88}"/>
                </a:ext>
              </a:extLst>
            </p:cNvPr>
            <p:cNvSpPr/>
            <p:nvPr/>
          </p:nvSpPr>
          <p:spPr>
            <a:xfrm>
              <a:off x="1646720" y="4866868"/>
              <a:ext cx="3377565" cy="365760"/>
            </a:xfrm>
            <a:custGeom>
              <a:avLst/>
              <a:gdLst/>
              <a:ahLst/>
              <a:cxnLst/>
              <a:rect l="l" t="t" r="r" b="b"/>
              <a:pathLst>
                <a:path w="3377565" h="365760">
                  <a:moveTo>
                    <a:pt x="3377298" y="0"/>
                  </a:move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80465" y="365315"/>
                  </a:lnTo>
                  <a:lnTo>
                    <a:pt x="2248128" y="365315"/>
                  </a:lnTo>
                  <a:lnTo>
                    <a:pt x="3377298" y="365315"/>
                  </a:lnTo>
                  <a:lnTo>
                    <a:pt x="337729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56">
              <a:extLst>
                <a:ext uri="{FF2B5EF4-FFF2-40B4-BE49-F238E27FC236}">
                  <a16:creationId xmlns:a16="http://schemas.microsoft.com/office/drawing/2014/main" id="{6A4F1E98-4F7E-F37A-E715-2225A422305E}"/>
                </a:ext>
              </a:extLst>
            </p:cNvPr>
            <p:cNvSpPr/>
            <p:nvPr/>
          </p:nvSpPr>
          <p:spPr>
            <a:xfrm>
              <a:off x="5024018" y="4866868"/>
              <a:ext cx="1129665" cy="365760"/>
            </a:xfrm>
            <a:custGeom>
              <a:avLst/>
              <a:gdLst/>
              <a:ahLst/>
              <a:cxnLst/>
              <a:rect l="l" t="t" r="r" b="b"/>
              <a:pathLst>
                <a:path w="1129664" h="365760">
                  <a:moveTo>
                    <a:pt x="1129182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29182" y="365315"/>
                  </a:lnTo>
                  <a:lnTo>
                    <a:pt x="1129182" y="0"/>
                  </a:lnTo>
                  <a:close/>
                </a:path>
              </a:pathLst>
            </a:custGeom>
            <a:solidFill>
              <a:srgbClr val="CCF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57">
              <a:extLst>
                <a:ext uri="{FF2B5EF4-FFF2-40B4-BE49-F238E27FC236}">
                  <a16:creationId xmlns:a16="http://schemas.microsoft.com/office/drawing/2014/main" id="{4EEE7D08-DFE9-B66F-511E-53EF7DA189C6}"/>
                </a:ext>
              </a:extLst>
            </p:cNvPr>
            <p:cNvSpPr/>
            <p:nvPr/>
          </p:nvSpPr>
          <p:spPr>
            <a:xfrm>
              <a:off x="1646720" y="5232184"/>
              <a:ext cx="3377565" cy="365760"/>
            </a:xfrm>
            <a:custGeom>
              <a:avLst/>
              <a:gdLst/>
              <a:ahLst/>
              <a:cxnLst/>
              <a:rect l="l" t="t" r="r" b="b"/>
              <a:pathLst>
                <a:path w="3377565" h="365760">
                  <a:moveTo>
                    <a:pt x="3377298" y="0"/>
                  </a:moveTo>
                  <a:lnTo>
                    <a:pt x="2248128" y="0"/>
                  </a:lnTo>
                  <a:lnTo>
                    <a:pt x="1080465" y="0"/>
                  </a:lnTo>
                  <a:lnTo>
                    <a:pt x="0" y="0"/>
                  </a:lnTo>
                  <a:lnTo>
                    <a:pt x="0" y="365328"/>
                  </a:lnTo>
                  <a:lnTo>
                    <a:pt x="1080465" y="365328"/>
                  </a:lnTo>
                  <a:lnTo>
                    <a:pt x="2248128" y="365328"/>
                  </a:lnTo>
                  <a:lnTo>
                    <a:pt x="3377298" y="365328"/>
                  </a:lnTo>
                  <a:lnTo>
                    <a:pt x="337729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8">
              <a:extLst>
                <a:ext uri="{FF2B5EF4-FFF2-40B4-BE49-F238E27FC236}">
                  <a16:creationId xmlns:a16="http://schemas.microsoft.com/office/drawing/2014/main" id="{8DE14FFC-3718-7BCC-6B28-76B84B775991}"/>
                </a:ext>
              </a:extLst>
            </p:cNvPr>
            <p:cNvSpPr/>
            <p:nvPr/>
          </p:nvSpPr>
          <p:spPr>
            <a:xfrm>
              <a:off x="5024018" y="5232184"/>
              <a:ext cx="1129665" cy="365760"/>
            </a:xfrm>
            <a:custGeom>
              <a:avLst/>
              <a:gdLst/>
              <a:ahLst/>
              <a:cxnLst/>
              <a:rect l="l" t="t" r="r" b="b"/>
              <a:pathLst>
                <a:path w="1129664" h="365760">
                  <a:moveTo>
                    <a:pt x="1129182" y="0"/>
                  </a:moveTo>
                  <a:lnTo>
                    <a:pt x="0" y="0"/>
                  </a:lnTo>
                  <a:lnTo>
                    <a:pt x="0" y="365320"/>
                  </a:lnTo>
                  <a:lnTo>
                    <a:pt x="1129182" y="365320"/>
                  </a:lnTo>
                  <a:lnTo>
                    <a:pt x="1129182" y="0"/>
                  </a:lnTo>
                  <a:close/>
                </a:path>
              </a:pathLst>
            </a:custGeom>
            <a:solidFill>
              <a:srgbClr val="CCF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59">
              <a:extLst>
                <a:ext uri="{FF2B5EF4-FFF2-40B4-BE49-F238E27FC236}">
                  <a16:creationId xmlns:a16="http://schemas.microsoft.com/office/drawing/2014/main" id="{0EB3D74A-0801-E129-AE32-7A59EA0F8A4A}"/>
                </a:ext>
              </a:extLst>
            </p:cNvPr>
            <p:cNvSpPr/>
            <p:nvPr/>
          </p:nvSpPr>
          <p:spPr>
            <a:xfrm>
              <a:off x="2727193" y="2720817"/>
              <a:ext cx="2297430" cy="1071880"/>
            </a:xfrm>
            <a:custGeom>
              <a:avLst/>
              <a:gdLst/>
              <a:ahLst/>
              <a:cxnLst/>
              <a:rect l="l" t="t" r="r" b="b"/>
              <a:pathLst>
                <a:path w="2297429" h="1071879">
                  <a:moveTo>
                    <a:pt x="0" y="0"/>
                  </a:moveTo>
                  <a:lnTo>
                    <a:pt x="0" y="1071846"/>
                  </a:lnTo>
                </a:path>
                <a:path w="2297429" h="1071879">
                  <a:moveTo>
                    <a:pt x="1167664" y="0"/>
                  </a:moveTo>
                  <a:lnTo>
                    <a:pt x="1167664" y="1071846"/>
                  </a:lnTo>
                </a:path>
                <a:path w="2297429" h="1071879">
                  <a:moveTo>
                    <a:pt x="2296837" y="0"/>
                  </a:moveTo>
                  <a:lnTo>
                    <a:pt x="2296837" y="1071846"/>
                  </a:lnTo>
                </a:path>
              </a:pathLst>
            </a:custGeom>
            <a:ln w="12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0">
              <a:extLst>
                <a:ext uri="{FF2B5EF4-FFF2-40B4-BE49-F238E27FC236}">
                  <a16:creationId xmlns:a16="http://schemas.microsoft.com/office/drawing/2014/main" id="{385238F4-7CF3-2CBF-41BB-1E47B691B2EC}"/>
                </a:ext>
              </a:extLst>
            </p:cNvPr>
            <p:cNvSpPr/>
            <p:nvPr/>
          </p:nvSpPr>
          <p:spPr>
            <a:xfrm>
              <a:off x="1640376" y="3405605"/>
              <a:ext cx="4519295" cy="0"/>
            </a:xfrm>
            <a:custGeom>
              <a:avLst/>
              <a:gdLst/>
              <a:ahLst/>
              <a:cxnLst/>
              <a:rect l="l" t="t" r="r" b="b"/>
              <a:pathLst>
                <a:path w="4519295">
                  <a:moveTo>
                    <a:pt x="0" y="0"/>
                  </a:moveTo>
                  <a:lnTo>
                    <a:pt x="4519171" y="0"/>
                  </a:lnTo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1">
              <a:extLst>
                <a:ext uri="{FF2B5EF4-FFF2-40B4-BE49-F238E27FC236}">
                  <a16:creationId xmlns:a16="http://schemas.microsoft.com/office/drawing/2014/main" id="{F4968E3D-C60A-F73E-2E29-8F0462DDC38C}"/>
                </a:ext>
              </a:extLst>
            </p:cNvPr>
            <p:cNvSpPr/>
            <p:nvPr/>
          </p:nvSpPr>
          <p:spPr>
            <a:xfrm>
              <a:off x="1640376" y="3770923"/>
              <a:ext cx="4519295" cy="0"/>
            </a:xfrm>
            <a:custGeom>
              <a:avLst/>
              <a:gdLst/>
              <a:ahLst/>
              <a:cxnLst/>
              <a:rect l="l" t="t" r="r" b="b"/>
              <a:pathLst>
                <a:path w="4519295">
                  <a:moveTo>
                    <a:pt x="0" y="0"/>
                  </a:moveTo>
                  <a:lnTo>
                    <a:pt x="4519171" y="0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2">
              <a:extLst>
                <a:ext uri="{FF2B5EF4-FFF2-40B4-BE49-F238E27FC236}">
                  <a16:creationId xmlns:a16="http://schemas.microsoft.com/office/drawing/2014/main" id="{89C8534E-1DBC-9D14-3FB7-7E7FB337B7DB}"/>
                </a:ext>
              </a:extLst>
            </p:cNvPr>
            <p:cNvSpPr/>
            <p:nvPr/>
          </p:nvSpPr>
          <p:spPr>
            <a:xfrm>
              <a:off x="1640376" y="4136239"/>
              <a:ext cx="920115" cy="1096010"/>
            </a:xfrm>
            <a:custGeom>
              <a:avLst/>
              <a:gdLst/>
              <a:ahLst/>
              <a:cxnLst/>
              <a:rect l="l" t="t" r="r" b="b"/>
              <a:pathLst>
                <a:path w="920114" h="1096010">
                  <a:moveTo>
                    <a:pt x="0" y="0"/>
                  </a:moveTo>
                  <a:lnTo>
                    <a:pt x="919803" y="0"/>
                  </a:lnTo>
                </a:path>
                <a:path w="920114" h="1096010">
                  <a:moveTo>
                    <a:pt x="0" y="365316"/>
                  </a:moveTo>
                  <a:lnTo>
                    <a:pt x="919803" y="365316"/>
                  </a:lnTo>
                </a:path>
                <a:path w="920114" h="1096010">
                  <a:moveTo>
                    <a:pt x="0" y="730633"/>
                  </a:moveTo>
                  <a:lnTo>
                    <a:pt x="919803" y="730633"/>
                  </a:lnTo>
                </a:path>
                <a:path w="920114" h="1096010">
                  <a:moveTo>
                    <a:pt x="0" y="1095949"/>
                  </a:moveTo>
                  <a:lnTo>
                    <a:pt x="919803" y="1095949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3">
              <a:extLst>
                <a:ext uri="{FF2B5EF4-FFF2-40B4-BE49-F238E27FC236}">
                  <a16:creationId xmlns:a16="http://schemas.microsoft.com/office/drawing/2014/main" id="{10DE613C-C1B1-1AB2-ABC5-A1E433A1E63D}"/>
                </a:ext>
              </a:extLst>
            </p:cNvPr>
            <p:cNvSpPr/>
            <p:nvPr/>
          </p:nvSpPr>
          <p:spPr>
            <a:xfrm>
              <a:off x="1646720" y="2720817"/>
              <a:ext cx="0" cy="2883535"/>
            </a:xfrm>
            <a:custGeom>
              <a:avLst/>
              <a:gdLst/>
              <a:ahLst/>
              <a:cxnLst/>
              <a:rect l="l" t="t" r="r" b="b"/>
              <a:pathLst>
                <a:path h="2883535">
                  <a:moveTo>
                    <a:pt x="0" y="0"/>
                  </a:moveTo>
                  <a:lnTo>
                    <a:pt x="0" y="2883030"/>
                  </a:lnTo>
                </a:path>
              </a:pathLst>
            </a:custGeom>
            <a:ln w="12687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4">
              <a:extLst>
                <a:ext uri="{FF2B5EF4-FFF2-40B4-BE49-F238E27FC236}">
                  <a16:creationId xmlns:a16="http://schemas.microsoft.com/office/drawing/2014/main" id="{2C9F513C-5891-A874-AC4B-780B1D203D5A}"/>
                </a:ext>
              </a:extLst>
            </p:cNvPr>
            <p:cNvSpPr/>
            <p:nvPr/>
          </p:nvSpPr>
          <p:spPr>
            <a:xfrm>
              <a:off x="6153204" y="2720817"/>
              <a:ext cx="0" cy="1071880"/>
            </a:xfrm>
            <a:custGeom>
              <a:avLst/>
              <a:gdLst/>
              <a:ahLst/>
              <a:cxnLst/>
              <a:rect l="l" t="t" r="r" b="b"/>
              <a:pathLst>
                <a:path h="1071879">
                  <a:moveTo>
                    <a:pt x="0" y="0"/>
                  </a:moveTo>
                  <a:lnTo>
                    <a:pt x="0" y="1071846"/>
                  </a:lnTo>
                </a:path>
              </a:pathLst>
            </a:custGeom>
            <a:ln w="12687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5">
              <a:extLst>
                <a:ext uri="{FF2B5EF4-FFF2-40B4-BE49-F238E27FC236}">
                  <a16:creationId xmlns:a16="http://schemas.microsoft.com/office/drawing/2014/main" id="{A92A65D6-E693-BA6C-2F17-B64F86633CD5}"/>
                </a:ext>
              </a:extLst>
            </p:cNvPr>
            <p:cNvSpPr/>
            <p:nvPr/>
          </p:nvSpPr>
          <p:spPr>
            <a:xfrm>
              <a:off x="1640376" y="2727159"/>
              <a:ext cx="4519295" cy="0"/>
            </a:xfrm>
            <a:custGeom>
              <a:avLst/>
              <a:gdLst/>
              <a:ahLst/>
              <a:cxnLst/>
              <a:rect l="l" t="t" r="r" b="b"/>
              <a:pathLst>
                <a:path w="4519295">
                  <a:moveTo>
                    <a:pt x="0" y="0"/>
                  </a:moveTo>
                  <a:lnTo>
                    <a:pt x="4519171" y="0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66">
              <a:extLst>
                <a:ext uri="{FF2B5EF4-FFF2-40B4-BE49-F238E27FC236}">
                  <a16:creationId xmlns:a16="http://schemas.microsoft.com/office/drawing/2014/main" id="{C0D6B9D0-5691-9813-1579-DE7C4B18A15B}"/>
                </a:ext>
              </a:extLst>
            </p:cNvPr>
            <p:cNvSpPr/>
            <p:nvPr/>
          </p:nvSpPr>
          <p:spPr>
            <a:xfrm>
              <a:off x="1640376" y="5597505"/>
              <a:ext cx="920115" cy="0"/>
            </a:xfrm>
            <a:custGeom>
              <a:avLst/>
              <a:gdLst/>
              <a:ahLst/>
              <a:cxnLst/>
              <a:rect l="l" t="t" r="r" b="b"/>
              <a:pathLst>
                <a:path w="920114">
                  <a:moveTo>
                    <a:pt x="0" y="0"/>
                  </a:moveTo>
                  <a:lnTo>
                    <a:pt x="919803" y="0"/>
                  </a:lnTo>
                </a:path>
              </a:pathLst>
            </a:custGeom>
            <a:ln w="12684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67">
            <a:extLst>
              <a:ext uri="{FF2B5EF4-FFF2-40B4-BE49-F238E27FC236}">
                <a16:creationId xmlns:a16="http://schemas.microsoft.com/office/drawing/2014/main" id="{D88A9ADF-F068-CF77-1FE2-8CB699F17A1C}"/>
              </a:ext>
            </a:extLst>
          </p:cNvPr>
          <p:cNvSpPr txBox="1"/>
          <p:nvPr/>
        </p:nvSpPr>
        <p:spPr>
          <a:xfrm>
            <a:off x="4353957" y="2871025"/>
            <a:ext cx="21653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72" name="object 68">
            <a:extLst>
              <a:ext uri="{FF2B5EF4-FFF2-40B4-BE49-F238E27FC236}">
                <a16:creationId xmlns:a16="http://schemas.microsoft.com/office/drawing/2014/main" id="{254412BA-F7AD-05B0-8BCD-69F8AE2ED806}"/>
              </a:ext>
            </a:extLst>
          </p:cNvPr>
          <p:cNvSpPr txBox="1"/>
          <p:nvPr/>
        </p:nvSpPr>
        <p:spPr>
          <a:xfrm>
            <a:off x="5138015" y="2799233"/>
            <a:ext cx="90678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17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</p:txBody>
      </p:sp>
      <p:sp>
        <p:nvSpPr>
          <p:cNvPr id="73" name="object 69">
            <a:extLst>
              <a:ext uri="{FF2B5EF4-FFF2-40B4-BE49-F238E27FC236}">
                <a16:creationId xmlns:a16="http://schemas.microsoft.com/office/drawing/2014/main" id="{0235BDFB-D41C-8317-E103-54434D4AC2FF}"/>
              </a:ext>
            </a:extLst>
          </p:cNvPr>
          <p:cNvSpPr txBox="1"/>
          <p:nvPr/>
        </p:nvSpPr>
        <p:spPr>
          <a:xfrm>
            <a:off x="5196788" y="3002179"/>
            <a:ext cx="78930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weights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74" name="object 70">
            <a:extLst>
              <a:ext uri="{FF2B5EF4-FFF2-40B4-BE49-F238E27FC236}">
                <a16:creationId xmlns:a16="http://schemas.microsoft.com/office/drawing/2014/main" id="{03283B28-172A-9C8A-616B-EEDE90679616}"/>
              </a:ext>
            </a:extLst>
          </p:cNvPr>
          <p:cNvSpPr txBox="1"/>
          <p:nvPr/>
        </p:nvSpPr>
        <p:spPr>
          <a:xfrm>
            <a:off x="1913619" y="2871025"/>
            <a:ext cx="1688464" cy="867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95"/>
              </a:spcBef>
              <a:tabLst>
                <a:tab pos="1284605" algn="l"/>
              </a:tabLst>
            </a:pP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590"/>
              </a:spcBef>
              <a:tabLst>
                <a:tab pos="1176020" algn="l"/>
              </a:tabLst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[1]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x</a:t>
            </a:r>
            <a:r>
              <a:rPr sz="1800" spc="-30" baseline="-20833" dirty="0">
                <a:latin typeface="Arial MT"/>
                <a:cs typeface="Arial MT"/>
              </a:rPr>
              <a:t>1</a:t>
            </a:r>
            <a:r>
              <a:rPr sz="1800" spc="-2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5" name="object 71">
            <a:extLst>
              <a:ext uri="{FF2B5EF4-FFF2-40B4-BE49-F238E27FC236}">
                <a16:creationId xmlns:a16="http://schemas.microsoft.com/office/drawing/2014/main" id="{4EF9E4E7-5A00-8229-EB14-BA29E9D04DAE}"/>
              </a:ext>
            </a:extLst>
          </p:cNvPr>
          <p:cNvSpPr txBox="1"/>
          <p:nvPr/>
        </p:nvSpPr>
        <p:spPr>
          <a:xfrm>
            <a:off x="4199987" y="3438575"/>
            <a:ext cx="5245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6" name="object 72">
            <a:extLst>
              <a:ext uri="{FF2B5EF4-FFF2-40B4-BE49-F238E27FC236}">
                <a16:creationId xmlns:a16="http://schemas.microsoft.com/office/drawing/2014/main" id="{7E1AA8DA-867E-CBD8-B9AD-FADCBAED5D7F}"/>
              </a:ext>
            </a:extLst>
          </p:cNvPr>
          <p:cNvSpPr txBox="1"/>
          <p:nvPr/>
        </p:nvSpPr>
        <p:spPr>
          <a:xfrm>
            <a:off x="5356917" y="3438575"/>
            <a:ext cx="4686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0.18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7" name="object 73">
            <a:extLst>
              <a:ext uri="{FF2B5EF4-FFF2-40B4-BE49-F238E27FC236}">
                <a16:creationId xmlns:a16="http://schemas.microsoft.com/office/drawing/2014/main" id="{26A49416-C942-112F-120D-DB4C92DDB75D}"/>
              </a:ext>
            </a:extLst>
          </p:cNvPr>
          <p:cNvSpPr txBox="1"/>
          <p:nvPr/>
        </p:nvSpPr>
        <p:spPr>
          <a:xfrm>
            <a:off x="1931483" y="3803891"/>
            <a:ext cx="5175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8" name="object 74">
            <a:extLst>
              <a:ext uri="{FF2B5EF4-FFF2-40B4-BE49-F238E27FC236}">
                <a16:creationId xmlns:a16="http://schemas.microsoft.com/office/drawing/2014/main" id="{89DCEEB0-B11A-2D8E-60A2-DD18C6546EB6}"/>
              </a:ext>
            </a:extLst>
          </p:cNvPr>
          <p:cNvSpPr txBox="1"/>
          <p:nvPr/>
        </p:nvSpPr>
        <p:spPr>
          <a:xfrm>
            <a:off x="1931712" y="4169206"/>
            <a:ext cx="5168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9" name="object 75">
            <a:extLst>
              <a:ext uri="{FF2B5EF4-FFF2-40B4-BE49-F238E27FC236}">
                <a16:creationId xmlns:a16="http://schemas.microsoft.com/office/drawing/2014/main" id="{F5C69E70-48F2-F639-F1DB-C2C7C425F28A}"/>
              </a:ext>
            </a:extLst>
          </p:cNvPr>
          <p:cNvSpPr txBox="1"/>
          <p:nvPr/>
        </p:nvSpPr>
        <p:spPr>
          <a:xfrm>
            <a:off x="3082369" y="3838966"/>
            <a:ext cx="463550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0" name="object 76">
            <a:extLst>
              <a:ext uri="{FF2B5EF4-FFF2-40B4-BE49-F238E27FC236}">
                <a16:creationId xmlns:a16="http://schemas.microsoft.com/office/drawing/2014/main" id="{0F913D83-BFFD-8C61-CE56-27DC2EB573DD}"/>
              </a:ext>
            </a:extLst>
          </p:cNvPr>
          <p:cNvSpPr txBox="1"/>
          <p:nvPr/>
        </p:nvSpPr>
        <p:spPr>
          <a:xfrm>
            <a:off x="4230551" y="3838966"/>
            <a:ext cx="462915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1" name="object 77">
            <a:extLst>
              <a:ext uri="{FF2B5EF4-FFF2-40B4-BE49-F238E27FC236}">
                <a16:creationId xmlns:a16="http://schemas.microsoft.com/office/drawing/2014/main" id="{569269F5-48B8-9ED3-BA6B-36716583CC04}"/>
              </a:ext>
            </a:extLst>
          </p:cNvPr>
          <p:cNvSpPr txBox="1"/>
          <p:nvPr/>
        </p:nvSpPr>
        <p:spPr>
          <a:xfrm>
            <a:off x="5280097" y="3843304"/>
            <a:ext cx="54356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0.26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r>
              <a:rPr sz="1800" spc="55" dirty="0">
                <a:latin typeface="Arial MT"/>
                <a:cs typeface="Arial MT"/>
              </a:rPr>
              <a:t>0.00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2" name="object 78">
            <a:extLst>
              <a:ext uri="{FF2B5EF4-FFF2-40B4-BE49-F238E27FC236}">
                <a16:creationId xmlns:a16="http://schemas.microsoft.com/office/drawing/2014/main" id="{9C718976-C058-5BF1-1EE6-2F84B34066E7}"/>
              </a:ext>
            </a:extLst>
          </p:cNvPr>
          <p:cNvSpPr txBox="1"/>
          <p:nvPr/>
        </p:nvSpPr>
        <p:spPr>
          <a:xfrm>
            <a:off x="5764690" y="4208620"/>
            <a:ext cx="13779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30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3" name="object 79">
            <a:extLst>
              <a:ext uri="{FF2B5EF4-FFF2-40B4-BE49-F238E27FC236}">
                <a16:creationId xmlns:a16="http://schemas.microsoft.com/office/drawing/2014/main" id="{FCEC4255-5B8F-C0C4-E677-BCF31AD8E681}"/>
              </a:ext>
            </a:extLst>
          </p:cNvPr>
          <p:cNvSpPr txBox="1"/>
          <p:nvPr/>
        </p:nvSpPr>
        <p:spPr>
          <a:xfrm>
            <a:off x="1929047" y="4534522"/>
            <a:ext cx="5219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4" name="object 80">
            <a:extLst>
              <a:ext uri="{FF2B5EF4-FFF2-40B4-BE49-F238E27FC236}">
                <a16:creationId xmlns:a16="http://schemas.microsoft.com/office/drawing/2014/main" id="{CDCE984E-DBB4-B71C-459A-4AE40BE1657A}"/>
              </a:ext>
            </a:extLst>
          </p:cNvPr>
          <p:cNvSpPr txBox="1"/>
          <p:nvPr/>
        </p:nvSpPr>
        <p:spPr>
          <a:xfrm>
            <a:off x="3079933" y="4569597"/>
            <a:ext cx="46863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5" name="object 81">
            <a:extLst>
              <a:ext uri="{FF2B5EF4-FFF2-40B4-BE49-F238E27FC236}">
                <a16:creationId xmlns:a16="http://schemas.microsoft.com/office/drawing/2014/main" id="{848DB073-A7CD-3E4C-6B2F-FD0FD6A102E7}"/>
              </a:ext>
            </a:extLst>
          </p:cNvPr>
          <p:cNvSpPr txBox="1"/>
          <p:nvPr/>
        </p:nvSpPr>
        <p:spPr>
          <a:xfrm>
            <a:off x="4228115" y="4569597"/>
            <a:ext cx="46799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6" name="object 82">
            <a:extLst>
              <a:ext uri="{FF2B5EF4-FFF2-40B4-BE49-F238E27FC236}">
                <a16:creationId xmlns:a16="http://schemas.microsoft.com/office/drawing/2014/main" id="{1D0F9063-AB8E-761F-D90E-D91B14C33B05}"/>
              </a:ext>
            </a:extLst>
          </p:cNvPr>
          <p:cNvSpPr txBox="1"/>
          <p:nvPr/>
        </p:nvSpPr>
        <p:spPr>
          <a:xfrm>
            <a:off x="5366991" y="4573935"/>
            <a:ext cx="448309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7" name="object 83">
            <a:extLst>
              <a:ext uri="{FF2B5EF4-FFF2-40B4-BE49-F238E27FC236}">
                <a16:creationId xmlns:a16="http://schemas.microsoft.com/office/drawing/2014/main" id="{857D6FBB-948E-8B40-5068-BEABD161DD81}"/>
              </a:ext>
            </a:extLst>
          </p:cNvPr>
          <p:cNvSpPr txBox="1"/>
          <p:nvPr/>
        </p:nvSpPr>
        <p:spPr>
          <a:xfrm>
            <a:off x="1932016" y="4899837"/>
            <a:ext cx="5162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8" name="object 84">
            <a:extLst>
              <a:ext uri="{FF2B5EF4-FFF2-40B4-BE49-F238E27FC236}">
                <a16:creationId xmlns:a16="http://schemas.microsoft.com/office/drawing/2014/main" id="{F04C1FE5-CDF3-81C3-427A-B769D3F43CF4}"/>
              </a:ext>
            </a:extLst>
          </p:cNvPr>
          <p:cNvSpPr txBox="1"/>
          <p:nvPr/>
        </p:nvSpPr>
        <p:spPr>
          <a:xfrm>
            <a:off x="3082901" y="4934913"/>
            <a:ext cx="46291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9" name="object 85">
            <a:extLst>
              <a:ext uri="{FF2B5EF4-FFF2-40B4-BE49-F238E27FC236}">
                <a16:creationId xmlns:a16="http://schemas.microsoft.com/office/drawing/2014/main" id="{6E2B52F6-FFD2-E0D3-ACF7-529E0E671551}"/>
              </a:ext>
            </a:extLst>
          </p:cNvPr>
          <p:cNvSpPr txBox="1"/>
          <p:nvPr/>
        </p:nvSpPr>
        <p:spPr>
          <a:xfrm>
            <a:off x="4231084" y="4934913"/>
            <a:ext cx="46228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0" name="object 86">
            <a:extLst>
              <a:ext uri="{FF2B5EF4-FFF2-40B4-BE49-F238E27FC236}">
                <a16:creationId xmlns:a16="http://schemas.microsoft.com/office/drawing/2014/main" id="{D09A69ED-F19A-6EC2-2C7B-D146995B60F1}"/>
              </a:ext>
            </a:extLst>
          </p:cNvPr>
          <p:cNvSpPr txBox="1"/>
          <p:nvPr/>
        </p:nvSpPr>
        <p:spPr>
          <a:xfrm>
            <a:off x="5359568" y="4939251"/>
            <a:ext cx="46355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-20" dirty="0">
                <a:latin typeface="Arial MT"/>
                <a:cs typeface="Arial MT"/>
              </a:rPr>
              <a:t>0.93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1" name="object 87">
            <a:extLst>
              <a:ext uri="{FF2B5EF4-FFF2-40B4-BE49-F238E27FC236}">
                <a16:creationId xmlns:a16="http://schemas.microsoft.com/office/drawing/2014/main" id="{BB859C76-82E3-F841-D041-557FA8432005}"/>
              </a:ext>
            </a:extLst>
          </p:cNvPr>
          <p:cNvSpPr txBox="1"/>
          <p:nvPr/>
        </p:nvSpPr>
        <p:spPr>
          <a:xfrm>
            <a:off x="1929200" y="5265153"/>
            <a:ext cx="5219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2" name="object 88">
            <a:extLst>
              <a:ext uri="{FF2B5EF4-FFF2-40B4-BE49-F238E27FC236}">
                <a16:creationId xmlns:a16="http://schemas.microsoft.com/office/drawing/2014/main" id="{551A7840-8660-F649-6665-AF2F8DCADEC2}"/>
              </a:ext>
            </a:extLst>
          </p:cNvPr>
          <p:cNvSpPr txBox="1"/>
          <p:nvPr/>
        </p:nvSpPr>
        <p:spPr>
          <a:xfrm>
            <a:off x="3080085" y="5300228"/>
            <a:ext cx="468630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3" name="object 89">
            <a:extLst>
              <a:ext uri="{FF2B5EF4-FFF2-40B4-BE49-F238E27FC236}">
                <a16:creationId xmlns:a16="http://schemas.microsoft.com/office/drawing/2014/main" id="{67829CAC-3FC2-0D94-4718-3A8A991E8A5F}"/>
              </a:ext>
            </a:extLst>
          </p:cNvPr>
          <p:cNvSpPr txBox="1"/>
          <p:nvPr/>
        </p:nvSpPr>
        <p:spPr>
          <a:xfrm>
            <a:off x="4228267" y="5300228"/>
            <a:ext cx="46799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4" name="object 90">
            <a:extLst>
              <a:ext uri="{FF2B5EF4-FFF2-40B4-BE49-F238E27FC236}">
                <a16:creationId xmlns:a16="http://schemas.microsoft.com/office/drawing/2014/main" id="{F84971A0-8280-A4E8-E097-4C710B6797EC}"/>
              </a:ext>
            </a:extLst>
          </p:cNvPr>
          <p:cNvSpPr txBox="1"/>
          <p:nvPr/>
        </p:nvSpPr>
        <p:spPr>
          <a:xfrm>
            <a:off x="5354887" y="5304566"/>
            <a:ext cx="473075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45"/>
              </a:lnSpc>
            </a:pPr>
            <a:r>
              <a:rPr sz="1800" spc="30" dirty="0">
                <a:latin typeface="Arial MT"/>
                <a:cs typeface="Arial MT"/>
              </a:rPr>
              <a:t>0.86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5" name="object 91">
            <a:extLst>
              <a:ext uri="{FF2B5EF4-FFF2-40B4-BE49-F238E27FC236}">
                <a16:creationId xmlns:a16="http://schemas.microsoft.com/office/drawing/2014/main" id="{F1C44374-8EC1-2955-E0AF-F53035754D17}"/>
              </a:ext>
            </a:extLst>
          </p:cNvPr>
          <p:cNvGrpSpPr/>
          <p:nvPr/>
        </p:nvGrpSpPr>
        <p:grpSpPr>
          <a:xfrm>
            <a:off x="2553836" y="3786321"/>
            <a:ext cx="4443095" cy="2883535"/>
            <a:chOff x="2553836" y="3786321"/>
            <a:chExt cx="4443095" cy="2883535"/>
          </a:xfrm>
        </p:grpSpPr>
        <p:sp>
          <p:nvSpPr>
            <p:cNvPr id="96" name="object 92">
              <a:extLst>
                <a:ext uri="{FF2B5EF4-FFF2-40B4-BE49-F238E27FC236}">
                  <a16:creationId xmlns:a16="http://schemas.microsoft.com/office/drawing/2014/main" id="{1ADA617B-861A-893C-C415-5AF7190E0123}"/>
                </a:ext>
              </a:extLst>
            </p:cNvPr>
            <p:cNvSpPr/>
            <p:nvPr/>
          </p:nvSpPr>
          <p:spPr>
            <a:xfrm>
              <a:off x="2560180" y="3792664"/>
              <a:ext cx="4430395" cy="678815"/>
            </a:xfrm>
            <a:custGeom>
              <a:avLst/>
              <a:gdLst/>
              <a:ahLst/>
              <a:cxnLst/>
              <a:rect l="l" t="t" r="r" b="b"/>
              <a:pathLst>
                <a:path w="4430395" h="678814">
                  <a:moveTo>
                    <a:pt x="4430357" y="0"/>
                  </a:moveTo>
                  <a:lnTo>
                    <a:pt x="3282188" y="0"/>
                  </a:ln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678446"/>
                  </a:lnTo>
                  <a:lnTo>
                    <a:pt x="1062215" y="678446"/>
                  </a:lnTo>
                  <a:lnTo>
                    <a:pt x="2210168" y="678446"/>
                  </a:lnTo>
                  <a:lnTo>
                    <a:pt x="3282188" y="678446"/>
                  </a:lnTo>
                  <a:lnTo>
                    <a:pt x="4430357" y="678446"/>
                  </a:lnTo>
                  <a:lnTo>
                    <a:pt x="4430357" y="0"/>
                  </a:lnTo>
                  <a:close/>
                </a:path>
              </a:pathLst>
            </a:custGeom>
            <a:solidFill>
              <a:srgbClr val="C02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3">
              <a:extLst>
                <a:ext uri="{FF2B5EF4-FFF2-40B4-BE49-F238E27FC236}">
                  <a16:creationId xmlns:a16="http://schemas.microsoft.com/office/drawing/2014/main" id="{B2AC6979-0884-1E7B-0387-8473492037CB}"/>
                </a:ext>
              </a:extLst>
            </p:cNvPr>
            <p:cNvSpPr/>
            <p:nvPr/>
          </p:nvSpPr>
          <p:spPr>
            <a:xfrm>
              <a:off x="2560180" y="4471110"/>
              <a:ext cx="3282315" cy="365760"/>
            </a:xfrm>
            <a:custGeom>
              <a:avLst/>
              <a:gdLst/>
              <a:ahLst/>
              <a:cxnLst/>
              <a:rect l="l" t="t" r="r" b="b"/>
              <a:pathLst>
                <a:path w="3282315" h="365760">
                  <a:moveTo>
                    <a:pt x="3282188" y="0"/>
                  </a:move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15" y="365315"/>
                  </a:lnTo>
                  <a:lnTo>
                    <a:pt x="2210168" y="365315"/>
                  </a:lnTo>
                  <a:lnTo>
                    <a:pt x="3282188" y="365315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4">
              <a:extLst>
                <a:ext uri="{FF2B5EF4-FFF2-40B4-BE49-F238E27FC236}">
                  <a16:creationId xmlns:a16="http://schemas.microsoft.com/office/drawing/2014/main" id="{D7943667-A1B5-36DF-D571-0C666A1E3744}"/>
                </a:ext>
              </a:extLst>
            </p:cNvPr>
            <p:cNvSpPr/>
            <p:nvPr/>
          </p:nvSpPr>
          <p:spPr>
            <a:xfrm>
              <a:off x="5842368" y="4471111"/>
              <a:ext cx="1148715" cy="365760"/>
            </a:xfrm>
            <a:custGeom>
              <a:avLst/>
              <a:gdLst/>
              <a:ahLst/>
              <a:cxnLst/>
              <a:rect l="l" t="t" r="r" b="b"/>
              <a:pathLst>
                <a:path w="1148715" h="365760">
                  <a:moveTo>
                    <a:pt x="1148168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48168" y="365315"/>
                  </a:lnTo>
                  <a:lnTo>
                    <a:pt x="1148168" y="0"/>
                  </a:lnTo>
                  <a:close/>
                </a:path>
              </a:pathLst>
            </a:custGeom>
            <a:solidFill>
              <a:srgbClr val="6AC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5">
              <a:extLst>
                <a:ext uri="{FF2B5EF4-FFF2-40B4-BE49-F238E27FC236}">
                  <a16:creationId xmlns:a16="http://schemas.microsoft.com/office/drawing/2014/main" id="{70E55BC6-0335-3E67-EBEA-28CE4AE2A8F5}"/>
                </a:ext>
              </a:extLst>
            </p:cNvPr>
            <p:cNvSpPr/>
            <p:nvPr/>
          </p:nvSpPr>
          <p:spPr>
            <a:xfrm>
              <a:off x="2560180" y="4836426"/>
              <a:ext cx="3282315" cy="365760"/>
            </a:xfrm>
            <a:custGeom>
              <a:avLst/>
              <a:gdLst/>
              <a:ahLst/>
              <a:cxnLst/>
              <a:rect l="l" t="t" r="r" b="b"/>
              <a:pathLst>
                <a:path w="3282315" h="365760">
                  <a:moveTo>
                    <a:pt x="3282188" y="0"/>
                  </a:move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365328"/>
                  </a:lnTo>
                  <a:lnTo>
                    <a:pt x="1062215" y="365328"/>
                  </a:lnTo>
                  <a:lnTo>
                    <a:pt x="2210168" y="365328"/>
                  </a:lnTo>
                  <a:lnTo>
                    <a:pt x="3282188" y="365328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96">
              <a:extLst>
                <a:ext uri="{FF2B5EF4-FFF2-40B4-BE49-F238E27FC236}">
                  <a16:creationId xmlns:a16="http://schemas.microsoft.com/office/drawing/2014/main" id="{D815AA2A-E83B-0D27-D5E8-BC76736A3633}"/>
                </a:ext>
              </a:extLst>
            </p:cNvPr>
            <p:cNvSpPr/>
            <p:nvPr/>
          </p:nvSpPr>
          <p:spPr>
            <a:xfrm>
              <a:off x="5842368" y="4836426"/>
              <a:ext cx="1148715" cy="365760"/>
            </a:xfrm>
            <a:custGeom>
              <a:avLst/>
              <a:gdLst/>
              <a:ahLst/>
              <a:cxnLst/>
              <a:rect l="l" t="t" r="r" b="b"/>
              <a:pathLst>
                <a:path w="1148715" h="365760">
                  <a:moveTo>
                    <a:pt x="1148168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48168" y="365315"/>
                  </a:lnTo>
                  <a:lnTo>
                    <a:pt x="1148168" y="0"/>
                  </a:lnTo>
                  <a:close/>
                </a:path>
              </a:pathLst>
            </a:custGeom>
            <a:solidFill>
              <a:srgbClr val="6AC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97">
              <a:extLst>
                <a:ext uri="{FF2B5EF4-FFF2-40B4-BE49-F238E27FC236}">
                  <a16:creationId xmlns:a16="http://schemas.microsoft.com/office/drawing/2014/main" id="{F3C812D3-0430-0D03-2E1C-85D35D9C81A8}"/>
                </a:ext>
              </a:extLst>
            </p:cNvPr>
            <p:cNvSpPr/>
            <p:nvPr/>
          </p:nvSpPr>
          <p:spPr>
            <a:xfrm>
              <a:off x="2560180" y="5201754"/>
              <a:ext cx="3282315" cy="365760"/>
            </a:xfrm>
            <a:custGeom>
              <a:avLst/>
              <a:gdLst/>
              <a:ahLst/>
              <a:cxnLst/>
              <a:rect l="l" t="t" r="r" b="b"/>
              <a:pathLst>
                <a:path w="3282315" h="365760">
                  <a:moveTo>
                    <a:pt x="3282188" y="0"/>
                  </a:move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365302"/>
                  </a:lnTo>
                  <a:lnTo>
                    <a:pt x="1062215" y="365302"/>
                  </a:lnTo>
                  <a:lnTo>
                    <a:pt x="2210168" y="365302"/>
                  </a:lnTo>
                  <a:lnTo>
                    <a:pt x="3282188" y="365302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98">
              <a:extLst>
                <a:ext uri="{FF2B5EF4-FFF2-40B4-BE49-F238E27FC236}">
                  <a16:creationId xmlns:a16="http://schemas.microsoft.com/office/drawing/2014/main" id="{F318D4BE-B92E-2B4F-365E-ECF7C7AB86A4}"/>
                </a:ext>
              </a:extLst>
            </p:cNvPr>
            <p:cNvSpPr/>
            <p:nvPr/>
          </p:nvSpPr>
          <p:spPr>
            <a:xfrm>
              <a:off x="5842368" y="5201742"/>
              <a:ext cx="1148715" cy="365760"/>
            </a:xfrm>
            <a:custGeom>
              <a:avLst/>
              <a:gdLst/>
              <a:ahLst/>
              <a:cxnLst/>
              <a:rect l="l" t="t" r="r" b="b"/>
              <a:pathLst>
                <a:path w="1148715" h="365760">
                  <a:moveTo>
                    <a:pt x="1148168" y="0"/>
                  </a:moveTo>
                  <a:lnTo>
                    <a:pt x="0" y="0"/>
                  </a:lnTo>
                  <a:lnTo>
                    <a:pt x="0" y="365315"/>
                  </a:lnTo>
                  <a:lnTo>
                    <a:pt x="1148168" y="365315"/>
                  </a:lnTo>
                  <a:lnTo>
                    <a:pt x="1148168" y="0"/>
                  </a:lnTo>
                  <a:close/>
                </a:path>
              </a:pathLst>
            </a:custGeom>
            <a:solidFill>
              <a:srgbClr val="6AC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99">
              <a:extLst>
                <a:ext uri="{FF2B5EF4-FFF2-40B4-BE49-F238E27FC236}">
                  <a16:creationId xmlns:a16="http://schemas.microsoft.com/office/drawing/2014/main" id="{D837A044-7B4D-70E0-D88A-FFD70BF91D50}"/>
                </a:ext>
              </a:extLst>
            </p:cNvPr>
            <p:cNvSpPr/>
            <p:nvPr/>
          </p:nvSpPr>
          <p:spPr>
            <a:xfrm>
              <a:off x="2560180" y="5567057"/>
              <a:ext cx="3282315" cy="365760"/>
            </a:xfrm>
            <a:custGeom>
              <a:avLst/>
              <a:gdLst/>
              <a:ahLst/>
              <a:cxnLst/>
              <a:rect l="l" t="t" r="r" b="b"/>
              <a:pathLst>
                <a:path w="3282315" h="365760">
                  <a:moveTo>
                    <a:pt x="3282188" y="0"/>
                  </a:move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365328"/>
                  </a:lnTo>
                  <a:lnTo>
                    <a:pt x="1062215" y="365328"/>
                  </a:lnTo>
                  <a:lnTo>
                    <a:pt x="2210168" y="365328"/>
                  </a:lnTo>
                  <a:lnTo>
                    <a:pt x="3282188" y="365328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0">
              <a:extLst>
                <a:ext uri="{FF2B5EF4-FFF2-40B4-BE49-F238E27FC236}">
                  <a16:creationId xmlns:a16="http://schemas.microsoft.com/office/drawing/2014/main" id="{4249C3E8-3884-31FE-411B-BB6936B572ED}"/>
                </a:ext>
              </a:extLst>
            </p:cNvPr>
            <p:cNvSpPr/>
            <p:nvPr/>
          </p:nvSpPr>
          <p:spPr>
            <a:xfrm>
              <a:off x="5842368" y="5567057"/>
              <a:ext cx="1148715" cy="365760"/>
            </a:xfrm>
            <a:custGeom>
              <a:avLst/>
              <a:gdLst/>
              <a:ahLst/>
              <a:cxnLst/>
              <a:rect l="l" t="t" r="r" b="b"/>
              <a:pathLst>
                <a:path w="1148715" h="365760">
                  <a:moveTo>
                    <a:pt x="1148168" y="0"/>
                  </a:moveTo>
                  <a:lnTo>
                    <a:pt x="0" y="0"/>
                  </a:lnTo>
                  <a:lnTo>
                    <a:pt x="0" y="365320"/>
                  </a:lnTo>
                  <a:lnTo>
                    <a:pt x="1148168" y="365320"/>
                  </a:lnTo>
                  <a:lnTo>
                    <a:pt x="1148168" y="0"/>
                  </a:lnTo>
                  <a:close/>
                </a:path>
              </a:pathLst>
            </a:custGeom>
            <a:solidFill>
              <a:srgbClr val="6AC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1">
              <a:extLst>
                <a:ext uri="{FF2B5EF4-FFF2-40B4-BE49-F238E27FC236}">
                  <a16:creationId xmlns:a16="http://schemas.microsoft.com/office/drawing/2014/main" id="{016221DC-6331-573B-0E8C-17FB96078FDB}"/>
                </a:ext>
              </a:extLst>
            </p:cNvPr>
            <p:cNvSpPr/>
            <p:nvPr/>
          </p:nvSpPr>
          <p:spPr>
            <a:xfrm>
              <a:off x="2560180" y="5932385"/>
              <a:ext cx="3282315" cy="365760"/>
            </a:xfrm>
            <a:custGeom>
              <a:avLst/>
              <a:gdLst/>
              <a:ahLst/>
              <a:cxnLst/>
              <a:rect l="l" t="t" r="r" b="b"/>
              <a:pathLst>
                <a:path w="3282315" h="365760">
                  <a:moveTo>
                    <a:pt x="3282188" y="0"/>
                  </a:move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15" y="365315"/>
                  </a:lnTo>
                  <a:lnTo>
                    <a:pt x="2210168" y="365315"/>
                  </a:lnTo>
                  <a:lnTo>
                    <a:pt x="3282188" y="365315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2">
              <a:extLst>
                <a:ext uri="{FF2B5EF4-FFF2-40B4-BE49-F238E27FC236}">
                  <a16:creationId xmlns:a16="http://schemas.microsoft.com/office/drawing/2014/main" id="{64DC7FA1-6A34-4313-0FA8-A46F8A2E7576}"/>
                </a:ext>
              </a:extLst>
            </p:cNvPr>
            <p:cNvSpPr/>
            <p:nvPr/>
          </p:nvSpPr>
          <p:spPr>
            <a:xfrm>
              <a:off x="5842368" y="5932378"/>
              <a:ext cx="1148715" cy="365760"/>
            </a:xfrm>
            <a:custGeom>
              <a:avLst/>
              <a:gdLst/>
              <a:ahLst/>
              <a:cxnLst/>
              <a:rect l="l" t="t" r="r" b="b"/>
              <a:pathLst>
                <a:path w="1148715" h="365760">
                  <a:moveTo>
                    <a:pt x="1148168" y="0"/>
                  </a:moveTo>
                  <a:lnTo>
                    <a:pt x="0" y="0"/>
                  </a:lnTo>
                  <a:lnTo>
                    <a:pt x="0" y="365316"/>
                  </a:lnTo>
                  <a:lnTo>
                    <a:pt x="1148168" y="365316"/>
                  </a:lnTo>
                  <a:lnTo>
                    <a:pt x="1148168" y="0"/>
                  </a:lnTo>
                  <a:close/>
                </a:path>
              </a:pathLst>
            </a:custGeom>
            <a:solidFill>
              <a:srgbClr val="6AC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3">
              <a:extLst>
                <a:ext uri="{FF2B5EF4-FFF2-40B4-BE49-F238E27FC236}">
                  <a16:creationId xmlns:a16="http://schemas.microsoft.com/office/drawing/2014/main" id="{093B1F5A-A6A8-2526-0F8A-15D5A1E9A3F4}"/>
                </a:ext>
              </a:extLst>
            </p:cNvPr>
            <p:cNvSpPr/>
            <p:nvPr/>
          </p:nvSpPr>
          <p:spPr>
            <a:xfrm>
              <a:off x="2560180" y="6297701"/>
              <a:ext cx="3282315" cy="365760"/>
            </a:xfrm>
            <a:custGeom>
              <a:avLst/>
              <a:gdLst/>
              <a:ahLst/>
              <a:cxnLst/>
              <a:rect l="l" t="t" r="r" b="b"/>
              <a:pathLst>
                <a:path w="3282315" h="365759">
                  <a:moveTo>
                    <a:pt x="3282188" y="0"/>
                  </a:moveTo>
                  <a:lnTo>
                    <a:pt x="2210168" y="0"/>
                  </a:lnTo>
                  <a:lnTo>
                    <a:pt x="1062215" y="0"/>
                  </a:lnTo>
                  <a:lnTo>
                    <a:pt x="0" y="0"/>
                  </a:lnTo>
                  <a:lnTo>
                    <a:pt x="0" y="365315"/>
                  </a:lnTo>
                  <a:lnTo>
                    <a:pt x="1062215" y="365315"/>
                  </a:lnTo>
                  <a:lnTo>
                    <a:pt x="2210168" y="365315"/>
                  </a:lnTo>
                  <a:lnTo>
                    <a:pt x="3282188" y="365315"/>
                  </a:lnTo>
                  <a:lnTo>
                    <a:pt x="328218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4">
              <a:extLst>
                <a:ext uri="{FF2B5EF4-FFF2-40B4-BE49-F238E27FC236}">
                  <a16:creationId xmlns:a16="http://schemas.microsoft.com/office/drawing/2014/main" id="{C7F77079-9297-F5FA-E4C9-6568687A602D}"/>
                </a:ext>
              </a:extLst>
            </p:cNvPr>
            <p:cNvSpPr/>
            <p:nvPr/>
          </p:nvSpPr>
          <p:spPr>
            <a:xfrm>
              <a:off x="5842368" y="6297694"/>
              <a:ext cx="1148715" cy="365760"/>
            </a:xfrm>
            <a:custGeom>
              <a:avLst/>
              <a:gdLst/>
              <a:ahLst/>
              <a:cxnLst/>
              <a:rect l="l" t="t" r="r" b="b"/>
              <a:pathLst>
                <a:path w="1148715" h="365759">
                  <a:moveTo>
                    <a:pt x="1148168" y="0"/>
                  </a:moveTo>
                  <a:lnTo>
                    <a:pt x="0" y="0"/>
                  </a:lnTo>
                  <a:lnTo>
                    <a:pt x="0" y="365316"/>
                  </a:lnTo>
                  <a:lnTo>
                    <a:pt x="1148168" y="365316"/>
                  </a:lnTo>
                  <a:lnTo>
                    <a:pt x="1148168" y="0"/>
                  </a:lnTo>
                  <a:close/>
                </a:path>
              </a:pathLst>
            </a:custGeom>
            <a:solidFill>
              <a:srgbClr val="6AC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5">
              <a:extLst>
                <a:ext uri="{FF2B5EF4-FFF2-40B4-BE49-F238E27FC236}">
                  <a16:creationId xmlns:a16="http://schemas.microsoft.com/office/drawing/2014/main" id="{9A5F9151-4BFA-7BAE-CA5D-B4366BA715CE}"/>
                </a:ext>
              </a:extLst>
            </p:cNvPr>
            <p:cNvSpPr/>
            <p:nvPr/>
          </p:nvSpPr>
          <p:spPr>
            <a:xfrm>
              <a:off x="2553836" y="3786322"/>
              <a:ext cx="4443095" cy="2883535"/>
            </a:xfrm>
            <a:custGeom>
              <a:avLst/>
              <a:gdLst/>
              <a:ahLst/>
              <a:cxnLst/>
              <a:rect l="l" t="t" r="r" b="b"/>
              <a:pathLst>
                <a:path w="4443095" h="2883534">
                  <a:moveTo>
                    <a:pt x="1068565" y="0"/>
                  </a:moveTo>
                  <a:lnTo>
                    <a:pt x="1068565" y="2883030"/>
                  </a:lnTo>
                </a:path>
                <a:path w="4443095" h="2883534">
                  <a:moveTo>
                    <a:pt x="2216499" y="0"/>
                  </a:moveTo>
                  <a:lnTo>
                    <a:pt x="2216499" y="2883030"/>
                  </a:lnTo>
                </a:path>
                <a:path w="4443095" h="2883534">
                  <a:moveTo>
                    <a:pt x="3288532" y="0"/>
                  </a:moveTo>
                  <a:lnTo>
                    <a:pt x="3288532" y="2883030"/>
                  </a:lnTo>
                </a:path>
                <a:path w="4443095" h="2883534">
                  <a:moveTo>
                    <a:pt x="0" y="684787"/>
                  </a:moveTo>
                  <a:lnTo>
                    <a:pt x="4443049" y="684787"/>
                  </a:lnTo>
                </a:path>
              </a:pathLst>
            </a:custGeom>
            <a:ln w="126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06">
              <a:extLst>
                <a:ext uri="{FF2B5EF4-FFF2-40B4-BE49-F238E27FC236}">
                  <a16:creationId xmlns:a16="http://schemas.microsoft.com/office/drawing/2014/main" id="{1EBB6BD5-CF59-FE6C-A799-ADB1F5EC3E2C}"/>
                </a:ext>
              </a:extLst>
            </p:cNvPr>
            <p:cNvSpPr/>
            <p:nvPr/>
          </p:nvSpPr>
          <p:spPr>
            <a:xfrm>
              <a:off x="2553836" y="3786322"/>
              <a:ext cx="4443095" cy="2883535"/>
            </a:xfrm>
            <a:custGeom>
              <a:avLst/>
              <a:gdLst/>
              <a:ahLst/>
              <a:cxnLst/>
              <a:rect l="l" t="t" r="r" b="b"/>
              <a:pathLst>
                <a:path w="4443095" h="2883534">
                  <a:moveTo>
                    <a:pt x="0" y="1050105"/>
                  </a:moveTo>
                  <a:lnTo>
                    <a:pt x="4443049" y="1050105"/>
                  </a:lnTo>
                </a:path>
                <a:path w="4443095" h="2883534">
                  <a:moveTo>
                    <a:pt x="0" y="1415421"/>
                  </a:moveTo>
                  <a:lnTo>
                    <a:pt x="4443049" y="1415421"/>
                  </a:lnTo>
                </a:path>
                <a:path w="4443095" h="2883534">
                  <a:moveTo>
                    <a:pt x="0" y="1780738"/>
                  </a:moveTo>
                  <a:lnTo>
                    <a:pt x="4443049" y="1780738"/>
                  </a:lnTo>
                </a:path>
                <a:path w="4443095" h="2883534">
                  <a:moveTo>
                    <a:pt x="0" y="2146055"/>
                  </a:moveTo>
                  <a:lnTo>
                    <a:pt x="4443049" y="2146055"/>
                  </a:lnTo>
                </a:path>
                <a:path w="4443095" h="2883534">
                  <a:moveTo>
                    <a:pt x="0" y="2511371"/>
                  </a:moveTo>
                  <a:lnTo>
                    <a:pt x="4443049" y="2511371"/>
                  </a:lnTo>
                </a:path>
                <a:path w="4443095" h="2883534">
                  <a:moveTo>
                    <a:pt x="6343" y="0"/>
                  </a:moveTo>
                  <a:lnTo>
                    <a:pt x="6343" y="2883030"/>
                  </a:lnTo>
                </a:path>
                <a:path w="4443095" h="2883534">
                  <a:moveTo>
                    <a:pt x="4436706" y="0"/>
                  </a:moveTo>
                  <a:lnTo>
                    <a:pt x="4436706" y="2883030"/>
                  </a:lnTo>
                </a:path>
                <a:path w="4443095" h="2883534">
                  <a:moveTo>
                    <a:pt x="0" y="6342"/>
                  </a:moveTo>
                  <a:lnTo>
                    <a:pt x="4443049" y="6342"/>
                  </a:lnTo>
                </a:path>
                <a:path w="4443095" h="2883534">
                  <a:moveTo>
                    <a:pt x="0" y="2876688"/>
                  </a:moveTo>
                  <a:lnTo>
                    <a:pt x="4443049" y="2876688"/>
                  </a:lnTo>
                </a:path>
              </a:pathLst>
            </a:custGeom>
            <a:ln w="12685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07">
            <a:extLst>
              <a:ext uri="{FF2B5EF4-FFF2-40B4-BE49-F238E27FC236}">
                <a16:creationId xmlns:a16="http://schemas.microsoft.com/office/drawing/2014/main" id="{CC21DE67-CAEA-53A6-5AB5-DE9EAA6BF302}"/>
              </a:ext>
            </a:extLst>
          </p:cNvPr>
          <p:cNvSpPr txBox="1"/>
          <p:nvPr/>
        </p:nvSpPr>
        <p:spPr>
          <a:xfrm>
            <a:off x="2985681" y="3936530"/>
            <a:ext cx="21717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8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2" name="object 108">
            <a:extLst>
              <a:ext uri="{FF2B5EF4-FFF2-40B4-BE49-F238E27FC236}">
                <a16:creationId xmlns:a16="http://schemas.microsoft.com/office/drawing/2014/main" id="{1547E25F-F9D7-F824-AC57-5A30E19B18E5}"/>
              </a:ext>
            </a:extLst>
          </p:cNvPr>
          <p:cNvSpPr txBox="1"/>
          <p:nvPr/>
        </p:nvSpPr>
        <p:spPr>
          <a:xfrm>
            <a:off x="4070923" y="3936530"/>
            <a:ext cx="25654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3" name="object 109">
            <a:extLst>
              <a:ext uri="{FF2B5EF4-FFF2-40B4-BE49-F238E27FC236}">
                <a16:creationId xmlns:a16="http://schemas.microsoft.com/office/drawing/2014/main" id="{8B61E4B2-137D-6B70-8434-DF38D9C70E54}"/>
              </a:ext>
            </a:extLst>
          </p:cNvPr>
          <p:cNvSpPr txBox="1"/>
          <p:nvPr/>
        </p:nvSpPr>
        <p:spPr>
          <a:xfrm>
            <a:off x="5200899" y="3936530"/>
            <a:ext cx="21653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4" name="object 110">
            <a:extLst>
              <a:ext uri="{FF2B5EF4-FFF2-40B4-BE49-F238E27FC236}">
                <a16:creationId xmlns:a16="http://schemas.microsoft.com/office/drawing/2014/main" id="{1E5B32F1-E581-38A7-F678-A5A7AD6B4EEE}"/>
              </a:ext>
            </a:extLst>
          </p:cNvPr>
          <p:cNvSpPr txBox="1"/>
          <p:nvPr/>
        </p:nvSpPr>
        <p:spPr>
          <a:xfrm>
            <a:off x="5966204" y="3864738"/>
            <a:ext cx="906144" cy="4876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71120" marR="5080" indent="-59055">
              <a:lnSpc>
                <a:spcPct val="78300"/>
              </a:lnSpc>
              <a:spcBef>
                <a:spcPts val="540"/>
              </a:spcBef>
            </a:pPr>
            <a:r>
              <a:rPr sz="1700" b="1" spc="-45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17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50" dirty="0">
                <a:solidFill>
                  <a:srgbClr val="FFFFFF"/>
                </a:solidFill>
                <a:latin typeface="Arial"/>
                <a:cs typeface="Arial"/>
              </a:rPr>
              <a:t>3 </a:t>
            </a: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weights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5" name="object 111">
            <a:extLst>
              <a:ext uri="{FF2B5EF4-FFF2-40B4-BE49-F238E27FC236}">
                <a16:creationId xmlns:a16="http://schemas.microsoft.com/office/drawing/2014/main" id="{DDC6114E-4465-5749-736B-B1B5A93EE0D7}"/>
              </a:ext>
            </a:extLst>
          </p:cNvPr>
          <p:cNvSpPr txBox="1"/>
          <p:nvPr/>
        </p:nvSpPr>
        <p:spPr>
          <a:xfrm>
            <a:off x="2842977" y="4504080"/>
            <a:ext cx="502284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6" name="object 112">
            <a:extLst>
              <a:ext uri="{FF2B5EF4-FFF2-40B4-BE49-F238E27FC236}">
                <a16:creationId xmlns:a16="http://schemas.microsoft.com/office/drawing/2014/main" id="{2F1C3374-2A19-CFDF-FBEC-F820703BCB6B}"/>
              </a:ext>
            </a:extLst>
          </p:cNvPr>
          <p:cNvSpPr txBox="1"/>
          <p:nvPr/>
        </p:nvSpPr>
        <p:spPr>
          <a:xfrm>
            <a:off x="3936707" y="4504080"/>
            <a:ext cx="52514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7" name="object 113">
            <a:extLst>
              <a:ext uri="{FF2B5EF4-FFF2-40B4-BE49-F238E27FC236}">
                <a16:creationId xmlns:a16="http://schemas.microsoft.com/office/drawing/2014/main" id="{FAABB994-D0DC-1771-4AB7-5EAB11B7F85D}"/>
              </a:ext>
            </a:extLst>
          </p:cNvPr>
          <p:cNvSpPr txBox="1"/>
          <p:nvPr/>
        </p:nvSpPr>
        <p:spPr>
          <a:xfrm>
            <a:off x="5046929" y="4504080"/>
            <a:ext cx="52451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8" name="object 114">
            <a:extLst>
              <a:ext uri="{FF2B5EF4-FFF2-40B4-BE49-F238E27FC236}">
                <a16:creationId xmlns:a16="http://schemas.microsoft.com/office/drawing/2014/main" id="{21EE9DFB-0A1B-528B-662E-D5DAA4EFE605}"/>
              </a:ext>
            </a:extLst>
          </p:cNvPr>
          <p:cNvSpPr txBox="1"/>
          <p:nvPr/>
        </p:nvSpPr>
        <p:spPr>
          <a:xfrm>
            <a:off x="6178502" y="4504080"/>
            <a:ext cx="4813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0.52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9" name="object 115">
            <a:extLst>
              <a:ext uri="{FF2B5EF4-FFF2-40B4-BE49-F238E27FC236}">
                <a16:creationId xmlns:a16="http://schemas.microsoft.com/office/drawing/2014/main" id="{093F7F02-CF9D-2B16-41AC-C705175C4D2A}"/>
              </a:ext>
            </a:extLst>
          </p:cNvPr>
          <p:cNvSpPr txBox="1"/>
          <p:nvPr/>
        </p:nvSpPr>
        <p:spPr>
          <a:xfrm>
            <a:off x="2835441" y="4869395"/>
            <a:ext cx="5175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0" name="object 116">
            <a:extLst>
              <a:ext uri="{FF2B5EF4-FFF2-40B4-BE49-F238E27FC236}">
                <a16:creationId xmlns:a16="http://schemas.microsoft.com/office/drawing/2014/main" id="{9C549C8D-ED78-7055-0645-2BB35236EA78}"/>
              </a:ext>
            </a:extLst>
          </p:cNvPr>
          <p:cNvSpPr txBox="1"/>
          <p:nvPr/>
        </p:nvSpPr>
        <p:spPr>
          <a:xfrm>
            <a:off x="3929171" y="4869395"/>
            <a:ext cx="53975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1" name="object 117">
            <a:extLst>
              <a:ext uri="{FF2B5EF4-FFF2-40B4-BE49-F238E27FC236}">
                <a16:creationId xmlns:a16="http://schemas.microsoft.com/office/drawing/2014/main" id="{ACABD6EB-A719-33EA-5631-271D7EA0208E}"/>
              </a:ext>
            </a:extLst>
          </p:cNvPr>
          <p:cNvSpPr txBox="1"/>
          <p:nvPr/>
        </p:nvSpPr>
        <p:spPr>
          <a:xfrm>
            <a:off x="5039393" y="4869395"/>
            <a:ext cx="5391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2" name="object 118">
            <a:extLst>
              <a:ext uri="{FF2B5EF4-FFF2-40B4-BE49-F238E27FC236}">
                <a16:creationId xmlns:a16="http://schemas.microsoft.com/office/drawing/2014/main" id="{51D66996-4FCE-0ED2-6AB6-1E6EBF5D7BE3}"/>
              </a:ext>
            </a:extLst>
          </p:cNvPr>
          <p:cNvSpPr txBox="1"/>
          <p:nvPr/>
        </p:nvSpPr>
        <p:spPr>
          <a:xfrm>
            <a:off x="6183183" y="4869395"/>
            <a:ext cx="4718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0.73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3" name="object 119">
            <a:extLst>
              <a:ext uri="{FF2B5EF4-FFF2-40B4-BE49-F238E27FC236}">
                <a16:creationId xmlns:a16="http://schemas.microsoft.com/office/drawing/2014/main" id="{5A1CEF26-3A35-E815-A28F-FC18DE44F8BA}"/>
              </a:ext>
            </a:extLst>
          </p:cNvPr>
          <p:cNvSpPr txBox="1"/>
          <p:nvPr/>
        </p:nvSpPr>
        <p:spPr>
          <a:xfrm>
            <a:off x="2835669" y="5234711"/>
            <a:ext cx="5168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4" name="object 120">
            <a:extLst>
              <a:ext uri="{FF2B5EF4-FFF2-40B4-BE49-F238E27FC236}">
                <a16:creationId xmlns:a16="http://schemas.microsoft.com/office/drawing/2014/main" id="{C8196999-354E-43A5-E033-9F7CA4FF6BFE}"/>
              </a:ext>
            </a:extLst>
          </p:cNvPr>
          <p:cNvSpPr txBox="1"/>
          <p:nvPr/>
        </p:nvSpPr>
        <p:spPr>
          <a:xfrm>
            <a:off x="3929399" y="5234711"/>
            <a:ext cx="53975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5" name="object 121">
            <a:extLst>
              <a:ext uri="{FF2B5EF4-FFF2-40B4-BE49-F238E27FC236}">
                <a16:creationId xmlns:a16="http://schemas.microsoft.com/office/drawing/2014/main" id="{DB3F7EB8-BDD6-E8C9-0BAA-8BF5ECDA9053}"/>
              </a:ext>
            </a:extLst>
          </p:cNvPr>
          <p:cNvSpPr txBox="1"/>
          <p:nvPr/>
        </p:nvSpPr>
        <p:spPr>
          <a:xfrm>
            <a:off x="5039621" y="5234711"/>
            <a:ext cx="5391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3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6" name="object 122">
            <a:extLst>
              <a:ext uri="{FF2B5EF4-FFF2-40B4-BE49-F238E27FC236}">
                <a16:creationId xmlns:a16="http://schemas.microsoft.com/office/drawing/2014/main" id="{B354EFBC-6252-FDE5-3122-842023776F19}"/>
              </a:ext>
            </a:extLst>
          </p:cNvPr>
          <p:cNvSpPr txBox="1"/>
          <p:nvPr/>
        </p:nvSpPr>
        <p:spPr>
          <a:xfrm>
            <a:off x="6171080" y="5234711"/>
            <a:ext cx="495934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0.99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7" name="object 123">
            <a:extLst>
              <a:ext uri="{FF2B5EF4-FFF2-40B4-BE49-F238E27FC236}">
                <a16:creationId xmlns:a16="http://schemas.microsoft.com/office/drawing/2014/main" id="{112AA2E5-7CCE-B766-18A5-6998E50ECF9E}"/>
              </a:ext>
            </a:extLst>
          </p:cNvPr>
          <p:cNvSpPr txBox="1"/>
          <p:nvPr/>
        </p:nvSpPr>
        <p:spPr>
          <a:xfrm>
            <a:off x="2833005" y="5600026"/>
            <a:ext cx="5219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8" name="object 124">
            <a:extLst>
              <a:ext uri="{FF2B5EF4-FFF2-40B4-BE49-F238E27FC236}">
                <a16:creationId xmlns:a16="http://schemas.microsoft.com/office/drawing/2014/main" id="{73F140D8-8205-8349-6355-28F49B0BA00C}"/>
              </a:ext>
            </a:extLst>
          </p:cNvPr>
          <p:cNvSpPr txBox="1"/>
          <p:nvPr/>
        </p:nvSpPr>
        <p:spPr>
          <a:xfrm>
            <a:off x="3926735" y="5600026"/>
            <a:ext cx="5448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9" name="object 125">
            <a:extLst>
              <a:ext uri="{FF2B5EF4-FFF2-40B4-BE49-F238E27FC236}">
                <a16:creationId xmlns:a16="http://schemas.microsoft.com/office/drawing/2014/main" id="{E5782B90-5BB4-AAE0-C259-BF0F4094B503}"/>
              </a:ext>
            </a:extLst>
          </p:cNvPr>
          <p:cNvSpPr txBox="1"/>
          <p:nvPr/>
        </p:nvSpPr>
        <p:spPr>
          <a:xfrm>
            <a:off x="5036957" y="5600026"/>
            <a:ext cx="5441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4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0" name="object 126">
            <a:extLst>
              <a:ext uri="{FF2B5EF4-FFF2-40B4-BE49-F238E27FC236}">
                <a16:creationId xmlns:a16="http://schemas.microsoft.com/office/drawing/2014/main" id="{D0024F71-99DE-F52E-B324-F6D6AA02459F}"/>
              </a:ext>
            </a:extLst>
          </p:cNvPr>
          <p:cNvSpPr txBox="1"/>
          <p:nvPr/>
        </p:nvSpPr>
        <p:spPr>
          <a:xfrm>
            <a:off x="6189806" y="5600026"/>
            <a:ext cx="4584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0.15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1" name="object 127">
            <a:extLst>
              <a:ext uri="{FF2B5EF4-FFF2-40B4-BE49-F238E27FC236}">
                <a16:creationId xmlns:a16="http://schemas.microsoft.com/office/drawing/2014/main" id="{CE7BA2D5-0416-207A-A12D-36B3DD121594}"/>
              </a:ext>
            </a:extLst>
          </p:cNvPr>
          <p:cNvSpPr txBox="1"/>
          <p:nvPr/>
        </p:nvSpPr>
        <p:spPr>
          <a:xfrm>
            <a:off x="2835974" y="5965343"/>
            <a:ext cx="5162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2" name="object 128">
            <a:extLst>
              <a:ext uri="{FF2B5EF4-FFF2-40B4-BE49-F238E27FC236}">
                <a16:creationId xmlns:a16="http://schemas.microsoft.com/office/drawing/2014/main" id="{14B9AE61-9877-91F2-4A5C-FFBC88E30E85}"/>
              </a:ext>
            </a:extLst>
          </p:cNvPr>
          <p:cNvSpPr txBox="1"/>
          <p:nvPr/>
        </p:nvSpPr>
        <p:spPr>
          <a:xfrm>
            <a:off x="3929703" y="5965343"/>
            <a:ext cx="5391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3" name="object 129">
            <a:extLst>
              <a:ext uri="{FF2B5EF4-FFF2-40B4-BE49-F238E27FC236}">
                <a16:creationId xmlns:a16="http://schemas.microsoft.com/office/drawing/2014/main" id="{8626156B-756A-B3CB-CAFF-6084C882E564}"/>
              </a:ext>
            </a:extLst>
          </p:cNvPr>
          <p:cNvSpPr txBox="1"/>
          <p:nvPr/>
        </p:nvSpPr>
        <p:spPr>
          <a:xfrm>
            <a:off x="5039925" y="5965343"/>
            <a:ext cx="53848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5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4" name="object 130">
            <a:extLst>
              <a:ext uri="{FF2B5EF4-FFF2-40B4-BE49-F238E27FC236}">
                <a16:creationId xmlns:a16="http://schemas.microsoft.com/office/drawing/2014/main" id="{9B7FD5C7-AE84-A4C5-F3D8-1E414F921DED}"/>
              </a:ext>
            </a:extLst>
          </p:cNvPr>
          <p:cNvSpPr txBox="1"/>
          <p:nvPr/>
        </p:nvSpPr>
        <p:spPr>
          <a:xfrm>
            <a:off x="6170852" y="5965343"/>
            <a:ext cx="4965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0.02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5" name="object 131">
            <a:extLst>
              <a:ext uri="{FF2B5EF4-FFF2-40B4-BE49-F238E27FC236}">
                <a16:creationId xmlns:a16="http://schemas.microsoft.com/office/drawing/2014/main" id="{848772C6-78C6-42A8-5ABA-77EEC1D60C10}"/>
              </a:ext>
            </a:extLst>
          </p:cNvPr>
          <p:cNvSpPr txBox="1"/>
          <p:nvPr/>
        </p:nvSpPr>
        <p:spPr>
          <a:xfrm>
            <a:off x="2833157" y="6330660"/>
            <a:ext cx="5219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[1]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6" name="object 132">
            <a:extLst>
              <a:ext uri="{FF2B5EF4-FFF2-40B4-BE49-F238E27FC236}">
                <a16:creationId xmlns:a16="http://schemas.microsoft.com/office/drawing/2014/main" id="{ABEDFA23-1F99-E768-5860-424316D96B29}"/>
              </a:ext>
            </a:extLst>
          </p:cNvPr>
          <p:cNvSpPr txBox="1"/>
          <p:nvPr/>
        </p:nvSpPr>
        <p:spPr>
          <a:xfrm>
            <a:off x="3926887" y="6330660"/>
            <a:ext cx="5448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[2]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7" name="object 133">
            <a:extLst>
              <a:ext uri="{FF2B5EF4-FFF2-40B4-BE49-F238E27FC236}">
                <a16:creationId xmlns:a16="http://schemas.microsoft.com/office/drawing/2014/main" id="{3959F7B9-00F2-F1B2-3D4C-BE0A1B202917}"/>
              </a:ext>
            </a:extLst>
          </p:cNvPr>
          <p:cNvSpPr txBox="1"/>
          <p:nvPr/>
        </p:nvSpPr>
        <p:spPr>
          <a:xfrm>
            <a:off x="5037109" y="6330660"/>
            <a:ext cx="5441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-10" dirty="0">
                <a:latin typeface="Arial MT"/>
                <a:cs typeface="Arial MT"/>
              </a:rPr>
              <a:t>x</a:t>
            </a:r>
            <a:r>
              <a:rPr sz="1800" spc="-15" baseline="-20833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[3]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8" name="object 134">
            <a:extLst>
              <a:ext uri="{FF2B5EF4-FFF2-40B4-BE49-F238E27FC236}">
                <a16:creationId xmlns:a16="http://schemas.microsoft.com/office/drawing/2014/main" id="{434AFFDF-7BA5-D815-C35D-3C72E139BB1E}"/>
              </a:ext>
            </a:extLst>
          </p:cNvPr>
          <p:cNvSpPr txBox="1"/>
          <p:nvPr/>
        </p:nvSpPr>
        <p:spPr>
          <a:xfrm>
            <a:off x="6182155" y="6330660"/>
            <a:ext cx="473709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0" dirty="0">
                <a:latin typeface="Arial MT"/>
                <a:cs typeface="Arial MT"/>
              </a:rPr>
              <a:t>0.01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02502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C82A-E6D6-B8DC-0690-FE89F04A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5A72C91F-DBAD-E07A-C041-98ACD317D5E5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D6E9D-42DE-2B8B-0204-76BE44B6DE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67A16684-7C7C-A929-DF6F-538EDE1DFE05}"/>
              </a:ext>
            </a:extLst>
          </p:cNvPr>
          <p:cNvSpPr txBox="1">
            <a:spLocks/>
          </p:cNvSpPr>
          <p:nvPr/>
        </p:nvSpPr>
        <p:spPr>
          <a:xfrm>
            <a:off x="307039" y="335292"/>
            <a:ext cx="8521700" cy="63436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4000" spc="120">
                <a:solidFill>
                  <a:schemeClr val="bg1"/>
                </a:solidFill>
              </a:rPr>
              <a:t>Cluster-</a:t>
            </a:r>
            <a:r>
              <a:rPr lang="en-US" sz="4000" spc="114">
                <a:solidFill>
                  <a:schemeClr val="bg1"/>
                </a:solidFill>
              </a:rPr>
              <a:t>specific</a:t>
            </a:r>
            <a:r>
              <a:rPr lang="en-US" sz="4000" spc="-40">
                <a:solidFill>
                  <a:schemeClr val="bg1"/>
                </a:solidFill>
              </a:rPr>
              <a:t> </a:t>
            </a:r>
            <a:r>
              <a:rPr lang="en-US" sz="4000" spc="125">
                <a:solidFill>
                  <a:schemeClr val="bg1"/>
                </a:solidFill>
              </a:rPr>
              <a:t>location/shape</a:t>
            </a:r>
            <a:r>
              <a:rPr lang="en-US" sz="4000" spc="-40">
                <a:solidFill>
                  <a:schemeClr val="bg1"/>
                </a:solidFill>
              </a:rPr>
              <a:t> </a:t>
            </a:r>
            <a:r>
              <a:rPr lang="en-US" sz="4000" spc="-75">
                <a:solidFill>
                  <a:schemeClr val="bg1"/>
                </a:solidFill>
              </a:rPr>
              <a:t>MLE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894ACBE6-842C-D417-691E-7741976CAC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6921" y="3449785"/>
            <a:ext cx="507076" cy="507076"/>
          </a:xfrm>
          <a:prstGeom prst="rect">
            <a:avLst/>
          </a:prstGeom>
        </p:spPr>
      </p:pic>
      <p:grpSp>
        <p:nvGrpSpPr>
          <p:cNvPr id="5" name="object 3">
            <a:extLst>
              <a:ext uri="{FF2B5EF4-FFF2-40B4-BE49-F238E27FC236}">
                <a16:creationId xmlns:a16="http://schemas.microsoft.com/office/drawing/2014/main" id="{EB82BE45-C819-9150-D9F3-88F74215A5D9}"/>
              </a:ext>
            </a:extLst>
          </p:cNvPr>
          <p:cNvGrpSpPr/>
          <p:nvPr/>
        </p:nvGrpSpPr>
        <p:grpSpPr>
          <a:xfrm>
            <a:off x="7670881" y="3474979"/>
            <a:ext cx="415925" cy="415925"/>
            <a:chOff x="7670881" y="3474979"/>
            <a:chExt cx="415925" cy="415925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750D3B92-E5FD-E64E-385C-232573DC79F8}"/>
                </a:ext>
              </a:extLst>
            </p:cNvPr>
            <p:cNvSpPr/>
            <p:nvPr/>
          </p:nvSpPr>
          <p:spPr>
            <a:xfrm>
              <a:off x="7675638" y="3479736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5980" y="0"/>
                  </a:moveTo>
                  <a:lnTo>
                    <a:pt x="0" y="0"/>
                  </a:lnTo>
                  <a:lnTo>
                    <a:pt x="0" y="405904"/>
                  </a:lnTo>
                  <a:lnTo>
                    <a:pt x="405980" y="405904"/>
                  </a:lnTo>
                  <a:lnTo>
                    <a:pt x="405980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58BBAC82-1F5C-4FD4-6BD5-F274D0358619}"/>
                </a:ext>
              </a:extLst>
            </p:cNvPr>
            <p:cNvSpPr/>
            <p:nvPr/>
          </p:nvSpPr>
          <p:spPr>
            <a:xfrm>
              <a:off x="7675638" y="3479736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5984" y="0"/>
                  </a:lnTo>
                  <a:lnTo>
                    <a:pt x="405984" y="405907"/>
                  </a:lnTo>
                  <a:lnTo>
                    <a:pt x="0" y="405907"/>
                  </a:lnTo>
                  <a:lnTo>
                    <a:pt x="0" y="0"/>
                  </a:lnTo>
                  <a:close/>
                </a:path>
              </a:pathLst>
            </a:custGeom>
            <a:ln w="9514">
              <a:solidFill>
                <a:srgbClr val="FF6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6">
            <a:extLst>
              <a:ext uri="{FF2B5EF4-FFF2-40B4-BE49-F238E27FC236}">
                <a16:creationId xmlns:a16="http://schemas.microsoft.com/office/drawing/2014/main" id="{7A0646E4-B250-3BF8-72AA-3E9B81167C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7826" y="2319244"/>
            <a:ext cx="507076" cy="507076"/>
          </a:xfrm>
          <a:prstGeom prst="rect">
            <a:avLst/>
          </a:prstGeom>
        </p:spPr>
      </p:pic>
      <p:grpSp>
        <p:nvGrpSpPr>
          <p:cNvPr id="10" name="object 7">
            <a:extLst>
              <a:ext uri="{FF2B5EF4-FFF2-40B4-BE49-F238E27FC236}">
                <a16:creationId xmlns:a16="http://schemas.microsoft.com/office/drawing/2014/main" id="{4B24C140-7F66-4241-28B6-6F968EC022D9}"/>
              </a:ext>
            </a:extLst>
          </p:cNvPr>
          <p:cNvGrpSpPr/>
          <p:nvPr/>
        </p:nvGrpSpPr>
        <p:grpSpPr>
          <a:xfrm>
            <a:off x="7645506" y="2346050"/>
            <a:ext cx="415925" cy="415925"/>
            <a:chOff x="7645506" y="2346050"/>
            <a:chExt cx="415925" cy="415925"/>
          </a:xfrm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9EF3F799-ED6B-8F85-4B14-E1D06B97EAC4}"/>
                </a:ext>
              </a:extLst>
            </p:cNvPr>
            <p:cNvSpPr/>
            <p:nvPr/>
          </p:nvSpPr>
          <p:spPr>
            <a:xfrm>
              <a:off x="7650263" y="2350808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5980" y="0"/>
                  </a:moveTo>
                  <a:lnTo>
                    <a:pt x="0" y="0"/>
                  </a:lnTo>
                  <a:lnTo>
                    <a:pt x="0" y="405904"/>
                  </a:lnTo>
                  <a:lnTo>
                    <a:pt x="405980" y="405904"/>
                  </a:lnTo>
                  <a:lnTo>
                    <a:pt x="405980" y="0"/>
                  </a:lnTo>
                  <a:close/>
                </a:path>
              </a:pathLst>
            </a:custGeom>
            <a:solidFill>
              <a:srgbClr val="FFA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0E6651CF-0DCE-E7B4-5383-44A0462C983D}"/>
                </a:ext>
              </a:extLst>
            </p:cNvPr>
            <p:cNvSpPr/>
            <p:nvPr/>
          </p:nvSpPr>
          <p:spPr>
            <a:xfrm>
              <a:off x="7650263" y="2350807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5984" y="0"/>
                  </a:lnTo>
                  <a:lnTo>
                    <a:pt x="405984" y="405907"/>
                  </a:lnTo>
                  <a:lnTo>
                    <a:pt x="0" y="405907"/>
                  </a:lnTo>
                  <a:lnTo>
                    <a:pt x="0" y="0"/>
                  </a:lnTo>
                  <a:close/>
                </a:path>
              </a:pathLst>
            </a:custGeom>
            <a:ln w="9514">
              <a:solidFill>
                <a:srgbClr val="FF6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1">
            <a:extLst>
              <a:ext uri="{FF2B5EF4-FFF2-40B4-BE49-F238E27FC236}">
                <a16:creationId xmlns:a16="http://schemas.microsoft.com/office/drawing/2014/main" id="{A5D1E28E-7B74-B698-646B-0ABC2049D71B}"/>
              </a:ext>
            </a:extLst>
          </p:cNvPr>
          <p:cNvSpPr txBox="1"/>
          <p:nvPr/>
        </p:nvSpPr>
        <p:spPr>
          <a:xfrm>
            <a:off x="735846" y="5039944"/>
            <a:ext cx="7232015" cy="1217930"/>
          </a:xfrm>
          <a:prstGeom prst="rect">
            <a:avLst/>
          </a:prstGeom>
          <a:solidFill>
            <a:srgbClr val="C02690"/>
          </a:solidFill>
          <a:ln w="25369">
            <a:solidFill>
              <a:srgbClr val="941B6E"/>
            </a:solidFill>
          </a:ln>
        </p:spPr>
        <p:txBody>
          <a:bodyPr vert="horz" wrap="square" lIns="0" tIns="202565" rIns="0" bIns="0" rtlCol="0">
            <a:spAutoFit/>
          </a:bodyPr>
          <a:lstStyle/>
          <a:p>
            <a:pPr marL="691515" marR="543560" indent="-135255">
              <a:lnSpc>
                <a:spcPts val="3300"/>
              </a:lnSpc>
              <a:spcBef>
                <a:spcPts val="1595"/>
              </a:spcBef>
            </a:pPr>
            <a:r>
              <a:rPr sz="2800" spc="95" dirty="0">
                <a:solidFill>
                  <a:srgbClr val="FFFFFF"/>
                </a:solidFill>
                <a:latin typeface="Arial MT"/>
                <a:cs typeface="Arial MT"/>
              </a:rPr>
              <a:t>Compute</a:t>
            </a:r>
            <a:r>
              <a:rPr sz="2800" spc="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cluster</a:t>
            </a:r>
            <a:r>
              <a:rPr sz="280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parameter</a:t>
            </a:r>
            <a:r>
              <a:rPr sz="280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estimates </a:t>
            </a:r>
            <a:r>
              <a:rPr sz="2800" spc="1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weights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35" dirty="0">
                <a:solidFill>
                  <a:srgbClr val="FFFFFF"/>
                </a:solidFill>
                <a:latin typeface="Arial MT"/>
                <a:cs typeface="Arial MT"/>
              </a:rPr>
              <a:t>row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operation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CCE0606C-2536-E866-FF41-7C802CF268F3}"/>
              </a:ext>
            </a:extLst>
          </p:cNvPr>
          <p:cNvGraphicFramePr>
            <a:graphicFrameLocks noGrp="1"/>
          </p:cNvGraphicFramePr>
          <p:nvPr/>
        </p:nvGraphicFramePr>
        <p:xfrm>
          <a:off x="714221" y="1668000"/>
          <a:ext cx="4430394" cy="2868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114935" indent="-48260">
                        <a:lnSpc>
                          <a:spcPct val="78300"/>
                        </a:lnSpc>
                        <a:spcBef>
                          <a:spcPts val="1105"/>
                        </a:spcBef>
                      </a:pPr>
                      <a:r>
                        <a:rPr sz="17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r>
                        <a:rPr sz="17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700" b="1" spc="-1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 </a:t>
                      </a:r>
                      <a:r>
                        <a:rPr sz="17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50" dirty="0">
                          <a:latin typeface="Arial MT"/>
                          <a:cs typeface="Arial MT"/>
                        </a:rPr>
                        <a:t>0.002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3">
            <a:extLst>
              <a:ext uri="{FF2B5EF4-FFF2-40B4-BE49-F238E27FC236}">
                <a16:creationId xmlns:a16="http://schemas.microsoft.com/office/drawing/2014/main" id="{26E6BB44-1568-D089-C336-EFBB2729BF54}"/>
              </a:ext>
            </a:extLst>
          </p:cNvPr>
          <p:cNvSpPr txBox="1"/>
          <p:nvPr/>
        </p:nvSpPr>
        <p:spPr>
          <a:xfrm>
            <a:off x="5650949" y="2433186"/>
            <a:ext cx="16129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99E3BA63-E738-A479-FE70-38164042F0F3}"/>
              </a:ext>
            </a:extLst>
          </p:cNvPr>
          <p:cNvSpPr txBox="1"/>
          <p:nvPr/>
        </p:nvSpPr>
        <p:spPr>
          <a:xfrm>
            <a:off x="5459026" y="2289892"/>
            <a:ext cx="71056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9580" algn="l"/>
              </a:tabLst>
            </a:pPr>
            <a:r>
              <a:rPr sz="2500" i="1" spc="-955" dirty="0">
                <a:latin typeface="Cambria"/>
                <a:cs typeface="Cambria"/>
              </a:rPr>
              <a:t>µ</a:t>
            </a:r>
            <a:r>
              <a:rPr sz="2500" spc="254" dirty="0">
                <a:latin typeface="Cambria"/>
                <a:cs typeface="Cambria"/>
              </a:rPr>
              <a:t>ˆ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495" dirty="0">
                <a:latin typeface="Cambria"/>
                <a:cs typeface="Cambria"/>
              </a:rPr>
              <a:t>=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7037BAA6-B3F4-4C48-6E01-DBCC4DFC19D1}"/>
              </a:ext>
            </a:extLst>
          </p:cNvPr>
          <p:cNvSpPr txBox="1"/>
          <p:nvPr/>
        </p:nvSpPr>
        <p:spPr>
          <a:xfrm>
            <a:off x="6270587" y="2074446"/>
            <a:ext cx="83820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9090" algn="l"/>
                <a:tab pos="824865" algn="l"/>
              </a:tabLst>
            </a:pPr>
            <a:r>
              <a:rPr sz="25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50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25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E7FC653B-A7C8-FB30-4A69-6DBAE9DD2C48}"/>
              </a:ext>
            </a:extLst>
          </p:cNvPr>
          <p:cNvSpPr txBox="1"/>
          <p:nvPr/>
        </p:nvSpPr>
        <p:spPr>
          <a:xfrm>
            <a:off x="6245184" y="2475994"/>
            <a:ext cx="87312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750" i="1" spc="502" baseline="-18888" dirty="0">
                <a:latin typeface="Cambria"/>
                <a:cs typeface="Cambria"/>
              </a:rPr>
              <a:t>N</a:t>
            </a:r>
            <a:r>
              <a:rPr sz="3750" i="1" spc="-419" baseline="-18888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soft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4F911D61-0DAC-FDD8-B42E-CD2729183C75}"/>
              </a:ext>
            </a:extLst>
          </p:cNvPr>
          <p:cNvSpPr txBox="1"/>
          <p:nvPr/>
        </p:nvSpPr>
        <p:spPr>
          <a:xfrm>
            <a:off x="6526482" y="2777292"/>
            <a:ext cx="16129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E02911DF-29A1-DE9C-38C7-7AC29230C416}"/>
              </a:ext>
            </a:extLst>
          </p:cNvPr>
          <p:cNvSpPr txBox="1"/>
          <p:nvPr/>
        </p:nvSpPr>
        <p:spPr>
          <a:xfrm>
            <a:off x="7291745" y="1987334"/>
            <a:ext cx="227329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90" dirty="0">
                <a:latin typeface="Georgia"/>
                <a:cs typeface="Georgia"/>
              </a:rPr>
              <a:t>N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30999FEC-FDEC-528B-94BC-29693A681192}"/>
              </a:ext>
            </a:extLst>
          </p:cNvPr>
          <p:cNvSpPr txBox="1"/>
          <p:nvPr/>
        </p:nvSpPr>
        <p:spPr>
          <a:xfrm>
            <a:off x="7174538" y="1987341"/>
            <a:ext cx="4857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1995" dirty="0">
                <a:latin typeface="Lucida Sans Unicode"/>
                <a:cs typeface="Lucida Sans Unicode"/>
              </a:rPr>
              <a:t>X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22672EE3-7EE7-ADD4-2D0F-9BFE210DF7A9}"/>
              </a:ext>
            </a:extLst>
          </p:cNvPr>
          <p:cNvSpPr txBox="1"/>
          <p:nvPr/>
        </p:nvSpPr>
        <p:spPr>
          <a:xfrm>
            <a:off x="7198293" y="2761150"/>
            <a:ext cx="4381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290" dirty="0">
                <a:latin typeface="Georgia"/>
                <a:cs typeface="Georgia"/>
              </a:rPr>
              <a:t>i</a:t>
            </a:r>
            <a:r>
              <a:rPr sz="1750" spc="290" dirty="0">
                <a:latin typeface="Calibri"/>
                <a:cs typeface="Calibri"/>
              </a:rPr>
              <a:t>=1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536C8C47-6E50-5622-1822-47D789272B2B}"/>
              </a:ext>
            </a:extLst>
          </p:cNvPr>
          <p:cNvSpPr txBox="1"/>
          <p:nvPr/>
        </p:nvSpPr>
        <p:spPr>
          <a:xfrm>
            <a:off x="7687709" y="2289892"/>
            <a:ext cx="59817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2590" algn="l"/>
              </a:tabLst>
            </a:pPr>
            <a:r>
              <a:rPr sz="2500" i="1" spc="60" dirty="0">
                <a:latin typeface="Cambria"/>
                <a:cs typeface="Cambria"/>
              </a:rPr>
              <a:t>r</a:t>
            </a:r>
            <a:r>
              <a:rPr sz="2500" i="1" dirty="0">
                <a:latin typeface="Cambria"/>
                <a:cs typeface="Cambria"/>
              </a:rPr>
              <a:t>	</a:t>
            </a:r>
            <a:r>
              <a:rPr sz="2500" i="1" spc="250" dirty="0">
                <a:latin typeface="Cambria"/>
                <a:cs typeface="Cambria"/>
              </a:rPr>
              <a:t>x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E2FD905E-87FD-C29D-79F7-EB79C1B40635}"/>
              </a:ext>
            </a:extLst>
          </p:cNvPr>
          <p:cNvSpPr txBox="1"/>
          <p:nvPr/>
        </p:nvSpPr>
        <p:spPr>
          <a:xfrm>
            <a:off x="7831419" y="2433186"/>
            <a:ext cx="54483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1325" algn="l"/>
              </a:tabLst>
            </a:pPr>
            <a:r>
              <a:rPr sz="1750" i="1" spc="130" dirty="0">
                <a:latin typeface="Georgia"/>
                <a:cs typeface="Georgia"/>
              </a:rPr>
              <a:t>ik</a:t>
            </a:r>
            <a:r>
              <a:rPr sz="1750" i="1" dirty="0">
                <a:latin typeface="Georgia"/>
                <a:cs typeface="Georgia"/>
              </a:rPr>
              <a:t>	</a:t>
            </a:r>
            <a:r>
              <a:rPr sz="1750" i="1" spc="130" dirty="0">
                <a:latin typeface="Georgia"/>
                <a:cs typeface="Georgia"/>
              </a:rPr>
              <a:t>i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D203DFE9-2B9C-3868-3619-442A1E3002A9}"/>
              </a:ext>
            </a:extLst>
          </p:cNvPr>
          <p:cNvSpPr txBox="1"/>
          <p:nvPr/>
        </p:nvSpPr>
        <p:spPr>
          <a:xfrm>
            <a:off x="5395516" y="3326589"/>
            <a:ext cx="27114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750" spc="-1357" baseline="-14444" dirty="0">
                <a:latin typeface="Cambria"/>
                <a:cs typeface="Cambria"/>
              </a:rPr>
              <a:t>⌃</a:t>
            </a:r>
            <a:r>
              <a:rPr sz="2500" spc="280" dirty="0">
                <a:latin typeface="Cambria"/>
                <a:cs typeface="Cambria"/>
              </a:rPr>
              <a:t>ˆ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D091B819-2B40-1387-3E6D-814400FC2AB7}"/>
              </a:ext>
            </a:extLst>
          </p:cNvPr>
          <p:cNvSpPr txBox="1"/>
          <p:nvPr/>
        </p:nvSpPr>
        <p:spPr>
          <a:xfrm>
            <a:off x="5650949" y="3550404"/>
            <a:ext cx="16129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E1DF5D05-6639-056A-D3D3-A028C3CDFF6D}"/>
              </a:ext>
            </a:extLst>
          </p:cNvPr>
          <p:cNvSpPr txBox="1"/>
          <p:nvPr/>
        </p:nvSpPr>
        <p:spPr>
          <a:xfrm>
            <a:off x="5896137" y="3407110"/>
            <a:ext cx="27305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505" dirty="0">
                <a:latin typeface="Cambria"/>
                <a:cs typeface="Cambria"/>
              </a:rPr>
              <a:t>=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C956FDA1-9C49-2DA6-2252-AD546CE6FA09}"/>
              </a:ext>
            </a:extLst>
          </p:cNvPr>
          <p:cNvSpPr txBox="1"/>
          <p:nvPr/>
        </p:nvSpPr>
        <p:spPr>
          <a:xfrm>
            <a:off x="6270587" y="3191664"/>
            <a:ext cx="83820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9090" algn="l"/>
                <a:tab pos="824865" algn="l"/>
              </a:tabLst>
            </a:pPr>
            <a:r>
              <a:rPr sz="25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250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25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FB81E435-A649-2B6B-7B95-6B9274D37201}"/>
              </a:ext>
            </a:extLst>
          </p:cNvPr>
          <p:cNvSpPr txBox="1"/>
          <p:nvPr/>
        </p:nvSpPr>
        <p:spPr>
          <a:xfrm>
            <a:off x="6245184" y="3593212"/>
            <a:ext cx="87312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750" i="1" spc="502" baseline="-18888" dirty="0">
                <a:latin typeface="Cambria"/>
                <a:cs typeface="Cambria"/>
              </a:rPr>
              <a:t>N</a:t>
            </a:r>
            <a:r>
              <a:rPr sz="3750" i="1" spc="-419" baseline="-18888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soft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57ED992F-76F6-88FE-FC0A-8B731F6E960C}"/>
              </a:ext>
            </a:extLst>
          </p:cNvPr>
          <p:cNvSpPr txBox="1"/>
          <p:nvPr/>
        </p:nvSpPr>
        <p:spPr>
          <a:xfrm>
            <a:off x="6526482" y="3894510"/>
            <a:ext cx="16129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92EE2F77-4092-9BE8-2423-D9EC6B8F1DFD}"/>
              </a:ext>
            </a:extLst>
          </p:cNvPr>
          <p:cNvSpPr txBox="1"/>
          <p:nvPr/>
        </p:nvSpPr>
        <p:spPr>
          <a:xfrm>
            <a:off x="7291745" y="3104552"/>
            <a:ext cx="227329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90" dirty="0">
                <a:latin typeface="Georgia"/>
                <a:cs typeface="Georgia"/>
              </a:rPr>
              <a:t>N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282033D4-C460-41E6-FA6C-CAB69B5D2D0B}"/>
              </a:ext>
            </a:extLst>
          </p:cNvPr>
          <p:cNvSpPr txBox="1"/>
          <p:nvPr/>
        </p:nvSpPr>
        <p:spPr>
          <a:xfrm>
            <a:off x="7174538" y="3104559"/>
            <a:ext cx="4857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1995" dirty="0">
                <a:latin typeface="Lucida Sans Unicode"/>
                <a:cs typeface="Lucida Sans Unicode"/>
              </a:rPr>
              <a:t>X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8AD5EAC8-CDF6-2299-1BB5-CBDC7A0EF6D9}"/>
              </a:ext>
            </a:extLst>
          </p:cNvPr>
          <p:cNvSpPr txBox="1"/>
          <p:nvPr/>
        </p:nvSpPr>
        <p:spPr>
          <a:xfrm>
            <a:off x="7198293" y="3878367"/>
            <a:ext cx="4381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290" dirty="0">
                <a:latin typeface="Georgia"/>
                <a:cs typeface="Georgia"/>
              </a:rPr>
              <a:t>i</a:t>
            </a:r>
            <a:r>
              <a:rPr sz="1750" spc="290" dirty="0">
                <a:latin typeface="Calibri"/>
                <a:cs typeface="Calibri"/>
              </a:rPr>
              <a:t>=1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71C27DB8-443E-0E05-0420-6995AA73FB5F}"/>
              </a:ext>
            </a:extLst>
          </p:cNvPr>
          <p:cNvSpPr txBox="1"/>
          <p:nvPr/>
        </p:nvSpPr>
        <p:spPr>
          <a:xfrm>
            <a:off x="7831419" y="3550404"/>
            <a:ext cx="2514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30" dirty="0">
                <a:latin typeface="Georgia"/>
                <a:cs typeface="Georgia"/>
              </a:rPr>
              <a:t>ik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B75C5227-25F3-C0CC-AD9B-2806AF31DDA4}"/>
              </a:ext>
            </a:extLst>
          </p:cNvPr>
          <p:cNvSpPr txBox="1"/>
          <p:nvPr/>
        </p:nvSpPr>
        <p:spPr>
          <a:xfrm>
            <a:off x="7662309" y="3407110"/>
            <a:ext cx="319024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27990" algn="l"/>
              </a:tabLst>
            </a:pPr>
            <a:r>
              <a:rPr sz="2500" i="1" spc="60" dirty="0">
                <a:latin typeface="Cambria"/>
                <a:cs typeface="Cambria"/>
              </a:rPr>
              <a:t>r</a:t>
            </a:r>
            <a:r>
              <a:rPr sz="2500" i="1" dirty="0">
                <a:latin typeface="Cambria"/>
                <a:cs typeface="Cambria"/>
              </a:rPr>
              <a:t>	</a:t>
            </a:r>
            <a:r>
              <a:rPr sz="2500" spc="165" dirty="0">
                <a:latin typeface="Cambria"/>
                <a:cs typeface="Cambria"/>
              </a:rPr>
              <a:t>(</a:t>
            </a:r>
            <a:r>
              <a:rPr sz="2500" i="1" spc="165" dirty="0">
                <a:latin typeface="Cambria"/>
                <a:cs typeface="Cambria"/>
              </a:rPr>
              <a:t>x</a:t>
            </a:r>
            <a:r>
              <a:rPr sz="2625" i="1" spc="247" baseline="-12698" dirty="0">
                <a:latin typeface="Georgia"/>
                <a:cs typeface="Georgia"/>
              </a:rPr>
              <a:t>i</a:t>
            </a:r>
            <a:r>
              <a:rPr sz="2625" i="1" spc="494" baseline="-12698" dirty="0">
                <a:latin typeface="Georgia"/>
                <a:cs typeface="Georgia"/>
              </a:rPr>
              <a:t> </a:t>
            </a:r>
            <a:r>
              <a:rPr sz="2500" i="1" spc="-290" dirty="0">
                <a:latin typeface="Times New Roman"/>
                <a:cs typeface="Times New Roman"/>
              </a:rPr>
              <a:t>—</a:t>
            </a:r>
            <a:r>
              <a:rPr sz="2500" i="1" spc="-10" dirty="0">
                <a:latin typeface="Times New Roman"/>
                <a:cs typeface="Times New Roman"/>
              </a:rPr>
              <a:t> </a:t>
            </a:r>
            <a:r>
              <a:rPr sz="2500" i="1" spc="-1070" dirty="0">
                <a:latin typeface="Cambria"/>
                <a:cs typeface="Cambria"/>
              </a:rPr>
              <a:t>µ</a:t>
            </a:r>
            <a:r>
              <a:rPr sz="2500" spc="195" dirty="0">
                <a:latin typeface="Cambria"/>
                <a:cs typeface="Cambria"/>
              </a:rPr>
              <a:t>ˆ</a:t>
            </a:r>
            <a:r>
              <a:rPr sz="2625" i="1" spc="457" baseline="-12698" dirty="0">
                <a:latin typeface="Georgia"/>
                <a:cs typeface="Georgia"/>
              </a:rPr>
              <a:t>k</a:t>
            </a:r>
            <a:r>
              <a:rPr sz="2500" spc="140" dirty="0">
                <a:latin typeface="Cambria"/>
                <a:cs typeface="Cambria"/>
              </a:rPr>
              <a:t>)(</a:t>
            </a:r>
            <a:r>
              <a:rPr sz="2500" i="1" spc="140" dirty="0">
                <a:latin typeface="Cambria"/>
                <a:cs typeface="Cambria"/>
              </a:rPr>
              <a:t>x</a:t>
            </a:r>
            <a:r>
              <a:rPr sz="2625" i="1" spc="209" baseline="-12698" dirty="0">
                <a:latin typeface="Georgia"/>
                <a:cs typeface="Georgia"/>
              </a:rPr>
              <a:t>i</a:t>
            </a:r>
            <a:r>
              <a:rPr sz="2625" i="1" spc="487" baseline="-12698" dirty="0">
                <a:latin typeface="Georgia"/>
                <a:cs typeface="Georgia"/>
              </a:rPr>
              <a:t> </a:t>
            </a:r>
            <a:r>
              <a:rPr sz="2500" i="1" spc="-290" dirty="0">
                <a:latin typeface="Times New Roman"/>
                <a:cs typeface="Times New Roman"/>
              </a:rPr>
              <a:t>—</a:t>
            </a:r>
            <a:r>
              <a:rPr sz="2500" i="1" spc="-10" dirty="0">
                <a:latin typeface="Times New Roman"/>
                <a:cs typeface="Times New Roman"/>
              </a:rPr>
              <a:t> </a:t>
            </a:r>
            <a:r>
              <a:rPr sz="2500" i="1" spc="-1035" dirty="0">
                <a:latin typeface="Cambria"/>
                <a:cs typeface="Cambria"/>
              </a:rPr>
              <a:t>µ</a:t>
            </a:r>
            <a:r>
              <a:rPr sz="2500" spc="229" dirty="0">
                <a:latin typeface="Cambria"/>
                <a:cs typeface="Cambria"/>
              </a:rPr>
              <a:t>ˆ</a:t>
            </a:r>
            <a:r>
              <a:rPr sz="2625" i="1" spc="509" baseline="-12698" dirty="0">
                <a:latin typeface="Georgia"/>
                <a:cs typeface="Georgia"/>
              </a:rPr>
              <a:t>k</a:t>
            </a:r>
            <a:r>
              <a:rPr sz="2500" spc="175" dirty="0">
                <a:latin typeface="Cambria"/>
                <a:cs typeface="Cambria"/>
              </a:rPr>
              <a:t>)</a:t>
            </a:r>
            <a:r>
              <a:rPr sz="2625" i="1" spc="262" baseline="33333" dirty="0">
                <a:latin typeface="Georgia"/>
                <a:cs typeface="Georgia"/>
              </a:rPr>
              <a:t>T</a:t>
            </a:r>
            <a:endParaRPr sz="2625" baseline="33333">
              <a:latin typeface="Georgia"/>
              <a:cs typeface="Georgia"/>
            </a:endParaRPr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9FFE4470-74A9-34E9-D9A2-950169644639}"/>
              </a:ext>
            </a:extLst>
          </p:cNvPr>
          <p:cNvSpPr/>
          <p:nvPr/>
        </p:nvSpPr>
        <p:spPr>
          <a:xfrm>
            <a:off x="8487612" y="4406087"/>
            <a:ext cx="2113915" cy="932815"/>
          </a:xfrm>
          <a:custGeom>
            <a:avLst/>
            <a:gdLst/>
            <a:ahLst/>
            <a:cxnLst/>
            <a:rect l="l" t="t" r="r" b="b"/>
            <a:pathLst>
              <a:path w="2113915" h="932814">
                <a:moveTo>
                  <a:pt x="2113648" y="0"/>
                </a:moveTo>
                <a:lnTo>
                  <a:pt x="0" y="0"/>
                </a:lnTo>
                <a:lnTo>
                  <a:pt x="0" y="932319"/>
                </a:lnTo>
                <a:lnTo>
                  <a:pt x="2113648" y="932319"/>
                </a:lnTo>
                <a:lnTo>
                  <a:pt x="2113648" y="0"/>
                </a:lnTo>
                <a:close/>
              </a:path>
            </a:pathLst>
          </a:custGeom>
          <a:solidFill>
            <a:srgbClr val="CCF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432D5756-C710-6D47-39D3-C61518E2CFD7}"/>
              </a:ext>
            </a:extLst>
          </p:cNvPr>
          <p:cNvSpPr txBox="1"/>
          <p:nvPr/>
        </p:nvSpPr>
        <p:spPr>
          <a:xfrm>
            <a:off x="8470033" y="4626946"/>
            <a:ext cx="28130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285" dirty="0">
                <a:latin typeface="Cambria"/>
                <a:cs typeface="Cambria"/>
              </a:rPr>
              <a:t>N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00957F57-032B-3B08-8722-64D0885E64B3}"/>
              </a:ext>
            </a:extLst>
          </p:cNvPr>
          <p:cNvSpPr txBox="1"/>
          <p:nvPr/>
        </p:nvSpPr>
        <p:spPr>
          <a:xfrm>
            <a:off x="8725963" y="4495441"/>
            <a:ext cx="56642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ts val="2705"/>
              </a:lnSpc>
              <a:spcBef>
                <a:spcPts val="105"/>
              </a:spcBef>
            </a:pPr>
            <a:r>
              <a:rPr sz="2500" spc="-20" dirty="0">
                <a:latin typeface="Cambria"/>
                <a:cs typeface="Cambria"/>
              </a:rPr>
              <a:t>soft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ts val="1805"/>
              </a:lnSpc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2662CE30-2571-5027-741D-87DBFFB32C2E}"/>
              </a:ext>
            </a:extLst>
          </p:cNvPr>
          <p:cNvSpPr txBox="1"/>
          <p:nvPr/>
        </p:nvSpPr>
        <p:spPr>
          <a:xfrm>
            <a:off x="9824591" y="4324388"/>
            <a:ext cx="227329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90" dirty="0">
                <a:latin typeface="Georgia"/>
                <a:cs typeface="Georgia"/>
              </a:rPr>
              <a:t>N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42" name="object 38">
            <a:extLst>
              <a:ext uri="{FF2B5EF4-FFF2-40B4-BE49-F238E27FC236}">
                <a16:creationId xmlns:a16="http://schemas.microsoft.com/office/drawing/2014/main" id="{0D6A80A9-D399-E27A-B482-4A75ACC1A965}"/>
              </a:ext>
            </a:extLst>
          </p:cNvPr>
          <p:cNvSpPr txBox="1"/>
          <p:nvPr/>
        </p:nvSpPr>
        <p:spPr>
          <a:xfrm>
            <a:off x="9707384" y="4324395"/>
            <a:ext cx="4857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1995" dirty="0">
                <a:latin typeface="Lucida Sans Unicode"/>
                <a:cs typeface="Lucida Sans Unicode"/>
              </a:rPr>
              <a:t>X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43" name="object 39">
            <a:extLst>
              <a:ext uri="{FF2B5EF4-FFF2-40B4-BE49-F238E27FC236}">
                <a16:creationId xmlns:a16="http://schemas.microsoft.com/office/drawing/2014/main" id="{50C4DC9C-727C-9645-4C1D-04E7130FAA0B}"/>
              </a:ext>
            </a:extLst>
          </p:cNvPr>
          <p:cNvSpPr txBox="1"/>
          <p:nvPr/>
        </p:nvSpPr>
        <p:spPr>
          <a:xfrm>
            <a:off x="9731106" y="5098203"/>
            <a:ext cx="4381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290" dirty="0">
                <a:latin typeface="Georgia"/>
                <a:cs typeface="Georgia"/>
              </a:rPr>
              <a:t>i</a:t>
            </a:r>
            <a:r>
              <a:rPr sz="1750" spc="290" dirty="0">
                <a:latin typeface="Calibri"/>
                <a:cs typeface="Calibri"/>
              </a:rPr>
              <a:t>=1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4" name="object 40">
            <a:extLst>
              <a:ext uri="{FF2B5EF4-FFF2-40B4-BE49-F238E27FC236}">
                <a16:creationId xmlns:a16="http://schemas.microsoft.com/office/drawing/2014/main" id="{B2A9E678-206D-7B6C-6750-FED6FC839D52}"/>
              </a:ext>
            </a:extLst>
          </p:cNvPr>
          <p:cNvSpPr txBox="1"/>
          <p:nvPr/>
        </p:nvSpPr>
        <p:spPr>
          <a:xfrm>
            <a:off x="9371174" y="4626946"/>
            <a:ext cx="101854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1694" algn="l"/>
              </a:tabLst>
            </a:pPr>
            <a:r>
              <a:rPr sz="2500" spc="505" dirty="0">
                <a:latin typeface="Cambria"/>
                <a:cs typeface="Cambria"/>
              </a:rPr>
              <a:t>=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i="1" spc="60" dirty="0">
                <a:latin typeface="Cambria"/>
                <a:cs typeface="Cambria"/>
              </a:rPr>
              <a:t>r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241A3B5A-A18B-7B75-6E86-5CA7469EDF39}"/>
              </a:ext>
            </a:extLst>
          </p:cNvPr>
          <p:cNvSpPr txBox="1"/>
          <p:nvPr/>
        </p:nvSpPr>
        <p:spPr>
          <a:xfrm>
            <a:off x="10364233" y="4770240"/>
            <a:ext cx="2514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30" dirty="0">
                <a:latin typeface="Georgia"/>
                <a:cs typeface="Georgia"/>
              </a:rPr>
              <a:t>ik</a:t>
            </a:r>
            <a:endParaRPr sz="1750">
              <a:latin typeface="Georgia"/>
              <a:cs typeface="Georgia"/>
            </a:endParaRPr>
          </a:p>
        </p:txBody>
      </p:sp>
      <p:grpSp>
        <p:nvGrpSpPr>
          <p:cNvPr id="46" name="object 42">
            <a:extLst>
              <a:ext uri="{FF2B5EF4-FFF2-40B4-BE49-F238E27FC236}">
                <a16:creationId xmlns:a16="http://schemas.microsoft.com/office/drawing/2014/main" id="{2678074C-71EE-819F-CCF1-F563D0C3CEF0}"/>
              </a:ext>
            </a:extLst>
          </p:cNvPr>
          <p:cNvGrpSpPr/>
          <p:nvPr/>
        </p:nvGrpSpPr>
        <p:grpSpPr>
          <a:xfrm>
            <a:off x="6625247" y="4027511"/>
            <a:ext cx="3988993" cy="1324106"/>
            <a:chOff x="6625247" y="4027511"/>
            <a:chExt cx="3988993" cy="1324106"/>
          </a:xfrm>
        </p:grpSpPr>
        <p:sp>
          <p:nvSpPr>
            <p:cNvPr id="47" name="object 43">
              <a:extLst>
                <a:ext uri="{FF2B5EF4-FFF2-40B4-BE49-F238E27FC236}">
                  <a16:creationId xmlns:a16="http://schemas.microsoft.com/office/drawing/2014/main" id="{9765030A-012F-4EC2-FA54-F1D0CA08381B}"/>
                </a:ext>
              </a:extLst>
            </p:cNvPr>
            <p:cNvSpPr/>
            <p:nvPr/>
          </p:nvSpPr>
          <p:spPr>
            <a:xfrm>
              <a:off x="8474925" y="4393402"/>
              <a:ext cx="2139315" cy="958215"/>
            </a:xfrm>
            <a:custGeom>
              <a:avLst/>
              <a:gdLst/>
              <a:ahLst/>
              <a:cxnLst/>
              <a:rect l="l" t="t" r="r" b="b"/>
              <a:pathLst>
                <a:path w="2139315" h="958214">
                  <a:moveTo>
                    <a:pt x="0" y="0"/>
                  </a:moveTo>
                  <a:lnTo>
                    <a:pt x="2138949" y="0"/>
                  </a:lnTo>
                  <a:lnTo>
                    <a:pt x="2138949" y="957687"/>
                  </a:lnTo>
                  <a:lnTo>
                    <a:pt x="0" y="957687"/>
                  </a:lnTo>
                  <a:lnTo>
                    <a:pt x="0" y="0"/>
                  </a:lnTo>
                  <a:close/>
                </a:path>
              </a:pathLst>
            </a:custGeom>
            <a:ln w="25370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4">
              <a:extLst>
                <a:ext uri="{FF2B5EF4-FFF2-40B4-BE49-F238E27FC236}">
                  <a16:creationId xmlns:a16="http://schemas.microsoft.com/office/drawing/2014/main" id="{40FF466F-2D26-D92C-5300-E87DF623E5A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5247" y="4027511"/>
              <a:ext cx="1874520" cy="931025"/>
            </a:xfrm>
            <a:prstGeom prst="rect">
              <a:avLst/>
            </a:prstGeom>
          </p:spPr>
        </p:pic>
        <p:sp>
          <p:nvSpPr>
            <p:cNvPr id="49" name="object 45">
              <a:extLst>
                <a:ext uri="{FF2B5EF4-FFF2-40B4-BE49-F238E27FC236}">
                  <a16:creationId xmlns:a16="http://schemas.microsoft.com/office/drawing/2014/main" id="{5BA2FF95-46BD-2326-35B5-F98482BD5E09}"/>
                </a:ext>
              </a:extLst>
            </p:cNvPr>
            <p:cNvSpPr/>
            <p:nvPr/>
          </p:nvSpPr>
          <p:spPr>
            <a:xfrm>
              <a:off x="6856299" y="4217148"/>
              <a:ext cx="1589405" cy="655320"/>
            </a:xfrm>
            <a:custGeom>
              <a:avLst/>
              <a:gdLst/>
              <a:ahLst/>
              <a:cxnLst/>
              <a:rect l="l" t="t" r="r" b="b"/>
              <a:pathLst>
                <a:path w="1589404" h="655320">
                  <a:moveTo>
                    <a:pt x="1589022" y="655091"/>
                  </a:moveTo>
                  <a:lnTo>
                    <a:pt x="0" y="0"/>
                  </a:lnTo>
                </a:path>
              </a:pathLst>
            </a:custGeom>
            <a:ln w="38054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6">
              <a:extLst>
                <a:ext uri="{FF2B5EF4-FFF2-40B4-BE49-F238E27FC236}">
                  <a16:creationId xmlns:a16="http://schemas.microsoft.com/office/drawing/2014/main" id="{E4288119-A08C-D5F0-F0EB-0B1EC9D14FA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1385" y="4180255"/>
              <a:ext cx="184721" cy="160840"/>
            </a:xfrm>
            <a:prstGeom prst="rect">
              <a:avLst/>
            </a:prstGeom>
          </p:spPr>
        </p:pic>
      </p:grpSp>
      <p:sp>
        <p:nvSpPr>
          <p:cNvPr id="51" name="object 48">
            <a:extLst>
              <a:ext uri="{FF2B5EF4-FFF2-40B4-BE49-F238E27FC236}">
                <a16:creationId xmlns:a16="http://schemas.microsoft.com/office/drawing/2014/main" id="{0F5E0656-0337-97EB-C3E0-949E9F398427}"/>
              </a:ext>
            </a:extLst>
          </p:cNvPr>
          <p:cNvSpPr txBox="1"/>
          <p:nvPr/>
        </p:nvSpPr>
        <p:spPr>
          <a:xfrm>
            <a:off x="8196649" y="5415392"/>
            <a:ext cx="2787015" cy="570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50"/>
              </a:lnSpc>
              <a:spcBef>
                <a:spcPts val="95"/>
              </a:spcBef>
            </a:pP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Total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85BD05"/>
                </a:solidFill>
                <a:latin typeface="Arial MT"/>
                <a:cs typeface="Arial MT"/>
              </a:rPr>
              <a:t>weight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in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cluster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85BD05"/>
                </a:solidFill>
                <a:latin typeface="Arial MT"/>
                <a:cs typeface="Arial MT"/>
              </a:rPr>
              <a:t>k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ts val="2150"/>
              </a:lnSpc>
            </a:pPr>
            <a:r>
              <a:rPr sz="2000" spc="195" dirty="0">
                <a:solidFill>
                  <a:srgbClr val="85BD05"/>
                </a:solidFill>
                <a:latin typeface="Arial MT"/>
                <a:cs typeface="Arial MT"/>
              </a:rPr>
              <a:t>=</a:t>
            </a:r>
            <a:r>
              <a:rPr sz="2000" spc="8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effective</a:t>
            </a:r>
            <a:r>
              <a:rPr sz="2000" spc="90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330" dirty="0">
                <a:solidFill>
                  <a:srgbClr val="85BD05"/>
                </a:solidFill>
                <a:latin typeface="Arial MT"/>
                <a:cs typeface="Arial MT"/>
              </a:rPr>
              <a:t>#</a:t>
            </a:r>
            <a:r>
              <a:rPr sz="2000" spc="90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5BD05"/>
                </a:solidFill>
                <a:latin typeface="Arial MT"/>
                <a:cs typeface="Arial MT"/>
              </a:rPr>
              <a:t>obs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C27733-4F9C-67BC-E9C3-E2EE6F623FFE}"/>
                  </a:ext>
                </a:extLst>
              </p14:cNvPr>
              <p14:cNvContentPartPr/>
              <p14:nvPr/>
            </p14:nvContentPartPr>
            <p14:xfrm>
              <a:off x="4026613" y="1631140"/>
              <a:ext cx="1164600" cy="305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C27733-4F9C-67BC-E9C3-E2EE6F623F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6173" y="1620700"/>
                <a:ext cx="1185840" cy="30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EC401D8-3269-3144-F57F-EF41DFCBADEF}"/>
                  </a:ext>
                </a:extLst>
              </p14:cNvPr>
              <p14:cNvContentPartPr/>
              <p14:nvPr/>
            </p14:nvContentPartPr>
            <p14:xfrm>
              <a:off x="7476853" y="2059180"/>
              <a:ext cx="1005840" cy="1121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EC401D8-3269-3144-F57F-EF41DFCBAD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66413" y="2048740"/>
                <a:ext cx="1027080" cy="11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3765201-74DD-1FA8-7A09-6AF06732602D}"/>
                  </a:ext>
                </a:extLst>
              </p14:cNvPr>
              <p14:cNvContentPartPr/>
              <p14:nvPr/>
            </p14:nvContentPartPr>
            <p14:xfrm>
              <a:off x="5293093" y="3398020"/>
              <a:ext cx="440280" cy="74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3765201-74DD-1FA8-7A09-6AF06732602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82653" y="3387580"/>
                <a:ext cx="4615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96E4803-827C-1721-D381-47AB1BAC8E85}"/>
                  </a:ext>
                </a:extLst>
              </p14:cNvPr>
              <p14:cNvContentPartPr/>
              <p14:nvPr/>
            </p14:nvContentPartPr>
            <p14:xfrm>
              <a:off x="7445893" y="3414580"/>
              <a:ext cx="804240" cy="6242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96E4803-827C-1721-D381-47AB1BAC8E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35093" y="3404140"/>
                <a:ext cx="825480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2AE5CBF-E0C0-71B0-8AC3-F46ACF20351C}"/>
                  </a:ext>
                </a:extLst>
              </p14:cNvPr>
              <p14:cNvContentPartPr/>
              <p14:nvPr/>
            </p14:nvContentPartPr>
            <p14:xfrm>
              <a:off x="7900933" y="1789540"/>
              <a:ext cx="724680" cy="619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2AE5CBF-E0C0-71B0-8AC3-F46ACF20351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90133" y="1778746"/>
                <a:ext cx="745920" cy="640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B1AFB66-627B-794D-1A8A-2F6B0EBB9CA3}"/>
                  </a:ext>
                </a:extLst>
              </p14:cNvPr>
              <p14:cNvContentPartPr/>
              <p14:nvPr/>
            </p14:nvContentPartPr>
            <p14:xfrm>
              <a:off x="8688253" y="467620"/>
              <a:ext cx="1718280" cy="15019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B1AFB66-627B-794D-1A8A-2F6B0EBB9CA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77453" y="457180"/>
                <a:ext cx="1739520" cy="15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6507C6D-A6A1-6E08-B0FE-685FDFA6B674}"/>
                  </a:ext>
                </a:extLst>
              </p14:cNvPr>
              <p14:cNvContentPartPr/>
              <p14:nvPr/>
            </p14:nvContentPartPr>
            <p14:xfrm>
              <a:off x="8151493" y="186100"/>
              <a:ext cx="2601360" cy="24397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6507C6D-A6A1-6E08-B0FE-685FDFA6B67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40693" y="175300"/>
                <a:ext cx="2622600" cy="24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F9EF543-74F9-5625-FA70-329C4D52273D}"/>
                  </a:ext>
                </a:extLst>
              </p14:cNvPr>
              <p14:cNvContentPartPr/>
              <p14:nvPr/>
            </p14:nvContentPartPr>
            <p14:xfrm>
              <a:off x="5276173" y="2270860"/>
              <a:ext cx="793440" cy="16866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F9EF543-74F9-5625-FA70-329C4D5227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65733" y="2260420"/>
                <a:ext cx="814680" cy="17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73D2A21-5BF1-EF24-571A-7B543FA87B03}"/>
                  </a:ext>
                </a:extLst>
              </p14:cNvPr>
              <p14:cNvContentPartPr/>
              <p14:nvPr/>
            </p14:nvContentPartPr>
            <p14:xfrm>
              <a:off x="10046173" y="1665340"/>
              <a:ext cx="1818000" cy="12834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73D2A21-5BF1-EF24-571A-7B543FA87B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035731" y="1654900"/>
                <a:ext cx="1839244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8B4AD5A-9389-DDA9-71CA-96CD7A76EC51}"/>
                  </a:ext>
                </a:extLst>
              </p14:cNvPr>
              <p14:cNvContentPartPr/>
              <p14:nvPr/>
            </p14:nvContentPartPr>
            <p14:xfrm>
              <a:off x="3889093" y="5552260"/>
              <a:ext cx="3687480" cy="2271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8B4AD5A-9389-DDA9-71CA-96CD7A76EC5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878653" y="5541820"/>
                <a:ext cx="3708720" cy="2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2971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D98AB-674F-5249-528F-A41FD579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B2771918-85E2-F33D-6BFF-E5BD94EBE769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D4144-55D0-3CF1-0374-DF33270FC3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B9249E6-EFFD-4634-CCCD-BFF0E10E422D}"/>
              </a:ext>
            </a:extLst>
          </p:cNvPr>
          <p:cNvSpPr txBox="1">
            <a:spLocks/>
          </p:cNvSpPr>
          <p:nvPr/>
        </p:nvSpPr>
        <p:spPr>
          <a:xfrm>
            <a:off x="808689" y="234216"/>
            <a:ext cx="8862361" cy="8337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 algn="l">
              <a:spcBef>
                <a:spcPts val="100"/>
              </a:spcBef>
            </a:pPr>
            <a:r>
              <a:rPr lang="en-US" spc="-125">
                <a:solidFill>
                  <a:schemeClr val="bg1"/>
                </a:solidFill>
              </a:rPr>
              <a:t>MLE</a:t>
            </a:r>
            <a:r>
              <a:rPr lang="en-US" spc="-110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110">
                <a:solidFill>
                  <a:schemeClr val="bg1"/>
                </a:solidFill>
              </a:rPr>
              <a:t> </a:t>
            </a:r>
            <a:r>
              <a:rPr lang="en-US" spc="110">
                <a:solidFill>
                  <a:schemeClr val="bg1"/>
                </a:solidFill>
              </a:rPr>
              <a:t>cluster</a:t>
            </a:r>
            <a:r>
              <a:rPr lang="en-US" spc="-110">
                <a:solidFill>
                  <a:schemeClr val="bg1"/>
                </a:solidFill>
              </a:rPr>
              <a:t> </a:t>
            </a:r>
            <a:r>
              <a:rPr lang="en-US" spc="180">
                <a:solidFill>
                  <a:schemeClr val="bg1"/>
                </a:solidFill>
              </a:rPr>
              <a:t>proportions</a:t>
            </a:r>
            <a:r>
              <a:rPr lang="en-US" spc="375">
                <a:solidFill>
                  <a:schemeClr val="bg1"/>
                </a:solidFill>
              </a:rPr>
              <a:t> </a:t>
            </a:r>
            <a:r>
              <a:rPr lang="en-US" sz="5300" spc="-1605">
                <a:solidFill>
                  <a:schemeClr val="bg1"/>
                </a:solidFill>
                <a:latin typeface="Cambria"/>
                <a:cs typeface="Cambria"/>
              </a:rPr>
              <a:t>⇡</a:t>
            </a:r>
            <a:r>
              <a:rPr lang="en-US" sz="5300" spc="755">
                <a:solidFill>
                  <a:schemeClr val="bg1"/>
                </a:solidFill>
                <a:latin typeface="Cambria"/>
                <a:cs typeface="Cambria"/>
              </a:rPr>
              <a:t>ˆ</a:t>
            </a:r>
            <a:r>
              <a:rPr lang="en-US" sz="5550" i="1" spc="997" baseline="-11261">
                <a:solidFill>
                  <a:schemeClr val="bg1"/>
                </a:solidFill>
                <a:latin typeface="Georgia"/>
                <a:cs typeface="Georgia"/>
              </a:rPr>
              <a:t>k</a:t>
            </a:r>
            <a:endParaRPr lang="en-US" sz="5550" baseline="-11261" dirty="0">
              <a:solidFill>
                <a:schemeClr val="bg1"/>
              </a:solidFill>
              <a:latin typeface="Georgia"/>
              <a:cs typeface="Georgi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2B4B5C9-6432-C421-53BE-AC7E8CE3E5E9}"/>
              </a:ext>
            </a:extLst>
          </p:cNvPr>
          <p:cNvSpPr txBox="1"/>
          <p:nvPr/>
        </p:nvSpPr>
        <p:spPr>
          <a:xfrm>
            <a:off x="5480786" y="4025176"/>
            <a:ext cx="3451225" cy="1750695"/>
          </a:xfrm>
          <a:prstGeom prst="rect">
            <a:avLst/>
          </a:prstGeom>
          <a:solidFill>
            <a:srgbClr val="C02690"/>
          </a:solidFill>
          <a:ln w="25370">
            <a:solidFill>
              <a:srgbClr val="941B6E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334645" marR="321945" indent="105410" algn="just">
              <a:lnSpc>
                <a:spcPct val="99600"/>
              </a:lnSpc>
              <a:spcBef>
                <a:spcPts val="1864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Estimate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cluster </a:t>
            </a:r>
            <a:r>
              <a:rPr sz="2800" spc="75" dirty="0">
                <a:solidFill>
                  <a:srgbClr val="FFFFFF"/>
                </a:solidFill>
                <a:latin typeface="Arial MT"/>
                <a:cs typeface="Arial MT"/>
              </a:rPr>
              <a:t>proportions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Arial MT"/>
                <a:cs typeface="Arial MT"/>
              </a:rPr>
              <a:t>from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relative</a:t>
            </a:r>
            <a:r>
              <a:rPr sz="28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weights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F1492DD-6AA4-CC83-5DB4-730B93A47AE3}"/>
              </a:ext>
            </a:extLst>
          </p:cNvPr>
          <p:cNvGraphicFramePr>
            <a:graphicFrameLocks noGrp="1"/>
          </p:cNvGraphicFramePr>
          <p:nvPr/>
        </p:nvGraphicFramePr>
        <p:xfrm>
          <a:off x="2201195" y="1583392"/>
          <a:ext cx="2969894" cy="285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0.52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0.26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50" dirty="0">
                          <a:latin typeface="Arial MT"/>
                          <a:cs typeface="Arial MT"/>
                        </a:rPr>
                        <a:t>0.002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60" dirty="0">
                          <a:latin typeface="Arial MT"/>
                          <a:cs typeface="Arial MT"/>
                        </a:rPr>
                        <a:t>0.008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0.99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0.75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0.93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30" dirty="0">
                          <a:latin typeface="Arial MT"/>
                          <a:cs typeface="Arial MT"/>
                        </a:rPr>
                        <a:t>0.86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0.01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2F09E640-9E33-82EB-BA1D-773F309D3030}"/>
              </a:ext>
            </a:extLst>
          </p:cNvPr>
          <p:cNvSpPr txBox="1"/>
          <p:nvPr/>
        </p:nvSpPr>
        <p:spPr>
          <a:xfrm>
            <a:off x="256264" y="4758332"/>
            <a:ext cx="1767205" cy="15189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765" marR="5080">
              <a:lnSpc>
                <a:spcPct val="798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weight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cluster:</a:t>
            </a:r>
            <a:endParaRPr sz="2400">
              <a:latin typeface="Arial MT"/>
              <a:cs typeface="Arial MT"/>
            </a:endParaRPr>
          </a:p>
          <a:p>
            <a:pPr marL="12700" marR="17145">
              <a:lnSpc>
                <a:spcPct val="79800"/>
              </a:lnSpc>
              <a:spcBef>
                <a:spcPts val="1989"/>
              </a:spcBef>
            </a:pP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spc="55" dirty="0">
                <a:latin typeface="Arial MT"/>
                <a:cs typeface="Arial MT"/>
              </a:rPr>
              <a:t>weight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dataset: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1FFE15CC-A082-0013-A8D5-640DAF21917D}"/>
              </a:ext>
            </a:extLst>
          </p:cNvPr>
          <p:cNvGraphicFramePr>
            <a:graphicFrameLocks noGrp="1"/>
          </p:cNvGraphicFramePr>
          <p:nvPr/>
        </p:nvGraphicFramePr>
        <p:xfrm>
          <a:off x="2188508" y="4915913"/>
          <a:ext cx="2956557" cy="365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1.242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2.8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2.42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R w="38100">
                      <a:solidFill>
                        <a:srgbClr val="B0007E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7">
            <a:extLst>
              <a:ext uri="{FF2B5EF4-FFF2-40B4-BE49-F238E27FC236}">
                <a16:creationId xmlns:a16="http://schemas.microsoft.com/office/drawing/2014/main" id="{9F268625-B36A-3F87-ADD9-E4CB07C31A7B}"/>
              </a:ext>
            </a:extLst>
          </p:cNvPr>
          <p:cNvSpPr txBox="1"/>
          <p:nvPr/>
        </p:nvSpPr>
        <p:spPr>
          <a:xfrm>
            <a:off x="3445910" y="5618347"/>
            <a:ext cx="3581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95" dirty="0">
                <a:latin typeface="Arial MT"/>
                <a:cs typeface="Arial MT"/>
              </a:rPr>
              <a:t>6</a:t>
            </a:r>
            <a:endParaRPr sz="4400">
              <a:latin typeface="Arial MT"/>
              <a:cs typeface="Arial MT"/>
            </a:endParaRPr>
          </a:p>
        </p:txBody>
      </p:sp>
      <p:grpSp>
        <p:nvGrpSpPr>
          <p:cNvPr id="10" name="object 8">
            <a:extLst>
              <a:ext uri="{FF2B5EF4-FFF2-40B4-BE49-F238E27FC236}">
                <a16:creationId xmlns:a16="http://schemas.microsoft.com/office/drawing/2014/main" id="{E23AFEB9-4428-F710-A412-E4E742CA833D}"/>
              </a:ext>
            </a:extLst>
          </p:cNvPr>
          <p:cNvGrpSpPr/>
          <p:nvPr/>
        </p:nvGrpSpPr>
        <p:grpSpPr>
          <a:xfrm>
            <a:off x="2123897" y="5552900"/>
            <a:ext cx="3138170" cy="128905"/>
            <a:chOff x="2123897" y="5552900"/>
            <a:chExt cx="3138170" cy="128905"/>
          </a:xfrm>
        </p:grpSpPr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CCF57DC1-3E60-FE57-F8F9-01CF7026E6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3897" y="5552900"/>
              <a:ext cx="3138055" cy="128847"/>
            </a:xfrm>
            <a:prstGeom prst="rect">
              <a:avLst/>
            </a:prstGeom>
          </p:spPr>
        </p:pic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980871BD-333C-9455-C661-AE95B4013A74}"/>
                </a:ext>
              </a:extLst>
            </p:cNvPr>
            <p:cNvSpPr/>
            <p:nvPr/>
          </p:nvSpPr>
          <p:spPr>
            <a:xfrm>
              <a:off x="2169477" y="5598067"/>
              <a:ext cx="3045460" cy="0"/>
            </a:xfrm>
            <a:custGeom>
              <a:avLst/>
              <a:gdLst/>
              <a:ahLst/>
              <a:cxnLst/>
              <a:rect l="l" t="t" r="r" b="b"/>
              <a:pathLst>
                <a:path w="3045460">
                  <a:moveTo>
                    <a:pt x="0" y="0"/>
                  </a:moveTo>
                  <a:lnTo>
                    <a:pt x="3044881" y="0"/>
                  </a:lnTo>
                </a:path>
              </a:pathLst>
            </a:custGeom>
            <a:ln w="380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1">
            <a:extLst>
              <a:ext uri="{FF2B5EF4-FFF2-40B4-BE49-F238E27FC236}">
                <a16:creationId xmlns:a16="http://schemas.microsoft.com/office/drawing/2014/main" id="{E30F3B98-D442-3EEF-DBEB-ECD54CD705EE}"/>
              </a:ext>
            </a:extLst>
          </p:cNvPr>
          <p:cNvGrpSpPr/>
          <p:nvPr/>
        </p:nvGrpSpPr>
        <p:grpSpPr>
          <a:xfrm>
            <a:off x="3749040" y="5918662"/>
            <a:ext cx="1325880" cy="577850"/>
            <a:chOff x="3749040" y="5918662"/>
            <a:chExt cx="1325880" cy="577850"/>
          </a:xfrm>
        </p:grpSpPr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32C39864-4C1D-0E38-D4B1-4AEBBE0AEC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0" y="5918662"/>
              <a:ext cx="1325880" cy="577734"/>
            </a:xfrm>
            <a:prstGeom prst="rect">
              <a:avLst/>
            </a:prstGeom>
          </p:spPr>
        </p:pic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88E965E2-EFE1-E6F3-A4F1-773B935A0105}"/>
                </a:ext>
              </a:extLst>
            </p:cNvPr>
            <p:cNvSpPr/>
            <p:nvPr/>
          </p:nvSpPr>
          <p:spPr>
            <a:xfrm>
              <a:off x="3981893" y="6103421"/>
              <a:ext cx="1042669" cy="306705"/>
            </a:xfrm>
            <a:custGeom>
              <a:avLst/>
              <a:gdLst/>
              <a:ahLst/>
              <a:cxnLst/>
              <a:rect l="l" t="t" r="r" b="b"/>
              <a:pathLst>
                <a:path w="1042670" h="306704">
                  <a:moveTo>
                    <a:pt x="1042162" y="306460"/>
                  </a:moveTo>
                  <a:lnTo>
                    <a:pt x="0" y="0"/>
                  </a:lnTo>
                </a:path>
              </a:pathLst>
            </a:custGeom>
            <a:ln w="38054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>
              <a:extLst>
                <a:ext uri="{FF2B5EF4-FFF2-40B4-BE49-F238E27FC236}">
                  <a16:creationId xmlns:a16="http://schemas.microsoft.com/office/drawing/2014/main" id="{FE99F693-CB1D-182D-B1F7-8060E1B5E13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5661" y="6052950"/>
              <a:ext cx="183366" cy="165591"/>
            </a:xfrm>
            <a:prstGeom prst="rect">
              <a:avLst/>
            </a:prstGeom>
          </p:spPr>
        </p:pic>
      </p:grpSp>
      <p:sp>
        <p:nvSpPr>
          <p:cNvPr id="17" name="object 15">
            <a:extLst>
              <a:ext uri="{FF2B5EF4-FFF2-40B4-BE49-F238E27FC236}">
                <a16:creationId xmlns:a16="http://schemas.microsoft.com/office/drawing/2014/main" id="{57425858-C555-8EB4-14D1-84A356037CAF}"/>
              </a:ext>
            </a:extLst>
          </p:cNvPr>
          <p:cNvSpPr txBox="1"/>
          <p:nvPr/>
        </p:nvSpPr>
        <p:spPr>
          <a:xfrm>
            <a:off x="5090007" y="6252576"/>
            <a:ext cx="209423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385" dirty="0">
                <a:solidFill>
                  <a:srgbClr val="B0007E"/>
                </a:solidFill>
                <a:latin typeface="Arial MT"/>
                <a:cs typeface="Arial MT"/>
              </a:rPr>
              <a:t>#</a:t>
            </a:r>
            <a:r>
              <a:rPr sz="2400" spc="14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datapoints</a:t>
            </a:r>
            <a:r>
              <a:rPr sz="2400" spc="14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D19B74D-209B-AD5A-AA29-13815DF8F1C2}"/>
              </a:ext>
            </a:extLst>
          </p:cNvPr>
          <p:cNvSpPr txBox="1"/>
          <p:nvPr/>
        </p:nvSpPr>
        <p:spPr>
          <a:xfrm>
            <a:off x="6641448" y="2588106"/>
            <a:ext cx="1043940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75" i="1" spc="577" baseline="-20036" dirty="0">
                <a:latin typeface="Cambria"/>
                <a:cs typeface="Cambria"/>
              </a:rPr>
              <a:t>N</a:t>
            </a:r>
            <a:r>
              <a:rPr sz="4575" i="1" spc="-509" baseline="-20036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soft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5EC4F2C7-8004-AEEA-2F43-29D6CCCEE9DB}"/>
              </a:ext>
            </a:extLst>
          </p:cNvPr>
          <p:cNvSpPr txBox="1"/>
          <p:nvPr/>
        </p:nvSpPr>
        <p:spPr>
          <a:xfrm>
            <a:off x="5668562" y="2990035"/>
            <a:ext cx="2036445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55625" algn="l"/>
                <a:tab pos="1010919" algn="l"/>
                <a:tab pos="1321435" algn="l"/>
                <a:tab pos="1997710" algn="l"/>
              </a:tabLst>
            </a:pPr>
            <a:r>
              <a:rPr sz="3050" spc="-915" dirty="0">
                <a:latin typeface="Cambria"/>
                <a:cs typeface="Cambria"/>
              </a:rPr>
              <a:t>⇡</a:t>
            </a:r>
            <a:r>
              <a:rPr sz="3050" spc="440" dirty="0">
                <a:latin typeface="Cambria"/>
                <a:cs typeface="Cambria"/>
              </a:rPr>
              <a:t>ˆ</a:t>
            </a:r>
            <a:r>
              <a:rPr sz="3150" i="1" spc="585" baseline="-11904" dirty="0">
                <a:latin typeface="Georgia"/>
                <a:cs typeface="Georgia"/>
              </a:rPr>
              <a:t>k</a:t>
            </a:r>
            <a:r>
              <a:rPr sz="3150" i="1" baseline="-11904" dirty="0">
                <a:latin typeface="Georgia"/>
                <a:cs typeface="Georgia"/>
              </a:rPr>
              <a:t>	</a:t>
            </a:r>
            <a:r>
              <a:rPr sz="3050" spc="625" dirty="0">
                <a:latin typeface="Cambria"/>
                <a:cs typeface="Cambria"/>
              </a:rPr>
              <a:t>=</a:t>
            </a:r>
            <a:r>
              <a:rPr sz="3050" dirty="0">
                <a:latin typeface="Cambria"/>
                <a:cs typeface="Cambria"/>
              </a:rPr>
              <a:t>	</a:t>
            </a:r>
            <a:r>
              <a:rPr sz="3150" i="1" u="sng" baseline="31746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sz="3150" i="1" u="sng" spc="187" baseline="31746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k</a:t>
            </a:r>
            <a:r>
              <a:rPr sz="3150" i="1" u="sng" baseline="31746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3150" baseline="31746">
              <a:latin typeface="Georgia"/>
              <a:cs typeface="Georgia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06050D6C-2771-2ABC-B81A-FB55BE6E9608}"/>
              </a:ext>
            </a:extLst>
          </p:cNvPr>
          <p:cNvSpPr txBox="1"/>
          <p:nvPr/>
        </p:nvSpPr>
        <p:spPr>
          <a:xfrm>
            <a:off x="6983792" y="3255295"/>
            <a:ext cx="336550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i="1" spc="335" dirty="0">
                <a:latin typeface="Cambria"/>
                <a:cs typeface="Cambria"/>
              </a:rPr>
              <a:t>N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63B9A890-AAA1-0E53-96BD-8DD0FE97ACC2}"/>
              </a:ext>
            </a:extLst>
          </p:cNvPr>
          <p:cNvSpPr/>
          <p:nvPr/>
        </p:nvSpPr>
        <p:spPr>
          <a:xfrm>
            <a:off x="9384156" y="3289846"/>
            <a:ext cx="2113915" cy="932815"/>
          </a:xfrm>
          <a:custGeom>
            <a:avLst/>
            <a:gdLst/>
            <a:ahLst/>
            <a:cxnLst/>
            <a:rect l="l" t="t" r="r" b="b"/>
            <a:pathLst>
              <a:path w="2113915" h="932814">
                <a:moveTo>
                  <a:pt x="2113661" y="0"/>
                </a:moveTo>
                <a:lnTo>
                  <a:pt x="0" y="0"/>
                </a:lnTo>
                <a:lnTo>
                  <a:pt x="0" y="932319"/>
                </a:lnTo>
                <a:lnTo>
                  <a:pt x="2113661" y="932319"/>
                </a:lnTo>
                <a:lnTo>
                  <a:pt x="2113661" y="0"/>
                </a:lnTo>
                <a:close/>
              </a:path>
            </a:pathLst>
          </a:custGeom>
          <a:solidFill>
            <a:srgbClr val="CCF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59AFC8AF-6B2F-4D9D-DE55-7DC8EB6DEB74}"/>
              </a:ext>
            </a:extLst>
          </p:cNvPr>
          <p:cNvSpPr txBox="1"/>
          <p:nvPr/>
        </p:nvSpPr>
        <p:spPr>
          <a:xfrm>
            <a:off x="9366580" y="3510743"/>
            <a:ext cx="28130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285" dirty="0">
                <a:latin typeface="Cambria"/>
                <a:cs typeface="Cambria"/>
              </a:rPr>
              <a:t>N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B70108A8-6812-9CB9-5A7C-37A9FF13B200}"/>
              </a:ext>
            </a:extLst>
          </p:cNvPr>
          <p:cNvSpPr txBox="1"/>
          <p:nvPr/>
        </p:nvSpPr>
        <p:spPr>
          <a:xfrm>
            <a:off x="9622509" y="3379238"/>
            <a:ext cx="56642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ts val="2705"/>
              </a:lnSpc>
              <a:spcBef>
                <a:spcPts val="105"/>
              </a:spcBef>
            </a:pPr>
            <a:r>
              <a:rPr sz="2500" spc="-20" dirty="0">
                <a:latin typeface="Cambria"/>
                <a:cs typeface="Cambria"/>
              </a:rPr>
              <a:t>soft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ts val="1805"/>
              </a:lnSpc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29DA7E18-1131-4375-49F0-2CD658BDC8D9}"/>
              </a:ext>
            </a:extLst>
          </p:cNvPr>
          <p:cNvSpPr txBox="1"/>
          <p:nvPr/>
        </p:nvSpPr>
        <p:spPr>
          <a:xfrm>
            <a:off x="10721137" y="3208185"/>
            <a:ext cx="227329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90" dirty="0">
                <a:latin typeface="Georgia"/>
                <a:cs typeface="Georgia"/>
              </a:rPr>
              <a:t>N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50B43D16-C4C8-1721-0CFB-B10A1C0CD07F}"/>
              </a:ext>
            </a:extLst>
          </p:cNvPr>
          <p:cNvSpPr txBox="1"/>
          <p:nvPr/>
        </p:nvSpPr>
        <p:spPr>
          <a:xfrm>
            <a:off x="10603930" y="3208192"/>
            <a:ext cx="4857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1995" dirty="0">
                <a:latin typeface="Lucida Sans Unicode"/>
                <a:cs typeface="Lucida Sans Unicode"/>
              </a:rPr>
              <a:t>X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96EB773D-C14D-E268-B2B0-38D8B98CB2B4}"/>
              </a:ext>
            </a:extLst>
          </p:cNvPr>
          <p:cNvSpPr txBox="1"/>
          <p:nvPr/>
        </p:nvSpPr>
        <p:spPr>
          <a:xfrm>
            <a:off x="10627653" y="3982001"/>
            <a:ext cx="4381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290" dirty="0">
                <a:latin typeface="Georgia"/>
                <a:cs typeface="Georgia"/>
              </a:rPr>
              <a:t>i</a:t>
            </a:r>
            <a:r>
              <a:rPr sz="1750" spc="290" dirty="0">
                <a:latin typeface="Calibri"/>
                <a:cs typeface="Calibri"/>
              </a:rPr>
              <a:t>=1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A9D7EA93-26B0-F241-A38B-DFBDB9818932}"/>
              </a:ext>
            </a:extLst>
          </p:cNvPr>
          <p:cNvSpPr txBox="1"/>
          <p:nvPr/>
        </p:nvSpPr>
        <p:spPr>
          <a:xfrm>
            <a:off x="10267721" y="3510743"/>
            <a:ext cx="101854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1694" algn="l"/>
              </a:tabLst>
            </a:pPr>
            <a:r>
              <a:rPr sz="2500" spc="505" dirty="0">
                <a:latin typeface="Cambria"/>
                <a:cs typeface="Cambria"/>
              </a:rPr>
              <a:t>=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i="1" spc="60" dirty="0">
                <a:latin typeface="Cambria"/>
                <a:cs typeface="Cambria"/>
              </a:rPr>
              <a:t>r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EB18B2F2-5892-0FA1-88B0-612BBD08739E}"/>
              </a:ext>
            </a:extLst>
          </p:cNvPr>
          <p:cNvSpPr txBox="1"/>
          <p:nvPr/>
        </p:nvSpPr>
        <p:spPr>
          <a:xfrm>
            <a:off x="11260779" y="3654037"/>
            <a:ext cx="2514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30" dirty="0">
                <a:latin typeface="Georgia"/>
                <a:cs typeface="Georgia"/>
              </a:rPr>
              <a:t>ik</a:t>
            </a:r>
            <a:endParaRPr sz="1750">
              <a:latin typeface="Georgia"/>
              <a:cs typeface="Georgia"/>
            </a:endParaRPr>
          </a:p>
        </p:txBody>
      </p:sp>
      <p:grpSp>
        <p:nvGrpSpPr>
          <p:cNvPr id="30" name="object 27">
            <a:extLst>
              <a:ext uri="{FF2B5EF4-FFF2-40B4-BE49-F238E27FC236}">
                <a16:creationId xmlns:a16="http://schemas.microsoft.com/office/drawing/2014/main" id="{25DF9C2E-493B-685C-A72F-522094EE5664}"/>
              </a:ext>
            </a:extLst>
          </p:cNvPr>
          <p:cNvGrpSpPr/>
          <p:nvPr/>
        </p:nvGrpSpPr>
        <p:grpSpPr>
          <a:xfrm>
            <a:off x="7510551" y="2913611"/>
            <a:ext cx="4012565" cy="1334135"/>
            <a:chOff x="7510551" y="2913611"/>
            <a:chExt cx="4012565" cy="1334135"/>
          </a:xfrm>
        </p:grpSpPr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AAC01948-ADFE-7A1D-2F5A-0EAE90AA0B76}"/>
                </a:ext>
              </a:extLst>
            </p:cNvPr>
            <p:cNvSpPr/>
            <p:nvPr/>
          </p:nvSpPr>
          <p:spPr>
            <a:xfrm>
              <a:off x="9371469" y="3277161"/>
              <a:ext cx="2139315" cy="958215"/>
            </a:xfrm>
            <a:custGeom>
              <a:avLst/>
              <a:gdLst/>
              <a:ahLst/>
              <a:cxnLst/>
              <a:rect l="l" t="t" r="r" b="b"/>
              <a:pathLst>
                <a:path w="2139315" h="958214">
                  <a:moveTo>
                    <a:pt x="0" y="0"/>
                  </a:moveTo>
                  <a:lnTo>
                    <a:pt x="2138949" y="0"/>
                  </a:lnTo>
                  <a:lnTo>
                    <a:pt x="2138949" y="957687"/>
                  </a:lnTo>
                  <a:lnTo>
                    <a:pt x="0" y="957687"/>
                  </a:lnTo>
                  <a:lnTo>
                    <a:pt x="0" y="0"/>
                  </a:lnTo>
                  <a:close/>
                </a:path>
              </a:pathLst>
            </a:custGeom>
            <a:ln w="25370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29">
              <a:extLst>
                <a:ext uri="{FF2B5EF4-FFF2-40B4-BE49-F238E27FC236}">
                  <a16:creationId xmlns:a16="http://schemas.microsoft.com/office/drawing/2014/main" id="{16C1F99A-9A81-DE79-A98D-EF6A433CC58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0551" y="2913611"/>
              <a:ext cx="1874520" cy="926868"/>
            </a:xfrm>
            <a:prstGeom prst="rect">
              <a:avLst/>
            </a:prstGeom>
          </p:spPr>
        </p:pic>
        <p:sp>
          <p:nvSpPr>
            <p:cNvPr id="34" name="object 30">
              <a:extLst>
                <a:ext uri="{FF2B5EF4-FFF2-40B4-BE49-F238E27FC236}">
                  <a16:creationId xmlns:a16="http://schemas.microsoft.com/office/drawing/2014/main" id="{ED987AB5-3C0A-1D86-9754-746BF2417555}"/>
                </a:ext>
              </a:extLst>
            </p:cNvPr>
            <p:cNvSpPr/>
            <p:nvPr/>
          </p:nvSpPr>
          <p:spPr>
            <a:xfrm>
              <a:off x="7744385" y="3100907"/>
              <a:ext cx="1589405" cy="655320"/>
            </a:xfrm>
            <a:custGeom>
              <a:avLst/>
              <a:gdLst/>
              <a:ahLst/>
              <a:cxnLst/>
              <a:rect l="l" t="t" r="r" b="b"/>
              <a:pathLst>
                <a:path w="1589404" h="655320">
                  <a:moveTo>
                    <a:pt x="1589022" y="655091"/>
                  </a:moveTo>
                  <a:lnTo>
                    <a:pt x="0" y="0"/>
                  </a:lnTo>
                </a:path>
              </a:pathLst>
            </a:custGeom>
            <a:ln w="38054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1">
              <a:extLst>
                <a:ext uri="{FF2B5EF4-FFF2-40B4-BE49-F238E27FC236}">
                  <a16:creationId xmlns:a16="http://schemas.microsoft.com/office/drawing/2014/main" id="{B23E44ED-6261-2925-5705-E060F999480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9471" y="3064014"/>
              <a:ext cx="184721" cy="160839"/>
            </a:xfrm>
            <a:prstGeom prst="rect">
              <a:avLst/>
            </a:prstGeom>
          </p:spPr>
        </p:pic>
      </p:grpSp>
      <p:sp>
        <p:nvSpPr>
          <p:cNvPr id="36" name="object 32">
            <a:extLst>
              <a:ext uri="{FF2B5EF4-FFF2-40B4-BE49-F238E27FC236}">
                <a16:creationId xmlns:a16="http://schemas.microsoft.com/office/drawing/2014/main" id="{C7A696A9-E433-96D7-67BD-CE9E95EA2B60}"/>
              </a:ext>
            </a:extLst>
          </p:cNvPr>
          <p:cNvSpPr txBox="1"/>
          <p:nvPr/>
        </p:nvSpPr>
        <p:spPr>
          <a:xfrm>
            <a:off x="9097160" y="4299151"/>
            <a:ext cx="2787015" cy="570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50"/>
              </a:lnSpc>
              <a:spcBef>
                <a:spcPts val="95"/>
              </a:spcBef>
            </a:pP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Total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85BD05"/>
                </a:solidFill>
                <a:latin typeface="Arial MT"/>
                <a:cs typeface="Arial MT"/>
              </a:rPr>
              <a:t>weight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in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cluster</a:t>
            </a:r>
            <a:r>
              <a:rPr sz="2000" spc="9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85BD05"/>
                </a:solidFill>
                <a:latin typeface="Arial MT"/>
                <a:cs typeface="Arial MT"/>
              </a:rPr>
              <a:t>k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ts val="2150"/>
              </a:lnSpc>
            </a:pPr>
            <a:r>
              <a:rPr sz="2000" spc="195" dirty="0">
                <a:solidFill>
                  <a:srgbClr val="85BD05"/>
                </a:solidFill>
                <a:latin typeface="Arial MT"/>
                <a:cs typeface="Arial MT"/>
              </a:rPr>
              <a:t>=</a:t>
            </a:r>
            <a:r>
              <a:rPr sz="2000" spc="85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5BD05"/>
                </a:solidFill>
                <a:latin typeface="Arial MT"/>
                <a:cs typeface="Arial MT"/>
              </a:rPr>
              <a:t>effective</a:t>
            </a:r>
            <a:r>
              <a:rPr sz="2000" spc="90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330" dirty="0">
                <a:solidFill>
                  <a:srgbClr val="85BD05"/>
                </a:solidFill>
                <a:latin typeface="Arial MT"/>
                <a:cs typeface="Arial MT"/>
              </a:rPr>
              <a:t>#</a:t>
            </a:r>
            <a:r>
              <a:rPr sz="2000" spc="90" dirty="0">
                <a:solidFill>
                  <a:srgbClr val="85BD0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5BD05"/>
                </a:solidFill>
                <a:latin typeface="Arial MT"/>
                <a:cs typeface="Arial MT"/>
              </a:rPr>
              <a:t>obs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14645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6691-A8D9-5751-7726-B3DA767C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92C3A5C5-1C7E-1CF2-41BC-8957BDF9BBE6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AC21D-933B-7F43-A871-66C4212285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A265C21-850D-4506-3A0A-209C7A94DF37}"/>
              </a:ext>
            </a:extLst>
          </p:cNvPr>
          <p:cNvSpPr txBox="1">
            <a:spLocks/>
          </p:cNvSpPr>
          <p:nvPr/>
        </p:nvSpPr>
        <p:spPr>
          <a:xfrm>
            <a:off x="268926" y="482664"/>
            <a:ext cx="11618274" cy="626710"/>
          </a:xfrm>
          <a:prstGeom prst="rect">
            <a:avLst/>
          </a:prstGeom>
        </p:spPr>
        <p:txBody>
          <a:bodyPr vert="horz" wrap="square" lIns="0" tIns="139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 marR="30480" algn="l">
              <a:lnSpc>
                <a:spcPct val="79100"/>
              </a:lnSpc>
              <a:spcBef>
                <a:spcPts val="1095"/>
              </a:spcBef>
            </a:pPr>
            <a:r>
              <a:rPr lang="en-US" sz="4000" spc="70">
                <a:solidFill>
                  <a:schemeClr val="bg1"/>
                </a:solidFill>
              </a:rPr>
              <a:t>Defaults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280">
                <a:solidFill>
                  <a:schemeClr val="bg1"/>
                </a:solidFill>
              </a:rPr>
              <a:t>to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100">
                <a:solidFill>
                  <a:schemeClr val="bg1"/>
                </a:solidFill>
              </a:rPr>
              <a:t>hard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60">
                <a:solidFill>
                  <a:schemeClr val="bg1"/>
                </a:solidFill>
              </a:rPr>
              <a:t>assignment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-20">
                <a:solidFill>
                  <a:schemeClr val="bg1"/>
                </a:solidFill>
              </a:rPr>
              <a:t>case </a:t>
            </a:r>
            <a:r>
              <a:rPr lang="en-US" sz="4000" spc="165">
                <a:solidFill>
                  <a:schemeClr val="bg1"/>
                </a:solidFill>
              </a:rPr>
              <a:t>when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100">
                <a:solidFill>
                  <a:schemeClr val="bg1"/>
                </a:solidFill>
              </a:rPr>
              <a:t>r</a:t>
            </a:r>
            <a:r>
              <a:rPr lang="en-US" sz="3975" spc="150" baseline="-20964">
                <a:solidFill>
                  <a:schemeClr val="bg1"/>
                </a:solidFill>
              </a:rPr>
              <a:t>ij</a:t>
            </a:r>
            <a:r>
              <a:rPr lang="en-US" sz="3975" spc="442" baseline="-20964">
                <a:solidFill>
                  <a:schemeClr val="bg1"/>
                </a:solidFill>
              </a:rPr>
              <a:t> </a:t>
            </a:r>
            <a:r>
              <a:rPr lang="en-US" sz="4000" spc="140">
                <a:solidFill>
                  <a:schemeClr val="bg1"/>
                </a:solidFill>
              </a:rPr>
              <a:t>in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{0,1}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DCC7C88-BE89-6458-E2CD-844C5572FE4A}"/>
              </a:ext>
            </a:extLst>
          </p:cNvPr>
          <p:cNvSpPr txBox="1"/>
          <p:nvPr/>
        </p:nvSpPr>
        <p:spPr>
          <a:xfrm>
            <a:off x="1039094" y="2430187"/>
            <a:ext cx="28892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i="1" spc="150" dirty="0">
                <a:latin typeface="Georgia"/>
                <a:cs typeface="Georgia"/>
              </a:rPr>
              <a:t>ik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0A4EC33-D4F2-B2A0-F3B8-200C67B1A5B7}"/>
              </a:ext>
            </a:extLst>
          </p:cNvPr>
          <p:cNvSpPr txBox="1"/>
          <p:nvPr/>
        </p:nvSpPr>
        <p:spPr>
          <a:xfrm>
            <a:off x="871259" y="2262801"/>
            <a:ext cx="874394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1500" algn="l"/>
              </a:tabLst>
            </a:pPr>
            <a:r>
              <a:rPr sz="2900" i="1" spc="90" dirty="0">
                <a:latin typeface="Cambria"/>
                <a:cs typeface="Cambria"/>
              </a:rPr>
              <a:t>r</a:t>
            </a:r>
            <a:r>
              <a:rPr sz="2900" i="1" dirty="0">
                <a:latin typeface="Cambria"/>
                <a:cs typeface="Cambria"/>
              </a:rPr>
              <a:t>	</a:t>
            </a:r>
            <a:r>
              <a:rPr sz="2900" spc="620" dirty="0">
                <a:latin typeface="Cambria"/>
                <a:cs typeface="Cambria"/>
              </a:rPr>
              <a:t>=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7E9E6E2-E3BA-76A8-45A4-4F77B1D56AA8}"/>
              </a:ext>
            </a:extLst>
          </p:cNvPr>
          <p:cNvSpPr txBox="1"/>
          <p:nvPr/>
        </p:nvSpPr>
        <p:spPr>
          <a:xfrm>
            <a:off x="1823347" y="1738411"/>
            <a:ext cx="304800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spc="-595" dirty="0">
                <a:latin typeface="Lucida Sans Unicode"/>
                <a:cs typeface="Lucida Sans Unicode"/>
              </a:rPr>
              <a:t>⇢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148C7A9-462D-1798-1EF1-E1AA2DABF09A}"/>
              </a:ext>
            </a:extLst>
          </p:cNvPr>
          <p:cNvSpPr txBox="1"/>
          <p:nvPr/>
        </p:nvSpPr>
        <p:spPr>
          <a:xfrm>
            <a:off x="2288320" y="2035940"/>
            <a:ext cx="2115820" cy="9182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70230" algn="l"/>
              </a:tabLst>
            </a:pPr>
            <a:r>
              <a:rPr sz="2900" spc="-50" dirty="0">
                <a:latin typeface="Cambria"/>
                <a:cs typeface="Cambria"/>
              </a:rPr>
              <a:t>1</a:t>
            </a:r>
            <a:r>
              <a:rPr sz="2900" dirty="0">
                <a:latin typeface="Cambria"/>
                <a:cs typeface="Cambria"/>
              </a:rPr>
              <a:t>	</a:t>
            </a:r>
            <a:r>
              <a:rPr sz="2900" i="1" spc="210" dirty="0">
                <a:latin typeface="Cambria"/>
                <a:cs typeface="Cambria"/>
              </a:rPr>
              <a:t>i</a:t>
            </a:r>
            <a:r>
              <a:rPr sz="2900" i="1" spc="345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in</a:t>
            </a:r>
            <a:r>
              <a:rPr sz="2900" spc="350" dirty="0">
                <a:latin typeface="Cambria"/>
                <a:cs typeface="Cambria"/>
              </a:rPr>
              <a:t> </a:t>
            </a:r>
            <a:r>
              <a:rPr sz="2900" i="1" spc="20" dirty="0">
                <a:latin typeface="Cambria"/>
                <a:cs typeface="Cambria"/>
              </a:rPr>
              <a:t>k</a:t>
            </a:r>
            <a:endParaRPr sz="2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570230" algn="l"/>
              </a:tabLst>
            </a:pPr>
            <a:r>
              <a:rPr sz="2900" spc="-50" dirty="0">
                <a:latin typeface="Cambria"/>
                <a:cs typeface="Cambria"/>
              </a:rPr>
              <a:t>0</a:t>
            </a:r>
            <a:r>
              <a:rPr sz="2900" dirty="0">
                <a:latin typeface="Cambria"/>
                <a:cs typeface="Cambria"/>
              </a:rPr>
              <a:t>	</a:t>
            </a:r>
            <a:r>
              <a:rPr sz="2900" spc="-45" dirty="0">
                <a:latin typeface="Cambria"/>
                <a:cs typeface="Cambria"/>
              </a:rPr>
              <a:t>otherwise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FBBDD3D-F16A-0146-C85A-D734E4A91B00}"/>
              </a:ext>
            </a:extLst>
          </p:cNvPr>
          <p:cNvSpPr txBox="1"/>
          <p:nvPr/>
        </p:nvSpPr>
        <p:spPr>
          <a:xfrm>
            <a:off x="865240" y="1635391"/>
            <a:ext cx="3329304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Hard assignments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have: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319F51D-DD5A-2A5C-327A-861A6411AEE7}"/>
              </a:ext>
            </a:extLst>
          </p:cNvPr>
          <p:cNvGraphicFramePr>
            <a:graphicFrameLocks noGrp="1"/>
          </p:cNvGraphicFramePr>
          <p:nvPr/>
        </p:nvGraphicFramePr>
        <p:xfrm>
          <a:off x="739596" y="3244298"/>
          <a:ext cx="6308723" cy="285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3600" b="1" spc="-37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2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[1]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[2]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800" spc="-15" baseline="-20833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[3]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70" dirty="0"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B0007E"/>
                      </a:solidFill>
                      <a:prstDash val="solid"/>
                    </a:lnR>
                    <a:lnT w="12700">
                      <a:solidFill>
                        <a:srgbClr val="B0007E"/>
                      </a:solidFill>
                      <a:prstDash val="solid"/>
                    </a:lnT>
                    <a:lnB w="127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9">
            <a:extLst>
              <a:ext uri="{FF2B5EF4-FFF2-40B4-BE49-F238E27FC236}">
                <a16:creationId xmlns:a16="http://schemas.microsoft.com/office/drawing/2014/main" id="{C065D685-124E-C873-7018-C2A03D4C6EB3}"/>
              </a:ext>
            </a:extLst>
          </p:cNvPr>
          <p:cNvSpPr txBox="1"/>
          <p:nvPr/>
        </p:nvSpPr>
        <p:spPr>
          <a:xfrm>
            <a:off x="751057" y="6235665"/>
            <a:ext cx="319341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65" dirty="0">
                <a:latin typeface="Arial MT"/>
                <a:cs typeface="Arial MT"/>
              </a:rPr>
              <a:t> weight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cluster: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40F2D61-5895-DA95-6894-67FA21D5217A}"/>
              </a:ext>
            </a:extLst>
          </p:cNvPr>
          <p:cNvGraphicFramePr>
            <a:graphicFrameLocks noGrp="1"/>
          </p:cNvGraphicFramePr>
          <p:nvPr/>
        </p:nvGraphicFramePr>
        <p:xfrm>
          <a:off x="4078878" y="6243573"/>
          <a:ext cx="2956557" cy="365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B0007E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FFAA7D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CCF757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B0007E"/>
                      </a:solidFill>
                      <a:prstDash val="solid"/>
                    </a:lnR>
                    <a:lnT w="38100">
                      <a:solidFill>
                        <a:srgbClr val="B0007E"/>
                      </a:solidFill>
                      <a:prstDash val="solid"/>
                    </a:lnT>
                    <a:lnB w="38100">
                      <a:solidFill>
                        <a:srgbClr val="B0007E"/>
                      </a:solidFill>
                      <a:prstDash val="solid"/>
                    </a:lnB>
                    <a:solidFill>
                      <a:srgbClr val="6A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object 11">
            <a:extLst>
              <a:ext uri="{FF2B5EF4-FFF2-40B4-BE49-F238E27FC236}">
                <a16:creationId xmlns:a16="http://schemas.microsoft.com/office/drawing/2014/main" id="{E489363F-BC9D-4B3B-AAF3-533F6ADDB568}"/>
              </a:ext>
            </a:extLst>
          </p:cNvPr>
          <p:cNvGrpSpPr/>
          <p:nvPr/>
        </p:nvGrpSpPr>
        <p:grpSpPr>
          <a:xfrm>
            <a:off x="7211288" y="4572006"/>
            <a:ext cx="1151890" cy="786130"/>
            <a:chOff x="7211288" y="4572006"/>
            <a:chExt cx="1151890" cy="786130"/>
          </a:xfrm>
        </p:grpSpPr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D13B4B66-7A00-A276-ABAF-2A0CDFE935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1288" y="4572006"/>
              <a:ext cx="1151312" cy="785552"/>
            </a:xfrm>
            <a:prstGeom prst="rect">
              <a:avLst/>
            </a:prstGeom>
          </p:spPr>
        </p:pic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1FF9437B-119D-F714-E292-0FF659C3E6E7}"/>
                </a:ext>
              </a:extLst>
            </p:cNvPr>
            <p:cNvSpPr/>
            <p:nvPr/>
          </p:nvSpPr>
          <p:spPr>
            <a:xfrm>
              <a:off x="7379929" y="4710622"/>
              <a:ext cx="930275" cy="570865"/>
            </a:xfrm>
            <a:custGeom>
              <a:avLst/>
              <a:gdLst/>
              <a:ahLst/>
              <a:cxnLst/>
              <a:rect l="l" t="t" r="r" b="b"/>
              <a:pathLst>
                <a:path w="930275" h="570864">
                  <a:moveTo>
                    <a:pt x="930061" y="570329"/>
                  </a:moveTo>
                  <a:lnTo>
                    <a:pt x="0" y="0"/>
                  </a:lnTo>
                </a:path>
              </a:pathLst>
            </a:custGeom>
            <a:ln w="25370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E7C9CCD6-199B-F495-255F-CA31186E72B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8468" y="4697463"/>
              <a:ext cx="122402" cy="105283"/>
            </a:xfrm>
            <a:prstGeom prst="rect">
              <a:avLst/>
            </a:prstGeom>
          </p:spPr>
        </p:pic>
      </p:grpSp>
      <p:sp>
        <p:nvSpPr>
          <p:cNvPr id="16" name="object 15">
            <a:extLst>
              <a:ext uri="{FF2B5EF4-FFF2-40B4-BE49-F238E27FC236}">
                <a16:creationId xmlns:a16="http://schemas.microsoft.com/office/drawing/2014/main" id="{4A373651-5DFC-F16B-B35D-8C2A770142EB}"/>
              </a:ext>
            </a:extLst>
          </p:cNvPr>
          <p:cNvSpPr txBox="1"/>
          <p:nvPr/>
        </p:nvSpPr>
        <p:spPr>
          <a:xfrm>
            <a:off x="7690853" y="5288546"/>
            <a:ext cx="3011170" cy="7461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4"/>
              </a:spcBef>
            </a:pPr>
            <a:r>
              <a:rPr sz="2400" spc="130" dirty="0">
                <a:solidFill>
                  <a:srgbClr val="B0007E"/>
                </a:solidFill>
                <a:latin typeface="Arial MT"/>
                <a:cs typeface="Arial MT"/>
              </a:rPr>
              <a:t>One-</a:t>
            </a:r>
            <a:r>
              <a:rPr sz="2400" spc="110" dirty="0">
                <a:solidFill>
                  <a:srgbClr val="B0007E"/>
                </a:solidFill>
                <a:latin typeface="Arial MT"/>
                <a:cs typeface="Arial MT"/>
              </a:rPr>
              <a:t>hot</a:t>
            </a:r>
            <a:r>
              <a:rPr sz="2400" spc="-1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B0007E"/>
                </a:solidFill>
                <a:latin typeface="Arial MT"/>
                <a:cs typeface="Arial MT"/>
              </a:rPr>
              <a:t>encoding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B0007E"/>
                </a:solidFill>
                <a:latin typeface="Arial MT"/>
                <a:cs typeface="Arial MT"/>
              </a:rPr>
              <a:t>of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400" spc="254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assignment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BA511C-C841-1BE7-583E-10F48BC3DBD9}"/>
                  </a:ext>
                </a:extLst>
              </p14:cNvPr>
              <p14:cNvContentPartPr/>
              <p14:nvPr/>
            </p14:nvContentPartPr>
            <p14:xfrm>
              <a:off x="6676213" y="2752540"/>
              <a:ext cx="2203560" cy="2193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BA511C-C841-1BE7-583E-10F48BC3DB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5413" y="2742102"/>
                <a:ext cx="2224800" cy="22143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4192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8B61-1E9F-CED3-440F-FF9129DA3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C768E3EA-C4CB-FDC8-1063-D47E11A0E293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084E0-8CEB-30C0-CE07-4283271756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ECE6F9D-2113-94EA-EE32-E95D407519AF}"/>
              </a:ext>
            </a:extLst>
          </p:cNvPr>
          <p:cNvSpPr txBox="1">
            <a:spLocks/>
          </p:cNvSpPr>
          <p:nvPr/>
        </p:nvSpPr>
        <p:spPr>
          <a:xfrm>
            <a:off x="218139" y="254162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65">
                <a:solidFill>
                  <a:schemeClr val="bg1"/>
                </a:solidFill>
              </a:rPr>
              <a:t>Equating</a:t>
            </a:r>
            <a:r>
              <a:rPr lang="en-US" spc="-90">
                <a:solidFill>
                  <a:schemeClr val="bg1"/>
                </a:solidFill>
              </a:rPr>
              <a:t> </a:t>
            </a:r>
            <a:r>
              <a:rPr lang="en-US" spc="160">
                <a:solidFill>
                  <a:schemeClr val="bg1"/>
                </a:solidFill>
              </a:rPr>
              <a:t>the</a:t>
            </a:r>
            <a:r>
              <a:rPr lang="en-US" spc="-90">
                <a:solidFill>
                  <a:schemeClr val="bg1"/>
                </a:solidFill>
              </a:rPr>
              <a:t> </a:t>
            </a:r>
            <a:r>
              <a:rPr lang="en-US" spc="-30">
                <a:solidFill>
                  <a:schemeClr val="bg1"/>
                </a:solidFill>
              </a:rPr>
              <a:t>estimates…</a:t>
            </a:r>
            <a:endParaRPr lang="en-US" spc="-30" dirty="0">
              <a:solidFill>
                <a:schemeClr val="bg1"/>
              </a:solidFill>
            </a:endParaRPr>
          </a:p>
        </p:txBody>
      </p:sp>
      <p:sp>
        <p:nvSpPr>
          <p:cNvPr id="45" name="object 3">
            <a:extLst>
              <a:ext uri="{FF2B5EF4-FFF2-40B4-BE49-F238E27FC236}">
                <a16:creationId xmlns:a16="http://schemas.microsoft.com/office/drawing/2014/main" id="{0425D90F-DE39-ABE9-79B8-EFE5AF55E4B6}"/>
              </a:ext>
            </a:extLst>
          </p:cNvPr>
          <p:cNvSpPr txBox="1"/>
          <p:nvPr/>
        </p:nvSpPr>
        <p:spPr>
          <a:xfrm>
            <a:off x="1777399" y="2191642"/>
            <a:ext cx="27749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spc="-1145" dirty="0">
                <a:latin typeface="Cambria"/>
                <a:cs typeface="Cambria"/>
              </a:rPr>
              <a:t>⇡</a:t>
            </a:r>
            <a:r>
              <a:rPr sz="3550" spc="380" dirty="0">
                <a:latin typeface="Cambria"/>
                <a:cs typeface="Cambria"/>
              </a:rPr>
              <a:t>ˆ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46" name="object 4">
            <a:extLst>
              <a:ext uri="{FF2B5EF4-FFF2-40B4-BE49-F238E27FC236}">
                <a16:creationId xmlns:a16="http://schemas.microsoft.com/office/drawing/2014/main" id="{EC27B977-5B2E-AB8D-AA2D-B1F5C66AFCA6}"/>
              </a:ext>
            </a:extLst>
          </p:cNvPr>
          <p:cNvSpPr txBox="1"/>
          <p:nvPr/>
        </p:nvSpPr>
        <p:spPr>
          <a:xfrm>
            <a:off x="2036777" y="2396393"/>
            <a:ext cx="2190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135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47" name="object 5">
            <a:extLst>
              <a:ext uri="{FF2B5EF4-FFF2-40B4-BE49-F238E27FC236}">
                <a16:creationId xmlns:a16="http://schemas.microsoft.com/office/drawing/2014/main" id="{85894897-BCBA-ED48-7AD0-F5B807885F6E}"/>
              </a:ext>
            </a:extLst>
          </p:cNvPr>
          <p:cNvSpPr txBox="1"/>
          <p:nvPr/>
        </p:nvSpPr>
        <p:spPr>
          <a:xfrm>
            <a:off x="2896571" y="1718785"/>
            <a:ext cx="121412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325" i="1" spc="712" baseline="-20344" dirty="0">
                <a:latin typeface="Cambria"/>
                <a:cs typeface="Cambria"/>
              </a:rPr>
              <a:t>N</a:t>
            </a:r>
            <a:r>
              <a:rPr sz="5325" i="1" spc="-585" baseline="-20344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soft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48" name="object 6">
            <a:extLst>
              <a:ext uri="{FF2B5EF4-FFF2-40B4-BE49-F238E27FC236}">
                <a16:creationId xmlns:a16="http://schemas.microsoft.com/office/drawing/2014/main" id="{DB3DC67A-E6E1-6DCD-628E-750A23F1D74D}"/>
              </a:ext>
            </a:extLst>
          </p:cNvPr>
          <p:cNvSpPr txBox="1"/>
          <p:nvPr/>
        </p:nvSpPr>
        <p:spPr>
          <a:xfrm>
            <a:off x="2361646" y="2012728"/>
            <a:ext cx="177228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72770" algn="l"/>
                <a:tab pos="938530" algn="l"/>
                <a:tab pos="1733550" algn="l"/>
              </a:tabLst>
            </a:pPr>
            <a:r>
              <a:rPr sz="5325" spc="1125" baseline="-21909" dirty="0">
                <a:latin typeface="Cambria"/>
                <a:cs typeface="Cambria"/>
              </a:rPr>
              <a:t>=</a:t>
            </a:r>
            <a:r>
              <a:rPr sz="5325" baseline="-21909" dirty="0">
                <a:latin typeface="Cambria"/>
                <a:cs typeface="Cambria"/>
              </a:rPr>
              <a:t>	</a:t>
            </a:r>
            <a:r>
              <a:rPr sz="25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sz="2500" i="1" u="sng" spc="135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k</a:t>
            </a:r>
            <a:r>
              <a:rPr sz="25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49" name="object 7">
            <a:extLst>
              <a:ext uri="{FF2B5EF4-FFF2-40B4-BE49-F238E27FC236}">
                <a16:creationId xmlns:a16="http://schemas.microsoft.com/office/drawing/2014/main" id="{C749C765-4825-663B-E0B4-B4455F4BADE8}"/>
              </a:ext>
            </a:extLst>
          </p:cNvPr>
          <p:cNvSpPr txBox="1"/>
          <p:nvPr/>
        </p:nvSpPr>
        <p:spPr>
          <a:xfrm>
            <a:off x="2921953" y="2343665"/>
            <a:ext cx="1186815" cy="143764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1390"/>
              </a:spcBef>
            </a:pPr>
            <a:r>
              <a:rPr sz="3550" i="1" spc="425" dirty="0">
                <a:latin typeface="Cambria"/>
                <a:cs typeface="Cambria"/>
              </a:rPr>
              <a:t>N</a:t>
            </a:r>
            <a:endParaRPr sz="35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300"/>
              </a:spcBef>
              <a:tabLst>
                <a:tab pos="466090" algn="l"/>
                <a:tab pos="1160780" algn="l"/>
              </a:tabLst>
            </a:pPr>
            <a:r>
              <a:rPr sz="35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355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35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50" name="object 8">
            <a:extLst>
              <a:ext uri="{FF2B5EF4-FFF2-40B4-BE49-F238E27FC236}">
                <a16:creationId xmlns:a16="http://schemas.microsoft.com/office/drawing/2014/main" id="{DC29A615-5DFF-C64C-9FE3-9F2294B0EDE1}"/>
              </a:ext>
            </a:extLst>
          </p:cNvPr>
          <p:cNvSpPr txBox="1"/>
          <p:nvPr/>
        </p:nvSpPr>
        <p:spPr>
          <a:xfrm>
            <a:off x="2036777" y="3722220"/>
            <a:ext cx="2190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135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51" name="object 9">
            <a:extLst>
              <a:ext uri="{FF2B5EF4-FFF2-40B4-BE49-F238E27FC236}">
                <a16:creationId xmlns:a16="http://schemas.microsoft.com/office/drawing/2014/main" id="{3A1B4DBF-06B1-7166-757E-C7403C36A07C}"/>
              </a:ext>
            </a:extLst>
          </p:cNvPr>
          <p:cNvSpPr txBox="1"/>
          <p:nvPr/>
        </p:nvSpPr>
        <p:spPr>
          <a:xfrm>
            <a:off x="1762601" y="3517469"/>
            <a:ext cx="100393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36905" algn="l"/>
              </a:tabLst>
            </a:pPr>
            <a:r>
              <a:rPr sz="3550" i="1" spc="-1335" dirty="0">
                <a:latin typeface="Cambria"/>
                <a:cs typeface="Cambria"/>
              </a:rPr>
              <a:t>µ</a:t>
            </a:r>
            <a:r>
              <a:rPr sz="3550" spc="370" dirty="0">
                <a:latin typeface="Cambria"/>
                <a:cs typeface="Cambria"/>
              </a:rPr>
              <a:t>ˆ</a:t>
            </a:r>
            <a:r>
              <a:rPr sz="3550" dirty="0">
                <a:latin typeface="Cambria"/>
                <a:cs typeface="Cambria"/>
              </a:rPr>
              <a:t>	</a:t>
            </a:r>
            <a:r>
              <a:rPr sz="3550" spc="750" dirty="0">
                <a:latin typeface="Cambria"/>
                <a:cs typeface="Cambria"/>
              </a:rPr>
              <a:t>=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52" name="object 10">
            <a:extLst>
              <a:ext uri="{FF2B5EF4-FFF2-40B4-BE49-F238E27FC236}">
                <a16:creationId xmlns:a16="http://schemas.microsoft.com/office/drawing/2014/main" id="{83A4883B-233B-3F0D-80F1-C8996B399ED4}"/>
              </a:ext>
            </a:extLst>
          </p:cNvPr>
          <p:cNvSpPr txBox="1"/>
          <p:nvPr/>
        </p:nvSpPr>
        <p:spPr>
          <a:xfrm>
            <a:off x="2896571" y="3783374"/>
            <a:ext cx="121412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325" i="1" spc="712" baseline="-19561" dirty="0">
                <a:latin typeface="Cambria"/>
                <a:cs typeface="Cambria"/>
              </a:rPr>
              <a:t>N</a:t>
            </a:r>
            <a:r>
              <a:rPr sz="5325" i="1" spc="-585" baseline="-19561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soft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53" name="object 11">
            <a:extLst>
              <a:ext uri="{FF2B5EF4-FFF2-40B4-BE49-F238E27FC236}">
                <a16:creationId xmlns:a16="http://schemas.microsoft.com/office/drawing/2014/main" id="{ED398F08-EAA7-8EE4-04B4-180FEBB6111E}"/>
              </a:ext>
            </a:extLst>
          </p:cNvPr>
          <p:cNvSpPr txBox="1"/>
          <p:nvPr/>
        </p:nvSpPr>
        <p:spPr>
          <a:xfrm>
            <a:off x="3287540" y="4213800"/>
            <a:ext cx="2190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135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68E9C947-FAF0-0F1F-26B9-CDB4751B12D0}"/>
              </a:ext>
            </a:extLst>
          </p:cNvPr>
          <p:cNvSpPr txBox="1"/>
          <p:nvPr/>
        </p:nvSpPr>
        <p:spPr>
          <a:xfrm>
            <a:off x="4380775" y="3085290"/>
            <a:ext cx="31369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290" dirty="0">
                <a:latin typeface="Georgia"/>
                <a:cs typeface="Georgia"/>
              </a:rPr>
              <a:t>N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00A0B913-8B4E-92DA-79C9-53EBAEFC6E8B}"/>
              </a:ext>
            </a:extLst>
          </p:cNvPr>
          <p:cNvSpPr txBox="1"/>
          <p:nvPr/>
        </p:nvSpPr>
        <p:spPr>
          <a:xfrm>
            <a:off x="4213337" y="3085299"/>
            <a:ext cx="68262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spc="2885" dirty="0">
                <a:latin typeface="Lucida Sans Unicode"/>
                <a:cs typeface="Lucida Sans Unicode"/>
              </a:rPr>
              <a:t>X</a:t>
            </a:r>
            <a:endParaRPr sz="3550">
              <a:latin typeface="Lucida Sans Unicode"/>
              <a:cs typeface="Lucida Sans Unicode"/>
            </a:endParaRPr>
          </a:p>
        </p:txBody>
      </p:sp>
      <p:sp>
        <p:nvSpPr>
          <p:cNvPr id="56" name="object 14">
            <a:extLst>
              <a:ext uri="{FF2B5EF4-FFF2-40B4-BE49-F238E27FC236}">
                <a16:creationId xmlns:a16="http://schemas.microsoft.com/office/drawing/2014/main" id="{538BAE22-CDE9-9504-034C-3D9B4EB2AB61}"/>
              </a:ext>
            </a:extLst>
          </p:cNvPr>
          <p:cNvSpPr txBox="1"/>
          <p:nvPr/>
        </p:nvSpPr>
        <p:spPr>
          <a:xfrm>
            <a:off x="4247272" y="4190739"/>
            <a:ext cx="61468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430" dirty="0">
                <a:latin typeface="Georgia"/>
                <a:cs typeface="Georgia"/>
              </a:rPr>
              <a:t>i</a:t>
            </a:r>
            <a:r>
              <a:rPr sz="2500" spc="430" dirty="0">
                <a:latin typeface="Calibri"/>
                <a:cs typeface="Calibri"/>
              </a:rPr>
              <a:t>=1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7" name="object 15">
            <a:extLst>
              <a:ext uri="{FF2B5EF4-FFF2-40B4-BE49-F238E27FC236}">
                <a16:creationId xmlns:a16="http://schemas.microsoft.com/office/drawing/2014/main" id="{28960988-E120-55ED-56AA-B46789EF6D79}"/>
              </a:ext>
            </a:extLst>
          </p:cNvPr>
          <p:cNvSpPr txBox="1"/>
          <p:nvPr/>
        </p:nvSpPr>
        <p:spPr>
          <a:xfrm>
            <a:off x="4946438" y="3517469"/>
            <a:ext cx="84328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70230" algn="l"/>
              </a:tabLst>
            </a:pPr>
            <a:r>
              <a:rPr sz="3550" i="1" spc="105" dirty="0">
                <a:latin typeface="Cambria"/>
                <a:cs typeface="Cambria"/>
              </a:rPr>
              <a:t>r</a:t>
            </a:r>
            <a:r>
              <a:rPr sz="3550" i="1" dirty="0">
                <a:latin typeface="Cambria"/>
                <a:cs typeface="Cambria"/>
              </a:rPr>
              <a:t>	</a:t>
            </a:r>
            <a:r>
              <a:rPr sz="3550" i="1" spc="380" dirty="0">
                <a:latin typeface="Cambria"/>
                <a:cs typeface="Cambria"/>
              </a:rPr>
              <a:t>x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58" name="object 16">
            <a:extLst>
              <a:ext uri="{FF2B5EF4-FFF2-40B4-BE49-F238E27FC236}">
                <a16:creationId xmlns:a16="http://schemas.microsoft.com/office/drawing/2014/main" id="{0C6B0048-FDDE-9F2F-E711-3C731E2999C6}"/>
              </a:ext>
            </a:extLst>
          </p:cNvPr>
          <p:cNvSpPr txBox="1"/>
          <p:nvPr/>
        </p:nvSpPr>
        <p:spPr>
          <a:xfrm>
            <a:off x="5151740" y="3722220"/>
            <a:ext cx="76708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4840" algn="l"/>
              </a:tabLst>
            </a:pPr>
            <a:r>
              <a:rPr sz="2500" i="1" spc="200" dirty="0">
                <a:latin typeface="Georgia"/>
                <a:cs typeface="Georgia"/>
              </a:rPr>
              <a:t>ik</a:t>
            </a:r>
            <a:r>
              <a:rPr sz="2500" i="1" dirty="0">
                <a:latin typeface="Georgia"/>
                <a:cs typeface="Georgia"/>
              </a:rPr>
              <a:t>	</a:t>
            </a:r>
            <a:r>
              <a:rPr sz="2500" i="1" spc="220" dirty="0">
                <a:latin typeface="Georgia"/>
                <a:cs typeface="Georgia"/>
              </a:rPr>
              <a:t>i</a:t>
            </a:r>
            <a:endParaRPr sz="2500" dirty="0">
              <a:latin typeface="Georgia"/>
              <a:cs typeface="Georgia"/>
            </a:endParaRPr>
          </a:p>
        </p:txBody>
      </p:sp>
      <p:sp>
        <p:nvSpPr>
          <p:cNvPr id="59" name="object 17">
            <a:extLst>
              <a:ext uri="{FF2B5EF4-FFF2-40B4-BE49-F238E27FC236}">
                <a16:creationId xmlns:a16="http://schemas.microsoft.com/office/drawing/2014/main" id="{BD1B6962-D9F9-BBEE-D5C1-F7DD2A165405}"/>
              </a:ext>
            </a:extLst>
          </p:cNvPr>
          <p:cNvSpPr txBox="1"/>
          <p:nvPr/>
        </p:nvSpPr>
        <p:spPr>
          <a:xfrm>
            <a:off x="1682758" y="4998510"/>
            <a:ext cx="35433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325" spc="-1904" baseline="-14084" dirty="0">
                <a:latin typeface="Cambria"/>
                <a:cs typeface="Cambria"/>
              </a:rPr>
              <a:t>⌃</a:t>
            </a:r>
            <a:r>
              <a:rPr sz="3550" spc="405" dirty="0">
                <a:latin typeface="Cambria"/>
                <a:cs typeface="Cambria"/>
              </a:rPr>
              <a:t>ˆ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60" name="object 18">
            <a:extLst>
              <a:ext uri="{FF2B5EF4-FFF2-40B4-BE49-F238E27FC236}">
                <a16:creationId xmlns:a16="http://schemas.microsoft.com/office/drawing/2014/main" id="{7385E6F5-C1F5-52E0-B27A-F2678649F519}"/>
              </a:ext>
            </a:extLst>
          </p:cNvPr>
          <p:cNvSpPr txBox="1"/>
          <p:nvPr/>
        </p:nvSpPr>
        <p:spPr>
          <a:xfrm>
            <a:off x="2036777" y="5318244"/>
            <a:ext cx="2190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135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61" name="object 19">
            <a:extLst>
              <a:ext uri="{FF2B5EF4-FFF2-40B4-BE49-F238E27FC236}">
                <a16:creationId xmlns:a16="http://schemas.microsoft.com/office/drawing/2014/main" id="{F6CC7989-4BFD-4B5E-FCB2-14192933AE1B}"/>
              </a:ext>
            </a:extLst>
          </p:cNvPr>
          <p:cNvSpPr txBox="1"/>
          <p:nvPr/>
        </p:nvSpPr>
        <p:spPr>
          <a:xfrm>
            <a:off x="2387046" y="5113493"/>
            <a:ext cx="37909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spc="750" dirty="0">
                <a:latin typeface="Cambria"/>
                <a:cs typeface="Cambria"/>
              </a:rPr>
              <a:t>=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62" name="object 20">
            <a:extLst>
              <a:ext uri="{FF2B5EF4-FFF2-40B4-BE49-F238E27FC236}">
                <a16:creationId xmlns:a16="http://schemas.microsoft.com/office/drawing/2014/main" id="{6216EE48-1CA8-991C-5BEF-B2ABD43FB0F0}"/>
              </a:ext>
            </a:extLst>
          </p:cNvPr>
          <p:cNvSpPr txBox="1"/>
          <p:nvPr/>
        </p:nvSpPr>
        <p:spPr>
          <a:xfrm>
            <a:off x="2921953" y="4805714"/>
            <a:ext cx="118681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78790" algn="l"/>
                <a:tab pos="1173480" algn="l"/>
              </a:tabLst>
            </a:pPr>
            <a:r>
              <a:rPr sz="35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355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355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63" name="object 21">
            <a:extLst>
              <a:ext uri="{FF2B5EF4-FFF2-40B4-BE49-F238E27FC236}">
                <a16:creationId xmlns:a16="http://schemas.microsoft.com/office/drawing/2014/main" id="{DCD9A4F8-E1D8-87CD-1F40-094BE468B695}"/>
              </a:ext>
            </a:extLst>
          </p:cNvPr>
          <p:cNvSpPr txBox="1"/>
          <p:nvPr/>
        </p:nvSpPr>
        <p:spPr>
          <a:xfrm>
            <a:off x="2896571" y="5379398"/>
            <a:ext cx="121412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5325" i="1" spc="712" baseline="-19561" dirty="0">
                <a:latin typeface="Cambria"/>
                <a:cs typeface="Cambria"/>
              </a:rPr>
              <a:t>N</a:t>
            </a:r>
            <a:r>
              <a:rPr sz="5325" i="1" spc="-585" baseline="-19561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soft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64" name="object 22">
            <a:extLst>
              <a:ext uri="{FF2B5EF4-FFF2-40B4-BE49-F238E27FC236}">
                <a16:creationId xmlns:a16="http://schemas.microsoft.com/office/drawing/2014/main" id="{D893EABD-2C10-71F2-9EB9-EB332BC729CC}"/>
              </a:ext>
            </a:extLst>
          </p:cNvPr>
          <p:cNvSpPr txBox="1"/>
          <p:nvPr/>
        </p:nvSpPr>
        <p:spPr>
          <a:xfrm>
            <a:off x="3287540" y="5809824"/>
            <a:ext cx="2190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135" dirty="0">
                <a:latin typeface="Georgia"/>
                <a:cs typeface="Georgia"/>
              </a:rPr>
              <a:t>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65" name="object 23">
            <a:extLst>
              <a:ext uri="{FF2B5EF4-FFF2-40B4-BE49-F238E27FC236}">
                <a16:creationId xmlns:a16="http://schemas.microsoft.com/office/drawing/2014/main" id="{28926540-6195-7538-B2DB-0822D31F77BA}"/>
              </a:ext>
            </a:extLst>
          </p:cNvPr>
          <p:cNvSpPr txBox="1"/>
          <p:nvPr/>
        </p:nvSpPr>
        <p:spPr>
          <a:xfrm>
            <a:off x="4380775" y="4681314"/>
            <a:ext cx="31369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290" dirty="0">
                <a:latin typeface="Georgia"/>
                <a:cs typeface="Georgia"/>
              </a:rPr>
              <a:t>N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66" name="object 24">
            <a:extLst>
              <a:ext uri="{FF2B5EF4-FFF2-40B4-BE49-F238E27FC236}">
                <a16:creationId xmlns:a16="http://schemas.microsoft.com/office/drawing/2014/main" id="{D7A449FB-45B1-CA07-89FC-66779160F3D7}"/>
              </a:ext>
            </a:extLst>
          </p:cNvPr>
          <p:cNvSpPr txBox="1"/>
          <p:nvPr/>
        </p:nvSpPr>
        <p:spPr>
          <a:xfrm>
            <a:off x="4213337" y="4681323"/>
            <a:ext cx="68262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50" spc="2885" dirty="0">
                <a:latin typeface="Lucida Sans Unicode"/>
                <a:cs typeface="Lucida Sans Unicode"/>
              </a:rPr>
              <a:t>X</a:t>
            </a:r>
            <a:endParaRPr sz="3550">
              <a:latin typeface="Lucida Sans Unicode"/>
              <a:cs typeface="Lucida Sans Unicode"/>
            </a:endParaRPr>
          </a:p>
        </p:txBody>
      </p:sp>
      <p:sp>
        <p:nvSpPr>
          <p:cNvPr id="67" name="object 25">
            <a:extLst>
              <a:ext uri="{FF2B5EF4-FFF2-40B4-BE49-F238E27FC236}">
                <a16:creationId xmlns:a16="http://schemas.microsoft.com/office/drawing/2014/main" id="{EDC19F56-124E-E66A-600E-DDAE55FFD75E}"/>
              </a:ext>
            </a:extLst>
          </p:cNvPr>
          <p:cNvSpPr txBox="1"/>
          <p:nvPr/>
        </p:nvSpPr>
        <p:spPr>
          <a:xfrm>
            <a:off x="4247272" y="5786763"/>
            <a:ext cx="61468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430" dirty="0">
                <a:latin typeface="Georgia"/>
                <a:cs typeface="Georgia"/>
              </a:rPr>
              <a:t>i</a:t>
            </a:r>
            <a:r>
              <a:rPr sz="2500" spc="430" dirty="0">
                <a:latin typeface="Calibri"/>
                <a:cs typeface="Calibri"/>
              </a:rPr>
              <a:t>=1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8" name="object 26">
            <a:extLst>
              <a:ext uri="{FF2B5EF4-FFF2-40B4-BE49-F238E27FC236}">
                <a16:creationId xmlns:a16="http://schemas.microsoft.com/office/drawing/2014/main" id="{B74D5C7C-E045-31ED-FC9E-D6F4BC34F83D}"/>
              </a:ext>
            </a:extLst>
          </p:cNvPr>
          <p:cNvSpPr txBox="1"/>
          <p:nvPr/>
        </p:nvSpPr>
        <p:spPr>
          <a:xfrm>
            <a:off x="5151740" y="5318244"/>
            <a:ext cx="34798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200" dirty="0">
                <a:latin typeface="Georgia"/>
                <a:cs typeface="Georgia"/>
              </a:rPr>
              <a:t>ik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69" name="object 27">
            <a:extLst>
              <a:ext uri="{FF2B5EF4-FFF2-40B4-BE49-F238E27FC236}">
                <a16:creationId xmlns:a16="http://schemas.microsoft.com/office/drawing/2014/main" id="{85577D88-B052-589D-EE99-4D5B87A468D6}"/>
              </a:ext>
            </a:extLst>
          </p:cNvPr>
          <p:cNvSpPr txBox="1"/>
          <p:nvPr/>
        </p:nvSpPr>
        <p:spPr>
          <a:xfrm>
            <a:off x="4921038" y="5113493"/>
            <a:ext cx="451358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95630" algn="l"/>
              </a:tabLst>
            </a:pPr>
            <a:r>
              <a:rPr sz="3550" i="1" spc="105" dirty="0">
                <a:latin typeface="Cambria"/>
                <a:cs typeface="Cambria"/>
              </a:rPr>
              <a:t>r</a:t>
            </a:r>
            <a:r>
              <a:rPr sz="3550" i="1" dirty="0">
                <a:latin typeface="Cambria"/>
                <a:cs typeface="Cambria"/>
              </a:rPr>
              <a:t>	</a:t>
            </a:r>
            <a:r>
              <a:rPr sz="3550" spc="240" dirty="0">
                <a:latin typeface="Cambria"/>
                <a:cs typeface="Cambria"/>
              </a:rPr>
              <a:t>(</a:t>
            </a:r>
            <a:r>
              <a:rPr sz="3550" i="1" spc="240" dirty="0">
                <a:latin typeface="Cambria"/>
                <a:cs typeface="Cambria"/>
              </a:rPr>
              <a:t>x</a:t>
            </a:r>
            <a:r>
              <a:rPr sz="3750" i="1" spc="359" baseline="-12222" dirty="0">
                <a:latin typeface="Georgia"/>
                <a:cs typeface="Georgia"/>
              </a:rPr>
              <a:t>i</a:t>
            </a:r>
            <a:r>
              <a:rPr sz="3750" i="1" spc="547" baseline="-12222" dirty="0">
                <a:latin typeface="Georgia"/>
                <a:cs typeface="Georgia"/>
              </a:rPr>
              <a:t> </a:t>
            </a:r>
            <a:r>
              <a:rPr sz="3550" i="1" spc="-380" dirty="0">
                <a:latin typeface="Times New Roman"/>
                <a:cs typeface="Times New Roman"/>
              </a:rPr>
              <a:t>—</a:t>
            </a:r>
            <a:r>
              <a:rPr sz="3550" i="1" spc="-90" dirty="0">
                <a:latin typeface="Times New Roman"/>
                <a:cs typeface="Times New Roman"/>
              </a:rPr>
              <a:t> </a:t>
            </a:r>
            <a:r>
              <a:rPr sz="3550" i="1" spc="-1455" dirty="0">
                <a:latin typeface="Cambria"/>
                <a:cs typeface="Cambria"/>
              </a:rPr>
              <a:t>µ</a:t>
            </a:r>
            <a:r>
              <a:rPr sz="3550" spc="330" dirty="0">
                <a:latin typeface="Cambria"/>
                <a:cs typeface="Cambria"/>
              </a:rPr>
              <a:t>ˆ</a:t>
            </a:r>
            <a:r>
              <a:rPr sz="3750" i="1" spc="735" baseline="-12222" dirty="0">
                <a:latin typeface="Georgia"/>
                <a:cs typeface="Georgia"/>
              </a:rPr>
              <a:t>k</a:t>
            </a:r>
            <a:r>
              <a:rPr sz="3550" spc="250" dirty="0">
                <a:latin typeface="Cambria"/>
                <a:cs typeface="Cambria"/>
              </a:rPr>
              <a:t>)(</a:t>
            </a:r>
            <a:r>
              <a:rPr sz="3550" i="1" spc="250" dirty="0">
                <a:latin typeface="Cambria"/>
                <a:cs typeface="Cambria"/>
              </a:rPr>
              <a:t>x</a:t>
            </a:r>
            <a:r>
              <a:rPr sz="3750" i="1" spc="375" baseline="-12222" dirty="0">
                <a:latin typeface="Georgia"/>
                <a:cs typeface="Georgia"/>
              </a:rPr>
              <a:t>i</a:t>
            </a:r>
            <a:r>
              <a:rPr sz="3750" i="1" spc="547" baseline="-12222" dirty="0">
                <a:latin typeface="Georgia"/>
                <a:cs typeface="Georgia"/>
              </a:rPr>
              <a:t> </a:t>
            </a:r>
            <a:r>
              <a:rPr sz="3550" i="1" spc="-380" dirty="0">
                <a:latin typeface="Times New Roman"/>
                <a:cs typeface="Times New Roman"/>
              </a:rPr>
              <a:t>—</a:t>
            </a:r>
            <a:r>
              <a:rPr sz="3550" i="1" spc="-90" dirty="0">
                <a:latin typeface="Times New Roman"/>
                <a:cs typeface="Times New Roman"/>
              </a:rPr>
              <a:t> </a:t>
            </a:r>
            <a:r>
              <a:rPr sz="3550" i="1" spc="-1440" dirty="0">
                <a:latin typeface="Cambria"/>
                <a:cs typeface="Cambria"/>
              </a:rPr>
              <a:t>µ</a:t>
            </a:r>
            <a:r>
              <a:rPr sz="3550" spc="345" dirty="0">
                <a:latin typeface="Cambria"/>
                <a:cs typeface="Cambria"/>
              </a:rPr>
              <a:t>ˆ</a:t>
            </a:r>
            <a:r>
              <a:rPr sz="3750" i="1" spc="757" baseline="-12222" dirty="0">
                <a:latin typeface="Georgia"/>
                <a:cs typeface="Georgia"/>
              </a:rPr>
              <a:t>k</a:t>
            </a:r>
            <a:r>
              <a:rPr sz="3550" spc="265" dirty="0">
                <a:latin typeface="Cambria"/>
                <a:cs typeface="Cambria"/>
              </a:rPr>
              <a:t>)</a:t>
            </a:r>
            <a:r>
              <a:rPr sz="3750" i="1" spc="397" baseline="33333" dirty="0">
                <a:latin typeface="Georgia"/>
                <a:cs typeface="Georgia"/>
              </a:rPr>
              <a:t>T</a:t>
            </a:r>
            <a:endParaRPr sz="3750" baseline="33333">
              <a:latin typeface="Georgia"/>
              <a:cs typeface="Georgia"/>
            </a:endParaRPr>
          </a:p>
        </p:txBody>
      </p:sp>
      <p:sp>
        <p:nvSpPr>
          <p:cNvPr id="70" name="object 28">
            <a:extLst>
              <a:ext uri="{FF2B5EF4-FFF2-40B4-BE49-F238E27FC236}">
                <a16:creationId xmlns:a16="http://schemas.microsoft.com/office/drawing/2014/main" id="{15CB39D0-87C3-2AA2-F2CF-CE6D8EDFDA18}"/>
              </a:ext>
            </a:extLst>
          </p:cNvPr>
          <p:cNvSpPr/>
          <p:nvPr/>
        </p:nvSpPr>
        <p:spPr>
          <a:xfrm>
            <a:off x="4954240" y="1685840"/>
            <a:ext cx="2426263" cy="1195905"/>
          </a:xfrm>
          <a:custGeom>
            <a:avLst/>
            <a:gdLst/>
            <a:ahLst/>
            <a:cxnLst/>
            <a:rect l="l" t="t" r="r" b="b"/>
            <a:pathLst>
              <a:path w="2113915" h="932814">
                <a:moveTo>
                  <a:pt x="2113648" y="0"/>
                </a:moveTo>
                <a:lnTo>
                  <a:pt x="0" y="0"/>
                </a:lnTo>
                <a:lnTo>
                  <a:pt x="0" y="932307"/>
                </a:lnTo>
                <a:lnTo>
                  <a:pt x="2113648" y="932307"/>
                </a:lnTo>
                <a:lnTo>
                  <a:pt x="2113648" y="0"/>
                </a:lnTo>
                <a:close/>
              </a:path>
            </a:pathLst>
          </a:custGeom>
          <a:solidFill>
            <a:srgbClr val="CCF75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29">
            <a:extLst>
              <a:ext uri="{FF2B5EF4-FFF2-40B4-BE49-F238E27FC236}">
                <a16:creationId xmlns:a16="http://schemas.microsoft.com/office/drawing/2014/main" id="{C9AB237C-1815-F952-8413-91B8F205235E}"/>
              </a:ext>
            </a:extLst>
          </p:cNvPr>
          <p:cNvSpPr txBox="1"/>
          <p:nvPr/>
        </p:nvSpPr>
        <p:spPr>
          <a:xfrm>
            <a:off x="5106425" y="2007959"/>
            <a:ext cx="28130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i="1" spc="285" dirty="0">
                <a:latin typeface="Cambria"/>
                <a:cs typeface="Cambria"/>
              </a:rPr>
              <a:t>N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72" name="object 30">
            <a:extLst>
              <a:ext uri="{FF2B5EF4-FFF2-40B4-BE49-F238E27FC236}">
                <a16:creationId xmlns:a16="http://schemas.microsoft.com/office/drawing/2014/main" id="{76273621-5DD0-14E4-C0DE-73C8863056E0}"/>
              </a:ext>
            </a:extLst>
          </p:cNvPr>
          <p:cNvSpPr txBox="1"/>
          <p:nvPr/>
        </p:nvSpPr>
        <p:spPr>
          <a:xfrm>
            <a:off x="5362355" y="1876454"/>
            <a:ext cx="56642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ts val="2705"/>
              </a:lnSpc>
              <a:spcBef>
                <a:spcPts val="105"/>
              </a:spcBef>
            </a:pPr>
            <a:r>
              <a:rPr sz="2500" spc="-20" dirty="0">
                <a:latin typeface="Cambria"/>
                <a:cs typeface="Cambria"/>
              </a:rPr>
              <a:t>soft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ts val="1805"/>
              </a:lnSpc>
            </a:pPr>
            <a:r>
              <a:rPr sz="1750" i="1" spc="85" dirty="0">
                <a:latin typeface="Georgia"/>
                <a:cs typeface="Georgia"/>
              </a:rPr>
              <a:t>k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73" name="object 31">
            <a:extLst>
              <a:ext uri="{FF2B5EF4-FFF2-40B4-BE49-F238E27FC236}">
                <a16:creationId xmlns:a16="http://schemas.microsoft.com/office/drawing/2014/main" id="{3BDCB616-E59F-E572-7335-771C94515EBE}"/>
              </a:ext>
            </a:extLst>
          </p:cNvPr>
          <p:cNvSpPr txBox="1"/>
          <p:nvPr/>
        </p:nvSpPr>
        <p:spPr>
          <a:xfrm>
            <a:off x="6460982" y="1705402"/>
            <a:ext cx="227329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90" dirty="0">
                <a:latin typeface="Georgia"/>
                <a:cs typeface="Georgia"/>
              </a:rPr>
              <a:t>N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74" name="object 32">
            <a:extLst>
              <a:ext uri="{FF2B5EF4-FFF2-40B4-BE49-F238E27FC236}">
                <a16:creationId xmlns:a16="http://schemas.microsoft.com/office/drawing/2014/main" id="{404337C5-19A5-F7CB-3DAC-35570480B123}"/>
              </a:ext>
            </a:extLst>
          </p:cNvPr>
          <p:cNvSpPr txBox="1"/>
          <p:nvPr/>
        </p:nvSpPr>
        <p:spPr>
          <a:xfrm>
            <a:off x="6343776" y="1705408"/>
            <a:ext cx="4857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1995" dirty="0">
                <a:latin typeface="Lucida Sans Unicode"/>
                <a:cs typeface="Lucida Sans Unicode"/>
              </a:rPr>
              <a:t>X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75" name="object 33">
            <a:extLst>
              <a:ext uri="{FF2B5EF4-FFF2-40B4-BE49-F238E27FC236}">
                <a16:creationId xmlns:a16="http://schemas.microsoft.com/office/drawing/2014/main" id="{2BAB74FB-4935-F83A-18AB-A6D77BAD6027}"/>
              </a:ext>
            </a:extLst>
          </p:cNvPr>
          <p:cNvSpPr txBox="1"/>
          <p:nvPr/>
        </p:nvSpPr>
        <p:spPr>
          <a:xfrm>
            <a:off x="6367498" y="2479216"/>
            <a:ext cx="4381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290" dirty="0">
                <a:latin typeface="Georgia"/>
                <a:cs typeface="Georgia"/>
              </a:rPr>
              <a:t>i</a:t>
            </a:r>
            <a:r>
              <a:rPr sz="1750" spc="290" dirty="0">
                <a:latin typeface="Calibri"/>
                <a:cs typeface="Calibri"/>
              </a:rPr>
              <a:t>=1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6" name="object 34">
            <a:extLst>
              <a:ext uri="{FF2B5EF4-FFF2-40B4-BE49-F238E27FC236}">
                <a16:creationId xmlns:a16="http://schemas.microsoft.com/office/drawing/2014/main" id="{A9C9F9BF-BF50-C585-CB0F-E0B375DB71E1}"/>
              </a:ext>
            </a:extLst>
          </p:cNvPr>
          <p:cNvSpPr txBox="1"/>
          <p:nvPr/>
        </p:nvSpPr>
        <p:spPr>
          <a:xfrm>
            <a:off x="6007566" y="2007959"/>
            <a:ext cx="101854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1694" algn="l"/>
              </a:tabLst>
            </a:pPr>
            <a:r>
              <a:rPr lang="en-US" sz="2500" spc="505" dirty="0">
                <a:latin typeface="Cambria"/>
                <a:cs typeface="Cambria"/>
              </a:rPr>
              <a:t>=</a:t>
            </a:r>
            <a:r>
              <a:rPr lang="en-US" sz="2500" dirty="0">
                <a:latin typeface="Cambria"/>
                <a:cs typeface="Cambria"/>
              </a:rPr>
              <a:t>	</a:t>
            </a:r>
            <a:r>
              <a:rPr sz="2500" i="1" spc="60" dirty="0">
                <a:latin typeface="Cambria"/>
                <a:cs typeface="Cambria"/>
              </a:rPr>
              <a:t>r</a:t>
            </a:r>
            <a:endParaRPr sz="2500" dirty="0">
              <a:latin typeface="Cambria"/>
              <a:cs typeface="Cambria"/>
            </a:endParaRPr>
          </a:p>
        </p:txBody>
      </p:sp>
      <p:sp>
        <p:nvSpPr>
          <p:cNvPr id="77" name="object 35">
            <a:extLst>
              <a:ext uri="{FF2B5EF4-FFF2-40B4-BE49-F238E27FC236}">
                <a16:creationId xmlns:a16="http://schemas.microsoft.com/office/drawing/2014/main" id="{B5E220C0-2069-19A0-388C-DC4967FCE13E}"/>
              </a:ext>
            </a:extLst>
          </p:cNvPr>
          <p:cNvSpPr txBox="1"/>
          <p:nvPr/>
        </p:nvSpPr>
        <p:spPr>
          <a:xfrm>
            <a:off x="7000625" y="2151253"/>
            <a:ext cx="25146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i="1" spc="130" dirty="0">
                <a:latin typeface="Georgia"/>
                <a:cs typeface="Georgia"/>
              </a:rPr>
              <a:t>ik</a:t>
            </a:r>
            <a:endParaRPr sz="1750">
              <a:latin typeface="Georgia"/>
              <a:cs typeface="Georgia"/>
            </a:endParaRPr>
          </a:p>
        </p:txBody>
      </p:sp>
      <p:grpSp>
        <p:nvGrpSpPr>
          <p:cNvPr id="78" name="object 36">
            <a:extLst>
              <a:ext uri="{FF2B5EF4-FFF2-40B4-BE49-F238E27FC236}">
                <a16:creationId xmlns:a16="http://schemas.microsoft.com/office/drawing/2014/main" id="{7568FD56-908E-448A-F77B-0A65A1A709BB}"/>
              </a:ext>
            </a:extLst>
          </p:cNvPr>
          <p:cNvGrpSpPr/>
          <p:nvPr/>
        </p:nvGrpSpPr>
        <p:grpSpPr>
          <a:xfrm>
            <a:off x="3948400" y="1707126"/>
            <a:ext cx="3394330" cy="1195905"/>
            <a:chOff x="3125584" y="1293511"/>
            <a:chExt cx="3394330" cy="1195905"/>
          </a:xfrm>
        </p:grpSpPr>
        <p:sp>
          <p:nvSpPr>
            <p:cNvPr id="79" name="object 37">
              <a:extLst>
                <a:ext uri="{FF2B5EF4-FFF2-40B4-BE49-F238E27FC236}">
                  <a16:creationId xmlns:a16="http://schemas.microsoft.com/office/drawing/2014/main" id="{9602B58D-B313-B2F9-6DEB-11B0EF47998D}"/>
                </a:ext>
              </a:extLst>
            </p:cNvPr>
            <p:cNvSpPr/>
            <p:nvPr/>
          </p:nvSpPr>
          <p:spPr>
            <a:xfrm>
              <a:off x="4123442" y="1293511"/>
              <a:ext cx="2396472" cy="1195905"/>
            </a:xfrm>
            <a:custGeom>
              <a:avLst/>
              <a:gdLst/>
              <a:ahLst/>
              <a:cxnLst/>
              <a:rect l="l" t="t" r="r" b="b"/>
              <a:pathLst>
                <a:path w="2139315" h="958214">
                  <a:moveTo>
                    <a:pt x="0" y="0"/>
                  </a:moveTo>
                  <a:lnTo>
                    <a:pt x="2138949" y="0"/>
                  </a:lnTo>
                  <a:lnTo>
                    <a:pt x="2138949" y="957687"/>
                  </a:lnTo>
                  <a:lnTo>
                    <a:pt x="0" y="957687"/>
                  </a:lnTo>
                  <a:lnTo>
                    <a:pt x="0" y="0"/>
                  </a:lnTo>
                  <a:close/>
                </a:path>
              </a:pathLst>
            </a:custGeom>
            <a:ln w="25370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0" name="object 38">
              <a:extLst>
                <a:ext uri="{FF2B5EF4-FFF2-40B4-BE49-F238E27FC236}">
                  <a16:creationId xmlns:a16="http://schemas.microsoft.com/office/drawing/2014/main" id="{6D254E43-0D92-7838-A99C-10EA4E71E8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5584" y="1745667"/>
              <a:ext cx="1005840" cy="394854"/>
            </a:xfrm>
            <a:prstGeom prst="rect">
              <a:avLst/>
            </a:prstGeom>
          </p:spPr>
        </p:pic>
        <p:sp>
          <p:nvSpPr>
            <p:cNvPr id="81" name="object 39">
              <a:extLst>
                <a:ext uri="{FF2B5EF4-FFF2-40B4-BE49-F238E27FC236}">
                  <a16:creationId xmlns:a16="http://schemas.microsoft.com/office/drawing/2014/main" id="{026D432F-A899-5698-3C7B-4FC9011D3162}"/>
                </a:ext>
              </a:extLst>
            </p:cNvPr>
            <p:cNvSpPr/>
            <p:nvPr/>
          </p:nvSpPr>
          <p:spPr>
            <a:xfrm>
              <a:off x="3361769" y="1919528"/>
              <a:ext cx="723900" cy="0"/>
            </a:xfrm>
            <a:custGeom>
              <a:avLst/>
              <a:gdLst/>
              <a:ahLst/>
              <a:cxnLst/>
              <a:rect l="l" t="t" r="r" b="b"/>
              <a:pathLst>
                <a:path w="723900">
                  <a:moveTo>
                    <a:pt x="723451" y="0"/>
                  </a:moveTo>
                  <a:lnTo>
                    <a:pt x="0" y="0"/>
                  </a:lnTo>
                </a:path>
              </a:pathLst>
            </a:custGeom>
            <a:ln w="38053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40">
              <a:extLst>
                <a:ext uri="{FF2B5EF4-FFF2-40B4-BE49-F238E27FC236}">
                  <a16:creationId xmlns:a16="http://schemas.microsoft.com/office/drawing/2014/main" id="{37DB85CF-8A2A-FE24-0649-DC447C85E8C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3996" y="1834067"/>
              <a:ext cx="170829" cy="17093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D26E82-42E7-B086-889A-7AF609ECC1F4}"/>
                  </a:ext>
                </a:extLst>
              </p14:cNvPr>
              <p14:cNvContentPartPr/>
              <p14:nvPr/>
            </p14:nvContentPartPr>
            <p14:xfrm>
              <a:off x="9699493" y="1331980"/>
              <a:ext cx="497520" cy="4892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D26E82-42E7-B086-889A-7AF609ECC1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84024" y="1316859"/>
                <a:ext cx="528098" cy="4923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427A29-AB63-0A6D-A677-9467E2F41B65}"/>
                  </a:ext>
                </a:extLst>
              </p14:cNvPr>
              <p14:cNvContentPartPr/>
              <p14:nvPr/>
            </p14:nvContentPartPr>
            <p14:xfrm>
              <a:off x="1413373" y="4747660"/>
              <a:ext cx="8291520" cy="2243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427A29-AB63-0A6D-A677-9467E2F41B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02573" y="4736860"/>
                <a:ext cx="8312759" cy="22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592DE4C-5BB0-7A05-2CB9-4163995C3682}"/>
                  </a:ext>
                </a:extLst>
              </p14:cNvPr>
              <p14:cNvContentPartPr/>
              <p14:nvPr/>
            </p14:nvContentPartPr>
            <p14:xfrm>
              <a:off x="7619773" y="3327100"/>
              <a:ext cx="1643760" cy="1526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592DE4C-5BB0-7A05-2CB9-4163995C36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09333" y="3316300"/>
                <a:ext cx="1665000" cy="154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D78DBA4-D0A8-EBCA-20D3-805040C6414B}"/>
                  </a:ext>
                </a:extLst>
              </p14:cNvPr>
              <p14:cNvContentPartPr/>
              <p14:nvPr/>
            </p14:nvContentPartPr>
            <p14:xfrm>
              <a:off x="1799653" y="2215060"/>
              <a:ext cx="628200" cy="810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D78DBA4-D0A8-EBCA-20D3-805040C641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88853" y="2204620"/>
                <a:ext cx="649440" cy="83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295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EE47B-2A50-996A-40A3-ACBD698D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8ACBD64D-6ECD-EE12-CFE7-FF2743CBDA4B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B612E-DDEC-C86C-D889-6B26ED70D7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BBC3F69-DC39-EF21-CF30-10CE6664DE94}"/>
              </a:ext>
            </a:extLst>
          </p:cNvPr>
          <p:cNvSpPr txBox="1">
            <a:spLocks/>
          </p:cNvSpPr>
          <p:nvPr/>
        </p:nvSpPr>
        <p:spPr>
          <a:xfrm>
            <a:off x="262589" y="21945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93065" algn="l">
              <a:spcBef>
                <a:spcPts val="95"/>
              </a:spcBef>
            </a:pPr>
            <a:r>
              <a:rPr lang="en-US" dirty="0">
                <a:solidFill>
                  <a:schemeClr val="bg1"/>
                </a:solidFill>
              </a:rPr>
              <a:t>Part</a:t>
            </a:r>
            <a:r>
              <a:rPr lang="en-US" spc="-55" dirty="0">
                <a:solidFill>
                  <a:schemeClr val="bg1"/>
                </a:solidFill>
              </a:rPr>
              <a:t> </a:t>
            </a:r>
            <a:r>
              <a:rPr lang="en-US" spc="120" dirty="0">
                <a:solidFill>
                  <a:schemeClr val="bg1"/>
                </a:solidFill>
              </a:rPr>
              <a:t>2b</a:t>
            </a:r>
            <a:r>
              <a:rPr lang="en-US" spc="-50" dirty="0">
                <a:solidFill>
                  <a:schemeClr val="bg1"/>
                </a:solidFill>
              </a:rPr>
              <a:t> </a:t>
            </a:r>
            <a:r>
              <a:rPr lang="en-US" spc="90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AE8AF43-21C2-E835-D7A1-F7BB3DB4FE34}"/>
              </a:ext>
            </a:extLst>
          </p:cNvPr>
          <p:cNvSpPr txBox="1"/>
          <p:nvPr/>
        </p:nvSpPr>
        <p:spPr>
          <a:xfrm>
            <a:off x="4463989" y="3263788"/>
            <a:ext cx="6457549" cy="1494639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340995">
              <a:lnSpc>
                <a:spcPts val="3800"/>
              </a:lnSpc>
              <a:spcBef>
                <a:spcPts val="254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Still</a:t>
            </a:r>
            <a:r>
              <a:rPr sz="3200" spc="-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straightforward </a:t>
            </a:r>
            <a:r>
              <a:rPr sz="3200" spc="185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32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40" dirty="0">
                <a:solidFill>
                  <a:srgbClr val="2B2728"/>
                </a:solidFill>
                <a:latin typeface="Arial MT"/>
                <a:cs typeface="Arial MT"/>
              </a:rPr>
              <a:t>compute</a:t>
            </a:r>
            <a:r>
              <a:rPr sz="32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40" dirty="0">
                <a:solidFill>
                  <a:srgbClr val="2B2728"/>
                </a:solidFill>
                <a:latin typeface="Arial MT"/>
                <a:cs typeface="Arial MT"/>
              </a:rPr>
              <a:t>cluster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parameter</a:t>
            </a:r>
            <a:r>
              <a:rPr sz="3200" spc="40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estimates</a:t>
            </a:r>
            <a:endParaRPr sz="3200" dirty="0">
              <a:latin typeface="Arial MT"/>
              <a:cs typeface="Arial MT"/>
            </a:endParaRPr>
          </a:p>
          <a:p>
            <a:pPr marL="12700">
              <a:lnSpc>
                <a:spcPts val="3765"/>
              </a:lnSpc>
            </a:pPr>
            <a:r>
              <a:rPr sz="3200" spc="155" dirty="0">
                <a:solidFill>
                  <a:srgbClr val="2B2728"/>
                </a:solidFill>
                <a:latin typeface="Arial MT"/>
                <a:cs typeface="Arial MT"/>
              </a:rPr>
              <a:t>from</a:t>
            </a: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2B2728"/>
                </a:solidFill>
                <a:latin typeface="Arial MT"/>
                <a:cs typeface="Arial MT"/>
              </a:rPr>
              <a:t>soft</a:t>
            </a:r>
            <a:r>
              <a:rPr sz="32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assignments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3A3B8E4-3523-BA5F-5A03-7417F25042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228" y="1719218"/>
            <a:ext cx="3337092" cy="474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64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D99F-1330-C31B-87D9-02413FB7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0CD86B5-B149-8735-6495-992589468798}"/>
              </a:ext>
            </a:extLst>
          </p:cNvPr>
          <p:cNvSpPr/>
          <p:nvPr/>
        </p:nvSpPr>
        <p:spPr>
          <a:xfrm>
            <a:off x="1572596" y="2825749"/>
            <a:ext cx="9104640" cy="1193801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D8D042FE-164D-4D9E-E5F5-9DA04B361A3D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C4A86-5710-169E-6842-0939A82B0F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6C22EFE9-4171-289F-578C-9A3B4434B518}"/>
              </a:ext>
            </a:extLst>
          </p:cNvPr>
          <p:cNvSpPr txBox="1">
            <a:spLocks/>
          </p:cNvSpPr>
          <p:nvPr/>
        </p:nvSpPr>
        <p:spPr>
          <a:xfrm>
            <a:off x="1874098" y="3084195"/>
            <a:ext cx="6557645" cy="57340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3600" spc="85" dirty="0">
                <a:solidFill>
                  <a:schemeClr val="bg1"/>
                </a:solidFill>
              </a:rPr>
              <a:t>Expectation</a:t>
            </a:r>
            <a:r>
              <a:rPr lang="en-US" sz="3600" spc="-90" dirty="0">
                <a:solidFill>
                  <a:schemeClr val="bg1"/>
                </a:solidFill>
              </a:rPr>
              <a:t> </a:t>
            </a:r>
            <a:r>
              <a:rPr lang="en-US" sz="3600" spc="105" dirty="0">
                <a:solidFill>
                  <a:schemeClr val="bg1"/>
                </a:solidFill>
              </a:rPr>
              <a:t>maximization</a:t>
            </a:r>
            <a:r>
              <a:rPr lang="en-US" sz="3600" spc="-75" dirty="0">
                <a:solidFill>
                  <a:schemeClr val="bg1"/>
                </a:solidFill>
              </a:rPr>
              <a:t> </a:t>
            </a:r>
            <a:r>
              <a:rPr lang="en-US" sz="3600" spc="-45" dirty="0">
                <a:solidFill>
                  <a:schemeClr val="bg1"/>
                </a:solidFill>
              </a:rPr>
              <a:t>(EM)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632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9B4D-4D09-AD0D-13C7-D0525E20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3D4B951A-FF0D-9CF9-A135-D0094D64E784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A1A7C-3352-558E-767D-8E513DAFF9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5A267B2-1754-E693-CB22-262CE89D03FF}"/>
              </a:ext>
            </a:extLst>
          </p:cNvPr>
          <p:cNvSpPr txBox="1">
            <a:spLocks/>
          </p:cNvSpPr>
          <p:nvPr/>
        </p:nvSpPr>
        <p:spPr>
          <a:xfrm>
            <a:off x="374299" y="145625"/>
            <a:ext cx="1100490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95">
                <a:solidFill>
                  <a:schemeClr val="bg1"/>
                </a:solidFill>
              </a:rPr>
              <a:t>Expectation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114">
                <a:solidFill>
                  <a:schemeClr val="bg1"/>
                </a:solidFill>
              </a:rPr>
              <a:t>maximization</a:t>
            </a:r>
            <a:r>
              <a:rPr lang="en-US" sz="4000" spc="-75">
                <a:solidFill>
                  <a:schemeClr val="bg1"/>
                </a:solidFill>
              </a:rPr>
              <a:t> </a:t>
            </a:r>
            <a:r>
              <a:rPr lang="en-US" sz="4000" spc="-60">
                <a:solidFill>
                  <a:schemeClr val="bg1"/>
                </a:solidFill>
              </a:rPr>
              <a:t>(EM): </a:t>
            </a:r>
            <a:r>
              <a:rPr lang="en-US" sz="4000">
                <a:solidFill>
                  <a:schemeClr val="bg1"/>
                </a:solidFill>
              </a:rPr>
              <a:t>An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90">
                <a:solidFill>
                  <a:schemeClr val="bg1"/>
                </a:solidFill>
              </a:rPr>
              <a:t>iterative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150">
                <a:solidFill>
                  <a:schemeClr val="bg1"/>
                </a:solidFill>
              </a:rPr>
              <a:t>algorithm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69D9D5D-F3A1-53A6-179D-B9A657BC09F2}"/>
              </a:ext>
            </a:extLst>
          </p:cNvPr>
          <p:cNvSpPr txBox="1"/>
          <p:nvPr/>
        </p:nvSpPr>
        <p:spPr>
          <a:xfrm>
            <a:off x="707011" y="1390837"/>
            <a:ext cx="8009890" cy="415671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dirty="0">
                <a:solidFill>
                  <a:srgbClr val="B0007E"/>
                </a:solidFill>
                <a:latin typeface="Arial MT"/>
                <a:cs typeface="Arial MT"/>
              </a:rPr>
              <a:t>Motivates</a:t>
            </a:r>
            <a:r>
              <a:rPr sz="3200" spc="13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B0007E"/>
                </a:solidFill>
                <a:latin typeface="Arial MT"/>
                <a:cs typeface="Arial MT"/>
              </a:rPr>
              <a:t>an</a:t>
            </a:r>
            <a:r>
              <a:rPr sz="3200" spc="13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B0007E"/>
                </a:solidFill>
                <a:latin typeface="Arial MT"/>
                <a:cs typeface="Arial MT"/>
              </a:rPr>
              <a:t>iterative</a:t>
            </a:r>
            <a:r>
              <a:rPr sz="3200" spc="13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B0007E"/>
                </a:solidFill>
                <a:latin typeface="Arial MT"/>
                <a:cs typeface="Arial MT"/>
              </a:rPr>
              <a:t>algorithm:</a:t>
            </a:r>
            <a:endParaRPr sz="3200" dirty="0">
              <a:latin typeface="Arial MT"/>
              <a:cs typeface="Arial MT"/>
            </a:endParaRPr>
          </a:p>
          <a:p>
            <a:pPr marL="520065" marR="259715" indent="-508000">
              <a:lnSpc>
                <a:spcPts val="3829"/>
              </a:lnSpc>
              <a:spcBef>
                <a:spcPts val="2055"/>
              </a:spcBef>
              <a:buAutoNum type="arabicPeriod"/>
              <a:tabLst>
                <a:tab pos="520065" algn="l"/>
                <a:tab pos="526415" algn="l"/>
              </a:tabLst>
            </a:pPr>
            <a:r>
              <a:rPr sz="3200" dirty="0">
                <a:solidFill>
                  <a:srgbClr val="5D5555"/>
                </a:solidFill>
                <a:latin typeface="Arial MT"/>
                <a:cs typeface="Arial MT"/>
              </a:rPr>
              <a:t>	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E-</a:t>
            </a:r>
            <a:r>
              <a:rPr sz="3200" spc="55" dirty="0">
                <a:solidFill>
                  <a:srgbClr val="2B2728"/>
                </a:solidFill>
                <a:latin typeface="Arial MT"/>
                <a:cs typeface="Arial MT"/>
              </a:rPr>
              <a:t>step:</a:t>
            </a:r>
            <a:r>
              <a:rPr sz="3200" spc="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u="heavy" dirty="0">
                <a:solidFill>
                  <a:srgbClr val="2B2728"/>
                </a:solidFill>
                <a:uFill>
                  <a:solidFill>
                    <a:srgbClr val="C02690"/>
                  </a:solidFill>
                </a:uFill>
                <a:latin typeface="Arial MT"/>
                <a:cs typeface="Arial MT"/>
              </a:rPr>
              <a:t>e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stimate</a:t>
            </a:r>
            <a:r>
              <a:rPr sz="32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32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responsibilities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given</a:t>
            </a:r>
            <a:r>
              <a:rPr sz="3200" spc="1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2B2728"/>
                </a:solidFill>
                <a:latin typeface="Arial MT"/>
                <a:cs typeface="Arial MT"/>
              </a:rPr>
              <a:t>current</a:t>
            </a:r>
            <a:r>
              <a:rPr sz="3200" spc="1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parameter</a:t>
            </a:r>
            <a:r>
              <a:rPr sz="3200" spc="1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estimates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D5555"/>
              </a:buClr>
              <a:buFont typeface="Arial MT"/>
              <a:buAutoNum type="arabicPeriod"/>
            </a:pP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30"/>
              </a:spcBef>
              <a:buClr>
                <a:srgbClr val="5D5555"/>
              </a:buClr>
              <a:buFont typeface="Arial MT"/>
              <a:buAutoNum type="arabicPeriod"/>
            </a:pPr>
            <a:endParaRPr sz="3200" dirty="0">
              <a:latin typeface="Arial MT"/>
              <a:cs typeface="Arial MT"/>
            </a:endParaRPr>
          </a:p>
          <a:p>
            <a:pPr marL="520065" marR="5080" indent="-508000">
              <a:lnSpc>
                <a:spcPts val="3829"/>
              </a:lnSpc>
              <a:spcBef>
                <a:spcPts val="5"/>
              </a:spcBef>
              <a:buAutoNum type="arabicPeriod"/>
              <a:tabLst>
                <a:tab pos="520065" algn="l"/>
                <a:tab pos="526415" algn="l"/>
              </a:tabLst>
            </a:pPr>
            <a:r>
              <a:rPr sz="3200" dirty="0">
                <a:solidFill>
                  <a:srgbClr val="5D5555"/>
                </a:solidFill>
                <a:latin typeface="Arial MT"/>
                <a:cs typeface="Arial MT"/>
              </a:rPr>
              <a:t>	</a:t>
            </a:r>
            <a:r>
              <a:rPr sz="3200" spc="145" dirty="0">
                <a:solidFill>
                  <a:srgbClr val="2B2728"/>
                </a:solidFill>
                <a:latin typeface="Arial MT"/>
                <a:cs typeface="Arial MT"/>
              </a:rPr>
              <a:t>M-</a:t>
            </a:r>
            <a:r>
              <a:rPr sz="3200" spc="110" dirty="0">
                <a:solidFill>
                  <a:srgbClr val="2B2728"/>
                </a:solidFill>
                <a:latin typeface="Arial MT"/>
                <a:cs typeface="Arial MT"/>
              </a:rPr>
              <a:t>step: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u="heavy" dirty="0">
                <a:solidFill>
                  <a:srgbClr val="2B2728"/>
                </a:solidFill>
                <a:uFill>
                  <a:solidFill>
                    <a:srgbClr val="C02690"/>
                  </a:solidFill>
                </a:uFill>
                <a:latin typeface="Arial MT"/>
                <a:cs typeface="Arial MT"/>
              </a:rPr>
              <a:t>m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aximize</a:t>
            </a:r>
            <a:r>
              <a:rPr sz="3200" spc="9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3200" spc="9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over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parameters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given</a:t>
            </a:r>
            <a:r>
              <a:rPr sz="32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2B2728"/>
                </a:solidFill>
                <a:latin typeface="Arial MT"/>
                <a:cs typeface="Arial MT"/>
              </a:rPr>
              <a:t>current</a:t>
            </a:r>
            <a:r>
              <a:rPr sz="32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responsibilities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CDAD093-69C3-6035-521A-F476A6E7F9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2474" y="3479736"/>
            <a:ext cx="3943121" cy="94119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F394244-CF69-61FF-A253-0AE499DEAEA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76372" y="5699543"/>
            <a:ext cx="2735313" cy="3906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D56A602-A982-144F-B93C-68230F92F9D5}"/>
                  </a:ext>
                </a:extLst>
              </p14:cNvPr>
              <p14:cNvContentPartPr/>
              <p14:nvPr/>
            </p14:nvContentPartPr>
            <p14:xfrm>
              <a:off x="7656853" y="763900"/>
              <a:ext cx="106200" cy="36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D56A602-A982-144F-B93C-68230F92F9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46413" y="753460"/>
                <a:ext cx="1274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AE281D1-9970-B02E-1D5E-E204BB61FF2E}"/>
                  </a:ext>
                </a:extLst>
              </p14:cNvPr>
              <p14:cNvContentPartPr/>
              <p14:nvPr/>
            </p14:nvContentPartPr>
            <p14:xfrm>
              <a:off x="11107093" y="2074660"/>
              <a:ext cx="32040" cy="273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AE281D1-9970-B02E-1D5E-E204BB61FF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96293" y="2063860"/>
                <a:ext cx="532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CC2F895-2773-0936-E726-A7293D972B34}"/>
                  </a:ext>
                </a:extLst>
              </p14:cNvPr>
              <p14:cNvContentPartPr/>
              <p14:nvPr/>
            </p14:nvContentPartPr>
            <p14:xfrm>
              <a:off x="12165493" y="5191900"/>
              <a:ext cx="10800" cy="108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CC2F895-2773-0936-E726-A7293D972B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54693" y="5181460"/>
                <a:ext cx="32040" cy="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9137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2CBE-A315-B563-A12B-B186D40A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713B1D5D-6834-D71A-129E-226B83A08DA9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1825B-A20A-91F3-54B2-839B87B12B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697BC262-99E6-F16E-FD14-ED37DBA89D53}"/>
              </a:ext>
            </a:extLst>
          </p:cNvPr>
          <p:cNvSpPr txBox="1">
            <a:spLocks/>
          </p:cNvSpPr>
          <p:nvPr/>
        </p:nvSpPr>
        <p:spPr>
          <a:xfrm>
            <a:off x="304448" y="145625"/>
            <a:ext cx="1035720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 spc="-110">
                <a:solidFill>
                  <a:schemeClr val="bg1"/>
                </a:solidFill>
              </a:rPr>
              <a:t>EM</a:t>
            </a:r>
            <a:r>
              <a:rPr lang="en-US" sz="4000" spc="-95">
                <a:solidFill>
                  <a:schemeClr val="bg1"/>
                </a:solidFill>
              </a:rPr>
              <a:t> </a:t>
            </a:r>
            <a:r>
              <a:rPr lang="en-US" sz="4000" spc="215">
                <a:solidFill>
                  <a:schemeClr val="bg1"/>
                </a:solidFill>
              </a:rPr>
              <a:t>for</a:t>
            </a:r>
            <a:r>
              <a:rPr lang="en-US" sz="4000" spc="-90">
                <a:solidFill>
                  <a:schemeClr val="bg1"/>
                </a:solidFill>
              </a:rPr>
              <a:t> </a:t>
            </a:r>
            <a:r>
              <a:rPr lang="en-US" sz="4000" spc="90">
                <a:solidFill>
                  <a:schemeClr val="bg1"/>
                </a:solidFill>
              </a:rPr>
              <a:t>mixtures</a:t>
            </a:r>
            <a:r>
              <a:rPr lang="en-US" sz="4000" spc="-95">
                <a:solidFill>
                  <a:schemeClr val="bg1"/>
                </a:solidFill>
              </a:rPr>
              <a:t> </a:t>
            </a:r>
            <a:r>
              <a:rPr lang="en-US" sz="4000" spc="229">
                <a:solidFill>
                  <a:schemeClr val="bg1"/>
                </a:solidFill>
              </a:rPr>
              <a:t>of</a:t>
            </a:r>
            <a:r>
              <a:rPr lang="en-US" sz="4000" spc="-90">
                <a:solidFill>
                  <a:schemeClr val="bg1"/>
                </a:solidFill>
              </a:rPr>
              <a:t> </a:t>
            </a:r>
            <a:r>
              <a:rPr lang="en-US" sz="4000" spc="-40">
                <a:solidFill>
                  <a:schemeClr val="bg1"/>
                </a:solidFill>
              </a:rPr>
              <a:t>Gaussians </a:t>
            </a:r>
            <a:r>
              <a:rPr lang="en-US" sz="4000" spc="140">
                <a:solidFill>
                  <a:schemeClr val="bg1"/>
                </a:solidFill>
              </a:rPr>
              <a:t>in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105">
                <a:solidFill>
                  <a:schemeClr val="bg1"/>
                </a:solidFill>
              </a:rPr>
              <a:t>pictures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575">
                <a:solidFill>
                  <a:schemeClr val="bg1"/>
                </a:solidFill>
              </a:rPr>
              <a:t>–</a:t>
            </a:r>
            <a:r>
              <a:rPr lang="en-US" sz="4000" spc="-85">
                <a:solidFill>
                  <a:schemeClr val="bg1"/>
                </a:solidFill>
              </a:rPr>
              <a:t> </a:t>
            </a:r>
            <a:r>
              <a:rPr lang="en-US" sz="4000" spc="105">
                <a:solidFill>
                  <a:schemeClr val="bg1"/>
                </a:solidFill>
              </a:rPr>
              <a:t>initialization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object 28">
            <a:extLst>
              <a:ext uri="{FF2B5EF4-FFF2-40B4-BE49-F238E27FC236}">
                <a16:creationId xmlns:a16="http://schemas.microsoft.com/office/drawing/2014/main" id="{65F7C07F-D6AD-F380-FA8F-F5F8B6B08A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3496" y="1457998"/>
            <a:ext cx="5328539" cy="529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09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030C-07A4-F52A-3E8F-F8747F15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2A4F95EC-9270-A8AB-6CFA-6C5EE7BD9660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2B3A5-472F-7B83-E182-4A46C916D4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F567C014-4D54-6E3A-98E1-C8B0BF9FB318}"/>
              </a:ext>
            </a:extLst>
          </p:cNvPr>
          <p:cNvSpPr txBox="1">
            <a:spLocks/>
          </p:cNvSpPr>
          <p:nvPr/>
        </p:nvSpPr>
        <p:spPr>
          <a:xfrm>
            <a:off x="386998" y="113411"/>
            <a:ext cx="1052865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 marR="30480" algn="l">
              <a:spcBef>
                <a:spcPts val="95"/>
              </a:spcBef>
            </a:pPr>
            <a:r>
              <a:rPr lang="en-US" sz="4000" spc="-110">
                <a:solidFill>
                  <a:schemeClr val="bg1"/>
                </a:solidFill>
              </a:rPr>
              <a:t>EM</a:t>
            </a:r>
            <a:r>
              <a:rPr lang="en-US" sz="4000" spc="-95">
                <a:solidFill>
                  <a:schemeClr val="bg1"/>
                </a:solidFill>
              </a:rPr>
              <a:t> </a:t>
            </a:r>
            <a:r>
              <a:rPr lang="en-US" sz="4000" spc="215">
                <a:solidFill>
                  <a:schemeClr val="bg1"/>
                </a:solidFill>
              </a:rPr>
              <a:t>for</a:t>
            </a:r>
            <a:r>
              <a:rPr lang="en-US" sz="4000" spc="-90">
                <a:solidFill>
                  <a:schemeClr val="bg1"/>
                </a:solidFill>
              </a:rPr>
              <a:t> </a:t>
            </a:r>
            <a:r>
              <a:rPr lang="en-US" sz="4000" spc="90">
                <a:solidFill>
                  <a:schemeClr val="bg1"/>
                </a:solidFill>
              </a:rPr>
              <a:t>mixtures</a:t>
            </a:r>
            <a:r>
              <a:rPr lang="en-US" sz="4000" spc="-95">
                <a:solidFill>
                  <a:schemeClr val="bg1"/>
                </a:solidFill>
              </a:rPr>
              <a:t> </a:t>
            </a:r>
            <a:r>
              <a:rPr lang="en-US" sz="4000" spc="229">
                <a:solidFill>
                  <a:schemeClr val="bg1"/>
                </a:solidFill>
              </a:rPr>
              <a:t>of</a:t>
            </a:r>
            <a:r>
              <a:rPr lang="en-US" sz="4000" spc="-90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Gaussians </a:t>
            </a:r>
            <a:r>
              <a:rPr lang="en-US" sz="4000" spc="140">
                <a:solidFill>
                  <a:schemeClr val="bg1"/>
                </a:solidFill>
              </a:rPr>
              <a:t>in</a:t>
            </a:r>
            <a:r>
              <a:rPr lang="en-US" sz="4000" spc="-135">
                <a:solidFill>
                  <a:schemeClr val="bg1"/>
                </a:solidFill>
              </a:rPr>
              <a:t> </a:t>
            </a:r>
            <a:r>
              <a:rPr lang="en-US" sz="4000" spc="105">
                <a:solidFill>
                  <a:schemeClr val="bg1"/>
                </a:solidFill>
              </a:rPr>
              <a:t>pictures</a:t>
            </a:r>
            <a:r>
              <a:rPr lang="en-US" sz="4000" spc="-125">
                <a:solidFill>
                  <a:schemeClr val="bg1"/>
                </a:solidFill>
              </a:rPr>
              <a:t> </a:t>
            </a:r>
            <a:r>
              <a:rPr lang="en-US" sz="4000" spc="575">
                <a:solidFill>
                  <a:schemeClr val="bg1"/>
                </a:solidFill>
              </a:rPr>
              <a:t>–</a:t>
            </a:r>
            <a:r>
              <a:rPr lang="en-US" sz="4000" spc="-120">
                <a:solidFill>
                  <a:schemeClr val="bg1"/>
                </a:solidFill>
              </a:rPr>
              <a:t> </a:t>
            </a:r>
            <a:r>
              <a:rPr lang="en-US" sz="4000" spc="110">
                <a:solidFill>
                  <a:schemeClr val="bg1"/>
                </a:solidFill>
              </a:rPr>
              <a:t>after</a:t>
            </a:r>
            <a:r>
              <a:rPr lang="en-US" sz="4000" spc="-125">
                <a:solidFill>
                  <a:schemeClr val="bg1"/>
                </a:solidFill>
              </a:rPr>
              <a:t> </a:t>
            </a:r>
            <a:r>
              <a:rPr lang="en-US" sz="4000">
                <a:solidFill>
                  <a:schemeClr val="bg1"/>
                </a:solidFill>
              </a:rPr>
              <a:t>1</a:t>
            </a:r>
            <a:r>
              <a:rPr lang="en-US" sz="3975" baseline="25157">
                <a:solidFill>
                  <a:schemeClr val="bg1"/>
                </a:solidFill>
              </a:rPr>
              <a:t>st</a:t>
            </a:r>
            <a:r>
              <a:rPr lang="en-US" sz="3975" spc="382" baseline="25157">
                <a:solidFill>
                  <a:schemeClr val="bg1"/>
                </a:solidFill>
              </a:rPr>
              <a:t> </a:t>
            </a:r>
            <a:r>
              <a:rPr lang="en-US" sz="4000" spc="130">
                <a:solidFill>
                  <a:schemeClr val="bg1"/>
                </a:solidFill>
              </a:rPr>
              <a:t>iteration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3" name="object 9">
            <a:extLst>
              <a:ext uri="{FF2B5EF4-FFF2-40B4-BE49-F238E27FC236}">
                <a16:creationId xmlns:a16="http://schemas.microsoft.com/office/drawing/2014/main" id="{43CBD2F4-4694-1244-61F4-D3865F42B8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3496" y="1457998"/>
            <a:ext cx="5328539" cy="52943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DBDBCF-9233-0844-FF2C-DE9903A269F3}"/>
                  </a:ext>
                </a:extLst>
              </p14:cNvPr>
              <p14:cNvContentPartPr/>
              <p14:nvPr/>
            </p14:nvContentPartPr>
            <p14:xfrm>
              <a:off x="8616973" y="2312260"/>
              <a:ext cx="860760" cy="89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DBDBCF-9233-0844-FF2C-DE9903A269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06533" y="2301820"/>
                <a:ext cx="882000" cy="9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FC8E63-ACB4-F973-5961-9D160E39D461}"/>
                  </a:ext>
                </a:extLst>
              </p14:cNvPr>
              <p14:cNvContentPartPr/>
              <p14:nvPr/>
            </p14:nvContentPartPr>
            <p14:xfrm>
              <a:off x="7381813" y="2613940"/>
              <a:ext cx="3678120" cy="262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FC8E63-ACB4-F973-5961-9D160E39D4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66333" y="2598820"/>
                <a:ext cx="3708720" cy="265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7189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0104-D12E-E959-E0BC-1BB8596E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582D9A4-9D04-8077-3D8F-290AE0BAF46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9CA2B-273C-FD25-BD1C-1DF3270059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D3D73B74-F141-8F70-E317-946580F7A915}"/>
              </a:ext>
            </a:extLst>
          </p:cNvPr>
          <p:cNvSpPr txBox="1">
            <a:spLocks/>
          </p:cNvSpPr>
          <p:nvPr/>
        </p:nvSpPr>
        <p:spPr>
          <a:xfrm>
            <a:off x="310798" y="100711"/>
            <a:ext cx="1106205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 marR="30480" algn="l">
              <a:spcBef>
                <a:spcPts val="95"/>
              </a:spcBef>
            </a:pPr>
            <a:r>
              <a:rPr lang="en-US" sz="4000" spc="-110">
                <a:solidFill>
                  <a:schemeClr val="bg1"/>
                </a:solidFill>
              </a:rPr>
              <a:t>EM</a:t>
            </a:r>
            <a:r>
              <a:rPr lang="en-US" sz="4000" spc="-95">
                <a:solidFill>
                  <a:schemeClr val="bg1"/>
                </a:solidFill>
              </a:rPr>
              <a:t> </a:t>
            </a:r>
            <a:r>
              <a:rPr lang="en-US" sz="4000" spc="215">
                <a:solidFill>
                  <a:schemeClr val="bg1"/>
                </a:solidFill>
              </a:rPr>
              <a:t>for</a:t>
            </a:r>
            <a:r>
              <a:rPr lang="en-US" sz="4000" spc="-90">
                <a:solidFill>
                  <a:schemeClr val="bg1"/>
                </a:solidFill>
              </a:rPr>
              <a:t> </a:t>
            </a:r>
            <a:r>
              <a:rPr lang="en-US" sz="4000" spc="90">
                <a:solidFill>
                  <a:schemeClr val="bg1"/>
                </a:solidFill>
              </a:rPr>
              <a:t>mixtures</a:t>
            </a:r>
            <a:r>
              <a:rPr lang="en-US" sz="4000" spc="-95">
                <a:solidFill>
                  <a:schemeClr val="bg1"/>
                </a:solidFill>
              </a:rPr>
              <a:t> </a:t>
            </a:r>
            <a:r>
              <a:rPr lang="en-US" sz="4000" spc="229">
                <a:solidFill>
                  <a:schemeClr val="bg1"/>
                </a:solidFill>
              </a:rPr>
              <a:t>of</a:t>
            </a:r>
            <a:r>
              <a:rPr lang="en-US" sz="4000" spc="-90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Gaussians </a:t>
            </a:r>
            <a:r>
              <a:rPr lang="en-US" sz="4000" spc="140">
                <a:solidFill>
                  <a:schemeClr val="bg1"/>
                </a:solidFill>
              </a:rPr>
              <a:t>in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105">
                <a:solidFill>
                  <a:schemeClr val="bg1"/>
                </a:solidFill>
              </a:rPr>
              <a:t>pictures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575">
                <a:solidFill>
                  <a:schemeClr val="bg1"/>
                </a:solidFill>
              </a:rPr>
              <a:t>–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110">
                <a:solidFill>
                  <a:schemeClr val="bg1"/>
                </a:solidFill>
              </a:rPr>
              <a:t>after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90">
                <a:solidFill>
                  <a:schemeClr val="bg1"/>
                </a:solidFill>
              </a:rPr>
              <a:t>2</a:t>
            </a:r>
            <a:r>
              <a:rPr lang="en-US" sz="3975" spc="135" baseline="25157">
                <a:solidFill>
                  <a:schemeClr val="bg1"/>
                </a:solidFill>
              </a:rPr>
              <a:t>nd</a:t>
            </a:r>
            <a:r>
              <a:rPr lang="en-US" sz="3975" spc="442" baseline="25157">
                <a:solidFill>
                  <a:schemeClr val="bg1"/>
                </a:solidFill>
              </a:rPr>
              <a:t> </a:t>
            </a:r>
            <a:r>
              <a:rPr lang="en-US" sz="4000" spc="130">
                <a:solidFill>
                  <a:schemeClr val="bg1"/>
                </a:solidFill>
              </a:rPr>
              <a:t>iteration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3" name="object 9">
            <a:extLst>
              <a:ext uri="{FF2B5EF4-FFF2-40B4-BE49-F238E27FC236}">
                <a16:creationId xmlns:a16="http://schemas.microsoft.com/office/drawing/2014/main" id="{10F10290-ED20-80D6-FCA5-30700E3E5A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3496" y="1457998"/>
            <a:ext cx="5328539" cy="529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3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40BF-D087-6F47-3438-2ADEB694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949B6610-8412-CCB8-45F0-F34958FF86B5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87DA9-3D4A-C903-E726-92FA7454EF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22211B6-B67B-084B-5D1B-6B92F0A16DC3}"/>
              </a:ext>
            </a:extLst>
          </p:cNvPr>
          <p:cNvSpPr txBox="1">
            <a:spLocks/>
          </p:cNvSpPr>
          <p:nvPr/>
        </p:nvSpPr>
        <p:spPr>
          <a:xfrm>
            <a:off x="266348" y="164211"/>
            <a:ext cx="1049055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ts val="4795"/>
              </a:lnSpc>
              <a:spcBef>
                <a:spcPts val="95"/>
              </a:spcBef>
            </a:pPr>
            <a:r>
              <a:rPr lang="en-US" sz="4000" spc="-110" dirty="0">
                <a:solidFill>
                  <a:schemeClr val="bg1"/>
                </a:solidFill>
              </a:rPr>
              <a:t>EM</a:t>
            </a:r>
            <a:r>
              <a:rPr lang="en-US" sz="4000" spc="-95" dirty="0">
                <a:solidFill>
                  <a:schemeClr val="bg1"/>
                </a:solidFill>
              </a:rPr>
              <a:t> </a:t>
            </a:r>
            <a:r>
              <a:rPr lang="en-US" sz="4000" spc="215" dirty="0">
                <a:solidFill>
                  <a:schemeClr val="bg1"/>
                </a:solidFill>
              </a:rPr>
              <a:t>for</a:t>
            </a:r>
            <a:r>
              <a:rPr lang="en-US" sz="4000" spc="-90" dirty="0">
                <a:solidFill>
                  <a:schemeClr val="bg1"/>
                </a:solidFill>
              </a:rPr>
              <a:t> </a:t>
            </a:r>
            <a:r>
              <a:rPr lang="en-US" sz="4000" spc="90" dirty="0">
                <a:solidFill>
                  <a:schemeClr val="bg1"/>
                </a:solidFill>
              </a:rPr>
              <a:t>mixtures</a:t>
            </a:r>
            <a:r>
              <a:rPr lang="en-US" sz="4000" spc="-95" dirty="0">
                <a:solidFill>
                  <a:schemeClr val="bg1"/>
                </a:solidFill>
              </a:rPr>
              <a:t> </a:t>
            </a:r>
            <a:r>
              <a:rPr lang="en-US" sz="4000" spc="229" dirty="0">
                <a:solidFill>
                  <a:schemeClr val="bg1"/>
                </a:solidFill>
              </a:rPr>
              <a:t>of</a:t>
            </a:r>
            <a:r>
              <a:rPr lang="en-US" sz="4000" spc="-90" dirty="0">
                <a:solidFill>
                  <a:schemeClr val="bg1"/>
                </a:solidFill>
              </a:rPr>
              <a:t> </a:t>
            </a:r>
            <a:r>
              <a:rPr lang="en-US" sz="4000" spc="-10" dirty="0">
                <a:solidFill>
                  <a:schemeClr val="bg1"/>
                </a:solidFill>
              </a:rPr>
              <a:t>Gaussians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spc="140" dirty="0">
                <a:solidFill>
                  <a:schemeClr val="bg1"/>
                </a:solidFill>
              </a:rPr>
              <a:t>in</a:t>
            </a:r>
            <a:r>
              <a:rPr lang="en-US" sz="4000" spc="-80" dirty="0">
                <a:solidFill>
                  <a:schemeClr val="bg1"/>
                </a:solidFill>
              </a:rPr>
              <a:t> </a:t>
            </a:r>
            <a:r>
              <a:rPr lang="en-US" sz="4000" spc="105" dirty="0">
                <a:solidFill>
                  <a:schemeClr val="bg1"/>
                </a:solidFill>
              </a:rPr>
              <a:t>pictures</a:t>
            </a:r>
            <a:r>
              <a:rPr lang="en-US" sz="4000" spc="-75" dirty="0">
                <a:solidFill>
                  <a:schemeClr val="bg1"/>
                </a:solidFill>
              </a:rPr>
              <a:t> </a:t>
            </a:r>
            <a:r>
              <a:rPr lang="en-US" sz="4000" spc="575" dirty="0">
                <a:solidFill>
                  <a:schemeClr val="bg1"/>
                </a:solidFill>
              </a:rPr>
              <a:t>–</a:t>
            </a:r>
            <a:r>
              <a:rPr lang="en-US" sz="4000" spc="-75" dirty="0">
                <a:solidFill>
                  <a:schemeClr val="bg1"/>
                </a:solidFill>
              </a:rPr>
              <a:t> </a:t>
            </a:r>
            <a:r>
              <a:rPr lang="en-US" sz="4000" spc="100" dirty="0">
                <a:solidFill>
                  <a:schemeClr val="bg1"/>
                </a:solidFill>
              </a:rPr>
              <a:t>converged</a:t>
            </a:r>
            <a:r>
              <a:rPr lang="en-US" sz="4000" spc="-75" dirty="0">
                <a:solidFill>
                  <a:schemeClr val="bg1"/>
                </a:solidFill>
              </a:rPr>
              <a:t> </a:t>
            </a:r>
            <a:r>
              <a:rPr lang="en-US" sz="4000" spc="145" dirty="0">
                <a:solidFill>
                  <a:schemeClr val="bg1"/>
                </a:solidFill>
              </a:rPr>
              <a:t>solution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object 10">
            <a:extLst>
              <a:ext uri="{FF2B5EF4-FFF2-40B4-BE49-F238E27FC236}">
                <a16:creationId xmlns:a16="http://schemas.microsoft.com/office/drawing/2014/main" id="{61C6B03E-8D7D-DFDF-B858-BB4FC266C8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3496" y="1457998"/>
            <a:ext cx="5328539" cy="52943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F9ACAA-CBDE-0BCE-E37F-6D4935A1F2ED}"/>
                  </a:ext>
                </a:extLst>
              </p14:cNvPr>
              <p14:cNvContentPartPr/>
              <p14:nvPr/>
            </p14:nvContentPartPr>
            <p14:xfrm>
              <a:off x="2076493" y="2091580"/>
              <a:ext cx="4814280" cy="4339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F9ACAA-CBDE-0BCE-E37F-6D4935A1F2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1013" y="2076460"/>
                <a:ext cx="4844880" cy="43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2CDCA9-E59C-E8A3-DAB9-82CB1E6491C9}"/>
                  </a:ext>
                </a:extLst>
              </p14:cNvPr>
              <p14:cNvContentPartPr/>
              <p14:nvPr/>
            </p14:nvContentPartPr>
            <p14:xfrm>
              <a:off x="3620533" y="3498820"/>
              <a:ext cx="423720" cy="429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2CDCA9-E59C-E8A3-DAB9-82CB1E6491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05053" y="3483340"/>
                <a:ext cx="45432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083E42-50C5-C118-4058-76109C3D0555}"/>
                  </a:ext>
                </a:extLst>
              </p14:cNvPr>
              <p14:cNvContentPartPr/>
              <p14:nvPr/>
            </p14:nvContentPartPr>
            <p14:xfrm>
              <a:off x="4938133" y="2583340"/>
              <a:ext cx="1481760" cy="1587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083E42-50C5-C118-4058-76109C3D05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22657" y="2567860"/>
                <a:ext cx="1511993" cy="16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204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8127-1D7D-1D8C-AFC0-443BC878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E049C6-6280-75B4-25FC-54B399BC6C26}"/>
              </a:ext>
            </a:extLst>
          </p:cNvPr>
          <p:cNvSpPr/>
          <p:nvPr/>
        </p:nvSpPr>
        <p:spPr>
          <a:xfrm>
            <a:off x="1572596" y="2825749"/>
            <a:ext cx="9104640" cy="1193801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76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E0E9ECBD-E542-FD80-AC52-258468151E9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15926-7F83-0B6C-3989-6F2A3EF1B3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sp>
        <p:nvSpPr>
          <p:cNvPr id="3" name="object 12">
            <a:extLst>
              <a:ext uri="{FF2B5EF4-FFF2-40B4-BE49-F238E27FC236}">
                <a16:creationId xmlns:a16="http://schemas.microsoft.com/office/drawing/2014/main" id="{4E344B1D-1914-70A6-62E1-752E9F7C92B3}"/>
              </a:ext>
            </a:extLst>
          </p:cNvPr>
          <p:cNvSpPr txBox="1">
            <a:spLocks/>
          </p:cNvSpPr>
          <p:nvPr/>
        </p:nvSpPr>
        <p:spPr>
          <a:xfrm>
            <a:off x="1815171" y="3084195"/>
            <a:ext cx="4455795" cy="57340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95"/>
              </a:spcBef>
            </a:pPr>
            <a:r>
              <a:rPr lang="en-US" sz="3600">
                <a:solidFill>
                  <a:schemeClr val="bg1"/>
                </a:solidFill>
              </a:rPr>
              <a:t>The</a:t>
            </a:r>
            <a:r>
              <a:rPr lang="en-US" sz="3600" spc="-65">
                <a:solidFill>
                  <a:schemeClr val="bg1"/>
                </a:solidFill>
              </a:rPr>
              <a:t> </a:t>
            </a:r>
            <a:r>
              <a:rPr lang="en-US" sz="3600" spc="170">
                <a:solidFill>
                  <a:schemeClr val="bg1"/>
                </a:solidFill>
              </a:rPr>
              <a:t>nitty</a:t>
            </a:r>
            <a:r>
              <a:rPr lang="en-US" sz="3600" spc="-60">
                <a:solidFill>
                  <a:schemeClr val="bg1"/>
                </a:solidFill>
              </a:rPr>
              <a:t> </a:t>
            </a:r>
            <a:r>
              <a:rPr lang="en-US" sz="3600" spc="155">
                <a:solidFill>
                  <a:schemeClr val="bg1"/>
                </a:solidFill>
              </a:rPr>
              <a:t>gritty</a:t>
            </a:r>
            <a:r>
              <a:rPr lang="en-US" sz="3600" spc="-60">
                <a:solidFill>
                  <a:schemeClr val="bg1"/>
                </a:solidFill>
              </a:rPr>
              <a:t> </a:t>
            </a:r>
            <a:r>
              <a:rPr lang="en-US" sz="3600" spc="225">
                <a:solidFill>
                  <a:schemeClr val="bg1"/>
                </a:solidFill>
              </a:rPr>
              <a:t>of</a:t>
            </a:r>
            <a:r>
              <a:rPr lang="en-US" sz="3600" spc="-60">
                <a:solidFill>
                  <a:schemeClr val="bg1"/>
                </a:solidFill>
              </a:rPr>
              <a:t> </a:t>
            </a:r>
            <a:r>
              <a:rPr lang="en-US" sz="3600" spc="-35">
                <a:solidFill>
                  <a:schemeClr val="bg1"/>
                </a:solidFill>
              </a:rPr>
              <a:t>EM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959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3244-DADE-37FF-B307-B0E761DF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3C870E5C-F1C0-949F-EC22-6150B966F630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228F5-EE05-6A0F-4642-C3D47C91E1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1E6202B-2995-2F0A-3762-38B28BD3B2AB}"/>
              </a:ext>
            </a:extLst>
          </p:cNvPr>
          <p:cNvSpPr txBox="1">
            <a:spLocks/>
          </p:cNvSpPr>
          <p:nvPr/>
        </p:nvSpPr>
        <p:spPr>
          <a:xfrm>
            <a:off x="399699" y="405979"/>
            <a:ext cx="5132070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pc="95">
                <a:solidFill>
                  <a:schemeClr val="bg1"/>
                </a:solidFill>
              </a:rPr>
              <a:t>Convergence</a:t>
            </a:r>
            <a:r>
              <a:rPr lang="en-US" spc="-95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90">
                <a:solidFill>
                  <a:schemeClr val="bg1"/>
                </a:solidFill>
              </a:rPr>
              <a:t> </a:t>
            </a:r>
            <a:r>
              <a:rPr lang="en-US" spc="-25">
                <a:solidFill>
                  <a:schemeClr val="bg1"/>
                </a:solidFill>
              </a:rPr>
              <a:t>EM</a:t>
            </a:r>
            <a:endParaRPr lang="en-US" spc="-25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773348B-ABC7-559D-4CAA-A81ABC3BD62F}"/>
              </a:ext>
            </a:extLst>
          </p:cNvPr>
          <p:cNvSpPr txBox="1"/>
          <p:nvPr/>
        </p:nvSpPr>
        <p:spPr>
          <a:xfrm>
            <a:off x="738736" y="1766021"/>
            <a:ext cx="7816850" cy="425767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5"/>
              </a:spcBef>
              <a:buClr>
                <a:srgbClr val="5D5555"/>
              </a:buClr>
              <a:buChar char="•"/>
              <a:tabLst>
                <a:tab pos="354965" algn="l"/>
              </a:tabLst>
            </a:pPr>
            <a:r>
              <a:rPr sz="3200" spc="-100" dirty="0">
                <a:solidFill>
                  <a:srgbClr val="2B2728"/>
                </a:solidFill>
                <a:latin typeface="Arial MT"/>
                <a:cs typeface="Arial MT"/>
              </a:rPr>
              <a:t>EM</a:t>
            </a:r>
            <a:r>
              <a:rPr sz="3200" spc="-11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is</a:t>
            </a:r>
            <a:r>
              <a:rPr sz="3200" spc="-1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-1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5" dirty="0">
                <a:solidFill>
                  <a:srgbClr val="118CC4"/>
                </a:solidFill>
                <a:latin typeface="Arial MT"/>
                <a:cs typeface="Arial MT"/>
              </a:rPr>
              <a:t>coordinate-</a:t>
            </a:r>
            <a:r>
              <a:rPr sz="3200" spc="90" dirty="0">
                <a:solidFill>
                  <a:srgbClr val="118CC4"/>
                </a:solidFill>
                <a:latin typeface="Arial MT"/>
                <a:cs typeface="Arial MT"/>
              </a:rPr>
              <a:t>ascent</a:t>
            </a:r>
            <a:r>
              <a:rPr sz="3200" spc="-114" dirty="0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118CC4"/>
                </a:solidFill>
                <a:latin typeface="Arial MT"/>
                <a:cs typeface="Arial MT"/>
              </a:rPr>
              <a:t>algorithm</a:t>
            </a:r>
            <a:endParaRPr sz="3200" dirty="0">
              <a:latin typeface="Arial MT"/>
              <a:cs typeface="Arial MT"/>
            </a:endParaRPr>
          </a:p>
          <a:p>
            <a:pPr marL="748030" marR="81915" indent="-279400">
              <a:lnSpc>
                <a:spcPts val="3320"/>
              </a:lnSpc>
              <a:spcBef>
                <a:spcPts val="770"/>
              </a:spcBef>
            </a:pPr>
            <a:r>
              <a:rPr sz="2800" spc="-25" dirty="0">
                <a:solidFill>
                  <a:srgbClr val="5D5555"/>
                </a:solidFill>
                <a:latin typeface="Lucida Sans Unicode"/>
                <a:cs typeface="Lucida Sans Unicode"/>
              </a:rPr>
              <a:t>-</a:t>
            </a:r>
            <a:r>
              <a:rPr sz="2800" spc="-200" dirty="0">
                <a:solidFill>
                  <a:srgbClr val="5D5555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Can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equate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E-and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M-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steps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10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alternating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maximizations</a:t>
            </a:r>
            <a:r>
              <a:rPr sz="2800" spc="20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800" spc="20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an</a:t>
            </a:r>
            <a:r>
              <a:rPr sz="2800" spc="20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objective</a:t>
            </a:r>
            <a:r>
              <a:rPr sz="2800" spc="2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2B2728"/>
                </a:solidFill>
                <a:latin typeface="Arial MT"/>
                <a:cs typeface="Arial MT"/>
              </a:rPr>
              <a:t>function</a:t>
            </a:r>
            <a:endParaRPr sz="28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05"/>
              </a:spcBef>
              <a:buClr>
                <a:srgbClr val="5D5555"/>
              </a:buClr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Convergences</a:t>
            </a:r>
            <a:r>
              <a:rPr sz="32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85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3200" spc="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</a:t>
            </a:r>
            <a:r>
              <a:rPr sz="32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118CC4"/>
                </a:solidFill>
                <a:latin typeface="Arial MT"/>
                <a:cs typeface="Arial MT"/>
              </a:rPr>
              <a:t>local</a:t>
            </a:r>
            <a:r>
              <a:rPr sz="3200" spc="50" dirty="0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3200" spc="114" dirty="0">
                <a:solidFill>
                  <a:srgbClr val="118CC4"/>
                </a:solidFill>
                <a:latin typeface="Arial MT"/>
                <a:cs typeface="Arial MT"/>
              </a:rPr>
              <a:t>mode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Clr>
                <a:srgbClr val="5D5555"/>
              </a:buClr>
              <a:buFont typeface="Arial MT"/>
              <a:buChar char="•"/>
            </a:pPr>
            <a:endParaRPr sz="3200" dirty="0">
              <a:latin typeface="Arial MT"/>
              <a:cs typeface="Arial MT"/>
            </a:endParaRPr>
          </a:p>
          <a:p>
            <a:pPr marL="354965" marR="5080" indent="-342900">
              <a:lnSpc>
                <a:spcPct val="99300"/>
              </a:lnSpc>
              <a:buClr>
                <a:srgbClr val="5D5555"/>
              </a:buClr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We</a:t>
            </a:r>
            <a:r>
              <a:rPr sz="3200" spc="-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00" dirty="0">
                <a:solidFill>
                  <a:srgbClr val="2B2728"/>
                </a:solidFill>
                <a:latin typeface="Arial MT"/>
                <a:cs typeface="Arial MT"/>
              </a:rPr>
              <a:t>will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45" dirty="0">
                <a:solidFill>
                  <a:srgbClr val="2B2728"/>
                </a:solidFill>
                <a:latin typeface="Arial MT"/>
                <a:cs typeface="Arial MT"/>
              </a:rPr>
              <a:t>assess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via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(log)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8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7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3200" spc="-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B2728"/>
                </a:solidFill>
                <a:latin typeface="Arial MT"/>
                <a:cs typeface="Arial MT"/>
              </a:rPr>
              <a:t>data </a:t>
            </a:r>
            <a:r>
              <a:rPr sz="3200" spc="65" dirty="0">
                <a:solidFill>
                  <a:srgbClr val="2B2728"/>
                </a:solidFill>
                <a:latin typeface="Arial MT"/>
                <a:cs typeface="Arial MT"/>
              </a:rPr>
              <a:t>under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2B2728"/>
                </a:solidFill>
                <a:latin typeface="Arial MT"/>
                <a:cs typeface="Arial MT"/>
              </a:rPr>
              <a:t>current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parameter</a:t>
            </a:r>
            <a:r>
              <a:rPr sz="3200" spc="1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and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responsibility</a:t>
            </a:r>
            <a:r>
              <a:rPr sz="3200" spc="5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estimates</a:t>
            </a:r>
            <a:endParaRPr sz="32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84423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6C16-C7BA-624F-4F94-B0CF9A3D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3043F1D3-D08E-8CF8-DBE9-C69FA09594C2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702B0-6456-6FE7-14DC-05C997C5351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35B2878-D53A-2B71-19CB-4089762AFB66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92125" algn="l">
              <a:spcBef>
                <a:spcPts val="95"/>
              </a:spcBef>
            </a:pPr>
            <a:r>
              <a:rPr lang="en-US" spc="120">
                <a:solidFill>
                  <a:schemeClr val="bg1"/>
                </a:solidFill>
              </a:rPr>
              <a:t>Initialization</a:t>
            </a:r>
            <a:endParaRPr lang="en-US" spc="12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89124D-7401-1906-6263-755F6E434499}"/>
              </a:ext>
            </a:extLst>
          </p:cNvPr>
          <p:cNvSpPr txBox="1"/>
          <p:nvPr/>
        </p:nvSpPr>
        <p:spPr>
          <a:xfrm>
            <a:off x="732386" y="1557762"/>
            <a:ext cx="7651115" cy="46570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Clr>
                <a:srgbClr val="5D5555"/>
              </a:buClr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Many ways </a:t>
            </a:r>
            <a:r>
              <a:rPr sz="2800" spc="16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 initialize </a:t>
            </a:r>
            <a:r>
              <a:rPr sz="2800" spc="7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2B2728"/>
                </a:solidFill>
                <a:latin typeface="Arial MT"/>
                <a:cs typeface="Arial MT"/>
              </a:rPr>
              <a:t>EM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65" dirty="0">
                <a:solidFill>
                  <a:srgbClr val="2B2728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  <a:p>
            <a:pPr marL="354965" marR="151130" indent="-342900">
              <a:lnSpc>
                <a:spcPts val="3320"/>
              </a:lnSpc>
              <a:spcBef>
                <a:spcPts val="755"/>
              </a:spcBef>
              <a:buClr>
                <a:srgbClr val="5D5555"/>
              </a:buClr>
              <a:buChar char="•"/>
              <a:tabLst>
                <a:tab pos="354965" algn="l"/>
              </a:tabLst>
            </a:pPr>
            <a:r>
              <a:rPr sz="2800" spc="90" dirty="0">
                <a:solidFill>
                  <a:srgbClr val="2B2728"/>
                </a:solidFill>
                <a:latin typeface="Arial MT"/>
                <a:cs typeface="Arial MT"/>
              </a:rPr>
              <a:t>Important</a:t>
            </a:r>
            <a:r>
              <a:rPr sz="2800" spc="-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2B2728"/>
                </a:solidFill>
                <a:latin typeface="Arial MT"/>
                <a:cs typeface="Arial MT"/>
              </a:rPr>
              <a:t>for</a:t>
            </a:r>
            <a:r>
              <a:rPr sz="28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convergence</a:t>
            </a:r>
            <a:r>
              <a:rPr sz="28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rates</a:t>
            </a:r>
            <a:r>
              <a:rPr sz="2800" spc="-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and</a:t>
            </a:r>
            <a:r>
              <a:rPr sz="28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quality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local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2B2728"/>
                </a:solidFill>
                <a:latin typeface="Arial MT"/>
                <a:cs typeface="Arial MT"/>
              </a:rPr>
              <a:t>mode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2B2728"/>
                </a:solidFill>
                <a:latin typeface="Arial MT"/>
                <a:cs typeface="Arial MT"/>
              </a:rPr>
              <a:t>found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lr>
                <a:srgbClr val="5D5555"/>
              </a:buClr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Examples:</a:t>
            </a:r>
            <a:endParaRPr sz="2800">
              <a:latin typeface="Arial MT"/>
              <a:cs typeface="Arial MT"/>
            </a:endParaRPr>
          </a:p>
          <a:p>
            <a:pPr marL="748030" marR="40005" lvl="1" indent="-279400">
              <a:lnSpc>
                <a:spcPct val="100299"/>
              </a:lnSpc>
              <a:spcBef>
                <a:spcPts val="434"/>
              </a:spcBef>
              <a:buChar char="-"/>
              <a:tabLst>
                <a:tab pos="748030" algn="l"/>
                <a:tab pos="754380" algn="l"/>
              </a:tabLst>
            </a:pPr>
            <a:r>
              <a:rPr sz="2000" dirty="0">
                <a:solidFill>
                  <a:srgbClr val="5D555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Choose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2B2728"/>
                </a:solidFill>
                <a:latin typeface="Arial MT"/>
                <a:cs typeface="Arial MT"/>
              </a:rPr>
              <a:t>K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observations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at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65" dirty="0">
                <a:solidFill>
                  <a:srgbClr val="2B2728"/>
                </a:solidFill>
                <a:latin typeface="Arial MT"/>
                <a:cs typeface="Arial MT"/>
              </a:rPr>
              <a:t>random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000" spc="7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define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2B2728"/>
                </a:solidFill>
                <a:latin typeface="Arial MT"/>
                <a:cs typeface="Arial MT"/>
              </a:rPr>
              <a:t>K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B2728"/>
                </a:solidFill>
                <a:latin typeface="Arial MT"/>
                <a:cs typeface="Arial MT"/>
              </a:rPr>
              <a:t>“centroids”. </a:t>
            </a:r>
            <a:r>
              <a:rPr sz="2000" spc="-30" dirty="0">
                <a:solidFill>
                  <a:srgbClr val="2B2728"/>
                </a:solidFill>
                <a:latin typeface="Arial MT"/>
                <a:cs typeface="Arial MT"/>
              </a:rPr>
              <a:t>Assign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60" dirty="0">
                <a:solidFill>
                  <a:srgbClr val="2B2728"/>
                </a:solidFill>
                <a:latin typeface="Arial MT"/>
                <a:cs typeface="Arial MT"/>
              </a:rPr>
              <a:t>other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observations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nearest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60" dirty="0">
                <a:solidFill>
                  <a:srgbClr val="2B2728"/>
                </a:solidFill>
                <a:latin typeface="Arial MT"/>
                <a:cs typeface="Arial MT"/>
              </a:rPr>
              <a:t>centriod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solidFill>
                  <a:srgbClr val="2B2728"/>
                </a:solidFill>
                <a:latin typeface="Arial MT"/>
                <a:cs typeface="Arial MT"/>
              </a:rPr>
              <a:t>form</a:t>
            </a:r>
            <a:r>
              <a:rPr sz="20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B2728"/>
                </a:solidFill>
                <a:latin typeface="Arial MT"/>
                <a:cs typeface="Arial MT"/>
              </a:rPr>
              <a:t>initial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parameter</a:t>
            </a:r>
            <a:r>
              <a:rPr sz="2000" spc="2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B2728"/>
                </a:solidFill>
                <a:latin typeface="Arial MT"/>
                <a:cs typeface="Arial MT"/>
              </a:rPr>
              <a:t>estimates.</a:t>
            </a:r>
            <a:endParaRPr sz="2000">
              <a:latin typeface="Arial MT"/>
              <a:cs typeface="Arial MT"/>
            </a:endParaRPr>
          </a:p>
          <a:p>
            <a:pPr marL="748030" marR="103505" lvl="1" indent="-279400">
              <a:lnSpc>
                <a:spcPct val="100699"/>
              </a:lnSpc>
              <a:spcBef>
                <a:spcPts val="459"/>
              </a:spcBef>
              <a:buChar char="-"/>
              <a:tabLst>
                <a:tab pos="748030" algn="l"/>
                <a:tab pos="754380" algn="l"/>
              </a:tabLst>
            </a:pPr>
            <a:r>
              <a:rPr sz="2000" dirty="0">
                <a:solidFill>
                  <a:srgbClr val="5D555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Pick</a:t>
            </a:r>
            <a:r>
              <a:rPr sz="20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centers</a:t>
            </a:r>
            <a:r>
              <a:rPr sz="20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sequentially</a:t>
            </a:r>
            <a:r>
              <a:rPr sz="20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0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provide</a:t>
            </a:r>
            <a:r>
              <a:rPr sz="2000" spc="85" dirty="0">
                <a:solidFill>
                  <a:srgbClr val="2B2728"/>
                </a:solidFill>
                <a:latin typeface="Arial MT"/>
                <a:cs typeface="Arial MT"/>
              </a:rPr>
              <a:t> good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coverage</a:t>
            </a:r>
            <a:r>
              <a:rPr sz="2000" spc="8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105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000" spc="8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B2728"/>
                </a:solidFill>
                <a:latin typeface="Arial MT"/>
                <a:cs typeface="Arial MT"/>
              </a:rPr>
              <a:t>data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like</a:t>
            </a:r>
            <a:r>
              <a:rPr sz="2000" spc="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2000" spc="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2B2728"/>
                </a:solidFill>
                <a:latin typeface="Arial MT"/>
                <a:cs typeface="Arial MT"/>
              </a:rPr>
              <a:t>k-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means++</a:t>
            </a:r>
            <a:endParaRPr sz="2000">
              <a:latin typeface="Arial MT"/>
              <a:cs typeface="Arial MT"/>
            </a:endParaRPr>
          </a:p>
          <a:p>
            <a:pPr marL="754380" lvl="1" indent="-285115">
              <a:lnSpc>
                <a:spcPct val="100000"/>
              </a:lnSpc>
              <a:spcBef>
                <a:spcPts val="480"/>
              </a:spcBef>
              <a:buClr>
                <a:srgbClr val="5D5555"/>
              </a:buClr>
              <a:buFont typeface="Lucida Sans Unicode"/>
              <a:buChar char="-"/>
              <a:tabLst>
                <a:tab pos="754380" algn="l"/>
              </a:tabLst>
            </a:pP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Initialize</a:t>
            </a:r>
            <a:r>
              <a:rPr sz="2000" spc="1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solidFill>
                  <a:srgbClr val="2B2728"/>
                </a:solidFill>
                <a:latin typeface="Arial MT"/>
                <a:cs typeface="Arial MT"/>
              </a:rPr>
              <a:t>from</a:t>
            </a:r>
            <a:r>
              <a:rPr sz="2000" spc="1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k-means</a:t>
            </a:r>
            <a:r>
              <a:rPr sz="2000" spc="1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40" dirty="0">
                <a:solidFill>
                  <a:srgbClr val="2B2728"/>
                </a:solidFill>
                <a:latin typeface="Arial MT"/>
                <a:cs typeface="Arial MT"/>
              </a:rPr>
              <a:t>solution</a:t>
            </a:r>
            <a:endParaRPr sz="2000">
              <a:latin typeface="Arial MT"/>
              <a:cs typeface="Arial MT"/>
            </a:endParaRPr>
          </a:p>
          <a:p>
            <a:pPr marL="748030" marR="5080" lvl="1" indent="-279400">
              <a:lnSpc>
                <a:spcPct val="100699"/>
              </a:lnSpc>
              <a:spcBef>
                <a:spcPts val="480"/>
              </a:spcBef>
              <a:buChar char="-"/>
              <a:tabLst>
                <a:tab pos="748030" algn="l"/>
                <a:tab pos="754380" algn="l"/>
              </a:tabLst>
            </a:pPr>
            <a:r>
              <a:rPr sz="2000" dirty="0">
                <a:solidFill>
                  <a:srgbClr val="5D5555"/>
                </a:solidFill>
                <a:latin typeface="Lucida Sans Unicode"/>
                <a:cs typeface="Lucida Sans Unicode"/>
              </a:rPr>
              <a:t>	</a:t>
            </a:r>
            <a:r>
              <a:rPr sz="2000" spc="70" dirty="0">
                <a:solidFill>
                  <a:srgbClr val="2B2728"/>
                </a:solidFill>
                <a:latin typeface="Arial MT"/>
                <a:cs typeface="Arial MT"/>
              </a:rPr>
              <a:t>Grow</a:t>
            </a:r>
            <a:r>
              <a:rPr sz="2000" spc="11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mixture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2B2728"/>
                </a:solidFill>
                <a:latin typeface="Arial MT"/>
                <a:cs typeface="Arial MT"/>
              </a:rPr>
              <a:t>model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by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splitting</a:t>
            </a:r>
            <a:r>
              <a:rPr sz="2000" spc="11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(and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sometimes</a:t>
            </a:r>
            <a:r>
              <a:rPr sz="2000" spc="1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B2728"/>
                </a:solidFill>
                <a:latin typeface="Arial MT"/>
                <a:cs typeface="Arial MT"/>
              </a:rPr>
              <a:t>removing)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clusters </a:t>
            </a:r>
            <a:r>
              <a:rPr sz="2000" spc="55" dirty="0">
                <a:solidFill>
                  <a:srgbClr val="2B2728"/>
                </a:solidFill>
                <a:latin typeface="Arial MT"/>
                <a:cs typeface="Arial MT"/>
              </a:rPr>
              <a:t>until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2B2728"/>
                </a:solidFill>
                <a:latin typeface="Arial MT"/>
                <a:cs typeface="Arial MT"/>
              </a:rPr>
              <a:t>K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 clusters</a:t>
            </a:r>
            <a:r>
              <a:rPr sz="20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B2728"/>
                </a:solidFill>
                <a:latin typeface="Arial MT"/>
                <a:cs typeface="Arial MT"/>
              </a:rPr>
              <a:t>are </a:t>
            </a:r>
            <a:r>
              <a:rPr sz="2000" spc="60" dirty="0">
                <a:solidFill>
                  <a:srgbClr val="2B2728"/>
                </a:solidFill>
                <a:latin typeface="Arial MT"/>
                <a:cs typeface="Arial MT"/>
              </a:rPr>
              <a:t>formed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22240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2278D-A1A1-F8AF-EC3D-2A025DB7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86B60E85-54B3-F013-6191-F8B5372FADC7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8A120-DC4D-AE31-FC90-B55B696595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D45866E-96A3-8D68-1E9E-D27C1014D830}"/>
              </a:ext>
            </a:extLst>
          </p:cNvPr>
          <p:cNvSpPr txBox="1">
            <a:spLocks/>
          </p:cNvSpPr>
          <p:nvPr/>
        </p:nvSpPr>
        <p:spPr>
          <a:xfrm>
            <a:off x="482508" y="482179"/>
            <a:ext cx="6616792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95"/>
              </a:spcBef>
            </a:pPr>
            <a:r>
              <a:rPr lang="en-US" spc="160">
                <a:solidFill>
                  <a:schemeClr val="bg1"/>
                </a:solidFill>
              </a:rPr>
              <a:t>Overfitting</a:t>
            </a:r>
            <a:r>
              <a:rPr lang="en-US" spc="-70">
                <a:solidFill>
                  <a:schemeClr val="bg1"/>
                </a:solidFill>
              </a:rPr>
              <a:t> </a:t>
            </a:r>
            <a:r>
              <a:rPr lang="en-US" spc="254">
                <a:solidFill>
                  <a:schemeClr val="bg1"/>
                </a:solidFill>
              </a:rPr>
              <a:t>of</a:t>
            </a:r>
            <a:r>
              <a:rPr lang="en-US" spc="-70">
                <a:solidFill>
                  <a:schemeClr val="bg1"/>
                </a:solidFill>
              </a:rPr>
              <a:t> </a:t>
            </a:r>
            <a:r>
              <a:rPr lang="en-US" spc="-80">
                <a:solidFill>
                  <a:schemeClr val="bg1"/>
                </a:solidFill>
              </a:rPr>
              <a:t>MLE</a:t>
            </a:r>
            <a:endParaRPr lang="en-US" spc="-8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7BE21A0-F2E4-B805-45A7-FAFF694D6B43}"/>
              </a:ext>
            </a:extLst>
          </p:cNvPr>
          <p:cNvSpPr txBox="1"/>
          <p:nvPr/>
        </p:nvSpPr>
        <p:spPr>
          <a:xfrm>
            <a:off x="478645" y="1635391"/>
            <a:ext cx="8086090" cy="2328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Maximizing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can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65" dirty="0">
                <a:solidFill>
                  <a:srgbClr val="B0007E"/>
                </a:solidFill>
                <a:latin typeface="Arial MT"/>
                <a:cs typeface="Arial MT"/>
              </a:rPr>
              <a:t>overfit</a:t>
            </a:r>
            <a:r>
              <a:rPr sz="2800" spc="4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spc="160" dirty="0">
                <a:solidFill>
                  <a:srgbClr val="B0007E"/>
                </a:solidFill>
                <a:latin typeface="Arial MT"/>
                <a:cs typeface="Arial MT"/>
              </a:rPr>
              <a:t>to</a:t>
            </a:r>
            <a:r>
              <a:rPr sz="2800" spc="4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B0007E"/>
                </a:solidFill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01899"/>
              </a:lnSpc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Imagine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at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K=2</a:t>
            </a:r>
            <a:r>
              <a:rPr sz="28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example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10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r>
              <a:rPr sz="28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2B2728"/>
                </a:solidFill>
                <a:latin typeface="Arial MT"/>
                <a:cs typeface="Arial MT"/>
              </a:rPr>
              <a:t>one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obs</a:t>
            </a:r>
            <a:r>
              <a:rPr sz="2800" spc="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assigned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35" dirty="0">
                <a:solidFill>
                  <a:srgbClr val="2B2728"/>
                </a:solidFill>
                <a:latin typeface="Arial MT"/>
                <a:cs typeface="Arial MT"/>
              </a:rPr>
              <a:t>to </a:t>
            </a:r>
            <a:r>
              <a:rPr sz="2800" dirty="0">
                <a:solidFill>
                  <a:srgbClr val="648E04"/>
                </a:solidFill>
                <a:latin typeface="Arial MT"/>
                <a:cs typeface="Arial MT"/>
              </a:rPr>
              <a:t>cluster</a:t>
            </a:r>
            <a:r>
              <a:rPr sz="2800" spc="30" dirty="0">
                <a:solidFill>
                  <a:srgbClr val="648E04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648E04"/>
                </a:solidFill>
                <a:latin typeface="Arial MT"/>
                <a:cs typeface="Arial MT"/>
              </a:rPr>
              <a:t>1</a:t>
            </a:r>
            <a:r>
              <a:rPr sz="2800" spc="30" dirty="0">
                <a:solidFill>
                  <a:srgbClr val="648E0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and</a:t>
            </a:r>
            <a:r>
              <a:rPr sz="2800" spc="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others</a:t>
            </a:r>
            <a:r>
              <a:rPr sz="2800" spc="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assigned</a:t>
            </a:r>
            <a:r>
              <a:rPr sz="2800" spc="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6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800" spc="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18CC4"/>
                </a:solidFill>
                <a:latin typeface="Arial MT"/>
                <a:cs typeface="Arial MT"/>
              </a:rPr>
              <a:t>cluster</a:t>
            </a:r>
            <a:r>
              <a:rPr sz="2800" spc="30" dirty="0">
                <a:solidFill>
                  <a:srgbClr val="118CC4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118CC4"/>
                </a:solidFill>
                <a:latin typeface="Arial MT"/>
                <a:cs typeface="Arial MT"/>
              </a:rPr>
              <a:t>2</a:t>
            </a:r>
            <a:endParaRPr sz="28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509"/>
              </a:spcBef>
            </a:pPr>
            <a:r>
              <a:rPr sz="2400" dirty="0">
                <a:solidFill>
                  <a:srgbClr val="5D5555"/>
                </a:solidFill>
                <a:latin typeface="Lucida Sans Unicode"/>
                <a:cs typeface="Lucida Sans Unicode"/>
              </a:rPr>
              <a:t>-</a:t>
            </a:r>
            <a:r>
              <a:rPr sz="2400" spc="220" dirty="0">
                <a:solidFill>
                  <a:srgbClr val="5D555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What</a:t>
            </a:r>
            <a:r>
              <a:rPr sz="2400" spc="6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parameter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B0007E"/>
                </a:solidFill>
                <a:latin typeface="Arial MT"/>
                <a:cs typeface="Arial MT"/>
              </a:rPr>
              <a:t>values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B0007E"/>
                </a:solidFill>
                <a:latin typeface="Arial MT"/>
                <a:cs typeface="Arial MT"/>
              </a:rPr>
              <a:t>maximize</a:t>
            </a:r>
            <a:r>
              <a:rPr sz="2400" spc="6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B0007E"/>
                </a:solidFill>
                <a:latin typeface="Arial MT"/>
                <a:cs typeface="Arial MT"/>
              </a:rPr>
              <a:t>likelihood?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5175B64-B5A1-5232-3646-62C817BBA230}"/>
              </a:ext>
            </a:extLst>
          </p:cNvPr>
          <p:cNvGrpSpPr/>
          <p:nvPr/>
        </p:nvGrpSpPr>
        <p:grpSpPr>
          <a:xfrm>
            <a:off x="913465" y="4304234"/>
            <a:ext cx="1611630" cy="1471930"/>
            <a:chOff x="913465" y="4304234"/>
            <a:chExt cx="1611630" cy="147193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0D865E1-15D5-DE8F-D0E2-1216750E0245}"/>
                </a:ext>
              </a:extLst>
            </p:cNvPr>
            <p:cNvSpPr/>
            <p:nvPr/>
          </p:nvSpPr>
          <p:spPr>
            <a:xfrm>
              <a:off x="926151" y="4316920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30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8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2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1" y="34149"/>
                  </a:lnTo>
                  <a:lnTo>
                    <a:pt x="597695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7" y="0"/>
                  </a:lnTo>
                  <a:lnTo>
                    <a:pt x="843084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8" y="106072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7" y="275587"/>
                  </a:lnTo>
                  <a:lnTo>
                    <a:pt x="1443808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8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7"/>
                  </a:lnTo>
                  <a:lnTo>
                    <a:pt x="1572114" y="857846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3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8" y="1136101"/>
                  </a:lnTo>
                  <a:lnTo>
                    <a:pt x="1415847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8" y="1339973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5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4" y="1444622"/>
                  </a:lnTo>
                  <a:lnTo>
                    <a:pt x="792937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5" y="1423963"/>
                  </a:lnTo>
                  <a:lnTo>
                    <a:pt x="551421" y="1411895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3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3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6"/>
                  </a:lnTo>
                  <a:lnTo>
                    <a:pt x="6178" y="813717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95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23048E57-8270-3E00-553D-E617DC468C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0937" y="4372498"/>
              <a:ext cx="378228" cy="378228"/>
            </a:xfrm>
            <a:prstGeom prst="rect">
              <a:avLst/>
            </a:prstGeom>
          </p:spPr>
        </p:pic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4FCC6F90-7717-3FBF-F9F2-401D46662A8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0190" y="4418405"/>
              <a:ext cx="241058" cy="240995"/>
            </a:xfrm>
            <a:prstGeom prst="rect">
              <a:avLst/>
            </a:prstGeom>
          </p:spPr>
        </p:pic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84EEE048-6E15-2D5D-59FC-592DBFB1355C}"/>
                </a:ext>
              </a:extLst>
            </p:cNvPr>
            <p:cNvSpPr/>
            <p:nvPr/>
          </p:nvSpPr>
          <p:spPr>
            <a:xfrm>
              <a:off x="1370190" y="441840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1F8DE37E-C258-06EC-C1A3-76B4175AB1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3079" y="4447313"/>
              <a:ext cx="378228" cy="378228"/>
            </a:xfrm>
            <a:prstGeom prst="rect">
              <a:avLst/>
            </a:prstGeom>
          </p:spPr>
        </p:pic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id="{D2AA509C-984A-3E21-23A0-17E2E4ECD14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2307" y="4494504"/>
              <a:ext cx="241046" cy="241007"/>
            </a:xfrm>
            <a:prstGeom prst="rect">
              <a:avLst/>
            </a:prstGeom>
          </p:spPr>
        </p:pic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0BC59A8B-C97C-ED8E-A4FF-EECB000588F0}"/>
                </a:ext>
              </a:extLst>
            </p:cNvPr>
            <p:cNvSpPr/>
            <p:nvPr/>
          </p:nvSpPr>
          <p:spPr>
            <a:xfrm>
              <a:off x="1852307" y="44945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31345E8C-A6A1-55D7-0062-5F8B71B0A18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4721" y="4526282"/>
              <a:ext cx="378228" cy="378228"/>
            </a:xfrm>
            <a:prstGeom prst="rect">
              <a:avLst/>
            </a:prstGeom>
          </p:spPr>
        </p:pic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2AB3D685-3D68-3802-89C2-8921447EF5A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2437" y="4570615"/>
              <a:ext cx="241058" cy="241007"/>
            </a:xfrm>
            <a:prstGeom prst="rect">
              <a:avLst/>
            </a:prstGeom>
          </p:spPr>
        </p:pic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0D7C8802-6839-765F-B248-D3FA8039AD42}"/>
                </a:ext>
              </a:extLst>
            </p:cNvPr>
            <p:cNvSpPr/>
            <p:nvPr/>
          </p:nvSpPr>
          <p:spPr>
            <a:xfrm>
              <a:off x="1522437" y="457061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5">
              <a:extLst>
                <a:ext uri="{FF2B5EF4-FFF2-40B4-BE49-F238E27FC236}">
                  <a16:creationId xmlns:a16="http://schemas.microsoft.com/office/drawing/2014/main" id="{07E8CE9C-8659-022D-CD8D-AD5D35B08E9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0481" y="4729943"/>
              <a:ext cx="378228" cy="374072"/>
            </a:xfrm>
            <a:prstGeom prst="rect">
              <a:avLst/>
            </a:prstGeom>
          </p:spPr>
        </p:pic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59FBB044-9A38-4735-443D-B6426B7C0C1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0369" y="4773561"/>
              <a:ext cx="241046" cy="241020"/>
            </a:xfrm>
            <a:prstGeom prst="rect">
              <a:avLst/>
            </a:prstGeom>
          </p:spPr>
        </p:pic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C9C072E3-E4C7-A376-CCCC-F28359FB24E0}"/>
                </a:ext>
              </a:extLst>
            </p:cNvPr>
            <p:cNvSpPr/>
            <p:nvPr/>
          </p:nvSpPr>
          <p:spPr>
            <a:xfrm>
              <a:off x="1890369" y="477356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8">
              <a:extLst>
                <a:ext uri="{FF2B5EF4-FFF2-40B4-BE49-F238E27FC236}">
                  <a16:creationId xmlns:a16="http://schemas.microsoft.com/office/drawing/2014/main" id="{DC9C0867-8720-7E9D-AE0C-C8B49C7B43A3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1065" y="4675913"/>
              <a:ext cx="378228" cy="378228"/>
            </a:xfrm>
            <a:prstGeom prst="rect">
              <a:avLst/>
            </a:prstGeom>
          </p:spPr>
        </p:pic>
        <p:pic>
          <p:nvPicPr>
            <p:cNvPr id="21" name="object 19">
              <a:extLst>
                <a:ext uri="{FF2B5EF4-FFF2-40B4-BE49-F238E27FC236}">
                  <a16:creationId xmlns:a16="http://schemas.microsoft.com/office/drawing/2014/main" id="{3620BF12-2AB9-BD1F-7067-8F8DA60F0A0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9453" y="4722825"/>
              <a:ext cx="241046" cy="241007"/>
            </a:xfrm>
            <a:prstGeom prst="rect">
              <a:avLst/>
            </a:prstGeom>
          </p:spPr>
        </p:pic>
        <p:sp>
          <p:nvSpPr>
            <p:cNvPr id="22" name="object 20">
              <a:extLst>
                <a:ext uri="{FF2B5EF4-FFF2-40B4-BE49-F238E27FC236}">
                  <a16:creationId xmlns:a16="http://schemas.microsoft.com/office/drawing/2014/main" id="{22F139CB-DEB0-F9FF-FA37-B73B76BF9F4E}"/>
                </a:ext>
              </a:extLst>
            </p:cNvPr>
            <p:cNvSpPr/>
            <p:nvPr/>
          </p:nvSpPr>
          <p:spPr>
            <a:xfrm>
              <a:off x="1319453" y="472282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1">
              <a:extLst>
                <a:ext uri="{FF2B5EF4-FFF2-40B4-BE49-F238E27FC236}">
                  <a16:creationId xmlns:a16="http://schemas.microsoft.com/office/drawing/2014/main" id="{112BDFC0-051D-760F-12F4-1EFA5E47C2D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4352" y="4829698"/>
              <a:ext cx="378228" cy="378228"/>
            </a:xfrm>
            <a:prstGeom prst="rect">
              <a:avLst/>
            </a:prstGeom>
          </p:spPr>
        </p:pic>
        <p:pic>
          <p:nvPicPr>
            <p:cNvPr id="24" name="object 22">
              <a:extLst>
                <a:ext uri="{FF2B5EF4-FFF2-40B4-BE49-F238E27FC236}">
                  <a16:creationId xmlns:a16="http://schemas.microsoft.com/office/drawing/2014/main" id="{299FD0D4-8E69-879D-36D5-FE69F58D2E7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4685" y="4875047"/>
              <a:ext cx="241046" cy="241007"/>
            </a:xfrm>
            <a:prstGeom prst="rect">
              <a:avLst/>
            </a:prstGeom>
          </p:spPr>
        </p:pic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161EA514-482E-9068-A31C-2B3E1E6606D1}"/>
                </a:ext>
              </a:extLst>
            </p:cNvPr>
            <p:cNvSpPr/>
            <p:nvPr/>
          </p:nvSpPr>
          <p:spPr>
            <a:xfrm>
              <a:off x="1674685" y="487504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4">
              <a:extLst>
                <a:ext uri="{FF2B5EF4-FFF2-40B4-BE49-F238E27FC236}">
                  <a16:creationId xmlns:a16="http://schemas.microsoft.com/office/drawing/2014/main" id="{C68BE9F8-B8DC-D073-01EA-E351195BC41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3408" y="5045826"/>
              <a:ext cx="378228" cy="378228"/>
            </a:xfrm>
            <a:prstGeom prst="rect">
              <a:avLst/>
            </a:prstGeom>
          </p:spPr>
        </p:pic>
        <p:pic>
          <p:nvPicPr>
            <p:cNvPr id="27" name="object 25">
              <a:extLst>
                <a:ext uri="{FF2B5EF4-FFF2-40B4-BE49-F238E27FC236}">
                  <a16:creationId xmlns:a16="http://schemas.microsoft.com/office/drawing/2014/main" id="{8D682C6F-FDA5-CE41-B52A-8512CCE25051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2877" y="5090680"/>
              <a:ext cx="241058" cy="241007"/>
            </a:xfrm>
            <a:prstGeom prst="rect">
              <a:avLst/>
            </a:prstGeom>
          </p:spPr>
        </p:pic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C303BD57-0BDD-90E7-0CAE-6BFEC3917CDA}"/>
                </a:ext>
              </a:extLst>
            </p:cNvPr>
            <p:cNvSpPr/>
            <p:nvPr/>
          </p:nvSpPr>
          <p:spPr>
            <a:xfrm>
              <a:off x="1382877" y="509068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7">
              <a:extLst>
                <a:ext uri="{FF2B5EF4-FFF2-40B4-BE49-F238E27FC236}">
                  <a16:creationId xmlns:a16="http://schemas.microsoft.com/office/drawing/2014/main" id="{E8FCE4B7-1B24-3F13-35F5-0703EE1C931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20481" y="5083228"/>
              <a:ext cx="378228" cy="378228"/>
            </a:xfrm>
            <a:prstGeom prst="rect">
              <a:avLst/>
            </a:prstGeom>
          </p:spPr>
        </p:pic>
        <p:pic>
          <p:nvPicPr>
            <p:cNvPr id="30" name="object 28">
              <a:extLst>
                <a:ext uri="{FF2B5EF4-FFF2-40B4-BE49-F238E27FC236}">
                  <a16:creationId xmlns:a16="http://schemas.microsoft.com/office/drawing/2014/main" id="{C9BDD51E-E7E6-B68B-99F8-A535E62C7331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90369" y="5128742"/>
              <a:ext cx="241046" cy="241007"/>
            </a:xfrm>
            <a:prstGeom prst="rect">
              <a:avLst/>
            </a:prstGeom>
          </p:spPr>
        </p:pic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850DBDD1-0338-EB6A-B70D-5AD5BA0E0473}"/>
                </a:ext>
              </a:extLst>
            </p:cNvPr>
            <p:cNvSpPr/>
            <p:nvPr/>
          </p:nvSpPr>
          <p:spPr>
            <a:xfrm>
              <a:off x="1890369" y="512874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0">
              <a:extLst>
                <a:ext uri="{FF2B5EF4-FFF2-40B4-BE49-F238E27FC236}">
                  <a16:creationId xmlns:a16="http://schemas.microsoft.com/office/drawing/2014/main" id="{5EDBC575-7694-262B-3C4E-EDFE62AE7D72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9996" y="4879570"/>
              <a:ext cx="378228" cy="378228"/>
            </a:xfrm>
            <a:prstGeom prst="rect">
              <a:avLst/>
            </a:prstGeom>
          </p:spPr>
        </p:pic>
        <p:pic>
          <p:nvPicPr>
            <p:cNvPr id="34" name="object 31">
              <a:extLst>
                <a:ext uri="{FF2B5EF4-FFF2-40B4-BE49-F238E27FC236}">
                  <a16:creationId xmlns:a16="http://schemas.microsoft.com/office/drawing/2014/main" id="{41B3D469-488B-DA30-1F63-B7D7DDECF6C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8396" y="4925783"/>
              <a:ext cx="241057" cy="241007"/>
            </a:xfrm>
            <a:prstGeom prst="rect">
              <a:avLst/>
            </a:prstGeom>
          </p:spPr>
        </p:pic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CF03A26E-D433-C2DF-E60F-11134816BB23}"/>
                </a:ext>
              </a:extLst>
            </p:cNvPr>
            <p:cNvSpPr/>
            <p:nvPr/>
          </p:nvSpPr>
          <p:spPr>
            <a:xfrm>
              <a:off x="1078396" y="492578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3">
              <a:extLst>
                <a:ext uri="{FF2B5EF4-FFF2-40B4-BE49-F238E27FC236}">
                  <a16:creationId xmlns:a16="http://schemas.microsoft.com/office/drawing/2014/main" id="{7C85AD30-DAE3-2132-173A-A6640E52CDB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04352" y="4675913"/>
              <a:ext cx="378228" cy="378228"/>
            </a:xfrm>
            <a:prstGeom prst="rect">
              <a:avLst/>
            </a:prstGeom>
          </p:spPr>
        </p:pic>
        <p:pic>
          <p:nvPicPr>
            <p:cNvPr id="37" name="object 34">
              <a:extLst>
                <a:ext uri="{FF2B5EF4-FFF2-40B4-BE49-F238E27FC236}">
                  <a16:creationId xmlns:a16="http://schemas.microsoft.com/office/drawing/2014/main" id="{005EBC3F-76BF-8D93-5B1C-29249A190BFD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4685" y="4722825"/>
              <a:ext cx="241046" cy="241007"/>
            </a:xfrm>
            <a:prstGeom prst="rect">
              <a:avLst/>
            </a:prstGeom>
          </p:spPr>
        </p:pic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632C8DA5-7D71-6649-29EB-E7A294C934AD}"/>
                </a:ext>
              </a:extLst>
            </p:cNvPr>
            <p:cNvSpPr/>
            <p:nvPr/>
          </p:nvSpPr>
          <p:spPr>
            <a:xfrm>
              <a:off x="1674685" y="472282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67672810-55E2-63C5-9CD2-C66D6673B2A3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58137" y="4829698"/>
              <a:ext cx="378228" cy="378228"/>
            </a:xfrm>
            <a:prstGeom prst="rect">
              <a:avLst/>
            </a:prstGeom>
          </p:spPr>
        </p:pic>
        <p:pic>
          <p:nvPicPr>
            <p:cNvPr id="40" name="object 37">
              <a:extLst>
                <a:ext uri="{FF2B5EF4-FFF2-40B4-BE49-F238E27FC236}">
                  <a16:creationId xmlns:a16="http://schemas.microsoft.com/office/drawing/2014/main" id="{5A40DFE3-4607-C846-8863-3B46F2A50D6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6933" y="4875047"/>
              <a:ext cx="241046" cy="241007"/>
            </a:xfrm>
            <a:prstGeom prst="rect">
              <a:avLst/>
            </a:prstGeom>
          </p:spPr>
        </p:pic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009A3372-A12B-8D90-9E80-21577BD181CD}"/>
                </a:ext>
              </a:extLst>
            </p:cNvPr>
            <p:cNvSpPr/>
            <p:nvPr/>
          </p:nvSpPr>
          <p:spPr>
            <a:xfrm>
              <a:off x="1826933" y="487504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39">
              <a:extLst>
                <a:ext uri="{FF2B5EF4-FFF2-40B4-BE49-F238E27FC236}">
                  <a16:creationId xmlns:a16="http://schemas.microsoft.com/office/drawing/2014/main" id="{43AAD92B-E767-2072-87B4-E2B5786134EE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67192" y="4892042"/>
              <a:ext cx="378228" cy="378228"/>
            </a:xfrm>
            <a:prstGeom prst="rect">
              <a:avLst/>
            </a:prstGeom>
          </p:spPr>
        </p:pic>
        <p:pic>
          <p:nvPicPr>
            <p:cNvPr id="43" name="object 40">
              <a:extLst>
                <a:ext uri="{FF2B5EF4-FFF2-40B4-BE49-F238E27FC236}">
                  <a16:creationId xmlns:a16="http://schemas.microsoft.com/office/drawing/2014/main" id="{E28F8808-CE50-1B09-1CD3-97E3BEF0F2FE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35125" y="4938470"/>
              <a:ext cx="241058" cy="241007"/>
            </a:xfrm>
            <a:prstGeom prst="rect">
              <a:avLst/>
            </a:prstGeom>
          </p:spPr>
        </p:pic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F7432089-85E6-4212-62BD-B31DD4ACEF87}"/>
                </a:ext>
              </a:extLst>
            </p:cNvPr>
            <p:cNvSpPr/>
            <p:nvPr/>
          </p:nvSpPr>
          <p:spPr>
            <a:xfrm>
              <a:off x="1535125" y="4938470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2">
              <a:extLst>
                <a:ext uri="{FF2B5EF4-FFF2-40B4-BE49-F238E27FC236}">
                  <a16:creationId xmlns:a16="http://schemas.microsoft.com/office/drawing/2014/main" id="{3B4F81C3-F52B-4CC2-AC17-FF7F169EE616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66951" y="5182986"/>
              <a:ext cx="378228" cy="378228"/>
            </a:xfrm>
            <a:prstGeom prst="rect">
              <a:avLst/>
            </a:prstGeom>
          </p:spPr>
        </p:pic>
        <p:pic>
          <p:nvPicPr>
            <p:cNvPr id="46" name="object 43">
              <a:extLst>
                <a:ext uri="{FF2B5EF4-FFF2-40B4-BE49-F238E27FC236}">
                  <a16:creationId xmlns:a16="http://schemas.microsoft.com/office/drawing/2014/main" id="{D6302EEB-1DE7-AE75-744E-298720C13A02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36623" y="5230215"/>
              <a:ext cx="241058" cy="241007"/>
            </a:xfrm>
            <a:prstGeom prst="rect">
              <a:avLst/>
            </a:prstGeom>
          </p:spPr>
        </p:pic>
        <p:sp>
          <p:nvSpPr>
            <p:cNvPr id="47" name="object 44">
              <a:extLst>
                <a:ext uri="{FF2B5EF4-FFF2-40B4-BE49-F238E27FC236}">
                  <a16:creationId xmlns:a16="http://schemas.microsoft.com/office/drawing/2014/main" id="{CE24BDE3-9FB2-DE9A-B045-0767FF1D7F2C}"/>
                </a:ext>
              </a:extLst>
            </p:cNvPr>
            <p:cNvSpPr/>
            <p:nvPr/>
          </p:nvSpPr>
          <p:spPr>
            <a:xfrm>
              <a:off x="1636623" y="523021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5">
              <a:extLst>
                <a:ext uri="{FF2B5EF4-FFF2-40B4-BE49-F238E27FC236}">
                  <a16:creationId xmlns:a16="http://schemas.microsoft.com/office/drawing/2014/main" id="{E39E1B4D-A029-5F07-3F85-8D473CF23AA7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36622" y="4817226"/>
              <a:ext cx="378228" cy="378228"/>
            </a:xfrm>
            <a:prstGeom prst="rect">
              <a:avLst/>
            </a:prstGeom>
          </p:spPr>
        </p:pic>
        <p:pic>
          <p:nvPicPr>
            <p:cNvPr id="49" name="object 46">
              <a:extLst>
                <a:ext uri="{FF2B5EF4-FFF2-40B4-BE49-F238E27FC236}">
                  <a16:creationId xmlns:a16="http://schemas.microsoft.com/office/drawing/2014/main" id="{0179D1B4-76BF-B929-F82E-7781292B2209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06040" y="4862359"/>
              <a:ext cx="241058" cy="241007"/>
            </a:xfrm>
            <a:prstGeom prst="rect">
              <a:avLst/>
            </a:prstGeom>
          </p:spPr>
        </p:pic>
        <p:sp>
          <p:nvSpPr>
            <p:cNvPr id="50" name="object 47">
              <a:extLst>
                <a:ext uri="{FF2B5EF4-FFF2-40B4-BE49-F238E27FC236}">
                  <a16:creationId xmlns:a16="http://schemas.microsoft.com/office/drawing/2014/main" id="{3F7F0C1C-267F-6DA1-023E-F3BFAB03DF3E}"/>
                </a:ext>
              </a:extLst>
            </p:cNvPr>
            <p:cNvSpPr/>
            <p:nvPr/>
          </p:nvSpPr>
          <p:spPr>
            <a:xfrm>
              <a:off x="2106040" y="486235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94C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48">
            <a:extLst>
              <a:ext uri="{FF2B5EF4-FFF2-40B4-BE49-F238E27FC236}">
                <a16:creationId xmlns:a16="http://schemas.microsoft.com/office/drawing/2014/main" id="{AF5245AE-96D4-715D-6B79-A2F568065E99}"/>
              </a:ext>
            </a:extLst>
          </p:cNvPr>
          <p:cNvGrpSpPr/>
          <p:nvPr/>
        </p:nvGrpSpPr>
        <p:grpSpPr>
          <a:xfrm>
            <a:off x="2600834" y="4316922"/>
            <a:ext cx="1611630" cy="1471930"/>
            <a:chOff x="2600834" y="4316922"/>
            <a:chExt cx="1611630" cy="1471930"/>
          </a:xfrm>
        </p:grpSpPr>
        <p:sp>
          <p:nvSpPr>
            <p:cNvPr id="52" name="object 49">
              <a:extLst>
                <a:ext uri="{FF2B5EF4-FFF2-40B4-BE49-F238E27FC236}">
                  <a16:creationId xmlns:a16="http://schemas.microsoft.com/office/drawing/2014/main" id="{6B4CA869-9B94-F932-4F75-71CCF1C1B4BB}"/>
                </a:ext>
              </a:extLst>
            </p:cNvPr>
            <p:cNvSpPr/>
            <p:nvPr/>
          </p:nvSpPr>
          <p:spPr>
            <a:xfrm>
              <a:off x="2613520" y="4329607"/>
              <a:ext cx="1586230" cy="1446530"/>
            </a:xfrm>
            <a:custGeom>
              <a:avLst/>
              <a:gdLst/>
              <a:ahLst/>
              <a:cxnLst/>
              <a:rect l="l" t="t" r="r" b="b"/>
              <a:pathLst>
                <a:path w="1586229" h="1446529">
                  <a:moveTo>
                    <a:pt x="0" y="723022"/>
                  </a:moveTo>
                  <a:lnTo>
                    <a:pt x="1560" y="677297"/>
                  </a:lnTo>
                  <a:lnTo>
                    <a:pt x="6178" y="632328"/>
                  </a:lnTo>
                  <a:lnTo>
                    <a:pt x="13761" y="588199"/>
                  </a:lnTo>
                  <a:lnTo>
                    <a:pt x="24217" y="544995"/>
                  </a:lnTo>
                  <a:lnTo>
                    <a:pt x="37452" y="502801"/>
                  </a:lnTo>
                  <a:lnTo>
                    <a:pt x="53373" y="461702"/>
                  </a:lnTo>
                  <a:lnTo>
                    <a:pt x="71889" y="421782"/>
                  </a:lnTo>
                  <a:lnTo>
                    <a:pt x="92905" y="383125"/>
                  </a:lnTo>
                  <a:lnTo>
                    <a:pt x="116329" y="345818"/>
                  </a:lnTo>
                  <a:lnTo>
                    <a:pt x="142068" y="309944"/>
                  </a:lnTo>
                  <a:lnTo>
                    <a:pt x="170029" y="275587"/>
                  </a:lnTo>
                  <a:lnTo>
                    <a:pt x="200119" y="242834"/>
                  </a:lnTo>
                  <a:lnTo>
                    <a:pt x="232246" y="211768"/>
                  </a:lnTo>
                  <a:lnTo>
                    <a:pt x="266316" y="182474"/>
                  </a:lnTo>
                  <a:lnTo>
                    <a:pt x="302237" y="155037"/>
                  </a:lnTo>
                  <a:lnTo>
                    <a:pt x="339915" y="129541"/>
                  </a:lnTo>
                  <a:lnTo>
                    <a:pt x="379258" y="106072"/>
                  </a:lnTo>
                  <a:lnTo>
                    <a:pt x="420173" y="84713"/>
                  </a:lnTo>
                  <a:lnTo>
                    <a:pt x="462568" y="65550"/>
                  </a:lnTo>
                  <a:lnTo>
                    <a:pt x="506348" y="48667"/>
                  </a:lnTo>
                  <a:lnTo>
                    <a:pt x="551422" y="34149"/>
                  </a:lnTo>
                  <a:lnTo>
                    <a:pt x="597696" y="22081"/>
                  </a:lnTo>
                  <a:lnTo>
                    <a:pt x="645077" y="12548"/>
                  </a:lnTo>
                  <a:lnTo>
                    <a:pt x="693473" y="5633"/>
                  </a:lnTo>
                  <a:lnTo>
                    <a:pt x="742791" y="1422"/>
                  </a:lnTo>
                  <a:lnTo>
                    <a:pt x="792938" y="0"/>
                  </a:lnTo>
                  <a:lnTo>
                    <a:pt x="843085" y="1422"/>
                  </a:lnTo>
                  <a:lnTo>
                    <a:pt x="892403" y="5633"/>
                  </a:lnTo>
                  <a:lnTo>
                    <a:pt x="940799" y="12548"/>
                  </a:lnTo>
                  <a:lnTo>
                    <a:pt x="988181" y="22081"/>
                  </a:lnTo>
                  <a:lnTo>
                    <a:pt x="1034455" y="34149"/>
                  </a:lnTo>
                  <a:lnTo>
                    <a:pt x="1079529" y="48667"/>
                  </a:lnTo>
                  <a:lnTo>
                    <a:pt x="1123309" y="65550"/>
                  </a:lnTo>
                  <a:lnTo>
                    <a:pt x="1165703" y="84713"/>
                  </a:lnTo>
                  <a:lnTo>
                    <a:pt x="1206619" y="106072"/>
                  </a:lnTo>
                  <a:lnTo>
                    <a:pt x="1245962" y="129541"/>
                  </a:lnTo>
                  <a:lnTo>
                    <a:pt x="1283640" y="155037"/>
                  </a:lnTo>
                  <a:lnTo>
                    <a:pt x="1319561" y="182474"/>
                  </a:lnTo>
                  <a:lnTo>
                    <a:pt x="1353631" y="211768"/>
                  </a:lnTo>
                  <a:lnTo>
                    <a:pt x="1385757" y="242834"/>
                  </a:lnTo>
                  <a:lnTo>
                    <a:pt x="1415848" y="275587"/>
                  </a:lnTo>
                  <a:lnTo>
                    <a:pt x="1443809" y="309944"/>
                  </a:lnTo>
                  <a:lnTo>
                    <a:pt x="1469547" y="345818"/>
                  </a:lnTo>
                  <a:lnTo>
                    <a:pt x="1492971" y="383125"/>
                  </a:lnTo>
                  <a:lnTo>
                    <a:pt x="1513987" y="421782"/>
                  </a:lnTo>
                  <a:lnTo>
                    <a:pt x="1532502" y="461702"/>
                  </a:lnTo>
                  <a:lnTo>
                    <a:pt x="1548424" y="502801"/>
                  </a:lnTo>
                  <a:lnTo>
                    <a:pt x="1561659" y="544995"/>
                  </a:lnTo>
                  <a:lnTo>
                    <a:pt x="1572114" y="588199"/>
                  </a:lnTo>
                  <a:lnTo>
                    <a:pt x="1579697" y="632328"/>
                  </a:lnTo>
                  <a:lnTo>
                    <a:pt x="1584315" y="677297"/>
                  </a:lnTo>
                  <a:lnTo>
                    <a:pt x="1585875" y="723022"/>
                  </a:lnTo>
                  <a:lnTo>
                    <a:pt x="1584315" y="768747"/>
                  </a:lnTo>
                  <a:lnTo>
                    <a:pt x="1579697" y="813717"/>
                  </a:lnTo>
                  <a:lnTo>
                    <a:pt x="1572114" y="857845"/>
                  </a:lnTo>
                  <a:lnTo>
                    <a:pt x="1561659" y="901049"/>
                  </a:lnTo>
                  <a:lnTo>
                    <a:pt x="1548424" y="943243"/>
                  </a:lnTo>
                  <a:lnTo>
                    <a:pt x="1532502" y="984343"/>
                  </a:lnTo>
                  <a:lnTo>
                    <a:pt x="1513987" y="1024263"/>
                  </a:lnTo>
                  <a:lnTo>
                    <a:pt x="1492971" y="1062919"/>
                  </a:lnTo>
                  <a:lnTo>
                    <a:pt x="1469547" y="1100226"/>
                  </a:lnTo>
                  <a:lnTo>
                    <a:pt x="1443809" y="1136101"/>
                  </a:lnTo>
                  <a:lnTo>
                    <a:pt x="1415848" y="1170457"/>
                  </a:lnTo>
                  <a:lnTo>
                    <a:pt x="1385757" y="1203210"/>
                  </a:lnTo>
                  <a:lnTo>
                    <a:pt x="1353631" y="1234276"/>
                  </a:lnTo>
                  <a:lnTo>
                    <a:pt x="1319561" y="1263570"/>
                  </a:lnTo>
                  <a:lnTo>
                    <a:pt x="1283640" y="1291007"/>
                  </a:lnTo>
                  <a:lnTo>
                    <a:pt x="1245962" y="1316503"/>
                  </a:lnTo>
                  <a:lnTo>
                    <a:pt x="1206619" y="1339973"/>
                  </a:lnTo>
                  <a:lnTo>
                    <a:pt x="1165703" y="1361331"/>
                  </a:lnTo>
                  <a:lnTo>
                    <a:pt x="1123309" y="1380494"/>
                  </a:lnTo>
                  <a:lnTo>
                    <a:pt x="1079529" y="1397377"/>
                  </a:lnTo>
                  <a:lnTo>
                    <a:pt x="1034455" y="1411895"/>
                  </a:lnTo>
                  <a:lnTo>
                    <a:pt x="988181" y="1423963"/>
                  </a:lnTo>
                  <a:lnTo>
                    <a:pt x="940799" y="1433496"/>
                  </a:lnTo>
                  <a:lnTo>
                    <a:pt x="892403" y="1440411"/>
                  </a:lnTo>
                  <a:lnTo>
                    <a:pt x="843085" y="1444622"/>
                  </a:lnTo>
                  <a:lnTo>
                    <a:pt x="792938" y="1446044"/>
                  </a:lnTo>
                  <a:lnTo>
                    <a:pt x="742791" y="1444622"/>
                  </a:lnTo>
                  <a:lnTo>
                    <a:pt x="693473" y="1440411"/>
                  </a:lnTo>
                  <a:lnTo>
                    <a:pt x="645077" y="1433496"/>
                  </a:lnTo>
                  <a:lnTo>
                    <a:pt x="597696" y="1423963"/>
                  </a:lnTo>
                  <a:lnTo>
                    <a:pt x="551422" y="1411895"/>
                  </a:lnTo>
                  <a:lnTo>
                    <a:pt x="506348" y="1397377"/>
                  </a:lnTo>
                  <a:lnTo>
                    <a:pt x="462568" y="1380494"/>
                  </a:lnTo>
                  <a:lnTo>
                    <a:pt x="420173" y="1361331"/>
                  </a:lnTo>
                  <a:lnTo>
                    <a:pt x="379258" y="1339973"/>
                  </a:lnTo>
                  <a:lnTo>
                    <a:pt x="339915" y="1316503"/>
                  </a:lnTo>
                  <a:lnTo>
                    <a:pt x="302237" y="1291007"/>
                  </a:lnTo>
                  <a:lnTo>
                    <a:pt x="266316" y="1263570"/>
                  </a:lnTo>
                  <a:lnTo>
                    <a:pt x="232246" y="1234276"/>
                  </a:lnTo>
                  <a:lnTo>
                    <a:pt x="200119" y="1203210"/>
                  </a:lnTo>
                  <a:lnTo>
                    <a:pt x="170029" y="1170457"/>
                  </a:lnTo>
                  <a:lnTo>
                    <a:pt x="142068" y="1136101"/>
                  </a:lnTo>
                  <a:lnTo>
                    <a:pt x="116329" y="1100226"/>
                  </a:lnTo>
                  <a:lnTo>
                    <a:pt x="92905" y="1062919"/>
                  </a:lnTo>
                  <a:lnTo>
                    <a:pt x="71889" y="1024263"/>
                  </a:lnTo>
                  <a:lnTo>
                    <a:pt x="53373" y="984343"/>
                  </a:lnTo>
                  <a:lnTo>
                    <a:pt x="37452" y="943243"/>
                  </a:lnTo>
                  <a:lnTo>
                    <a:pt x="24217" y="901049"/>
                  </a:lnTo>
                  <a:lnTo>
                    <a:pt x="13761" y="857845"/>
                  </a:lnTo>
                  <a:lnTo>
                    <a:pt x="6178" y="813717"/>
                  </a:lnTo>
                  <a:lnTo>
                    <a:pt x="1560" y="768747"/>
                  </a:lnTo>
                  <a:lnTo>
                    <a:pt x="0" y="723022"/>
                  </a:lnTo>
                  <a:close/>
                </a:path>
              </a:pathLst>
            </a:custGeom>
            <a:ln w="25371">
              <a:solidFill>
                <a:srgbClr val="009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0">
              <a:extLst>
                <a:ext uri="{FF2B5EF4-FFF2-40B4-BE49-F238E27FC236}">
                  <a16:creationId xmlns:a16="http://schemas.microsoft.com/office/drawing/2014/main" id="{450C0D0D-BE6D-1BD0-ED67-E02B0086A081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988424" y="4434842"/>
              <a:ext cx="378228" cy="378228"/>
            </a:xfrm>
            <a:prstGeom prst="rect">
              <a:avLst/>
            </a:prstGeom>
          </p:spPr>
        </p:pic>
        <p:pic>
          <p:nvPicPr>
            <p:cNvPr id="54" name="object 51">
              <a:extLst>
                <a:ext uri="{FF2B5EF4-FFF2-40B4-BE49-F238E27FC236}">
                  <a16:creationId xmlns:a16="http://schemas.microsoft.com/office/drawing/2014/main" id="{AA510661-C59F-74D3-1874-FC42CEB578E2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057562" y="4481817"/>
              <a:ext cx="241058" cy="241007"/>
            </a:xfrm>
            <a:prstGeom prst="rect">
              <a:avLst/>
            </a:prstGeom>
          </p:spPr>
        </p:pic>
        <p:sp>
          <p:nvSpPr>
            <p:cNvPr id="55" name="object 52">
              <a:extLst>
                <a:ext uri="{FF2B5EF4-FFF2-40B4-BE49-F238E27FC236}">
                  <a16:creationId xmlns:a16="http://schemas.microsoft.com/office/drawing/2014/main" id="{91D98A5A-84DA-724D-0165-8834615337BA}"/>
                </a:ext>
              </a:extLst>
            </p:cNvPr>
            <p:cNvSpPr/>
            <p:nvPr/>
          </p:nvSpPr>
          <p:spPr>
            <a:xfrm>
              <a:off x="3057563" y="448181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3">
              <a:extLst>
                <a:ext uri="{FF2B5EF4-FFF2-40B4-BE49-F238E27FC236}">
                  <a16:creationId xmlns:a16="http://schemas.microsoft.com/office/drawing/2014/main" id="{809A4469-96F8-17DD-AD1D-B2B489D6F907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470567" y="4513811"/>
              <a:ext cx="378228" cy="378228"/>
            </a:xfrm>
            <a:prstGeom prst="rect">
              <a:avLst/>
            </a:prstGeom>
          </p:spPr>
        </p:pic>
        <p:pic>
          <p:nvPicPr>
            <p:cNvPr id="57" name="object 54">
              <a:extLst>
                <a:ext uri="{FF2B5EF4-FFF2-40B4-BE49-F238E27FC236}">
                  <a16:creationId xmlns:a16="http://schemas.microsoft.com/office/drawing/2014/main" id="{4DB52FE9-B5A6-AA2F-5002-A2767D35D1F3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39680" y="4557928"/>
              <a:ext cx="241046" cy="241007"/>
            </a:xfrm>
            <a:prstGeom prst="rect">
              <a:avLst/>
            </a:prstGeom>
          </p:spPr>
        </p:pic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4D99E414-FDAC-3253-2575-A8FF64DBF847}"/>
                </a:ext>
              </a:extLst>
            </p:cNvPr>
            <p:cNvSpPr/>
            <p:nvPr/>
          </p:nvSpPr>
          <p:spPr>
            <a:xfrm>
              <a:off x="3539680" y="455792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6">
              <a:extLst>
                <a:ext uri="{FF2B5EF4-FFF2-40B4-BE49-F238E27FC236}">
                  <a16:creationId xmlns:a16="http://schemas.microsoft.com/office/drawing/2014/main" id="{9EFA013A-F7FE-FF14-B57A-6E97F898BA0D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42208" y="4588626"/>
              <a:ext cx="378228" cy="378228"/>
            </a:xfrm>
            <a:prstGeom prst="rect">
              <a:avLst/>
            </a:prstGeom>
          </p:spPr>
        </p:pic>
        <p:pic>
          <p:nvPicPr>
            <p:cNvPr id="60" name="object 57">
              <a:extLst>
                <a:ext uri="{FF2B5EF4-FFF2-40B4-BE49-F238E27FC236}">
                  <a16:creationId xmlns:a16="http://schemas.microsoft.com/office/drawing/2014/main" id="{C8068D1B-BF8F-5CE1-EFA2-AD6144021FE2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09810" y="4634039"/>
              <a:ext cx="241058" cy="241007"/>
            </a:xfrm>
            <a:prstGeom prst="rect">
              <a:avLst/>
            </a:prstGeom>
          </p:spPr>
        </p:pic>
        <p:sp>
          <p:nvSpPr>
            <p:cNvPr id="61" name="object 58">
              <a:extLst>
                <a:ext uri="{FF2B5EF4-FFF2-40B4-BE49-F238E27FC236}">
                  <a16:creationId xmlns:a16="http://schemas.microsoft.com/office/drawing/2014/main" id="{0F4DFC09-99D0-67D4-2A90-0A524A25DBBA}"/>
                </a:ext>
              </a:extLst>
            </p:cNvPr>
            <p:cNvSpPr/>
            <p:nvPr/>
          </p:nvSpPr>
          <p:spPr>
            <a:xfrm>
              <a:off x="3209810" y="463403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59">
              <a:extLst>
                <a:ext uri="{FF2B5EF4-FFF2-40B4-BE49-F238E27FC236}">
                  <a16:creationId xmlns:a16="http://schemas.microsoft.com/office/drawing/2014/main" id="{CEB892D8-91F3-FF51-1EC6-EE6D3772E278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07968" y="4792284"/>
              <a:ext cx="378228" cy="378228"/>
            </a:xfrm>
            <a:prstGeom prst="rect">
              <a:avLst/>
            </a:prstGeom>
          </p:spPr>
        </p:pic>
        <p:pic>
          <p:nvPicPr>
            <p:cNvPr id="63" name="object 60">
              <a:extLst>
                <a:ext uri="{FF2B5EF4-FFF2-40B4-BE49-F238E27FC236}">
                  <a16:creationId xmlns:a16="http://schemas.microsoft.com/office/drawing/2014/main" id="{A0E0D7E8-7DE4-9F19-45C9-373376C99551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577729" y="4836998"/>
              <a:ext cx="241058" cy="240995"/>
            </a:xfrm>
            <a:prstGeom prst="rect">
              <a:avLst/>
            </a:prstGeom>
          </p:spPr>
        </p:pic>
        <p:sp>
          <p:nvSpPr>
            <p:cNvPr id="64" name="object 61">
              <a:extLst>
                <a:ext uri="{FF2B5EF4-FFF2-40B4-BE49-F238E27FC236}">
                  <a16:creationId xmlns:a16="http://schemas.microsoft.com/office/drawing/2014/main" id="{1052D1D2-256A-5120-F256-9C704CBCF834}"/>
                </a:ext>
              </a:extLst>
            </p:cNvPr>
            <p:cNvSpPr/>
            <p:nvPr/>
          </p:nvSpPr>
          <p:spPr>
            <a:xfrm>
              <a:off x="3577729" y="483699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2">
              <a:extLst>
                <a:ext uri="{FF2B5EF4-FFF2-40B4-BE49-F238E27FC236}">
                  <a16:creationId xmlns:a16="http://schemas.microsoft.com/office/drawing/2014/main" id="{980E850D-030C-5358-12EB-0DBEB2AE245E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09951" y="4675914"/>
              <a:ext cx="378228" cy="378228"/>
            </a:xfrm>
            <a:prstGeom prst="rect">
              <a:avLst/>
            </a:prstGeom>
          </p:spPr>
        </p:pic>
        <p:pic>
          <p:nvPicPr>
            <p:cNvPr id="66" name="object 63">
              <a:extLst>
                <a:ext uri="{FF2B5EF4-FFF2-40B4-BE49-F238E27FC236}">
                  <a16:creationId xmlns:a16="http://schemas.microsoft.com/office/drawing/2014/main" id="{EEEFEA53-9B87-5E6B-E81C-506EF8E597A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8455" y="4722825"/>
              <a:ext cx="241046" cy="241007"/>
            </a:xfrm>
            <a:prstGeom prst="rect">
              <a:avLst/>
            </a:prstGeom>
          </p:spPr>
        </p:pic>
        <p:pic>
          <p:nvPicPr>
            <p:cNvPr id="67" name="object 64">
              <a:extLst>
                <a:ext uri="{FF2B5EF4-FFF2-40B4-BE49-F238E27FC236}">
                  <a16:creationId xmlns:a16="http://schemas.microsoft.com/office/drawing/2014/main" id="{3CF1B54F-54A5-478E-EA2D-5D31D382889C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773697" y="4718068"/>
              <a:ext cx="250567" cy="250521"/>
            </a:xfrm>
            <a:prstGeom prst="rect">
              <a:avLst/>
            </a:prstGeom>
          </p:spPr>
        </p:pic>
        <p:pic>
          <p:nvPicPr>
            <p:cNvPr id="68" name="object 65">
              <a:extLst>
                <a:ext uri="{FF2B5EF4-FFF2-40B4-BE49-F238E27FC236}">
                  <a16:creationId xmlns:a16="http://schemas.microsoft.com/office/drawing/2014/main" id="{7C9BC275-1ED9-FB0A-E783-E1063F71C6DA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826321" y="4983486"/>
              <a:ext cx="374072" cy="374072"/>
            </a:xfrm>
            <a:prstGeom prst="rect">
              <a:avLst/>
            </a:prstGeom>
          </p:spPr>
        </p:pic>
        <p:pic>
          <p:nvPicPr>
            <p:cNvPr id="69" name="object 66">
              <a:extLst>
                <a:ext uri="{FF2B5EF4-FFF2-40B4-BE49-F238E27FC236}">
                  <a16:creationId xmlns:a16="http://schemas.microsoft.com/office/drawing/2014/main" id="{4E4E91C9-D402-94F2-2673-5175C39A5EF0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892640" y="5027257"/>
              <a:ext cx="241046" cy="241007"/>
            </a:xfrm>
            <a:prstGeom prst="rect">
              <a:avLst/>
            </a:prstGeom>
          </p:spPr>
        </p:pic>
        <p:sp>
          <p:nvSpPr>
            <p:cNvPr id="70" name="object 67">
              <a:extLst>
                <a:ext uri="{FF2B5EF4-FFF2-40B4-BE49-F238E27FC236}">
                  <a16:creationId xmlns:a16="http://schemas.microsoft.com/office/drawing/2014/main" id="{C81B8DC4-ED2A-3F83-8660-36F269937C79}"/>
                </a:ext>
              </a:extLst>
            </p:cNvPr>
            <p:cNvSpPr/>
            <p:nvPr/>
          </p:nvSpPr>
          <p:spPr>
            <a:xfrm>
              <a:off x="2892640" y="502725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68">
              <a:extLst>
                <a:ext uri="{FF2B5EF4-FFF2-40B4-BE49-F238E27FC236}">
                  <a16:creationId xmlns:a16="http://schemas.microsoft.com/office/drawing/2014/main" id="{88489782-C107-952B-985F-9DE268E51F26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000895" y="5108171"/>
              <a:ext cx="378228" cy="378228"/>
            </a:xfrm>
            <a:prstGeom prst="rect">
              <a:avLst/>
            </a:prstGeom>
          </p:spPr>
        </p:pic>
        <p:pic>
          <p:nvPicPr>
            <p:cNvPr id="72" name="object 69">
              <a:extLst>
                <a:ext uri="{FF2B5EF4-FFF2-40B4-BE49-F238E27FC236}">
                  <a16:creationId xmlns:a16="http://schemas.microsoft.com/office/drawing/2014/main" id="{F4E82924-28D2-AC06-AA22-0B189BFCDB16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070250" y="5154104"/>
              <a:ext cx="241058" cy="241007"/>
            </a:xfrm>
            <a:prstGeom prst="rect">
              <a:avLst/>
            </a:prstGeom>
          </p:spPr>
        </p:pic>
        <p:sp>
          <p:nvSpPr>
            <p:cNvPr id="73" name="object 70">
              <a:extLst>
                <a:ext uri="{FF2B5EF4-FFF2-40B4-BE49-F238E27FC236}">
                  <a16:creationId xmlns:a16="http://schemas.microsoft.com/office/drawing/2014/main" id="{8DF16E8F-A5EB-7A36-A57C-668ABCDFA4CF}"/>
                </a:ext>
              </a:extLst>
            </p:cNvPr>
            <p:cNvSpPr/>
            <p:nvPr/>
          </p:nvSpPr>
          <p:spPr>
            <a:xfrm>
              <a:off x="3070250" y="51541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1">
              <a:extLst>
                <a:ext uri="{FF2B5EF4-FFF2-40B4-BE49-F238E27FC236}">
                  <a16:creationId xmlns:a16="http://schemas.microsoft.com/office/drawing/2014/main" id="{54C0FA38-0E60-7E4B-A5C5-0B46D21EFA3D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507968" y="5145572"/>
              <a:ext cx="378228" cy="378228"/>
            </a:xfrm>
            <a:prstGeom prst="rect">
              <a:avLst/>
            </a:prstGeom>
          </p:spPr>
        </p:pic>
        <p:pic>
          <p:nvPicPr>
            <p:cNvPr id="75" name="object 72">
              <a:extLst>
                <a:ext uri="{FF2B5EF4-FFF2-40B4-BE49-F238E27FC236}">
                  <a16:creationId xmlns:a16="http://schemas.microsoft.com/office/drawing/2014/main" id="{06FEC689-0B6B-A3EF-E2D4-462CB5CB9828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77729" y="5192154"/>
              <a:ext cx="241058" cy="241007"/>
            </a:xfrm>
            <a:prstGeom prst="rect">
              <a:avLst/>
            </a:prstGeom>
          </p:spPr>
        </p:pic>
        <p:sp>
          <p:nvSpPr>
            <p:cNvPr id="76" name="object 73">
              <a:extLst>
                <a:ext uri="{FF2B5EF4-FFF2-40B4-BE49-F238E27FC236}">
                  <a16:creationId xmlns:a16="http://schemas.microsoft.com/office/drawing/2014/main" id="{5BF6D05D-8D39-59A4-29B1-3A17DB8E134D}"/>
                </a:ext>
              </a:extLst>
            </p:cNvPr>
            <p:cNvSpPr/>
            <p:nvPr/>
          </p:nvSpPr>
          <p:spPr>
            <a:xfrm>
              <a:off x="3577729" y="519215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4">
              <a:extLst>
                <a:ext uri="{FF2B5EF4-FFF2-40B4-BE49-F238E27FC236}">
                  <a16:creationId xmlns:a16="http://schemas.microsoft.com/office/drawing/2014/main" id="{345CA712-598D-748E-F961-8431F8AAB5EA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786441" y="4842169"/>
              <a:ext cx="378228" cy="378228"/>
            </a:xfrm>
            <a:prstGeom prst="rect">
              <a:avLst/>
            </a:prstGeom>
          </p:spPr>
        </p:pic>
        <p:pic>
          <p:nvPicPr>
            <p:cNvPr id="78" name="object 75">
              <a:extLst>
                <a:ext uri="{FF2B5EF4-FFF2-40B4-BE49-F238E27FC236}">
                  <a16:creationId xmlns:a16="http://schemas.microsoft.com/office/drawing/2014/main" id="{355C9014-6E6D-82CA-9787-7ACDB44825CC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56850" y="4887734"/>
              <a:ext cx="241058" cy="241007"/>
            </a:xfrm>
            <a:prstGeom prst="rect">
              <a:avLst/>
            </a:prstGeom>
          </p:spPr>
        </p:pic>
        <p:pic>
          <p:nvPicPr>
            <p:cNvPr id="79" name="object 76">
              <a:extLst>
                <a:ext uri="{FF2B5EF4-FFF2-40B4-BE49-F238E27FC236}">
                  <a16:creationId xmlns:a16="http://schemas.microsoft.com/office/drawing/2014/main" id="{08AB66C4-BEEE-BAC4-F5CE-9350C95EF488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52092" y="4882977"/>
              <a:ext cx="250567" cy="250521"/>
            </a:xfrm>
            <a:prstGeom prst="rect">
              <a:avLst/>
            </a:prstGeom>
          </p:spPr>
        </p:pic>
        <p:pic>
          <p:nvPicPr>
            <p:cNvPr id="80" name="object 77">
              <a:extLst>
                <a:ext uri="{FF2B5EF4-FFF2-40B4-BE49-F238E27FC236}">
                  <a16:creationId xmlns:a16="http://schemas.microsoft.com/office/drawing/2014/main" id="{407789DA-B42F-8E3E-A403-7DD6DDAF36A9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291839" y="4488872"/>
              <a:ext cx="378228" cy="374072"/>
            </a:xfrm>
            <a:prstGeom prst="rect">
              <a:avLst/>
            </a:prstGeom>
          </p:spPr>
        </p:pic>
        <p:pic>
          <p:nvPicPr>
            <p:cNvPr id="81" name="object 78">
              <a:extLst>
                <a:ext uri="{FF2B5EF4-FFF2-40B4-BE49-F238E27FC236}">
                  <a16:creationId xmlns:a16="http://schemas.microsoft.com/office/drawing/2014/main" id="{09705BF2-C89C-4C6D-9A49-4AD87ECD0F70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362058" y="4532566"/>
              <a:ext cx="241046" cy="240995"/>
            </a:xfrm>
            <a:prstGeom prst="rect">
              <a:avLst/>
            </a:prstGeom>
          </p:spPr>
        </p:pic>
        <p:sp>
          <p:nvSpPr>
            <p:cNvPr id="82" name="object 79">
              <a:extLst>
                <a:ext uri="{FF2B5EF4-FFF2-40B4-BE49-F238E27FC236}">
                  <a16:creationId xmlns:a16="http://schemas.microsoft.com/office/drawing/2014/main" id="{27110B18-8B55-CC44-C8ED-DA392221C660}"/>
                </a:ext>
              </a:extLst>
            </p:cNvPr>
            <p:cNvSpPr/>
            <p:nvPr/>
          </p:nvSpPr>
          <p:spPr>
            <a:xfrm>
              <a:off x="3362058" y="453256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0">
              <a:extLst>
                <a:ext uri="{FF2B5EF4-FFF2-40B4-BE49-F238E27FC236}">
                  <a16:creationId xmlns:a16="http://schemas.microsoft.com/office/drawing/2014/main" id="{FE8643BD-D208-68CE-E8AA-48FFE315062C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445624" y="4892042"/>
              <a:ext cx="378228" cy="378228"/>
            </a:xfrm>
            <a:prstGeom prst="rect">
              <a:avLst/>
            </a:prstGeom>
          </p:spPr>
        </p:pic>
        <p:pic>
          <p:nvPicPr>
            <p:cNvPr id="84" name="object 81">
              <a:extLst>
                <a:ext uri="{FF2B5EF4-FFF2-40B4-BE49-F238E27FC236}">
                  <a16:creationId xmlns:a16="http://schemas.microsoft.com/office/drawing/2014/main" id="{3C636A49-2A87-2923-FF49-6796858BA804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14305" y="4938471"/>
              <a:ext cx="241046" cy="241007"/>
            </a:xfrm>
            <a:prstGeom prst="rect">
              <a:avLst/>
            </a:prstGeom>
          </p:spPr>
        </p:pic>
        <p:sp>
          <p:nvSpPr>
            <p:cNvPr id="85" name="object 82">
              <a:extLst>
                <a:ext uri="{FF2B5EF4-FFF2-40B4-BE49-F238E27FC236}">
                  <a16:creationId xmlns:a16="http://schemas.microsoft.com/office/drawing/2014/main" id="{59F6CC0E-B2F8-1000-E380-9D782F8915E2}"/>
                </a:ext>
              </a:extLst>
            </p:cNvPr>
            <p:cNvSpPr/>
            <p:nvPr/>
          </p:nvSpPr>
          <p:spPr>
            <a:xfrm>
              <a:off x="3514305" y="493847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3">
              <a:extLst>
                <a:ext uri="{FF2B5EF4-FFF2-40B4-BE49-F238E27FC236}">
                  <a16:creationId xmlns:a16="http://schemas.microsoft.com/office/drawing/2014/main" id="{F428B1D0-84B9-6F0E-3A29-5D6F7D58F157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154679" y="4958543"/>
              <a:ext cx="378228" cy="374072"/>
            </a:xfrm>
            <a:prstGeom prst="rect">
              <a:avLst/>
            </a:prstGeom>
          </p:spPr>
        </p:pic>
        <p:pic>
          <p:nvPicPr>
            <p:cNvPr id="87" name="object 84">
              <a:extLst>
                <a:ext uri="{FF2B5EF4-FFF2-40B4-BE49-F238E27FC236}">
                  <a16:creationId xmlns:a16="http://schemas.microsoft.com/office/drawing/2014/main" id="{D8B5474F-E5B6-F9F9-5178-F43F3ACD0448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22498" y="5001894"/>
              <a:ext cx="241058" cy="241007"/>
            </a:xfrm>
            <a:prstGeom prst="rect">
              <a:avLst/>
            </a:prstGeom>
          </p:spPr>
        </p:pic>
        <p:sp>
          <p:nvSpPr>
            <p:cNvPr id="88" name="object 85">
              <a:extLst>
                <a:ext uri="{FF2B5EF4-FFF2-40B4-BE49-F238E27FC236}">
                  <a16:creationId xmlns:a16="http://schemas.microsoft.com/office/drawing/2014/main" id="{299C479E-30FB-897C-80F5-BA5EE62CE309}"/>
                </a:ext>
              </a:extLst>
            </p:cNvPr>
            <p:cNvSpPr/>
            <p:nvPr/>
          </p:nvSpPr>
          <p:spPr>
            <a:xfrm>
              <a:off x="3222497" y="500189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6">
              <a:extLst>
                <a:ext uri="{FF2B5EF4-FFF2-40B4-BE49-F238E27FC236}">
                  <a16:creationId xmlns:a16="http://schemas.microsoft.com/office/drawing/2014/main" id="{55F7FDF6-A29B-7C0A-0AE8-70CC57A9290F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345865" y="5058298"/>
              <a:ext cx="378228" cy="378228"/>
            </a:xfrm>
            <a:prstGeom prst="rect">
              <a:avLst/>
            </a:prstGeom>
          </p:spPr>
        </p:pic>
        <p:pic>
          <p:nvPicPr>
            <p:cNvPr id="90" name="object 87">
              <a:extLst>
                <a:ext uri="{FF2B5EF4-FFF2-40B4-BE49-F238E27FC236}">
                  <a16:creationId xmlns:a16="http://schemas.microsoft.com/office/drawing/2014/main" id="{83365F88-7D9A-FFDB-67B7-49351FBB7948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12807" y="5103368"/>
              <a:ext cx="241046" cy="241007"/>
            </a:xfrm>
            <a:prstGeom prst="rect">
              <a:avLst/>
            </a:prstGeom>
          </p:spPr>
        </p:pic>
        <p:sp>
          <p:nvSpPr>
            <p:cNvPr id="91" name="object 88">
              <a:extLst>
                <a:ext uri="{FF2B5EF4-FFF2-40B4-BE49-F238E27FC236}">
                  <a16:creationId xmlns:a16="http://schemas.microsoft.com/office/drawing/2014/main" id="{5AA60999-6F5A-3DEC-D61F-7818C49F34BE}"/>
                </a:ext>
              </a:extLst>
            </p:cNvPr>
            <p:cNvSpPr/>
            <p:nvPr/>
          </p:nvSpPr>
          <p:spPr>
            <a:xfrm>
              <a:off x="3412807" y="510336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89">
              <a:extLst>
                <a:ext uri="{FF2B5EF4-FFF2-40B4-BE49-F238E27FC236}">
                  <a16:creationId xmlns:a16="http://schemas.microsoft.com/office/drawing/2014/main" id="{733E6408-3146-ABCD-2A65-130EE043F24B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217024" y="5386647"/>
              <a:ext cx="378228" cy="378228"/>
            </a:xfrm>
            <a:prstGeom prst="rect">
              <a:avLst/>
            </a:prstGeom>
          </p:spPr>
        </p:pic>
        <p:pic>
          <p:nvPicPr>
            <p:cNvPr id="93" name="object 90">
              <a:extLst>
                <a:ext uri="{FF2B5EF4-FFF2-40B4-BE49-F238E27FC236}">
                  <a16:creationId xmlns:a16="http://schemas.microsoft.com/office/drawing/2014/main" id="{BF72943B-B1DD-2A14-CC65-A2CEDCC53A15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285934" y="5433161"/>
              <a:ext cx="241058" cy="241014"/>
            </a:xfrm>
            <a:prstGeom prst="rect">
              <a:avLst/>
            </a:prstGeom>
          </p:spPr>
        </p:pic>
        <p:sp>
          <p:nvSpPr>
            <p:cNvPr id="94" name="object 91">
              <a:extLst>
                <a:ext uri="{FF2B5EF4-FFF2-40B4-BE49-F238E27FC236}">
                  <a16:creationId xmlns:a16="http://schemas.microsoft.com/office/drawing/2014/main" id="{A0B01328-128C-4339-C515-1B2F67E20351}"/>
                </a:ext>
              </a:extLst>
            </p:cNvPr>
            <p:cNvSpPr/>
            <p:nvPr/>
          </p:nvSpPr>
          <p:spPr>
            <a:xfrm>
              <a:off x="3285934" y="543316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3"/>
                  </a:moveTo>
                  <a:lnTo>
                    <a:pt x="99220" y="99201"/>
                  </a:lnTo>
                  <a:lnTo>
                    <a:pt x="120526" y="0"/>
                  </a:lnTo>
                  <a:lnTo>
                    <a:pt x="141832" y="99201"/>
                  </a:lnTo>
                  <a:lnTo>
                    <a:pt x="241053" y="120503"/>
                  </a:lnTo>
                  <a:lnTo>
                    <a:pt x="141832" y="141805"/>
                  </a:lnTo>
                  <a:lnTo>
                    <a:pt x="120526" y="241007"/>
                  </a:lnTo>
                  <a:lnTo>
                    <a:pt x="99220" y="141805"/>
                  </a:lnTo>
                  <a:lnTo>
                    <a:pt x="0" y="120503"/>
                  </a:lnTo>
                  <a:close/>
                </a:path>
              </a:pathLst>
            </a:custGeom>
            <a:ln w="9514">
              <a:solidFill>
                <a:srgbClr val="009C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2">
            <a:extLst>
              <a:ext uri="{FF2B5EF4-FFF2-40B4-BE49-F238E27FC236}">
                <a16:creationId xmlns:a16="http://schemas.microsoft.com/office/drawing/2014/main" id="{2897C500-EA15-CECD-E304-24B4BBFA4F06}"/>
              </a:ext>
            </a:extLst>
          </p:cNvPr>
          <p:cNvSpPr txBox="1"/>
          <p:nvPr/>
        </p:nvSpPr>
        <p:spPr>
          <a:xfrm>
            <a:off x="4947932" y="4291558"/>
            <a:ext cx="3603625" cy="1484630"/>
          </a:xfrm>
          <a:prstGeom prst="rect">
            <a:avLst/>
          </a:prstGeom>
          <a:solidFill>
            <a:srgbClr val="95C500"/>
          </a:solidFill>
          <a:ln w="25369">
            <a:solidFill>
              <a:srgbClr val="729900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271780" marR="259079" algn="ctr">
              <a:lnSpc>
                <a:spcPct val="99600"/>
              </a:lnSpc>
              <a:spcBef>
                <a:spcPts val="820"/>
              </a:spcBef>
            </a:pP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Arial MT"/>
                <a:cs typeface="Arial MT"/>
              </a:rPr>
              <a:t>center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equal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800" spc="95" dirty="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shrink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variance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6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6" name="object 93">
            <a:extLst>
              <a:ext uri="{FF2B5EF4-FFF2-40B4-BE49-F238E27FC236}">
                <a16:creationId xmlns:a16="http://schemas.microsoft.com/office/drawing/2014/main" id="{09142432-D450-24A5-68F6-EC0ED9F87E33}"/>
              </a:ext>
            </a:extLst>
          </p:cNvPr>
          <p:cNvSpPr txBox="1"/>
          <p:nvPr/>
        </p:nvSpPr>
        <p:spPr>
          <a:xfrm>
            <a:off x="1611248" y="6003974"/>
            <a:ext cx="5557520" cy="532765"/>
          </a:xfrm>
          <a:prstGeom prst="rect">
            <a:avLst/>
          </a:prstGeom>
          <a:solidFill>
            <a:srgbClr val="C02690"/>
          </a:solidFill>
          <a:ln w="25369">
            <a:solidFill>
              <a:srgbClr val="941B6E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415"/>
              </a:spcBef>
            </a:pP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Likelihood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goes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6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∞</a:t>
            </a:r>
            <a:r>
              <a:rPr sz="2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25" dirty="0">
                <a:solidFill>
                  <a:srgbClr val="FFFFFF"/>
                </a:solidFill>
                <a:latin typeface="Arial MT"/>
                <a:cs typeface="Arial MT"/>
              </a:rPr>
              <a:t>!</a:t>
            </a:r>
            <a:endParaRPr sz="2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97898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3269-D126-5CEA-A00E-D54DF4DC8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32F04ECF-804A-C0D9-457F-C6E1184847C1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E9691-5483-55EA-4EC0-20CBD283E5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B4AA948-0ACA-467C-888B-58AB26C95413}"/>
              </a:ext>
            </a:extLst>
          </p:cNvPr>
          <p:cNvSpPr txBox="1">
            <a:spLocks/>
          </p:cNvSpPr>
          <p:nvPr/>
        </p:nvSpPr>
        <p:spPr>
          <a:xfrm>
            <a:off x="262589" y="27025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38760" algn="l">
              <a:spcBef>
                <a:spcPts val="95"/>
              </a:spcBef>
            </a:pPr>
            <a:r>
              <a:rPr lang="en-US" spc="160">
                <a:solidFill>
                  <a:schemeClr val="bg1"/>
                </a:solidFill>
              </a:rPr>
              <a:t>Overfitting</a:t>
            </a:r>
            <a:r>
              <a:rPr lang="en-US" spc="-75">
                <a:solidFill>
                  <a:schemeClr val="bg1"/>
                </a:solidFill>
              </a:rPr>
              <a:t> </a:t>
            </a:r>
            <a:r>
              <a:rPr lang="en-US" spc="150">
                <a:solidFill>
                  <a:schemeClr val="bg1"/>
                </a:solidFill>
              </a:rPr>
              <a:t>in</a:t>
            </a:r>
            <a:r>
              <a:rPr lang="en-US" spc="-80">
                <a:solidFill>
                  <a:schemeClr val="bg1"/>
                </a:solidFill>
              </a:rPr>
              <a:t> </a:t>
            </a:r>
            <a:r>
              <a:rPr lang="en-US" spc="165">
                <a:solidFill>
                  <a:schemeClr val="bg1"/>
                </a:solidFill>
              </a:rPr>
              <a:t>high</a:t>
            </a:r>
            <a:r>
              <a:rPr lang="en-US" spc="-75">
                <a:solidFill>
                  <a:schemeClr val="bg1"/>
                </a:solidFill>
              </a:rPr>
              <a:t> </a:t>
            </a:r>
            <a:r>
              <a:rPr lang="en-US" spc="70">
                <a:solidFill>
                  <a:schemeClr val="bg1"/>
                </a:solidFill>
              </a:rPr>
              <a:t>dims</a:t>
            </a:r>
            <a:endParaRPr lang="en-US" spc="7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15A80E-1220-93C6-CA48-5AE41C42A8C6}"/>
              </a:ext>
            </a:extLst>
          </p:cNvPr>
          <p:cNvSpPr txBox="1"/>
          <p:nvPr/>
        </p:nvSpPr>
        <p:spPr>
          <a:xfrm>
            <a:off x="669145" y="1873412"/>
            <a:ext cx="8464550" cy="1301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spc="145" dirty="0">
                <a:solidFill>
                  <a:srgbClr val="2B2728"/>
                </a:solidFill>
                <a:latin typeface="Arial MT"/>
                <a:cs typeface="Arial MT"/>
              </a:rPr>
              <a:t>Doc-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clustering</a:t>
            </a:r>
            <a:r>
              <a:rPr sz="2800" spc="-9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45" dirty="0">
                <a:solidFill>
                  <a:srgbClr val="2B2728"/>
                </a:solidFill>
                <a:latin typeface="Arial MT"/>
                <a:cs typeface="Arial MT"/>
              </a:rPr>
              <a:t>example: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3400"/>
              </a:lnSpc>
              <a:spcBef>
                <a:spcPts val="25"/>
              </a:spcBef>
            </a:pP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Imagine</a:t>
            </a:r>
            <a:r>
              <a:rPr sz="28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2B2728"/>
                </a:solidFill>
                <a:latin typeface="Arial MT"/>
                <a:cs typeface="Arial MT"/>
              </a:rPr>
              <a:t>only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270" dirty="0">
                <a:solidFill>
                  <a:srgbClr val="2B2728"/>
                </a:solidFill>
                <a:latin typeface="Arial MT"/>
                <a:cs typeface="Arial MT"/>
              </a:rPr>
              <a:t>1</a:t>
            </a:r>
            <a:r>
              <a:rPr sz="28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doc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 assigned </a:t>
            </a:r>
            <a:r>
              <a:rPr sz="2800" spc="160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28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k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 has</a:t>
            </a:r>
            <a:r>
              <a:rPr sz="2800" spc="-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word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50" dirty="0">
                <a:solidFill>
                  <a:srgbClr val="2B2728"/>
                </a:solidFill>
                <a:latin typeface="Arial MT"/>
                <a:cs typeface="Arial MT"/>
              </a:rPr>
              <a:t>w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(or all</a:t>
            </a:r>
            <a:r>
              <a:rPr sz="28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docs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28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agree </a:t>
            </a:r>
            <a:r>
              <a:rPr sz="2800" spc="125" dirty="0">
                <a:solidFill>
                  <a:srgbClr val="2B2728"/>
                </a:solidFill>
                <a:latin typeface="Arial MT"/>
                <a:cs typeface="Arial MT"/>
              </a:rPr>
              <a:t>on</a:t>
            </a:r>
            <a:r>
              <a:rPr sz="28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count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8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word</a:t>
            </a:r>
            <a:r>
              <a:rPr sz="28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w)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44DD751-256E-DE5A-9EA7-6E78C618CCB4}"/>
              </a:ext>
            </a:extLst>
          </p:cNvPr>
          <p:cNvSpPr txBox="1"/>
          <p:nvPr/>
        </p:nvSpPr>
        <p:spPr>
          <a:xfrm>
            <a:off x="669145" y="4761950"/>
            <a:ext cx="7350759" cy="88646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0"/>
              </a:spcBef>
            </a:pP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28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B2728"/>
                </a:solidFill>
                <a:latin typeface="Arial MT"/>
                <a:cs typeface="Arial MT"/>
              </a:rPr>
              <a:t>of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any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doc</a:t>
            </a:r>
            <a:r>
              <a:rPr sz="28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10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60" dirty="0">
                <a:solidFill>
                  <a:srgbClr val="2B2728"/>
                </a:solidFill>
                <a:latin typeface="Arial MT"/>
                <a:cs typeface="Arial MT"/>
              </a:rPr>
              <a:t>different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count</a:t>
            </a:r>
            <a:r>
              <a:rPr sz="28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2B2728"/>
                </a:solidFill>
                <a:latin typeface="Arial MT"/>
                <a:cs typeface="Arial MT"/>
              </a:rPr>
              <a:t>on </a:t>
            </a:r>
            <a:r>
              <a:rPr sz="2800" spc="120" dirty="0">
                <a:solidFill>
                  <a:srgbClr val="2B2728"/>
                </a:solidFill>
                <a:latin typeface="Arial MT"/>
                <a:cs typeface="Arial MT"/>
              </a:rPr>
              <a:t>word</a:t>
            </a:r>
            <a:r>
              <a:rPr sz="28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200" dirty="0">
                <a:solidFill>
                  <a:srgbClr val="2B2728"/>
                </a:solidFill>
                <a:latin typeface="Arial MT"/>
                <a:cs typeface="Arial MT"/>
              </a:rPr>
              <a:t>w</a:t>
            </a:r>
            <a:r>
              <a:rPr sz="28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being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B2728"/>
                </a:solidFill>
                <a:latin typeface="Arial MT"/>
                <a:cs typeface="Arial MT"/>
              </a:rPr>
              <a:t>in</a:t>
            </a:r>
            <a:r>
              <a:rPr sz="28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k</a:t>
            </a:r>
            <a:r>
              <a:rPr sz="28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is</a:t>
            </a:r>
            <a:r>
              <a:rPr sz="2800" spc="2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2B2728"/>
                </a:solidFill>
                <a:latin typeface="Arial MT"/>
                <a:cs typeface="Arial MT"/>
              </a:rPr>
              <a:t>0!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7D1572EC-449F-3130-3101-1F1E7E59BF43}"/>
              </a:ext>
            </a:extLst>
          </p:cNvPr>
          <p:cNvGrpSpPr/>
          <p:nvPr/>
        </p:nvGrpSpPr>
        <p:grpSpPr>
          <a:xfrm>
            <a:off x="685295" y="3438703"/>
            <a:ext cx="8437245" cy="837565"/>
            <a:chOff x="494795" y="3073834"/>
            <a:chExt cx="8437245" cy="8375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67849FB-0A6F-132B-0168-AEF560D9EF70}"/>
                </a:ext>
              </a:extLst>
            </p:cNvPr>
            <p:cNvSpPr/>
            <p:nvPr/>
          </p:nvSpPr>
          <p:spPr>
            <a:xfrm>
              <a:off x="507480" y="3086519"/>
              <a:ext cx="8411845" cy="812165"/>
            </a:xfrm>
            <a:custGeom>
              <a:avLst/>
              <a:gdLst/>
              <a:ahLst/>
              <a:cxnLst/>
              <a:rect l="l" t="t" r="r" b="b"/>
              <a:pathLst>
                <a:path w="8411845" h="812164">
                  <a:moveTo>
                    <a:pt x="8411488" y="0"/>
                  </a:moveTo>
                  <a:lnTo>
                    <a:pt x="0" y="0"/>
                  </a:lnTo>
                  <a:lnTo>
                    <a:pt x="0" y="811809"/>
                  </a:lnTo>
                  <a:lnTo>
                    <a:pt x="8411488" y="811809"/>
                  </a:lnTo>
                  <a:lnTo>
                    <a:pt x="8411488" y="0"/>
                  </a:lnTo>
                  <a:close/>
                </a:path>
              </a:pathLst>
            </a:custGeom>
            <a:solidFill>
              <a:srgbClr val="C02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C243CCB-CF5C-4757-498B-87A9D9CCD023}"/>
                </a:ext>
              </a:extLst>
            </p:cNvPr>
            <p:cNvSpPr/>
            <p:nvPr/>
          </p:nvSpPr>
          <p:spPr>
            <a:xfrm>
              <a:off x="507480" y="3086519"/>
              <a:ext cx="8411845" cy="812165"/>
            </a:xfrm>
            <a:custGeom>
              <a:avLst/>
              <a:gdLst/>
              <a:ahLst/>
              <a:cxnLst/>
              <a:rect l="l" t="t" r="r" b="b"/>
              <a:pathLst>
                <a:path w="8411845" h="812164">
                  <a:moveTo>
                    <a:pt x="0" y="0"/>
                  </a:moveTo>
                  <a:lnTo>
                    <a:pt x="8411485" y="0"/>
                  </a:lnTo>
                  <a:lnTo>
                    <a:pt x="8411485" y="811814"/>
                  </a:lnTo>
                  <a:lnTo>
                    <a:pt x="0" y="811814"/>
                  </a:lnTo>
                  <a:lnTo>
                    <a:pt x="0" y="0"/>
                  </a:lnTo>
                  <a:close/>
                </a:path>
              </a:pathLst>
            </a:custGeom>
            <a:ln w="25369">
              <a:solidFill>
                <a:srgbClr val="941B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279EC74-1F73-0AF0-E304-854599E529A8}"/>
              </a:ext>
            </a:extLst>
          </p:cNvPr>
          <p:cNvSpPr txBox="1"/>
          <p:nvPr/>
        </p:nvSpPr>
        <p:spPr>
          <a:xfrm>
            <a:off x="864546" y="3661928"/>
            <a:ext cx="8096250" cy="447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140"/>
              </a:lnSpc>
              <a:spcBef>
                <a:spcPts val="95"/>
              </a:spcBef>
              <a:tabLst>
                <a:tab pos="7564755" algn="l"/>
              </a:tabLst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Likelihood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maximized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setting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µ</a:t>
            </a:r>
            <a:r>
              <a:rPr sz="2400" spc="2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[w]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23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sz="24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[w]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σ</a:t>
            </a:r>
            <a:r>
              <a:rPr sz="2700" spc="-37" baseline="37037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2700" baseline="37037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400" spc="23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  <a:p>
            <a:pPr marL="4767580">
              <a:lnSpc>
                <a:spcPts val="1180"/>
              </a:lnSpc>
              <a:tabLst>
                <a:tab pos="5816600" algn="l"/>
                <a:tab pos="7168515" algn="l"/>
              </a:tabLst>
            </a:pP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k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w,k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8097391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077A-641A-D7A5-A63D-D1D1B344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8B2E1D68-B8BE-6E10-0AA2-00C773A0F1AA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9EF54-825D-60E7-D37A-41BDF93507D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7DEC95A-9AF5-AE7E-9CAF-A4FFDA9993B8}"/>
              </a:ext>
            </a:extLst>
          </p:cNvPr>
          <p:cNvSpPr txBox="1">
            <a:spLocks/>
          </p:cNvSpPr>
          <p:nvPr/>
        </p:nvSpPr>
        <p:spPr>
          <a:xfrm>
            <a:off x="361599" y="94361"/>
            <a:ext cx="11481151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l">
              <a:spcBef>
                <a:spcPts val="95"/>
              </a:spcBef>
            </a:pPr>
            <a:r>
              <a:rPr lang="en-US" sz="4000">
                <a:solidFill>
                  <a:schemeClr val="bg1"/>
                </a:solidFill>
              </a:rPr>
              <a:t>Simple</a:t>
            </a:r>
            <a:r>
              <a:rPr lang="en-US" sz="4000" spc="15">
                <a:solidFill>
                  <a:schemeClr val="bg1"/>
                </a:solidFill>
              </a:rPr>
              <a:t> </a:t>
            </a:r>
            <a:r>
              <a:rPr lang="en-US" sz="4000" spc="100">
                <a:solidFill>
                  <a:schemeClr val="bg1"/>
                </a:solidFill>
              </a:rPr>
              <a:t>regularization</a:t>
            </a:r>
            <a:r>
              <a:rPr lang="en-US" sz="4000" spc="15">
                <a:solidFill>
                  <a:schemeClr val="bg1"/>
                </a:solidFill>
              </a:rPr>
              <a:t> </a:t>
            </a:r>
            <a:r>
              <a:rPr lang="en-US" sz="4000" spc="229">
                <a:solidFill>
                  <a:schemeClr val="bg1"/>
                </a:solidFill>
              </a:rPr>
              <a:t>of</a:t>
            </a:r>
            <a:r>
              <a:rPr lang="en-US" sz="4000" spc="15">
                <a:solidFill>
                  <a:schemeClr val="bg1"/>
                </a:solidFill>
              </a:rPr>
              <a:t> </a:t>
            </a:r>
            <a:r>
              <a:rPr lang="en-US" sz="4000" spc="160">
                <a:solidFill>
                  <a:schemeClr val="bg1"/>
                </a:solidFill>
              </a:rPr>
              <a:t>M-</a:t>
            </a:r>
            <a:r>
              <a:rPr lang="en-US" sz="4000" spc="110">
                <a:solidFill>
                  <a:schemeClr val="bg1"/>
                </a:solidFill>
              </a:rPr>
              <a:t>step </a:t>
            </a:r>
            <a:r>
              <a:rPr lang="en-US" sz="4000" spc="215">
                <a:solidFill>
                  <a:schemeClr val="bg1"/>
                </a:solidFill>
              </a:rPr>
              <a:t>for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90">
                <a:solidFill>
                  <a:schemeClr val="bg1"/>
                </a:solidFill>
              </a:rPr>
              <a:t>mixtures</a:t>
            </a:r>
            <a:r>
              <a:rPr lang="en-US" sz="4000" spc="-65">
                <a:solidFill>
                  <a:schemeClr val="bg1"/>
                </a:solidFill>
              </a:rPr>
              <a:t> </a:t>
            </a:r>
            <a:r>
              <a:rPr lang="en-US" sz="4000" spc="229">
                <a:solidFill>
                  <a:schemeClr val="bg1"/>
                </a:solidFill>
              </a:rPr>
              <a:t>of</a:t>
            </a:r>
            <a:r>
              <a:rPr lang="en-US" sz="4000" spc="-70">
                <a:solidFill>
                  <a:schemeClr val="bg1"/>
                </a:solidFill>
              </a:rPr>
              <a:t> </a:t>
            </a:r>
            <a:r>
              <a:rPr lang="en-US" sz="4000" spc="-10">
                <a:solidFill>
                  <a:schemeClr val="bg1"/>
                </a:solidFill>
              </a:rPr>
              <a:t>Gaussians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402E65B-B205-A8B2-A7B5-390740ECCEB0}"/>
              </a:ext>
            </a:extLst>
          </p:cNvPr>
          <p:cNvSpPr txBox="1"/>
          <p:nvPr/>
        </p:nvSpPr>
        <p:spPr>
          <a:xfrm>
            <a:off x="732384" y="1838337"/>
            <a:ext cx="6449060" cy="179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Simple</a:t>
            </a:r>
            <a:r>
              <a:rPr sz="3200" spc="-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fix:</a:t>
            </a:r>
            <a:r>
              <a:rPr sz="3200" spc="-2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00" dirty="0">
                <a:solidFill>
                  <a:srgbClr val="B0007E"/>
                </a:solidFill>
                <a:latin typeface="Arial MT"/>
                <a:cs typeface="Arial MT"/>
              </a:rPr>
              <a:t>Don’t</a:t>
            </a:r>
            <a:r>
              <a:rPr sz="3200" spc="-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spc="75" dirty="0">
                <a:solidFill>
                  <a:srgbClr val="B0007E"/>
                </a:solidFill>
                <a:latin typeface="Arial MT"/>
                <a:cs typeface="Arial MT"/>
              </a:rPr>
              <a:t>let</a:t>
            </a:r>
            <a:r>
              <a:rPr sz="3200" spc="-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B0007E"/>
                </a:solidFill>
                <a:latin typeface="Arial MT"/>
                <a:cs typeface="Arial MT"/>
              </a:rPr>
              <a:t>variances</a:t>
            </a:r>
            <a:r>
              <a:rPr sz="3200" spc="-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C02690"/>
                </a:solidFill>
                <a:latin typeface="Wingdings"/>
                <a:cs typeface="Wingdings"/>
              </a:rPr>
              <a:t></a:t>
            </a:r>
            <a:r>
              <a:rPr sz="3200" spc="60" dirty="0">
                <a:solidFill>
                  <a:srgbClr val="C02690"/>
                </a:solidFill>
                <a:latin typeface="Times New Roman"/>
                <a:cs typeface="Times New Roman"/>
              </a:rPr>
              <a:t> </a:t>
            </a:r>
            <a:r>
              <a:rPr sz="3200" spc="120" dirty="0">
                <a:solidFill>
                  <a:srgbClr val="C02690"/>
                </a:solidFill>
                <a:latin typeface="Arial MT"/>
                <a:cs typeface="Arial MT"/>
              </a:rPr>
              <a:t>0!</a:t>
            </a:r>
            <a:endParaRPr sz="3200">
              <a:latin typeface="Arial MT"/>
              <a:cs typeface="Arial MT"/>
            </a:endParaRPr>
          </a:p>
          <a:p>
            <a:pPr marL="12700" marR="382905">
              <a:lnSpc>
                <a:spcPts val="3829"/>
              </a:lnSpc>
              <a:spcBef>
                <a:spcPts val="2525"/>
              </a:spcBef>
            </a:pP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Add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small</a:t>
            </a:r>
            <a:r>
              <a:rPr sz="32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20" dirty="0">
                <a:solidFill>
                  <a:srgbClr val="2B2728"/>
                </a:solidFill>
                <a:latin typeface="Arial MT"/>
                <a:cs typeface="Arial MT"/>
              </a:rPr>
              <a:t>amount</a:t>
            </a:r>
            <a:r>
              <a:rPr sz="3200" spc="6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85" dirty="0">
                <a:solidFill>
                  <a:srgbClr val="2B2728"/>
                </a:solidFill>
                <a:latin typeface="Arial MT"/>
                <a:cs typeface="Arial MT"/>
              </a:rPr>
              <a:t>to</a:t>
            </a:r>
            <a:r>
              <a:rPr sz="32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diagonal</a:t>
            </a:r>
            <a:r>
              <a:rPr sz="3200" spc="6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145" dirty="0">
                <a:solidFill>
                  <a:srgbClr val="2B2728"/>
                </a:solidFill>
                <a:latin typeface="Arial MT"/>
                <a:cs typeface="Arial MT"/>
              </a:rPr>
              <a:t>of </a:t>
            </a:r>
            <a:r>
              <a:rPr sz="3200" dirty="0">
                <a:solidFill>
                  <a:srgbClr val="2B2728"/>
                </a:solidFill>
                <a:latin typeface="Arial MT"/>
                <a:cs typeface="Arial MT"/>
              </a:rPr>
              <a:t>covariance</a:t>
            </a:r>
            <a:r>
              <a:rPr sz="3200" spc="43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B2728"/>
                </a:solidFill>
                <a:latin typeface="Arial MT"/>
                <a:cs typeface="Arial MT"/>
              </a:rPr>
              <a:t>estimate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819092B-A3CD-12EB-4934-34099438D64E}"/>
              </a:ext>
            </a:extLst>
          </p:cNvPr>
          <p:cNvSpPr txBox="1"/>
          <p:nvPr/>
        </p:nvSpPr>
        <p:spPr>
          <a:xfrm>
            <a:off x="735846" y="3949064"/>
            <a:ext cx="6584950" cy="2588260"/>
          </a:xfrm>
          <a:prstGeom prst="rect">
            <a:avLst/>
          </a:prstGeom>
          <a:solidFill>
            <a:srgbClr val="009ECF"/>
          </a:solidFill>
          <a:ln w="25369">
            <a:solidFill>
              <a:srgbClr val="0079A0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300355" marR="287655" algn="ctr">
              <a:lnSpc>
                <a:spcPts val="3000"/>
              </a:lnSpc>
              <a:spcBef>
                <a:spcPts val="1215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Alternatively,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take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Bayesian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approach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place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FFFFFF"/>
                </a:solidFill>
                <a:latin typeface="Arial MT"/>
                <a:cs typeface="Arial MT"/>
              </a:rPr>
              <a:t>prior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2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parameters.</a:t>
            </a:r>
            <a:endParaRPr sz="2800">
              <a:latin typeface="Arial MT"/>
              <a:cs typeface="Arial MT"/>
            </a:endParaRPr>
          </a:p>
          <a:p>
            <a:pPr marL="367665" marR="354965" algn="ctr">
              <a:lnSpc>
                <a:spcPct val="90700"/>
              </a:lnSpc>
              <a:spcBef>
                <a:spcPts val="2900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Similar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idea,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parameter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estimates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FFFFFF"/>
                </a:solidFill>
                <a:latin typeface="Arial MT"/>
                <a:cs typeface="Arial MT"/>
              </a:rPr>
              <a:t>“smoothed”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cluster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pseudo-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observations.</a:t>
            </a:r>
            <a:endParaRPr sz="2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17990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D6B6-3906-D9BC-11DB-15A5CFE8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502AC532-671D-987B-4389-BAB3E6553B57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1583E-C2DF-EDAC-C417-0D4B4FF3D0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D5BEBFE-5B01-7B58-1311-F763D44BBA82}"/>
              </a:ext>
            </a:extLst>
          </p:cNvPr>
          <p:cNvSpPr txBox="1">
            <a:spLocks/>
          </p:cNvSpPr>
          <p:nvPr/>
        </p:nvSpPr>
        <p:spPr>
          <a:xfrm>
            <a:off x="256239" y="378206"/>
            <a:ext cx="11666821" cy="850576"/>
          </a:xfrm>
          <a:prstGeom prst="rect">
            <a:avLst/>
          </a:prstGeom>
        </p:spPr>
        <p:txBody>
          <a:bodyPr vert="horz" wrap="square" lIns="0" tIns="127149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2560" algn="l">
              <a:spcBef>
                <a:spcPts val="95"/>
              </a:spcBef>
            </a:pPr>
            <a:r>
              <a:rPr lang="en-US" spc="60">
                <a:solidFill>
                  <a:schemeClr val="bg1"/>
                </a:solidFill>
              </a:rPr>
              <a:t>Relationship</a:t>
            </a:r>
            <a:r>
              <a:rPr lang="en-US" spc="-90">
                <a:solidFill>
                  <a:schemeClr val="bg1"/>
                </a:solidFill>
              </a:rPr>
              <a:t> </a:t>
            </a:r>
            <a:r>
              <a:rPr lang="en-US" spc="310">
                <a:solidFill>
                  <a:schemeClr val="bg1"/>
                </a:solidFill>
              </a:rPr>
              <a:t>to</a:t>
            </a:r>
            <a:r>
              <a:rPr lang="en-US" spc="-90">
                <a:solidFill>
                  <a:schemeClr val="bg1"/>
                </a:solidFill>
              </a:rPr>
              <a:t> </a:t>
            </a:r>
            <a:r>
              <a:rPr lang="en-US" spc="90">
                <a:solidFill>
                  <a:schemeClr val="bg1"/>
                </a:solidFill>
              </a:rPr>
              <a:t>k-</a:t>
            </a:r>
            <a:r>
              <a:rPr lang="en-US" spc="120">
                <a:solidFill>
                  <a:schemeClr val="bg1"/>
                </a:solidFill>
              </a:rPr>
              <a:t>means</a:t>
            </a:r>
            <a:endParaRPr lang="en-US" spc="120" dirty="0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8AD00BA-452F-7FD3-2329-18589677CBB4}"/>
              </a:ext>
            </a:extLst>
          </p:cNvPr>
          <p:cNvSpPr txBox="1"/>
          <p:nvPr/>
        </p:nvSpPr>
        <p:spPr>
          <a:xfrm>
            <a:off x="461703" y="4807979"/>
            <a:ext cx="519938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2B2728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2B2728"/>
                </a:solidFill>
                <a:latin typeface="Arial MT"/>
                <a:cs typeface="Arial MT"/>
              </a:rPr>
              <a:t>let</a:t>
            </a:r>
            <a:r>
              <a:rPr sz="24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2B2728"/>
                </a:solidFill>
                <a:latin typeface="Arial MT"/>
                <a:cs typeface="Arial MT"/>
              </a:rPr>
              <a:t>the</a:t>
            </a:r>
            <a:r>
              <a:rPr sz="24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B2728"/>
                </a:solidFill>
                <a:latin typeface="Arial MT"/>
                <a:cs typeface="Arial MT"/>
              </a:rPr>
              <a:t>variance</a:t>
            </a:r>
            <a:r>
              <a:rPr sz="2400" spc="1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B2728"/>
                </a:solidFill>
                <a:latin typeface="Arial MT"/>
                <a:cs typeface="Arial MT"/>
              </a:rPr>
              <a:t>parameter</a:t>
            </a:r>
            <a:r>
              <a:rPr sz="2400" spc="1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2400" spc="-75" dirty="0">
                <a:solidFill>
                  <a:srgbClr val="2B2728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393435"/>
                </a:solidFill>
                <a:latin typeface="Wingdings"/>
                <a:cs typeface="Wingdings"/>
              </a:rPr>
              <a:t></a:t>
            </a:r>
            <a:r>
              <a:rPr sz="2400" spc="80" dirty="0">
                <a:solidFill>
                  <a:srgbClr val="393435"/>
                </a:solidFill>
                <a:latin typeface="Times New Roman"/>
                <a:cs typeface="Times New Roman"/>
              </a:rPr>
              <a:t> </a:t>
            </a:r>
            <a:r>
              <a:rPr sz="2400" spc="110" dirty="0">
                <a:solidFill>
                  <a:srgbClr val="393435"/>
                </a:solidFill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C48B2BE-3BF1-6DCD-6FC6-F97D129F738B}"/>
              </a:ext>
            </a:extLst>
          </p:cNvPr>
          <p:cNvSpPr txBox="1"/>
          <p:nvPr/>
        </p:nvSpPr>
        <p:spPr>
          <a:xfrm>
            <a:off x="256239" y="3069126"/>
            <a:ext cx="58166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solidFill>
                  <a:srgbClr val="2B2728"/>
                </a:solidFill>
                <a:latin typeface="Lucida Sans Unicode"/>
                <a:cs typeface="Lucida Sans Unicode"/>
              </a:rPr>
              <a:t>Σ</a:t>
            </a:r>
            <a:r>
              <a:rPr sz="3100" spc="-170" dirty="0">
                <a:solidFill>
                  <a:srgbClr val="2B2728"/>
                </a:solidFill>
                <a:latin typeface="Lucida Sans Unicode"/>
                <a:cs typeface="Lucida Sans Unicode"/>
              </a:rPr>
              <a:t> </a:t>
            </a:r>
            <a:r>
              <a:rPr sz="2500" spc="180" dirty="0">
                <a:solidFill>
                  <a:srgbClr val="2B2728"/>
                </a:solidFill>
                <a:latin typeface="Arial MT"/>
                <a:cs typeface="Arial MT"/>
              </a:rPr>
              <a:t>=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3F89AAED-4BAA-0B25-FC34-93F4E477DECB}"/>
              </a:ext>
            </a:extLst>
          </p:cNvPr>
          <p:cNvGrpSpPr/>
          <p:nvPr/>
        </p:nvGrpSpPr>
        <p:grpSpPr>
          <a:xfrm>
            <a:off x="857203" y="2489441"/>
            <a:ext cx="2057400" cy="1895475"/>
            <a:chOff x="798022" y="2273541"/>
            <a:chExt cx="2057400" cy="1895475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3B2BD3F0-AFFA-34A7-0388-15804541FAA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022" y="2273541"/>
              <a:ext cx="2057400" cy="1895297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10FD65F-B3CD-E7A2-1B3F-0BF0C2AB5C48}"/>
                </a:ext>
              </a:extLst>
            </p:cNvPr>
            <p:cNvSpPr/>
            <p:nvPr/>
          </p:nvSpPr>
          <p:spPr>
            <a:xfrm>
              <a:off x="856035" y="2312758"/>
              <a:ext cx="1941195" cy="1776095"/>
            </a:xfrm>
            <a:custGeom>
              <a:avLst/>
              <a:gdLst/>
              <a:ahLst/>
              <a:cxnLst/>
              <a:rect l="l" t="t" r="r" b="b"/>
              <a:pathLst>
                <a:path w="1941195" h="1776095">
                  <a:moveTo>
                    <a:pt x="296035" y="1775844"/>
                  </a:moveTo>
                  <a:lnTo>
                    <a:pt x="248017" y="1771970"/>
                  </a:lnTo>
                  <a:lnTo>
                    <a:pt x="202465" y="1760754"/>
                  </a:lnTo>
                  <a:lnTo>
                    <a:pt x="159990" y="1742806"/>
                  </a:lnTo>
                  <a:lnTo>
                    <a:pt x="121200" y="1718736"/>
                  </a:lnTo>
                  <a:lnTo>
                    <a:pt x="86706" y="1689152"/>
                  </a:lnTo>
                  <a:lnTo>
                    <a:pt x="57117" y="1654664"/>
                  </a:lnTo>
                  <a:lnTo>
                    <a:pt x="33042" y="1615882"/>
                  </a:lnTo>
                  <a:lnTo>
                    <a:pt x="15092" y="1573415"/>
                  </a:lnTo>
                  <a:lnTo>
                    <a:pt x="3874" y="1527872"/>
                  </a:lnTo>
                  <a:lnTo>
                    <a:pt x="0" y="1479863"/>
                  </a:lnTo>
                  <a:lnTo>
                    <a:pt x="0" y="295979"/>
                  </a:lnTo>
                  <a:lnTo>
                    <a:pt x="3874" y="247970"/>
                  </a:lnTo>
                  <a:lnTo>
                    <a:pt x="15092" y="202427"/>
                  </a:lnTo>
                  <a:lnTo>
                    <a:pt x="33042" y="159959"/>
                  </a:lnTo>
                  <a:lnTo>
                    <a:pt x="57117" y="121177"/>
                  </a:lnTo>
                  <a:lnTo>
                    <a:pt x="86706" y="86690"/>
                  </a:lnTo>
                  <a:lnTo>
                    <a:pt x="121200" y="57106"/>
                  </a:lnTo>
                  <a:lnTo>
                    <a:pt x="159990" y="33036"/>
                  </a:lnTo>
                  <a:lnTo>
                    <a:pt x="202465" y="15089"/>
                  </a:lnTo>
                  <a:lnTo>
                    <a:pt x="248017" y="3873"/>
                  </a:lnTo>
                  <a:lnTo>
                    <a:pt x="296035" y="0"/>
                  </a:lnTo>
                </a:path>
                <a:path w="1941195" h="1776095">
                  <a:moveTo>
                    <a:pt x="1644695" y="0"/>
                  </a:moveTo>
                  <a:lnTo>
                    <a:pt x="1692713" y="3873"/>
                  </a:lnTo>
                  <a:lnTo>
                    <a:pt x="1738264" y="15089"/>
                  </a:lnTo>
                  <a:lnTo>
                    <a:pt x="1780739" y="33036"/>
                  </a:lnTo>
                  <a:lnTo>
                    <a:pt x="1819529" y="57106"/>
                  </a:lnTo>
                  <a:lnTo>
                    <a:pt x="1854023" y="86690"/>
                  </a:lnTo>
                  <a:lnTo>
                    <a:pt x="1883613" y="121177"/>
                  </a:lnTo>
                  <a:lnTo>
                    <a:pt x="1907688" y="159959"/>
                  </a:lnTo>
                  <a:lnTo>
                    <a:pt x="1925639" y="202427"/>
                  </a:lnTo>
                  <a:lnTo>
                    <a:pt x="1936857" y="247970"/>
                  </a:lnTo>
                  <a:lnTo>
                    <a:pt x="1940732" y="295979"/>
                  </a:lnTo>
                  <a:lnTo>
                    <a:pt x="1940732" y="1479863"/>
                  </a:lnTo>
                  <a:lnTo>
                    <a:pt x="1936857" y="1527872"/>
                  </a:lnTo>
                  <a:lnTo>
                    <a:pt x="1925639" y="1573415"/>
                  </a:lnTo>
                  <a:lnTo>
                    <a:pt x="1907688" y="1615882"/>
                  </a:lnTo>
                  <a:lnTo>
                    <a:pt x="1883613" y="1654664"/>
                  </a:lnTo>
                  <a:lnTo>
                    <a:pt x="1854023" y="1689152"/>
                  </a:lnTo>
                  <a:lnTo>
                    <a:pt x="1819529" y="1718736"/>
                  </a:lnTo>
                  <a:lnTo>
                    <a:pt x="1780739" y="1742806"/>
                  </a:lnTo>
                  <a:lnTo>
                    <a:pt x="1738264" y="1760754"/>
                  </a:lnTo>
                  <a:lnTo>
                    <a:pt x="1692713" y="1771970"/>
                  </a:lnTo>
                  <a:lnTo>
                    <a:pt x="1644695" y="1775844"/>
                  </a:lnTo>
                </a:path>
              </a:pathLst>
            </a:custGeom>
            <a:ln w="285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4402F5A-5DD7-57C4-F453-B3F88AC51F57}"/>
                </a:ext>
              </a:extLst>
            </p:cNvPr>
            <p:cNvSpPr/>
            <p:nvPr/>
          </p:nvSpPr>
          <p:spPr>
            <a:xfrm>
              <a:off x="1751977" y="3328314"/>
              <a:ext cx="370205" cy="372745"/>
            </a:xfrm>
            <a:custGeom>
              <a:avLst/>
              <a:gdLst/>
              <a:ahLst/>
              <a:cxnLst/>
              <a:rect l="l" t="t" r="r" b="b"/>
              <a:pathLst>
                <a:path w="370205" h="372745">
                  <a:moveTo>
                    <a:pt x="324650" y="279425"/>
                  </a:moveTo>
                  <a:lnTo>
                    <a:pt x="277075" y="326580"/>
                  </a:lnTo>
                  <a:lnTo>
                    <a:pt x="322478" y="372363"/>
                  </a:lnTo>
                  <a:lnTo>
                    <a:pt x="370052" y="325208"/>
                  </a:lnTo>
                  <a:lnTo>
                    <a:pt x="324650" y="279425"/>
                  </a:lnTo>
                  <a:close/>
                </a:path>
                <a:path w="370205" h="372745">
                  <a:moveTo>
                    <a:pt x="186105" y="139712"/>
                  </a:moveTo>
                  <a:lnTo>
                    <a:pt x="138544" y="186867"/>
                  </a:lnTo>
                  <a:lnTo>
                    <a:pt x="183934" y="232651"/>
                  </a:lnTo>
                  <a:lnTo>
                    <a:pt x="231508" y="185496"/>
                  </a:lnTo>
                  <a:lnTo>
                    <a:pt x="186105" y="139712"/>
                  </a:lnTo>
                  <a:close/>
                </a:path>
                <a:path w="370205" h="372745">
                  <a:moveTo>
                    <a:pt x="47574" y="0"/>
                  </a:moveTo>
                  <a:lnTo>
                    <a:pt x="0" y="47155"/>
                  </a:lnTo>
                  <a:lnTo>
                    <a:pt x="45389" y="92938"/>
                  </a:lnTo>
                  <a:lnTo>
                    <a:pt x="92963" y="45783"/>
                  </a:lnTo>
                  <a:lnTo>
                    <a:pt x="47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A07EFF8-B035-FEE0-EB42-EE3E7074CD09}"/>
              </a:ext>
            </a:extLst>
          </p:cNvPr>
          <p:cNvSpPr txBox="1"/>
          <p:nvPr/>
        </p:nvSpPr>
        <p:spPr>
          <a:xfrm>
            <a:off x="461703" y="1561882"/>
            <a:ext cx="5399405" cy="1024255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400" dirty="0">
                <a:solidFill>
                  <a:srgbClr val="2B2728"/>
                </a:solidFill>
                <a:latin typeface="Arial MT"/>
                <a:cs typeface="Arial MT"/>
              </a:rPr>
              <a:t>Consider</a:t>
            </a:r>
            <a:r>
              <a:rPr sz="24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2B2728"/>
                </a:solidFill>
                <a:latin typeface="Arial MT"/>
                <a:cs typeface="Arial MT"/>
              </a:rPr>
              <a:t>Gaussian</a:t>
            </a:r>
            <a:r>
              <a:rPr sz="24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2B2728"/>
                </a:solidFill>
                <a:latin typeface="Arial MT"/>
                <a:cs typeface="Arial MT"/>
              </a:rPr>
              <a:t>mixture</a:t>
            </a:r>
            <a:r>
              <a:rPr sz="24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2B2728"/>
                </a:solidFill>
                <a:latin typeface="Arial MT"/>
                <a:cs typeface="Arial MT"/>
              </a:rPr>
              <a:t>model</a:t>
            </a:r>
            <a:r>
              <a:rPr sz="2400" spc="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400" spc="75" dirty="0">
                <a:solidFill>
                  <a:srgbClr val="2B2728"/>
                </a:solidFill>
                <a:latin typeface="Arial MT"/>
                <a:cs typeface="Arial MT"/>
              </a:rPr>
              <a:t>with</a:t>
            </a:r>
            <a:endParaRPr sz="2400">
              <a:latin typeface="Arial MT"/>
              <a:cs typeface="Arial MT"/>
            </a:endParaRPr>
          </a:p>
          <a:p>
            <a:pPr marR="520065" algn="r">
              <a:lnSpc>
                <a:spcPct val="100000"/>
              </a:lnSpc>
              <a:spcBef>
                <a:spcPts val="1175"/>
              </a:spcBef>
            </a:pP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Spherically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9688E96-8179-48FB-E08C-1099283E39AC}"/>
              </a:ext>
            </a:extLst>
          </p:cNvPr>
          <p:cNvSpPr txBox="1"/>
          <p:nvPr/>
        </p:nvSpPr>
        <p:spPr>
          <a:xfrm>
            <a:off x="3606554" y="2560637"/>
            <a:ext cx="22034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50" dirty="0">
                <a:solidFill>
                  <a:srgbClr val="B0007E"/>
                </a:solidFill>
                <a:latin typeface="Arial MT"/>
                <a:cs typeface="Arial MT"/>
              </a:rPr>
              <a:t>symmetric</a:t>
            </a:r>
            <a:r>
              <a:rPr sz="2000" spc="-2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clusters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2D25CBB9-D51D-7300-DA45-969C94D13ED8}"/>
              </a:ext>
            </a:extLst>
          </p:cNvPr>
          <p:cNvGrpSpPr/>
          <p:nvPr/>
        </p:nvGrpSpPr>
        <p:grpSpPr>
          <a:xfrm>
            <a:off x="3645370" y="2913419"/>
            <a:ext cx="2093595" cy="1649095"/>
            <a:chOff x="3586189" y="2697519"/>
            <a:chExt cx="2093595" cy="1649095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2E0D7CDF-5870-F19D-1999-632263C8C29C}"/>
                </a:ext>
              </a:extLst>
            </p:cNvPr>
            <p:cNvSpPr/>
            <p:nvPr/>
          </p:nvSpPr>
          <p:spPr>
            <a:xfrm>
              <a:off x="3598875" y="2900476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425005" y="0"/>
                  </a:moveTo>
                  <a:lnTo>
                    <a:pt x="375441" y="2816"/>
                  </a:lnTo>
                  <a:lnTo>
                    <a:pt x="327556" y="11054"/>
                  </a:lnTo>
                  <a:lnTo>
                    <a:pt x="281669" y="24402"/>
                  </a:lnTo>
                  <a:lnTo>
                    <a:pt x="238100" y="42544"/>
                  </a:lnTo>
                  <a:lnTo>
                    <a:pt x="197166" y="65167"/>
                  </a:lnTo>
                  <a:lnTo>
                    <a:pt x="159187" y="91957"/>
                  </a:lnTo>
                  <a:lnTo>
                    <a:pt x="124482" y="122599"/>
                  </a:lnTo>
                  <a:lnTo>
                    <a:pt x="93369" y="156780"/>
                  </a:lnTo>
                  <a:lnTo>
                    <a:pt x="66168" y="194185"/>
                  </a:lnTo>
                  <a:lnTo>
                    <a:pt x="43198" y="234501"/>
                  </a:lnTo>
                  <a:lnTo>
                    <a:pt x="24777" y="277414"/>
                  </a:lnTo>
                  <a:lnTo>
                    <a:pt x="11224" y="322609"/>
                  </a:lnTo>
                  <a:lnTo>
                    <a:pt x="2859" y="369773"/>
                  </a:lnTo>
                  <a:lnTo>
                    <a:pt x="0" y="418591"/>
                  </a:lnTo>
                  <a:lnTo>
                    <a:pt x="2859" y="467407"/>
                  </a:lnTo>
                  <a:lnTo>
                    <a:pt x="11224" y="514570"/>
                  </a:lnTo>
                  <a:lnTo>
                    <a:pt x="24777" y="559764"/>
                  </a:lnTo>
                  <a:lnTo>
                    <a:pt x="43198" y="602676"/>
                  </a:lnTo>
                  <a:lnTo>
                    <a:pt x="66168" y="642992"/>
                  </a:lnTo>
                  <a:lnTo>
                    <a:pt x="93369" y="680398"/>
                  </a:lnTo>
                  <a:lnTo>
                    <a:pt x="124482" y="714579"/>
                  </a:lnTo>
                  <a:lnTo>
                    <a:pt x="159187" y="745222"/>
                  </a:lnTo>
                  <a:lnTo>
                    <a:pt x="197166" y="772013"/>
                  </a:lnTo>
                  <a:lnTo>
                    <a:pt x="238100" y="794637"/>
                  </a:lnTo>
                  <a:lnTo>
                    <a:pt x="281669" y="812780"/>
                  </a:lnTo>
                  <a:lnTo>
                    <a:pt x="327556" y="826128"/>
                  </a:lnTo>
                  <a:lnTo>
                    <a:pt x="375441" y="834367"/>
                  </a:lnTo>
                  <a:lnTo>
                    <a:pt x="425005" y="837183"/>
                  </a:lnTo>
                  <a:lnTo>
                    <a:pt x="474572" y="834367"/>
                  </a:lnTo>
                  <a:lnTo>
                    <a:pt x="522459" y="826128"/>
                  </a:lnTo>
                  <a:lnTo>
                    <a:pt x="568347" y="812780"/>
                  </a:lnTo>
                  <a:lnTo>
                    <a:pt x="611919" y="794637"/>
                  </a:lnTo>
                  <a:lnTo>
                    <a:pt x="652854" y="772013"/>
                  </a:lnTo>
                  <a:lnTo>
                    <a:pt x="690833" y="745222"/>
                  </a:lnTo>
                  <a:lnTo>
                    <a:pt x="725539" y="714579"/>
                  </a:lnTo>
                  <a:lnTo>
                    <a:pt x="756652" y="680398"/>
                  </a:lnTo>
                  <a:lnTo>
                    <a:pt x="783854" y="642992"/>
                  </a:lnTo>
                  <a:lnTo>
                    <a:pt x="806824" y="602676"/>
                  </a:lnTo>
                  <a:lnTo>
                    <a:pt x="825246" y="559764"/>
                  </a:lnTo>
                  <a:lnTo>
                    <a:pt x="838798" y="514570"/>
                  </a:lnTo>
                  <a:lnTo>
                    <a:pt x="847164" y="467407"/>
                  </a:lnTo>
                  <a:lnTo>
                    <a:pt x="850023" y="418591"/>
                  </a:lnTo>
                  <a:lnTo>
                    <a:pt x="847164" y="369773"/>
                  </a:lnTo>
                  <a:lnTo>
                    <a:pt x="838798" y="322609"/>
                  </a:lnTo>
                  <a:lnTo>
                    <a:pt x="825246" y="277414"/>
                  </a:lnTo>
                  <a:lnTo>
                    <a:pt x="806824" y="234501"/>
                  </a:lnTo>
                  <a:lnTo>
                    <a:pt x="783854" y="194185"/>
                  </a:lnTo>
                  <a:lnTo>
                    <a:pt x="756652" y="156780"/>
                  </a:lnTo>
                  <a:lnTo>
                    <a:pt x="725539" y="122599"/>
                  </a:lnTo>
                  <a:lnTo>
                    <a:pt x="690833" y="91957"/>
                  </a:lnTo>
                  <a:lnTo>
                    <a:pt x="652854" y="65167"/>
                  </a:lnTo>
                  <a:lnTo>
                    <a:pt x="611919" y="42544"/>
                  </a:lnTo>
                  <a:lnTo>
                    <a:pt x="568347" y="24402"/>
                  </a:lnTo>
                  <a:lnTo>
                    <a:pt x="522459" y="11054"/>
                  </a:lnTo>
                  <a:lnTo>
                    <a:pt x="474572" y="2816"/>
                  </a:lnTo>
                  <a:lnTo>
                    <a:pt x="425005" y="0"/>
                  </a:lnTo>
                  <a:close/>
                </a:path>
              </a:pathLst>
            </a:custGeom>
            <a:solidFill>
              <a:srgbClr val="FF6C00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22941672-B787-8C5A-0582-8082A7659482}"/>
                </a:ext>
              </a:extLst>
            </p:cNvPr>
            <p:cNvSpPr/>
            <p:nvPr/>
          </p:nvSpPr>
          <p:spPr>
            <a:xfrm>
              <a:off x="3598875" y="2900476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7"/>
                  </a:lnTo>
                  <a:lnTo>
                    <a:pt x="43199" y="234505"/>
                  </a:lnTo>
                  <a:lnTo>
                    <a:pt x="66169" y="194189"/>
                  </a:lnTo>
                  <a:lnTo>
                    <a:pt x="93371" y="156783"/>
                  </a:lnTo>
                  <a:lnTo>
                    <a:pt x="124484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4" y="42546"/>
                  </a:lnTo>
                  <a:lnTo>
                    <a:pt x="281675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59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7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399"/>
                  </a:lnTo>
                  <a:lnTo>
                    <a:pt x="725545" y="714581"/>
                  </a:lnTo>
                  <a:lnTo>
                    <a:pt x="690839" y="745223"/>
                  </a:lnTo>
                  <a:lnTo>
                    <a:pt x="652859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5" y="812780"/>
                  </a:lnTo>
                  <a:lnTo>
                    <a:pt x="238104" y="794637"/>
                  </a:lnTo>
                  <a:lnTo>
                    <a:pt x="197169" y="772014"/>
                  </a:lnTo>
                  <a:lnTo>
                    <a:pt x="159189" y="745223"/>
                  </a:lnTo>
                  <a:lnTo>
                    <a:pt x="124484" y="714581"/>
                  </a:lnTo>
                  <a:lnTo>
                    <a:pt x="93371" y="680399"/>
                  </a:lnTo>
                  <a:lnTo>
                    <a:pt x="66169" y="642994"/>
                  </a:lnTo>
                  <a:lnTo>
                    <a:pt x="43199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C75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1C790FB8-8935-BD82-B686-92328267FD78}"/>
                </a:ext>
              </a:extLst>
            </p:cNvPr>
            <p:cNvSpPr/>
            <p:nvPr/>
          </p:nvSpPr>
          <p:spPr>
            <a:xfrm>
              <a:off x="4816817" y="2710205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425018" y="0"/>
                  </a:moveTo>
                  <a:lnTo>
                    <a:pt x="375453" y="2816"/>
                  </a:lnTo>
                  <a:lnTo>
                    <a:pt x="327568" y="11055"/>
                  </a:lnTo>
                  <a:lnTo>
                    <a:pt x="281680" y="24403"/>
                  </a:lnTo>
                  <a:lnTo>
                    <a:pt x="238110" y="42546"/>
                  </a:lnTo>
                  <a:lnTo>
                    <a:pt x="197175" y="65170"/>
                  </a:lnTo>
                  <a:lnTo>
                    <a:pt x="159195" y="91961"/>
                  </a:lnTo>
                  <a:lnTo>
                    <a:pt x="124488" y="122604"/>
                  </a:lnTo>
                  <a:lnTo>
                    <a:pt x="93374" y="156785"/>
                  </a:lnTo>
                  <a:lnTo>
                    <a:pt x="66172" y="194191"/>
                  </a:lnTo>
                  <a:lnTo>
                    <a:pt x="43201" y="234507"/>
                  </a:lnTo>
                  <a:lnTo>
                    <a:pt x="24779" y="277419"/>
                  </a:lnTo>
                  <a:lnTo>
                    <a:pt x="11225" y="322613"/>
                  </a:lnTo>
                  <a:lnTo>
                    <a:pt x="2859" y="369776"/>
                  </a:lnTo>
                  <a:lnTo>
                    <a:pt x="0" y="418592"/>
                  </a:lnTo>
                  <a:lnTo>
                    <a:pt x="2859" y="467407"/>
                  </a:lnTo>
                  <a:lnTo>
                    <a:pt x="11225" y="514570"/>
                  </a:lnTo>
                  <a:lnTo>
                    <a:pt x="24779" y="559764"/>
                  </a:lnTo>
                  <a:lnTo>
                    <a:pt x="43201" y="602676"/>
                  </a:lnTo>
                  <a:lnTo>
                    <a:pt x="66172" y="642992"/>
                  </a:lnTo>
                  <a:lnTo>
                    <a:pt x="93374" y="680398"/>
                  </a:lnTo>
                  <a:lnTo>
                    <a:pt x="124488" y="714579"/>
                  </a:lnTo>
                  <a:lnTo>
                    <a:pt x="159195" y="745222"/>
                  </a:lnTo>
                  <a:lnTo>
                    <a:pt x="197175" y="772013"/>
                  </a:lnTo>
                  <a:lnTo>
                    <a:pt x="238110" y="794637"/>
                  </a:lnTo>
                  <a:lnTo>
                    <a:pt x="281680" y="812780"/>
                  </a:lnTo>
                  <a:lnTo>
                    <a:pt x="327568" y="826128"/>
                  </a:lnTo>
                  <a:lnTo>
                    <a:pt x="375453" y="834367"/>
                  </a:lnTo>
                  <a:lnTo>
                    <a:pt x="425018" y="837184"/>
                  </a:lnTo>
                  <a:lnTo>
                    <a:pt x="474584" y="834367"/>
                  </a:lnTo>
                  <a:lnTo>
                    <a:pt x="522471" y="826128"/>
                  </a:lnTo>
                  <a:lnTo>
                    <a:pt x="568360" y="812780"/>
                  </a:lnTo>
                  <a:lnTo>
                    <a:pt x="611931" y="794637"/>
                  </a:lnTo>
                  <a:lnTo>
                    <a:pt x="652866" y="772013"/>
                  </a:lnTo>
                  <a:lnTo>
                    <a:pt x="690846" y="745222"/>
                  </a:lnTo>
                  <a:lnTo>
                    <a:pt x="725552" y="714579"/>
                  </a:lnTo>
                  <a:lnTo>
                    <a:pt x="756665" y="680398"/>
                  </a:lnTo>
                  <a:lnTo>
                    <a:pt x="783866" y="642992"/>
                  </a:lnTo>
                  <a:lnTo>
                    <a:pt x="806837" y="602676"/>
                  </a:lnTo>
                  <a:lnTo>
                    <a:pt x="825258" y="559764"/>
                  </a:lnTo>
                  <a:lnTo>
                    <a:pt x="838811" y="514570"/>
                  </a:lnTo>
                  <a:lnTo>
                    <a:pt x="847177" y="467407"/>
                  </a:lnTo>
                  <a:lnTo>
                    <a:pt x="850036" y="418592"/>
                  </a:lnTo>
                  <a:lnTo>
                    <a:pt x="847177" y="369776"/>
                  </a:lnTo>
                  <a:lnTo>
                    <a:pt x="838811" y="322613"/>
                  </a:lnTo>
                  <a:lnTo>
                    <a:pt x="825258" y="277419"/>
                  </a:lnTo>
                  <a:lnTo>
                    <a:pt x="806837" y="234507"/>
                  </a:lnTo>
                  <a:lnTo>
                    <a:pt x="783866" y="194191"/>
                  </a:lnTo>
                  <a:lnTo>
                    <a:pt x="756665" y="156785"/>
                  </a:lnTo>
                  <a:lnTo>
                    <a:pt x="725552" y="122604"/>
                  </a:lnTo>
                  <a:lnTo>
                    <a:pt x="690846" y="91961"/>
                  </a:lnTo>
                  <a:lnTo>
                    <a:pt x="652866" y="65170"/>
                  </a:lnTo>
                  <a:lnTo>
                    <a:pt x="611931" y="42546"/>
                  </a:lnTo>
                  <a:lnTo>
                    <a:pt x="568360" y="24403"/>
                  </a:lnTo>
                  <a:lnTo>
                    <a:pt x="522471" y="11055"/>
                  </a:lnTo>
                  <a:lnTo>
                    <a:pt x="474584" y="2816"/>
                  </a:lnTo>
                  <a:lnTo>
                    <a:pt x="425018" y="0"/>
                  </a:lnTo>
                  <a:close/>
                </a:path>
              </a:pathLst>
            </a:custGeom>
            <a:solidFill>
              <a:srgbClr val="009EC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FB92E41-5175-389E-B9F5-AF596E0492FE}"/>
                </a:ext>
              </a:extLst>
            </p:cNvPr>
            <p:cNvSpPr/>
            <p:nvPr/>
          </p:nvSpPr>
          <p:spPr>
            <a:xfrm>
              <a:off x="4816817" y="2710205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7"/>
                  </a:lnTo>
                  <a:lnTo>
                    <a:pt x="43199" y="234505"/>
                  </a:lnTo>
                  <a:lnTo>
                    <a:pt x="66169" y="194189"/>
                  </a:lnTo>
                  <a:lnTo>
                    <a:pt x="93371" y="156783"/>
                  </a:lnTo>
                  <a:lnTo>
                    <a:pt x="124484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4" y="42546"/>
                  </a:lnTo>
                  <a:lnTo>
                    <a:pt x="281674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4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59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59" y="194189"/>
                  </a:lnTo>
                  <a:lnTo>
                    <a:pt x="806830" y="234505"/>
                  </a:lnTo>
                  <a:lnTo>
                    <a:pt x="825251" y="277417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8"/>
                  </a:lnTo>
                  <a:lnTo>
                    <a:pt x="783859" y="642994"/>
                  </a:lnTo>
                  <a:lnTo>
                    <a:pt x="756658" y="680399"/>
                  </a:lnTo>
                  <a:lnTo>
                    <a:pt x="725545" y="714581"/>
                  </a:lnTo>
                  <a:lnTo>
                    <a:pt x="690839" y="745223"/>
                  </a:lnTo>
                  <a:lnTo>
                    <a:pt x="652859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4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4" y="812780"/>
                  </a:lnTo>
                  <a:lnTo>
                    <a:pt x="238104" y="794637"/>
                  </a:lnTo>
                  <a:lnTo>
                    <a:pt x="197169" y="772014"/>
                  </a:lnTo>
                  <a:lnTo>
                    <a:pt x="159189" y="745223"/>
                  </a:lnTo>
                  <a:lnTo>
                    <a:pt x="124484" y="714581"/>
                  </a:lnTo>
                  <a:lnTo>
                    <a:pt x="93371" y="680399"/>
                  </a:lnTo>
                  <a:lnTo>
                    <a:pt x="66169" y="642994"/>
                  </a:lnTo>
                  <a:lnTo>
                    <a:pt x="43199" y="602678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0079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CF7EFB05-BC5C-1851-7685-529A7846A409}"/>
                </a:ext>
              </a:extLst>
            </p:cNvPr>
            <p:cNvSpPr/>
            <p:nvPr/>
          </p:nvSpPr>
          <p:spPr>
            <a:xfrm>
              <a:off x="4309338" y="3496652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425018" y="0"/>
                  </a:moveTo>
                  <a:lnTo>
                    <a:pt x="375453" y="2816"/>
                  </a:lnTo>
                  <a:lnTo>
                    <a:pt x="327568" y="11054"/>
                  </a:lnTo>
                  <a:lnTo>
                    <a:pt x="281680" y="24402"/>
                  </a:lnTo>
                  <a:lnTo>
                    <a:pt x="238110" y="42544"/>
                  </a:lnTo>
                  <a:lnTo>
                    <a:pt x="197175" y="65167"/>
                  </a:lnTo>
                  <a:lnTo>
                    <a:pt x="159195" y="91957"/>
                  </a:lnTo>
                  <a:lnTo>
                    <a:pt x="124488" y="122599"/>
                  </a:lnTo>
                  <a:lnTo>
                    <a:pt x="93374" y="156780"/>
                  </a:lnTo>
                  <a:lnTo>
                    <a:pt x="66172" y="194185"/>
                  </a:lnTo>
                  <a:lnTo>
                    <a:pt x="43201" y="234501"/>
                  </a:lnTo>
                  <a:lnTo>
                    <a:pt x="24779" y="277414"/>
                  </a:lnTo>
                  <a:lnTo>
                    <a:pt x="11225" y="322609"/>
                  </a:lnTo>
                  <a:lnTo>
                    <a:pt x="2859" y="369773"/>
                  </a:lnTo>
                  <a:lnTo>
                    <a:pt x="0" y="418592"/>
                  </a:lnTo>
                  <a:lnTo>
                    <a:pt x="2859" y="467407"/>
                  </a:lnTo>
                  <a:lnTo>
                    <a:pt x="11225" y="514570"/>
                  </a:lnTo>
                  <a:lnTo>
                    <a:pt x="24779" y="559764"/>
                  </a:lnTo>
                  <a:lnTo>
                    <a:pt x="43201" y="602676"/>
                  </a:lnTo>
                  <a:lnTo>
                    <a:pt x="66172" y="642992"/>
                  </a:lnTo>
                  <a:lnTo>
                    <a:pt x="93374" y="680398"/>
                  </a:lnTo>
                  <a:lnTo>
                    <a:pt x="124488" y="714579"/>
                  </a:lnTo>
                  <a:lnTo>
                    <a:pt x="159195" y="745222"/>
                  </a:lnTo>
                  <a:lnTo>
                    <a:pt x="197175" y="772013"/>
                  </a:lnTo>
                  <a:lnTo>
                    <a:pt x="238110" y="794637"/>
                  </a:lnTo>
                  <a:lnTo>
                    <a:pt x="281680" y="812780"/>
                  </a:lnTo>
                  <a:lnTo>
                    <a:pt x="327568" y="826128"/>
                  </a:lnTo>
                  <a:lnTo>
                    <a:pt x="375453" y="834367"/>
                  </a:lnTo>
                  <a:lnTo>
                    <a:pt x="425018" y="837184"/>
                  </a:lnTo>
                  <a:lnTo>
                    <a:pt x="474584" y="834367"/>
                  </a:lnTo>
                  <a:lnTo>
                    <a:pt x="522471" y="826128"/>
                  </a:lnTo>
                  <a:lnTo>
                    <a:pt x="568360" y="812780"/>
                  </a:lnTo>
                  <a:lnTo>
                    <a:pt x="611931" y="794637"/>
                  </a:lnTo>
                  <a:lnTo>
                    <a:pt x="652866" y="772013"/>
                  </a:lnTo>
                  <a:lnTo>
                    <a:pt x="690846" y="745222"/>
                  </a:lnTo>
                  <a:lnTo>
                    <a:pt x="725552" y="714579"/>
                  </a:lnTo>
                  <a:lnTo>
                    <a:pt x="756665" y="680398"/>
                  </a:lnTo>
                  <a:lnTo>
                    <a:pt x="783866" y="642992"/>
                  </a:lnTo>
                  <a:lnTo>
                    <a:pt x="806837" y="602676"/>
                  </a:lnTo>
                  <a:lnTo>
                    <a:pt x="825258" y="559764"/>
                  </a:lnTo>
                  <a:lnTo>
                    <a:pt x="838811" y="514570"/>
                  </a:lnTo>
                  <a:lnTo>
                    <a:pt x="847177" y="467407"/>
                  </a:lnTo>
                  <a:lnTo>
                    <a:pt x="850036" y="418592"/>
                  </a:lnTo>
                  <a:lnTo>
                    <a:pt x="847177" y="369773"/>
                  </a:lnTo>
                  <a:lnTo>
                    <a:pt x="838811" y="322609"/>
                  </a:lnTo>
                  <a:lnTo>
                    <a:pt x="825258" y="277414"/>
                  </a:lnTo>
                  <a:lnTo>
                    <a:pt x="806837" y="234501"/>
                  </a:lnTo>
                  <a:lnTo>
                    <a:pt x="783866" y="194185"/>
                  </a:lnTo>
                  <a:lnTo>
                    <a:pt x="756665" y="156780"/>
                  </a:lnTo>
                  <a:lnTo>
                    <a:pt x="725552" y="122599"/>
                  </a:lnTo>
                  <a:lnTo>
                    <a:pt x="690846" y="91957"/>
                  </a:lnTo>
                  <a:lnTo>
                    <a:pt x="652866" y="65167"/>
                  </a:lnTo>
                  <a:lnTo>
                    <a:pt x="611931" y="42544"/>
                  </a:lnTo>
                  <a:lnTo>
                    <a:pt x="568360" y="24402"/>
                  </a:lnTo>
                  <a:lnTo>
                    <a:pt x="522471" y="11054"/>
                  </a:lnTo>
                  <a:lnTo>
                    <a:pt x="474584" y="2816"/>
                  </a:lnTo>
                  <a:lnTo>
                    <a:pt x="425018" y="0"/>
                  </a:lnTo>
                  <a:close/>
                </a:path>
              </a:pathLst>
            </a:custGeom>
            <a:solidFill>
              <a:srgbClr val="95C50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8178334D-E402-8A88-10EF-64330FEEFE0B}"/>
                </a:ext>
              </a:extLst>
            </p:cNvPr>
            <p:cNvSpPr/>
            <p:nvPr/>
          </p:nvSpPr>
          <p:spPr>
            <a:xfrm>
              <a:off x="4309338" y="3496652"/>
              <a:ext cx="850265" cy="837565"/>
            </a:xfrm>
            <a:custGeom>
              <a:avLst/>
              <a:gdLst/>
              <a:ahLst/>
              <a:cxnLst/>
              <a:rect l="l" t="t" r="r" b="b"/>
              <a:pathLst>
                <a:path w="850264" h="837564">
                  <a:moveTo>
                    <a:pt x="0" y="418591"/>
                  </a:moveTo>
                  <a:lnTo>
                    <a:pt x="2859" y="369775"/>
                  </a:lnTo>
                  <a:lnTo>
                    <a:pt x="11224" y="322612"/>
                  </a:lnTo>
                  <a:lnTo>
                    <a:pt x="24777" y="277418"/>
                  </a:lnTo>
                  <a:lnTo>
                    <a:pt x="43198" y="234505"/>
                  </a:lnTo>
                  <a:lnTo>
                    <a:pt x="66169" y="194189"/>
                  </a:lnTo>
                  <a:lnTo>
                    <a:pt x="93370" y="156783"/>
                  </a:lnTo>
                  <a:lnTo>
                    <a:pt x="124483" y="122602"/>
                  </a:lnTo>
                  <a:lnTo>
                    <a:pt x="159189" y="91959"/>
                  </a:lnTo>
                  <a:lnTo>
                    <a:pt x="197169" y="65169"/>
                  </a:lnTo>
                  <a:lnTo>
                    <a:pt x="238104" y="42546"/>
                  </a:lnTo>
                  <a:lnTo>
                    <a:pt x="281674" y="24403"/>
                  </a:lnTo>
                  <a:lnTo>
                    <a:pt x="327562" y="11055"/>
                  </a:lnTo>
                  <a:lnTo>
                    <a:pt x="375449" y="2816"/>
                  </a:lnTo>
                  <a:lnTo>
                    <a:pt x="425015" y="0"/>
                  </a:lnTo>
                  <a:lnTo>
                    <a:pt x="474580" y="2816"/>
                  </a:lnTo>
                  <a:lnTo>
                    <a:pt x="522466" y="11055"/>
                  </a:lnTo>
                  <a:lnTo>
                    <a:pt x="568354" y="24403"/>
                  </a:lnTo>
                  <a:lnTo>
                    <a:pt x="611925" y="42546"/>
                  </a:lnTo>
                  <a:lnTo>
                    <a:pt x="652860" y="65169"/>
                  </a:lnTo>
                  <a:lnTo>
                    <a:pt x="690839" y="91959"/>
                  </a:lnTo>
                  <a:lnTo>
                    <a:pt x="725545" y="122602"/>
                  </a:lnTo>
                  <a:lnTo>
                    <a:pt x="756658" y="156783"/>
                  </a:lnTo>
                  <a:lnTo>
                    <a:pt x="783860" y="194189"/>
                  </a:lnTo>
                  <a:lnTo>
                    <a:pt x="806830" y="234505"/>
                  </a:lnTo>
                  <a:lnTo>
                    <a:pt x="825251" y="277418"/>
                  </a:lnTo>
                  <a:lnTo>
                    <a:pt x="838804" y="322612"/>
                  </a:lnTo>
                  <a:lnTo>
                    <a:pt x="847170" y="369775"/>
                  </a:lnTo>
                  <a:lnTo>
                    <a:pt x="850029" y="418591"/>
                  </a:lnTo>
                  <a:lnTo>
                    <a:pt x="847170" y="467408"/>
                  </a:lnTo>
                  <a:lnTo>
                    <a:pt x="838804" y="514571"/>
                  </a:lnTo>
                  <a:lnTo>
                    <a:pt x="825251" y="559765"/>
                  </a:lnTo>
                  <a:lnTo>
                    <a:pt x="806830" y="602677"/>
                  </a:lnTo>
                  <a:lnTo>
                    <a:pt x="783860" y="642993"/>
                  </a:lnTo>
                  <a:lnTo>
                    <a:pt x="756658" y="680399"/>
                  </a:lnTo>
                  <a:lnTo>
                    <a:pt x="725545" y="714580"/>
                  </a:lnTo>
                  <a:lnTo>
                    <a:pt x="690839" y="745223"/>
                  </a:lnTo>
                  <a:lnTo>
                    <a:pt x="652860" y="772014"/>
                  </a:lnTo>
                  <a:lnTo>
                    <a:pt x="611925" y="794637"/>
                  </a:lnTo>
                  <a:lnTo>
                    <a:pt x="568354" y="812780"/>
                  </a:lnTo>
                  <a:lnTo>
                    <a:pt x="522466" y="826128"/>
                  </a:lnTo>
                  <a:lnTo>
                    <a:pt x="474580" y="834367"/>
                  </a:lnTo>
                  <a:lnTo>
                    <a:pt x="425015" y="837183"/>
                  </a:lnTo>
                  <a:lnTo>
                    <a:pt x="375449" y="834367"/>
                  </a:lnTo>
                  <a:lnTo>
                    <a:pt x="327562" y="826128"/>
                  </a:lnTo>
                  <a:lnTo>
                    <a:pt x="281674" y="812780"/>
                  </a:lnTo>
                  <a:lnTo>
                    <a:pt x="238104" y="794637"/>
                  </a:lnTo>
                  <a:lnTo>
                    <a:pt x="197169" y="772014"/>
                  </a:lnTo>
                  <a:lnTo>
                    <a:pt x="159189" y="745223"/>
                  </a:lnTo>
                  <a:lnTo>
                    <a:pt x="124483" y="714580"/>
                  </a:lnTo>
                  <a:lnTo>
                    <a:pt x="93370" y="680399"/>
                  </a:lnTo>
                  <a:lnTo>
                    <a:pt x="66169" y="642993"/>
                  </a:lnTo>
                  <a:lnTo>
                    <a:pt x="43198" y="602677"/>
                  </a:lnTo>
                  <a:lnTo>
                    <a:pt x="24777" y="559765"/>
                  </a:lnTo>
                  <a:lnTo>
                    <a:pt x="11224" y="514571"/>
                  </a:lnTo>
                  <a:lnTo>
                    <a:pt x="2859" y="467408"/>
                  </a:lnTo>
                  <a:lnTo>
                    <a:pt x="0" y="418591"/>
                  </a:lnTo>
                  <a:close/>
                </a:path>
              </a:pathLst>
            </a:custGeom>
            <a:ln w="25371">
              <a:solidFill>
                <a:srgbClr val="72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806C253A-BFB6-B481-249B-93497AF7DCF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1420" y="3238730"/>
              <a:ext cx="164928" cy="164902"/>
            </a:xfrm>
            <a:prstGeom prst="rect">
              <a:avLst/>
            </a:prstGeom>
          </p:spPr>
        </p:pic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C73419F8-0FFD-D3CB-342D-FE9548C084C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897" y="3834906"/>
              <a:ext cx="164928" cy="164902"/>
            </a:xfrm>
            <a:prstGeom prst="rect">
              <a:avLst/>
            </a:prstGeom>
          </p:spPr>
        </p:pic>
        <p:pic>
          <p:nvPicPr>
            <p:cNvPr id="21" name="object 20">
              <a:extLst>
                <a:ext uri="{FF2B5EF4-FFF2-40B4-BE49-F238E27FC236}">
                  <a16:creationId xmlns:a16="http://schemas.microsoft.com/office/drawing/2014/main" id="{8C042502-8F7A-265A-C085-EF5EEB2C212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9376" y="3048458"/>
              <a:ext cx="164928" cy="164902"/>
            </a:xfrm>
            <a:prstGeom prst="rect">
              <a:avLst/>
            </a:prstGeom>
          </p:spPr>
        </p:pic>
      </p:grpSp>
      <p:sp>
        <p:nvSpPr>
          <p:cNvPr id="22" name="object 21">
            <a:extLst>
              <a:ext uri="{FF2B5EF4-FFF2-40B4-BE49-F238E27FC236}">
                <a16:creationId xmlns:a16="http://schemas.microsoft.com/office/drawing/2014/main" id="{DB937273-6FBA-7978-62F1-DA3CC170D8CC}"/>
              </a:ext>
            </a:extLst>
          </p:cNvPr>
          <p:cNvSpPr txBox="1"/>
          <p:nvPr/>
        </p:nvSpPr>
        <p:spPr>
          <a:xfrm>
            <a:off x="346755" y="5649074"/>
            <a:ext cx="5675630" cy="904875"/>
          </a:xfrm>
          <a:prstGeom prst="rect">
            <a:avLst/>
          </a:prstGeom>
          <a:solidFill>
            <a:srgbClr val="C02690"/>
          </a:solidFill>
          <a:ln w="25369">
            <a:solidFill>
              <a:srgbClr val="941B6E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25095" marR="111760" indent="177165">
              <a:lnSpc>
                <a:spcPts val="3000"/>
              </a:lnSpc>
              <a:spcBef>
                <a:spcPts val="630"/>
              </a:spcBef>
            </a:pP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Datapoint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gets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fully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assigned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3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nearest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center,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just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k-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ABCBF499-707F-9180-C41F-9694F411F00B}"/>
              </a:ext>
            </a:extLst>
          </p:cNvPr>
          <p:cNvSpPr txBox="1"/>
          <p:nvPr/>
        </p:nvSpPr>
        <p:spPr>
          <a:xfrm>
            <a:off x="995803" y="2417261"/>
            <a:ext cx="41211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600" spc="-37" baseline="-16203" dirty="0">
                <a:latin typeface="Lucida Sans Unicode"/>
                <a:cs typeface="Lucida Sans Unicode"/>
              </a:rPr>
              <a:t>σ</a:t>
            </a:r>
            <a:r>
              <a:rPr sz="1600" spc="-25" dirty="0"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BEA793FD-D0E7-6373-7618-77A6400A9347}"/>
              </a:ext>
            </a:extLst>
          </p:cNvPr>
          <p:cNvSpPr txBox="1"/>
          <p:nvPr/>
        </p:nvSpPr>
        <p:spPr>
          <a:xfrm>
            <a:off x="1227093" y="2709018"/>
            <a:ext cx="704850" cy="68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2590"/>
              </a:lnSpc>
              <a:spcBef>
                <a:spcPts val="95"/>
              </a:spcBef>
            </a:pPr>
            <a:r>
              <a:rPr sz="3600" spc="-37" baseline="-16203" dirty="0">
                <a:latin typeface="Lucida Sans Unicode"/>
                <a:cs typeface="Lucida Sans Unicode"/>
              </a:rPr>
              <a:t>σ</a:t>
            </a:r>
            <a:r>
              <a:rPr sz="1600" spc="-25" dirty="0"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  <a:p>
            <a:pPr marL="330835">
              <a:lnSpc>
                <a:spcPts val="2590"/>
              </a:lnSpc>
            </a:pPr>
            <a:r>
              <a:rPr sz="3600" spc="-37" baseline="-16203" dirty="0">
                <a:latin typeface="Lucida Sans Unicode"/>
                <a:cs typeface="Lucida Sans Unicode"/>
              </a:rPr>
              <a:t>σ</a:t>
            </a:r>
            <a:r>
              <a:rPr sz="1600" spc="-25" dirty="0"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51F39EB4-2997-7E05-E37B-2CE85A92B4DD}"/>
              </a:ext>
            </a:extLst>
          </p:cNvPr>
          <p:cNvSpPr txBox="1"/>
          <p:nvPr/>
        </p:nvSpPr>
        <p:spPr>
          <a:xfrm>
            <a:off x="1812928" y="3875995"/>
            <a:ext cx="41211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600" spc="-37" baseline="-16203" dirty="0">
                <a:latin typeface="Lucida Sans Unicode"/>
                <a:cs typeface="Lucida Sans Unicode"/>
              </a:rPr>
              <a:t>σ</a:t>
            </a:r>
            <a:r>
              <a:rPr sz="1600" spc="-25" dirty="0">
                <a:latin typeface="Lucida Sans Unicode"/>
                <a:cs typeface="Lucida Sans Unicode"/>
              </a:rPr>
              <a:t>2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EC4DADF5-FD10-4CDD-2984-18D6386CB5DC}"/>
              </a:ext>
            </a:extLst>
          </p:cNvPr>
          <p:cNvSpPr txBox="1"/>
          <p:nvPr/>
        </p:nvSpPr>
        <p:spPr>
          <a:xfrm>
            <a:off x="6244499" y="1893570"/>
            <a:ext cx="3078480" cy="1111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1465" marR="5080" indent="-279400">
              <a:lnSpc>
                <a:spcPct val="98600"/>
              </a:lnSpc>
              <a:spcBef>
                <a:spcPts val="125"/>
              </a:spcBef>
              <a:tabLst>
                <a:tab pos="297815" algn="l"/>
              </a:tabLst>
            </a:pPr>
            <a:r>
              <a:rPr sz="1800" spc="-50" dirty="0">
                <a:latin typeface="Lucida Sans Unicode"/>
                <a:cs typeface="Lucida Sans Unicode"/>
              </a:rPr>
              <a:t>-</a:t>
            </a:r>
            <a:r>
              <a:rPr sz="1800" dirty="0">
                <a:latin typeface="Lucida Sans Unicode"/>
                <a:cs typeface="Lucida Sans Unicode"/>
              </a:rPr>
              <a:t>		</a:t>
            </a:r>
            <a:r>
              <a:rPr sz="1800" dirty="0">
                <a:latin typeface="Arial MT"/>
                <a:cs typeface="Arial MT"/>
              </a:rPr>
              <a:t>Spherical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clusters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60" dirty="0">
                <a:latin typeface="Arial MT"/>
                <a:cs typeface="Arial MT"/>
              </a:rPr>
              <a:t>with </a:t>
            </a:r>
            <a:r>
              <a:rPr sz="1800" dirty="0">
                <a:latin typeface="Arial MT"/>
                <a:cs typeface="Arial MT"/>
              </a:rPr>
              <a:t>equal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variances,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relative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likelihoods</a:t>
            </a:r>
            <a:r>
              <a:rPr sz="1800" spc="1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just</a:t>
            </a:r>
            <a:r>
              <a:rPr sz="1800" spc="114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B0007E"/>
                </a:solidFill>
                <a:latin typeface="Arial MT"/>
                <a:cs typeface="Arial MT"/>
              </a:rPr>
              <a:t>function</a:t>
            </a:r>
            <a:r>
              <a:rPr sz="1800" spc="1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B0007E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distance</a:t>
            </a:r>
            <a:r>
              <a:rPr sz="1800" spc="9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105" dirty="0">
                <a:solidFill>
                  <a:srgbClr val="B0007E"/>
                </a:solidFill>
                <a:latin typeface="Arial MT"/>
                <a:cs typeface="Arial MT"/>
              </a:rPr>
              <a:t>to</a:t>
            </a:r>
            <a:r>
              <a:rPr sz="1800" spc="9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1800" spc="9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center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EB5F84E0-28C4-F28E-A374-60A5E86D931B}"/>
              </a:ext>
            </a:extLst>
          </p:cNvPr>
          <p:cNvSpPr txBox="1"/>
          <p:nvPr/>
        </p:nvSpPr>
        <p:spPr>
          <a:xfrm>
            <a:off x="6244499" y="3250819"/>
            <a:ext cx="3082290" cy="5784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1465" marR="5080" indent="-279400">
              <a:lnSpc>
                <a:spcPct val="101699"/>
              </a:lnSpc>
              <a:spcBef>
                <a:spcPts val="60"/>
              </a:spcBef>
              <a:tabLst>
                <a:tab pos="297815" algn="l"/>
              </a:tabLst>
            </a:pPr>
            <a:r>
              <a:rPr sz="1800" spc="-50" dirty="0">
                <a:latin typeface="Lucida Sans Unicode"/>
                <a:cs typeface="Lucida Sans Unicode"/>
              </a:rPr>
              <a:t>-</a:t>
            </a:r>
            <a:r>
              <a:rPr sz="1800" dirty="0">
                <a:latin typeface="Lucida Sans Unicode"/>
                <a:cs typeface="Lucida Sans Unicode"/>
              </a:rPr>
              <a:t>		</a:t>
            </a:r>
            <a:r>
              <a:rPr sz="1800" spc="-11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variances</a:t>
            </a:r>
            <a:r>
              <a:rPr sz="1800" dirty="0">
                <a:latin typeface="Wingdings"/>
                <a:cs typeface="Wingdings"/>
              </a:rPr>
              <a:t></a:t>
            </a:r>
            <a:r>
              <a:rPr sz="1800" dirty="0">
                <a:latin typeface="Arial MT"/>
                <a:cs typeface="Arial MT"/>
              </a:rPr>
              <a:t>0,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0007E"/>
                </a:solidFill>
                <a:latin typeface="Arial MT"/>
                <a:cs typeface="Arial MT"/>
              </a:rPr>
              <a:t>likelihood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ratio</a:t>
            </a:r>
            <a:r>
              <a:rPr sz="1800" spc="10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0007E"/>
                </a:solidFill>
                <a:latin typeface="Arial MT"/>
                <a:cs typeface="Arial MT"/>
              </a:rPr>
              <a:t>becomes</a:t>
            </a:r>
            <a:r>
              <a:rPr sz="1800" spc="10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120" dirty="0">
                <a:solidFill>
                  <a:srgbClr val="B0007E"/>
                </a:solidFill>
                <a:latin typeface="Arial MT"/>
                <a:cs typeface="Arial MT"/>
              </a:rPr>
              <a:t>0</a:t>
            </a:r>
            <a:r>
              <a:rPr sz="1800" spc="10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70" dirty="0">
                <a:solidFill>
                  <a:srgbClr val="B0007E"/>
                </a:solidFill>
                <a:latin typeface="Arial MT"/>
                <a:cs typeface="Arial MT"/>
              </a:rPr>
              <a:t>or</a:t>
            </a:r>
            <a:r>
              <a:rPr sz="1800" spc="11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B0007E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DFA83D62-38BF-662F-CC44-45EF2E43F285}"/>
              </a:ext>
            </a:extLst>
          </p:cNvPr>
          <p:cNvSpPr txBox="1"/>
          <p:nvPr/>
        </p:nvSpPr>
        <p:spPr>
          <a:xfrm>
            <a:off x="6244499" y="4075315"/>
            <a:ext cx="2843530" cy="1123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1465" marR="5080" indent="-279400">
              <a:lnSpc>
                <a:spcPct val="100200"/>
              </a:lnSpc>
              <a:spcBef>
                <a:spcPts val="90"/>
              </a:spcBef>
              <a:tabLst>
                <a:tab pos="297815" algn="l"/>
              </a:tabLst>
            </a:pPr>
            <a:r>
              <a:rPr sz="1800" spc="-50" dirty="0">
                <a:latin typeface="Lucida Sans Unicode"/>
                <a:cs typeface="Lucida Sans Unicode"/>
              </a:rPr>
              <a:t>-</a:t>
            </a:r>
            <a:r>
              <a:rPr sz="1800" dirty="0">
                <a:latin typeface="Lucida Sans Unicode"/>
                <a:cs typeface="Lucida Sans Unicode"/>
              </a:rPr>
              <a:t>		</a:t>
            </a:r>
            <a:r>
              <a:rPr sz="1800" dirty="0">
                <a:latin typeface="Arial MT"/>
                <a:cs typeface="Arial MT"/>
              </a:rPr>
              <a:t>Responsibilities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 </a:t>
            </a:r>
            <a:r>
              <a:rPr sz="1800" spc="10" dirty="0">
                <a:latin typeface="Arial MT"/>
                <a:cs typeface="Arial MT"/>
              </a:rPr>
              <a:t>cluster</a:t>
            </a:r>
            <a:r>
              <a:rPr sz="1800" spc="27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proportions,</a:t>
            </a:r>
            <a:r>
              <a:rPr sz="1800" spc="275" dirty="0">
                <a:latin typeface="Arial MT"/>
                <a:cs typeface="Arial MT"/>
              </a:rPr>
              <a:t> </a:t>
            </a:r>
            <a:r>
              <a:rPr sz="1800" spc="40" dirty="0">
                <a:latin typeface="Arial MT"/>
                <a:cs typeface="Arial MT"/>
              </a:rPr>
              <a:t>but </a:t>
            </a:r>
            <a:r>
              <a:rPr sz="1800" dirty="0">
                <a:latin typeface="Arial MT"/>
                <a:cs typeface="Arial MT"/>
              </a:rPr>
              <a:t>dominated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likelihood disparity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29" name="object 28">
            <a:extLst>
              <a:ext uri="{FF2B5EF4-FFF2-40B4-BE49-F238E27FC236}">
                <a16:creationId xmlns:a16="http://schemas.microsoft.com/office/drawing/2014/main" id="{52B868B0-2B2F-012F-19E1-FFEF1B2F3A6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3039" y="5367896"/>
            <a:ext cx="3111487" cy="69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03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D917A-8859-709A-80AB-6123589B0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33D45E1-E98C-7352-E2ED-3449E43B50A5}"/>
              </a:ext>
            </a:extLst>
          </p:cNvPr>
          <p:cNvSpPr txBox="1"/>
          <p:nvPr/>
        </p:nvSpPr>
        <p:spPr>
          <a:xfrm>
            <a:off x="6449396" y="1873412"/>
            <a:ext cx="4059846" cy="86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719" tIns="19719" rIns="19719" bIns="19719" anchor="t" anchorCtr="0">
            <a:noAutofit/>
          </a:bodyPr>
          <a:lstStyle/>
          <a:p>
            <a:pPr>
              <a:lnSpc>
                <a:spcPct val="115000"/>
              </a:lnSpc>
            </a:pPr>
            <a:endParaRPr sz="517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21415-2AB3-3B06-9163-DC714B55B3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09280" y="6780108"/>
            <a:ext cx="2275840" cy="389467"/>
          </a:xfrm>
        </p:spPr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E0A88FA-3F8B-2BAD-E2FF-EEB3A87ADDE9}"/>
              </a:ext>
            </a:extLst>
          </p:cNvPr>
          <p:cNvSpPr txBox="1">
            <a:spLocks/>
          </p:cNvSpPr>
          <p:nvPr/>
        </p:nvSpPr>
        <p:spPr>
          <a:xfrm>
            <a:off x="317148" y="145625"/>
            <a:ext cx="9460590" cy="124333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ts val="4795"/>
              </a:lnSpc>
              <a:spcBef>
                <a:spcPts val="95"/>
              </a:spcBef>
            </a:pPr>
            <a:r>
              <a:rPr lang="en-US" sz="4000" spc="95">
                <a:solidFill>
                  <a:schemeClr val="bg1"/>
                </a:solidFill>
              </a:rPr>
              <a:t>Infinitesimally</a:t>
            </a:r>
            <a:r>
              <a:rPr lang="en-US" sz="4000" spc="20">
                <a:solidFill>
                  <a:schemeClr val="bg1"/>
                </a:solidFill>
              </a:rPr>
              <a:t> </a:t>
            </a:r>
            <a:r>
              <a:rPr lang="en-US" sz="4000" spc="55">
                <a:solidFill>
                  <a:schemeClr val="bg1"/>
                </a:solidFill>
              </a:rPr>
              <a:t>small</a:t>
            </a:r>
            <a:r>
              <a:rPr lang="en-US" sz="4000" spc="25">
                <a:solidFill>
                  <a:schemeClr val="bg1"/>
                </a:solidFill>
              </a:rPr>
              <a:t> </a:t>
            </a:r>
            <a:r>
              <a:rPr lang="en-US" sz="4000">
                <a:solidFill>
                  <a:schemeClr val="bg1"/>
                </a:solidFill>
              </a:rPr>
              <a:t>variance</a:t>
            </a:r>
            <a:r>
              <a:rPr lang="en-US" sz="4000" spc="20">
                <a:solidFill>
                  <a:schemeClr val="bg1"/>
                </a:solidFill>
              </a:rPr>
              <a:t> </a:t>
            </a:r>
            <a:r>
              <a:rPr lang="en-US" sz="4000" spc="-25">
                <a:solidFill>
                  <a:schemeClr val="bg1"/>
                </a:solidFill>
              </a:rPr>
              <a:t>EM</a:t>
            </a:r>
            <a:endParaRPr lang="en-US" sz="4000">
              <a:solidFill>
                <a:schemeClr val="bg1"/>
              </a:solidFill>
            </a:endParaRPr>
          </a:p>
          <a:p>
            <a:pPr marL="12700" algn="l">
              <a:lnSpc>
                <a:spcPts val="4795"/>
              </a:lnSpc>
            </a:pPr>
            <a:r>
              <a:rPr lang="en-US" sz="4000" spc="325">
                <a:solidFill>
                  <a:schemeClr val="bg1"/>
                </a:solidFill>
              </a:rPr>
              <a:t>=</a:t>
            </a:r>
            <a:r>
              <a:rPr lang="en-US" sz="4000" spc="-80">
                <a:solidFill>
                  <a:schemeClr val="bg1"/>
                </a:solidFill>
              </a:rPr>
              <a:t> </a:t>
            </a:r>
            <a:r>
              <a:rPr lang="en-US" sz="4000" spc="80">
                <a:solidFill>
                  <a:schemeClr val="bg1"/>
                </a:solidFill>
              </a:rPr>
              <a:t>k-</a:t>
            </a:r>
            <a:r>
              <a:rPr lang="en-US" sz="4000" spc="110">
                <a:solidFill>
                  <a:schemeClr val="bg1"/>
                </a:solidFill>
              </a:rPr>
              <a:t>means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71DEA72-B816-AA7D-1A23-9D33456C9DDB}"/>
              </a:ext>
            </a:extLst>
          </p:cNvPr>
          <p:cNvSpPr txBox="1"/>
          <p:nvPr/>
        </p:nvSpPr>
        <p:spPr>
          <a:xfrm>
            <a:off x="698553" y="1785916"/>
            <a:ext cx="7817484" cy="8324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520065" marR="5080" indent="-508000">
              <a:lnSpc>
                <a:spcPts val="3000"/>
              </a:lnSpc>
              <a:spcBef>
                <a:spcPts val="495"/>
              </a:spcBef>
              <a:tabLst>
                <a:tab pos="526415" algn="l"/>
              </a:tabLst>
            </a:pPr>
            <a:r>
              <a:rPr sz="2800" spc="-25" dirty="0">
                <a:solidFill>
                  <a:srgbClr val="5D5555"/>
                </a:solidFill>
                <a:latin typeface="Arial MT"/>
                <a:cs typeface="Arial MT"/>
              </a:rPr>
              <a:t>1.</a:t>
            </a:r>
            <a:r>
              <a:rPr sz="2800" dirty="0">
                <a:solidFill>
                  <a:srgbClr val="5D5555"/>
                </a:solidFill>
                <a:latin typeface="Arial MT"/>
                <a:cs typeface="Arial MT"/>
              </a:rPr>
              <a:t>		</a:t>
            </a:r>
            <a:r>
              <a:rPr sz="2800" spc="55" dirty="0">
                <a:solidFill>
                  <a:srgbClr val="2B2728"/>
                </a:solidFill>
                <a:latin typeface="Arial MT"/>
                <a:cs typeface="Arial MT"/>
              </a:rPr>
              <a:t>E-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step:</a:t>
            </a:r>
            <a:r>
              <a:rPr sz="2800" spc="19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2B2728"/>
                </a:solidFill>
                <a:uFill>
                  <a:solidFill>
                    <a:srgbClr val="C02690"/>
                  </a:solidFill>
                </a:uFill>
                <a:latin typeface="Arial MT"/>
                <a:cs typeface="Arial MT"/>
              </a:rPr>
              <a:t>e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stimate</a:t>
            </a:r>
            <a:r>
              <a:rPr sz="2800" spc="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cluster</a:t>
            </a:r>
            <a:r>
              <a:rPr sz="2800" spc="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responsibilities</a:t>
            </a:r>
            <a:r>
              <a:rPr sz="2800" spc="20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given 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current</a:t>
            </a:r>
            <a:r>
              <a:rPr sz="2800" spc="11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parameter</a:t>
            </a:r>
            <a:r>
              <a:rPr sz="2800" spc="114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estimates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1B5705F-BC20-A0FB-BE7D-DFD99AF62052}"/>
              </a:ext>
            </a:extLst>
          </p:cNvPr>
          <p:cNvSpPr txBox="1"/>
          <p:nvPr/>
        </p:nvSpPr>
        <p:spPr>
          <a:xfrm>
            <a:off x="698553" y="4890087"/>
            <a:ext cx="8399145" cy="83629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20065" marR="5080" indent="-508000">
              <a:lnSpc>
                <a:spcPts val="3020"/>
              </a:lnSpc>
              <a:spcBef>
                <a:spcPts val="480"/>
              </a:spcBef>
              <a:tabLst>
                <a:tab pos="526415" algn="l"/>
              </a:tabLst>
            </a:pPr>
            <a:r>
              <a:rPr sz="2800" spc="-25" dirty="0">
                <a:solidFill>
                  <a:srgbClr val="5D5555"/>
                </a:solidFill>
                <a:latin typeface="Arial MT"/>
                <a:cs typeface="Arial MT"/>
              </a:rPr>
              <a:t>2.</a:t>
            </a:r>
            <a:r>
              <a:rPr sz="2800" dirty="0">
                <a:solidFill>
                  <a:srgbClr val="5D5555"/>
                </a:solidFill>
                <a:latin typeface="Arial MT"/>
                <a:cs typeface="Arial MT"/>
              </a:rPr>
              <a:t>		</a:t>
            </a:r>
            <a:r>
              <a:rPr sz="2800" spc="130" dirty="0">
                <a:solidFill>
                  <a:srgbClr val="2B2728"/>
                </a:solidFill>
                <a:latin typeface="Arial MT"/>
                <a:cs typeface="Arial MT"/>
              </a:rPr>
              <a:t>M-</a:t>
            </a:r>
            <a:r>
              <a:rPr sz="2800" spc="95" dirty="0">
                <a:solidFill>
                  <a:srgbClr val="2B2728"/>
                </a:solidFill>
                <a:latin typeface="Arial MT"/>
                <a:cs typeface="Arial MT"/>
              </a:rPr>
              <a:t>step:</a:t>
            </a:r>
            <a:r>
              <a:rPr sz="2800" spc="9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2B2728"/>
                </a:solidFill>
                <a:uFill>
                  <a:solidFill>
                    <a:srgbClr val="C02690"/>
                  </a:solidFill>
                </a:uFill>
                <a:latin typeface="Arial MT"/>
                <a:cs typeface="Arial MT"/>
              </a:rPr>
              <a:t>m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aximize</a:t>
            </a:r>
            <a:r>
              <a:rPr sz="2800" spc="9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likelihood</a:t>
            </a:r>
            <a:r>
              <a:rPr sz="2800" spc="9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over</a:t>
            </a:r>
            <a:r>
              <a:rPr sz="2800" spc="9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parameters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given</a:t>
            </a:r>
            <a:r>
              <a:rPr sz="2800" spc="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2B2728"/>
                </a:solidFill>
                <a:latin typeface="Arial MT"/>
                <a:cs typeface="Arial MT"/>
              </a:rPr>
              <a:t>current</a:t>
            </a:r>
            <a:r>
              <a:rPr sz="2800" spc="35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responsibilities</a:t>
            </a:r>
            <a:r>
              <a:rPr sz="2800" spc="40" dirty="0">
                <a:solidFill>
                  <a:srgbClr val="2B2728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B2728"/>
                </a:solidFill>
                <a:latin typeface="Arial MT"/>
                <a:cs typeface="Arial MT"/>
              </a:rPr>
              <a:t>(</a:t>
            </a:r>
            <a:r>
              <a:rPr sz="2800" dirty="0">
                <a:solidFill>
                  <a:srgbClr val="B0007E"/>
                </a:solidFill>
                <a:latin typeface="Arial MT"/>
                <a:cs typeface="Arial MT"/>
              </a:rPr>
              <a:t>hard</a:t>
            </a:r>
            <a:r>
              <a:rPr sz="2800" spc="3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B0007E"/>
                </a:solidFill>
                <a:latin typeface="Arial MT"/>
                <a:cs typeface="Arial MT"/>
              </a:rPr>
              <a:t>assignments!</a:t>
            </a:r>
            <a:r>
              <a:rPr sz="2800" spc="-10" dirty="0">
                <a:solidFill>
                  <a:srgbClr val="2B2728"/>
                </a:solidFill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E94D05C9-4210-2900-4A82-5574B1B95037}"/>
              </a:ext>
            </a:extLst>
          </p:cNvPr>
          <p:cNvGrpSpPr/>
          <p:nvPr/>
        </p:nvGrpSpPr>
        <p:grpSpPr>
          <a:xfrm>
            <a:off x="1772996" y="2961781"/>
            <a:ext cx="3930015" cy="1261110"/>
            <a:chOff x="1772996" y="2961781"/>
            <a:chExt cx="3930015" cy="1261110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0DE0761-0A46-1E4D-6615-3D0B9DB1655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2996" y="2961781"/>
              <a:ext cx="3929799" cy="873123"/>
            </a:xfrm>
            <a:prstGeom prst="rect">
              <a:avLst/>
            </a:prstGeom>
          </p:spPr>
        </p:pic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25FB501C-CEBC-B422-1BB8-16E486E874A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3198" y="3570315"/>
              <a:ext cx="623454" cy="652548"/>
            </a:xfrm>
            <a:prstGeom prst="rect">
              <a:avLst/>
            </a:prstGeom>
          </p:spPr>
        </p:pic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90509953-B3E0-0E8F-64F3-B74EC05FE264}"/>
                </a:ext>
              </a:extLst>
            </p:cNvPr>
            <p:cNvSpPr/>
            <p:nvPr/>
          </p:nvSpPr>
          <p:spPr>
            <a:xfrm>
              <a:off x="4821059" y="3774054"/>
              <a:ext cx="342900" cy="365760"/>
            </a:xfrm>
            <a:custGeom>
              <a:avLst/>
              <a:gdLst/>
              <a:ahLst/>
              <a:cxnLst/>
              <a:rect l="l" t="t" r="r" b="b"/>
              <a:pathLst>
                <a:path w="342900" h="365760">
                  <a:moveTo>
                    <a:pt x="0" y="365281"/>
                  </a:moveTo>
                  <a:lnTo>
                    <a:pt x="342470" y="0"/>
                  </a:lnTo>
                </a:path>
              </a:pathLst>
            </a:custGeom>
            <a:ln w="38057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429122D1-DCF6-70BE-FC08-C78B4FFBDF5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7927" y="3746512"/>
              <a:ext cx="171431" cy="175120"/>
            </a:xfrm>
            <a:prstGeom prst="rect">
              <a:avLst/>
            </a:prstGeom>
          </p:spPr>
        </p:pic>
      </p:grp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F04091B5-C1F3-CCA6-4232-FA23145D7D8B}"/>
              </a:ext>
            </a:extLst>
          </p:cNvPr>
          <p:cNvGrpSpPr/>
          <p:nvPr/>
        </p:nvGrpSpPr>
        <p:grpSpPr>
          <a:xfrm>
            <a:off x="5842355" y="3180946"/>
            <a:ext cx="1072515" cy="738505"/>
            <a:chOff x="5842355" y="3180946"/>
            <a:chExt cx="1072515" cy="738505"/>
          </a:xfrm>
        </p:grpSpPr>
        <p:pic>
          <p:nvPicPr>
            <p:cNvPr id="14" name="object 11">
              <a:extLst>
                <a:ext uri="{FF2B5EF4-FFF2-40B4-BE49-F238E27FC236}">
                  <a16:creationId xmlns:a16="http://schemas.microsoft.com/office/drawing/2014/main" id="{73542343-C77A-8AEB-4BC7-74A22886A97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2355" y="3180946"/>
              <a:ext cx="1072052" cy="338960"/>
            </a:xfrm>
            <a:prstGeom prst="rect">
              <a:avLst/>
            </a:prstGeom>
          </p:spPr>
        </p:pic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20A0001E-2525-6D79-73A3-BC0378CCC7B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1041" y="3399903"/>
              <a:ext cx="577734" cy="519545"/>
            </a:xfrm>
            <a:prstGeom prst="rect">
              <a:avLst/>
            </a:prstGeom>
          </p:spPr>
        </p:pic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FDD7078F-799A-A17E-A613-CAAEEB22D894}"/>
                </a:ext>
              </a:extLst>
            </p:cNvPr>
            <p:cNvSpPr/>
            <p:nvPr/>
          </p:nvSpPr>
          <p:spPr>
            <a:xfrm>
              <a:off x="6529275" y="3596581"/>
              <a:ext cx="293370" cy="238760"/>
            </a:xfrm>
            <a:custGeom>
              <a:avLst/>
              <a:gdLst/>
              <a:ahLst/>
              <a:cxnLst/>
              <a:rect l="l" t="t" r="r" b="b"/>
              <a:pathLst>
                <a:path w="293370" h="238760">
                  <a:moveTo>
                    <a:pt x="293164" y="238323"/>
                  </a:moveTo>
                  <a:lnTo>
                    <a:pt x="0" y="0"/>
                  </a:lnTo>
                </a:path>
              </a:pathLst>
            </a:custGeom>
            <a:ln w="38056">
              <a:solidFill>
                <a:srgbClr val="C02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4">
              <a:extLst>
                <a:ext uri="{FF2B5EF4-FFF2-40B4-BE49-F238E27FC236}">
                  <a16:creationId xmlns:a16="http://schemas.microsoft.com/office/drawing/2014/main" id="{045ECA3A-D52D-A8FB-9674-141F507F2D9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99974" y="3572764"/>
              <a:ext cx="178714" cy="166528"/>
            </a:xfrm>
            <a:prstGeom prst="rect">
              <a:avLst/>
            </a:prstGeom>
          </p:spPr>
        </p:pic>
      </p:grpSp>
      <p:sp>
        <p:nvSpPr>
          <p:cNvPr id="18" name="object 15">
            <a:extLst>
              <a:ext uri="{FF2B5EF4-FFF2-40B4-BE49-F238E27FC236}">
                <a16:creationId xmlns:a16="http://schemas.microsoft.com/office/drawing/2014/main" id="{BF57EC98-EDFE-E8F0-4AD8-407530A89565}"/>
              </a:ext>
            </a:extLst>
          </p:cNvPr>
          <p:cNvSpPr txBox="1"/>
          <p:nvPr/>
        </p:nvSpPr>
        <p:spPr>
          <a:xfrm>
            <a:off x="6889483" y="3766388"/>
            <a:ext cx="2223770" cy="939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Decision</a:t>
            </a:r>
            <a:r>
              <a:rPr sz="2000" spc="4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based</a:t>
            </a:r>
            <a:r>
              <a:rPr sz="2000" spc="4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75" dirty="0">
                <a:solidFill>
                  <a:srgbClr val="B0007E"/>
                </a:solidFill>
                <a:latin typeface="Arial MT"/>
                <a:cs typeface="Arial MT"/>
              </a:rPr>
              <a:t>on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distance</a:t>
            </a:r>
            <a:r>
              <a:rPr sz="2000" spc="5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120" dirty="0">
                <a:solidFill>
                  <a:srgbClr val="B0007E"/>
                </a:solidFill>
                <a:latin typeface="Arial MT"/>
                <a:cs typeface="Arial MT"/>
              </a:rPr>
              <a:t>to</a:t>
            </a:r>
            <a:r>
              <a:rPr sz="2000" spc="6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nearest </a:t>
            </a: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cluster</a:t>
            </a:r>
            <a:r>
              <a:rPr sz="2000" spc="215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center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D9849667-C193-64D6-37AC-72063DA7F7B4}"/>
              </a:ext>
            </a:extLst>
          </p:cNvPr>
          <p:cNvSpPr txBox="1"/>
          <p:nvPr/>
        </p:nvSpPr>
        <p:spPr>
          <a:xfrm>
            <a:off x="2514549" y="4087736"/>
            <a:ext cx="22783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B0007E"/>
                </a:solidFill>
                <a:latin typeface="Arial MT"/>
                <a:cs typeface="Arial MT"/>
              </a:rPr>
              <a:t>Infinitesimally</a:t>
            </a:r>
            <a:r>
              <a:rPr sz="2000" spc="340" dirty="0">
                <a:solidFill>
                  <a:srgbClr val="B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0007E"/>
                </a:solidFill>
                <a:latin typeface="Arial MT"/>
                <a:cs typeface="Arial MT"/>
              </a:rPr>
              <a:t>small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21" name="object 17">
            <a:extLst>
              <a:ext uri="{FF2B5EF4-FFF2-40B4-BE49-F238E27FC236}">
                <a16:creationId xmlns:a16="http://schemas.microsoft.com/office/drawing/2014/main" id="{CF82ABD3-4D93-EE18-899E-C4872A94895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86290" y="5858102"/>
            <a:ext cx="2433332" cy="36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21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B625-5165-6AE6-2A8D-F1DF8B02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F17415-B238-F44C-2D9B-13DB916B928E}"/>
              </a:ext>
            </a:extLst>
          </p:cNvPr>
          <p:cNvSpPr txBox="1">
            <a:spLocks/>
          </p:cNvSpPr>
          <p:nvPr/>
        </p:nvSpPr>
        <p:spPr>
          <a:xfrm>
            <a:off x="1324724" y="409751"/>
            <a:ext cx="9231616" cy="73436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ctr" defTabSz="487695" rtl="0" eaLnBrk="1" latinLnBrk="0" hangingPunct="1">
              <a:spcBef>
                <a:spcPct val="0"/>
              </a:spcBef>
              <a:buNone/>
              <a:defRPr sz="469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pc="-35" dirty="0">
                <a:solidFill>
                  <a:schemeClr val="bg1"/>
                </a:solidFill>
              </a:rPr>
              <a:t>Let’s Work…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BE048-4B54-A23E-BEEB-685918E4A5A3}"/>
              </a:ext>
            </a:extLst>
          </p:cNvPr>
          <p:cNvSpPr txBox="1"/>
          <p:nvPr/>
        </p:nvSpPr>
        <p:spPr>
          <a:xfrm>
            <a:off x="1938077" y="2495774"/>
            <a:ext cx="87083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hlinkClick r:id="rId3"/>
              </a:rPr>
              <a:t>Colab Notebook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https://</a:t>
            </a:r>
            <a:r>
              <a:rPr lang="en-US" sz="1600" dirty="0" err="1"/>
              <a:t>colab.research.google.com</a:t>
            </a:r>
            <a:r>
              <a:rPr lang="en-US" sz="1600" dirty="0"/>
              <a:t>/drive/1pCQL-fimmm7SvALHyv4LdwEb9NLNKHOY?usp=sharing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88850-2072-CB1A-7627-AAF6125CC8FD}"/>
              </a:ext>
            </a:extLst>
          </p:cNvPr>
          <p:cNvSpPr txBox="1"/>
          <p:nvPr/>
        </p:nvSpPr>
        <p:spPr>
          <a:xfrm>
            <a:off x="2700947" y="3657600"/>
            <a:ext cx="7182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Download it first then upload in </a:t>
            </a:r>
            <a:r>
              <a:rPr lang="en-US" sz="2800" dirty="0" err="1">
                <a:solidFill>
                  <a:srgbClr val="FF0000"/>
                </a:solidFill>
              </a:rPr>
              <a:t>colab</a:t>
            </a:r>
            <a:r>
              <a:rPr lang="en-US" sz="2800" dirty="0">
                <a:solidFill>
                  <a:srgbClr val="FF0000"/>
                </a:solidFill>
              </a:rPr>
              <a:t> platform</a:t>
            </a:r>
          </a:p>
        </p:txBody>
      </p:sp>
    </p:spTree>
    <p:extLst>
      <p:ext uri="{BB962C8B-B14F-4D97-AF65-F5344CB8AC3E}">
        <p14:creationId xmlns:p14="http://schemas.microsoft.com/office/powerpoint/2010/main" val="456266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8492-D738-437C-90F2-4B2AD85A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8A73AD-3D1B-80F3-655B-EC4938A8D398}"/>
              </a:ext>
            </a:extLst>
          </p:cNvPr>
          <p:cNvSpPr txBox="1"/>
          <p:nvPr/>
        </p:nvSpPr>
        <p:spPr>
          <a:xfrm>
            <a:off x="204395" y="5951242"/>
            <a:ext cx="117581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content includes adaptations from instructional materials originally created by Emily Fox and Carlos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Guestrin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for the University of Washington’s Machine Learning Specialization on Coursera. All rights reserved by the original authors.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5D9C2-A087-5DA4-B713-25606926189A}"/>
              </a:ext>
            </a:extLst>
          </p:cNvPr>
          <p:cNvSpPr txBox="1"/>
          <p:nvPr/>
        </p:nvSpPr>
        <p:spPr>
          <a:xfrm>
            <a:off x="3894268" y="2724238"/>
            <a:ext cx="4165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8113703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2236</Words>
  <Application>Microsoft Office PowerPoint</Application>
  <PresentationFormat>Custom</PresentationFormat>
  <Paragraphs>793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NAU</vt:lpstr>
      <vt:lpstr>PowerPoint Presentation</vt:lpstr>
      <vt:lpstr>PowerPoint Presentation</vt:lpstr>
      <vt:lpstr>Inferring cluster labels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Fariha Hossain</cp:lastModifiedBy>
  <cp:revision>17</cp:revision>
  <dcterms:created xsi:type="dcterms:W3CDTF">2013-01-27T09:14:16Z</dcterms:created>
  <dcterms:modified xsi:type="dcterms:W3CDTF">2026-02-02T22:15:34Z</dcterms:modified>
  <cp:category/>
</cp:coreProperties>
</file>