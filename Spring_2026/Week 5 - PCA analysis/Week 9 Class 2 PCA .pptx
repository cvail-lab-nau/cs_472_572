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328" r:id="rId2"/>
    <p:sldId id="373" r:id="rId3"/>
    <p:sldId id="379" r:id="rId4"/>
    <p:sldId id="419" r:id="rId5"/>
    <p:sldId id="448" r:id="rId6"/>
    <p:sldId id="447" r:id="rId7"/>
    <p:sldId id="44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374" r:id="rId26"/>
    <p:sldId id="45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BAB03-3E58-407E-B596-77FD6ED70AFF}" v="81" dt="2026-02-25T20:42:18.980"/>
    <p1510:client id="{66CFD07B-ED8B-1677-AD90-1A4949D4304B}" v="10" dt="2026-02-25T21:38:17.521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66CFD07B-ED8B-1677-AD90-1A4949D4304B}"/>
    <pc:docChg chg="modSld">
      <pc:chgData name="" userId="" providerId="" clId="Web-{66CFD07B-ED8B-1677-AD90-1A4949D4304B}" dt="2026-02-25T21:38:06.333" v="2" actId="20577"/>
      <pc:docMkLst>
        <pc:docMk/>
      </pc:docMkLst>
      <pc:sldChg chg="modSp">
        <pc:chgData name="" userId="" providerId="" clId="Web-{66CFD07B-ED8B-1677-AD90-1A4949D4304B}" dt="2026-02-25T21:38:06.333" v="2" actId="20577"/>
        <pc:sldMkLst>
          <pc:docMk/>
          <pc:sldMk cId="3038847088" sldId="328"/>
        </pc:sldMkLst>
        <pc:spChg chg="mod">
          <ac:chgData name="" userId="" providerId="" clId="Web-{66CFD07B-ED8B-1677-AD90-1A4949D4304B}" dt="2026-02-25T21:38:06.333" v="2" actId="20577"/>
          <ac:spMkLst>
            <pc:docMk/>
            <pc:sldMk cId="3038847088" sldId="328"/>
            <ac:spMk id="7" creationId="{AAF5713D-B244-5594-9CF6-D3BAD5B04CA6}"/>
          </ac:spMkLst>
        </pc:spChg>
      </pc:sldChg>
    </pc:docChg>
  </pc:docChgLst>
  <pc:docChgLst>
    <pc:chgData name="Fariha Hossain" userId="S::fariha-k.hossain@nau.edu::6aa7d125-f4d1-4b59-9e05-e109224d2bd2" providerId="AD" clId="Web-{66CFD07B-ED8B-1677-AD90-1A4949D4304B}"/>
    <pc:docChg chg="modSld">
      <pc:chgData name="Fariha Hossain" userId="S::fariha-k.hossain@nau.edu::6aa7d125-f4d1-4b59-9e05-e109224d2bd2" providerId="AD" clId="Web-{66CFD07B-ED8B-1677-AD90-1A4949D4304B}" dt="2026-02-25T21:38:17.521" v="6" actId="20577"/>
      <pc:docMkLst>
        <pc:docMk/>
      </pc:docMkLst>
      <pc:sldChg chg="modSp">
        <pc:chgData name="Fariha Hossain" userId="S::fariha-k.hossain@nau.edu::6aa7d125-f4d1-4b59-9e05-e109224d2bd2" providerId="AD" clId="Web-{66CFD07B-ED8B-1677-AD90-1A4949D4304B}" dt="2026-02-25T21:38:17.521" v="6" actId="20577"/>
        <pc:sldMkLst>
          <pc:docMk/>
          <pc:sldMk cId="3038847088" sldId="328"/>
        </pc:sldMkLst>
        <pc:spChg chg="mod">
          <ac:chgData name="Fariha Hossain" userId="S::fariha-k.hossain@nau.edu::6aa7d125-f4d1-4b59-9e05-e109224d2bd2" providerId="AD" clId="Web-{66CFD07B-ED8B-1677-AD90-1A4949D4304B}" dt="2026-02-25T21:38:17.521" v="6" actId="20577"/>
          <ac:spMkLst>
            <pc:docMk/>
            <pc:sldMk cId="3038847088" sldId="328"/>
            <ac:spMk id="7" creationId="{AAF5713D-B244-5594-9CF6-D3BAD5B04CA6}"/>
          </ac:spMkLst>
        </pc:spChg>
      </pc:sldChg>
    </pc:docChg>
  </pc:docChgLst>
  <pc:docChgLst>
    <pc:chgData name="Fariha Hossain" userId="6aa7d125-f4d1-4b59-9e05-e109224d2bd2" providerId="ADAL" clId="{907321D6-D07A-494C-A977-7A7DC7C5B0B5}"/>
    <pc:docChg chg="undo custSel addSld delSld modSld sldOrd">
      <pc:chgData name="Fariha Hossain" userId="6aa7d125-f4d1-4b59-9e05-e109224d2bd2" providerId="ADAL" clId="{907321D6-D07A-494C-A977-7A7DC7C5B0B5}" dt="2026-02-25T20:42:51.735" v="505" actId="20577"/>
      <pc:docMkLst>
        <pc:docMk/>
      </pc:docMkLst>
      <pc:sldChg chg="modSp mod">
        <pc:chgData name="Fariha Hossain" userId="6aa7d125-f4d1-4b59-9e05-e109224d2bd2" providerId="ADAL" clId="{907321D6-D07A-494C-A977-7A7DC7C5B0B5}" dt="2026-02-25T20:03:50.022" v="468" actId="20577"/>
        <pc:sldMkLst>
          <pc:docMk/>
          <pc:sldMk cId="3038847088" sldId="328"/>
        </pc:sldMkLst>
        <pc:spChg chg="mod">
          <ac:chgData name="Fariha Hossain" userId="6aa7d125-f4d1-4b59-9e05-e109224d2bd2" providerId="ADAL" clId="{907321D6-D07A-494C-A977-7A7DC7C5B0B5}" dt="2026-02-25T20:03:50.022" v="468" actId="20577"/>
          <ac:spMkLst>
            <pc:docMk/>
            <pc:sldMk cId="3038847088" sldId="328"/>
            <ac:spMk id="2" creationId="{337703FA-76C6-12E1-9BAC-B0BD06B886CA}"/>
          </ac:spMkLst>
        </pc:spChg>
      </pc:sldChg>
      <pc:sldChg chg="delSp modSp mod">
        <pc:chgData name="Fariha Hossain" userId="6aa7d125-f4d1-4b59-9e05-e109224d2bd2" providerId="ADAL" clId="{907321D6-D07A-494C-A977-7A7DC7C5B0B5}" dt="2026-02-25T20:42:51.735" v="505" actId="20577"/>
        <pc:sldMkLst>
          <pc:docMk/>
          <pc:sldMk cId="1632565483" sldId="374"/>
        </pc:sldMkLst>
        <pc:spChg chg="mod">
          <ac:chgData name="Fariha Hossain" userId="6aa7d125-f4d1-4b59-9e05-e109224d2bd2" providerId="ADAL" clId="{907321D6-D07A-494C-A977-7A7DC7C5B0B5}" dt="2026-02-25T20:42:51.735" v="505" actId="20577"/>
          <ac:spMkLst>
            <pc:docMk/>
            <pc:sldMk cId="1632565483" sldId="374"/>
            <ac:spMk id="2" creationId="{3131481D-B4E4-F08A-DA3A-7C6ABFEFF9C2}"/>
          </ac:spMkLst>
        </pc:spChg>
        <pc:spChg chg="del">
          <ac:chgData name="Fariha Hossain" userId="6aa7d125-f4d1-4b59-9e05-e109224d2bd2" providerId="ADAL" clId="{907321D6-D07A-494C-A977-7A7DC7C5B0B5}" dt="2026-02-25T20:42:33.150" v="481" actId="478"/>
          <ac:spMkLst>
            <pc:docMk/>
            <pc:sldMk cId="1632565483" sldId="374"/>
            <ac:spMk id="19" creationId="{32AE83C3-3E26-1ACA-CD3B-5C8D7BC2BC91}"/>
          </ac:spMkLst>
        </pc:spChg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40947371" sldId="375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808484099" sldId="376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378293829" sldId="377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916159598" sldId="378"/>
        </pc:sldMkLst>
      </pc:sldChg>
      <pc:sldChg chg="modSp mod">
        <pc:chgData name="Fariha Hossain" userId="6aa7d125-f4d1-4b59-9e05-e109224d2bd2" providerId="ADAL" clId="{907321D6-D07A-494C-A977-7A7DC7C5B0B5}" dt="2026-02-25T19:56:28.630" v="373" actId="1076"/>
        <pc:sldMkLst>
          <pc:docMk/>
          <pc:sldMk cId="569835284" sldId="379"/>
        </pc:sldMkLst>
        <pc:spChg chg="mod">
          <ac:chgData name="Fariha Hossain" userId="6aa7d125-f4d1-4b59-9e05-e109224d2bd2" providerId="ADAL" clId="{907321D6-D07A-494C-A977-7A7DC7C5B0B5}" dt="2026-02-25T19:56:28.630" v="373" actId="1076"/>
          <ac:spMkLst>
            <pc:docMk/>
            <pc:sldMk cId="569835284" sldId="379"/>
            <ac:spMk id="2" creationId="{CFB05603-1CA7-7D23-881E-E06FCB5F527E}"/>
          </ac:spMkLst>
        </pc:spChg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960302366" sldId="380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255848940" sldId="381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808838827" sldId="382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234963148" sldId="383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894036568" sldId="384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249833505" sldId="385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735811929" sldId="386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125261981" sldId="387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705724993" sldId="395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004330445" sldId="396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825845406" sldId="402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767291223" sldId="403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750804338" sldId="404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61713730" sldId="405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870984984" sldId="406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625460370" sldId="407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019161767" sldId="408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642875963" sldId="410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252748382" sldId="411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415266499" sldId="412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908989223" sldId="413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069686671" sldId="414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266589358" sldId="415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737342074" sldId="416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1143558767" sldId="417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807293577" sldId="418"/>
        </pc:sldMkLst>
      </pc:sldChg>
      <pc:sldChg chg="addSp delSp modSp mod">
        <pc:chgData name="Fariha Hossain" userId="6aa7d125-f4d1-4b59-9e05-e109224d2bd2" providerId="ADAL" clId="{907321D6-D07A-494C-A977-7A7DC7C5B0B5}" dt="2026-02-25T19:59:17.419" v="408" actId="404"/>
        <pc:sldMkLst>
          <pc:docMk/>
          <pc:sldMk cId="3349277575" sldId="419"/>
        </pc:sldMkLst>
        <pc:spChg chg="del mod">
          <ac:chgData name="Fariha Hossain" userId="6aa7d125-f4d1-4b59-9e05-e109224d2bd2" providerId="ADAL" clId="{907321D6-D07A-494C-A977-7A7DC7C5B0B5}" dt="2026-02-25T19:57:06.634" v="385" actId="478"/>
          <ac:spMkLst>
            <pc:docMk/>
            <pc:sldMk cId="3349277575" sldId="419"/>
            <ac:spMk id="2" creationId="{2A7FD779-95B9-99A4-97AE-8AF4234A751E}"/>
          </ac:spMkLst>
        </pc:spChg>
        <pc:spChg chg="add mod">
          <ac:chgData name="Fariha Hossain" userId="6aa7d125-f4d1-4b59-9e05-e109224d2bd2" providerId="ADAL" clId="{907321D6-D07A-494C-A977-7A7DC7C5B0B5}" dt="2026-02-25T19:57:27.718" v="394" actId="120"/>
          <ac:spMkLst>
            <pc:docMk/>
            <pc:sldMk cId="3349277575" sldId="419"/>
            <ac:spMk id="3" creationId="{16856C69-86D5-74F0-7C6F-86138FDB5F2A}"/>
          </ac:spMkLst>
        </pc:spChg>
        <pc:spChg chg="add mod">
          <ac:chgData name="Fariha Hossain" userId="6aa7d125-f4d1-4b59-9e05-e109224d2bd2" providerId="ADAL" clId="{907321D6-D07A-494C-A977-7A7DC7C5B0B5}" dt="2026-02-25T19:59:17.419" v="408" actId="404"/>
          <ac:spMkLst>
            <pc:docMk/>
            <pc:sldMk cId="3349277575" sldId="419"/>
            <ac:spMk id="5" creationId="{5F0EA2B3-7ED5-A76C-E7C5-C239E434990F}"/>
          </ac:spMkLst>
        </pc:spChg>
        <pc:picChg chg="del">
          <ac:chgData name="Fariha Hossain" userId="6aa7d125-f4d1-4b59-9e05-e109224d2bd2" providerId="ADAL" clId="{907321D6-D07A-494C-A977-7A7DC7C5B0B5}" dt="2026-02-25T19:31:01.291" v="3" actId="478"/>
          <ac:picMkLst>
            <pc:docMk/>
            <pc:sldMk cId="3349277575" sldId="419"/>
            <ac:picMk id="4" creationId="{BC1C02DE-E761-8521-7468-366A9E72B278}"/>
          </ac:picMkLst>
        </pc:picChg>
      </pc:sldChg>
      <pc:sldChg chg="del">
        <pc:chgData name="Fariha Hossain" userId="6aa7d125-f4d1-4b59-9e05-e109224d2bd2" providerId="ADAL" clId="{907321D6-D07A-494C-A977-7A7DC7C5B0B5}" dt="2026-02-25T19:30:32.289" v="1" actId="47"/>
        <pc:sldMkLst>
          <pc:docMk/>
          <pc:sldMk cId="1993974977" sldId="420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756603562" sldId="421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2417672324" sldId="422"/>
        </pc:sldMkLst>
      </pc:sldChg>
      <pc:sldChg chg="del">
        <pc:chgData name="Fariha Hossain" userId="6aa7d125-f4d1-4b59-9e05-e109224d2bd2" providerId="ADAL" clId="{907321D6-D07A-494C-A977-7A7DC7C5B0B5}" dt="2026-02-25T19:30:29.450" v="0" actId="47"/>
        <pc:sldMkLst>
          <pc:docMk/>
          <pc:sldMk cId="3964558366" sldId="423"/>
        </pc:sldMkLst>
      </pc:sldChg>
      <pc:sldChg chg="del ord">
        <pc:chgData name="Fariha Hossain" userId="6aa7d125-f4d1-4b59-9e05-e109224d2bd2" providerId="ADAL" clId="{907321D6-D07A-494C-A977-7A7DC7C5B0B5}" dt="2026-02-25T19:44:40.366" v="252" actId="47"/>
        <pc:sldMkLst>
          <pc:docMk/>
          <pc:sldMk cId="3459565570" sldId="429"/>
        </pc:sldMkLst>
      </pc:sldChg>
      <pc:sldChg chg="addSp delSp modSp add mod">
        <pc:chgData name="Fariha Hossain" userId="6aa7d125-f4d1-4b59-9e05-e109224d2bd2" providerId="ADAL" clId="{907321D6-D07A-494C-A977-7A7DC7C5B0B5}" dt="2026-02-25T19:35:23.640" v="74" actId="20577"/>
        <pc:sldMkLst>
          <pc:docMk/>
          <pc:sldMk cId="4106600261" sldId="430"/>
        </pc:sldMkLst>
        <pc:spChg chg="del">
          <ac:chgData name="Fariha Hossain" userId="6aa7d125-f4d1-4b59-9e05-e109224d2bd2" providerId="ADAL" clId="{907321D6-D07A-494C-A977-7A7DC7C5B0B5}" dt="2026-02-25T19:31:05.693" v="4" actId="478"/>
          <ac:spMkLst>
            <pc:docMk/>
            <pc:sldMk cId="4106600261" sldId="430"/>
            <ac:spMk id="2" creationId="{60A06EF5-40E5-64F7-91AB-998167405017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6" creationId="{BD5A85F0-597D-8512-7F01-4648E985F762}"/>
          </ac:spMkLst>
        </pc:spChg>
        <pc:spChg chg="add del mod">
          <ac:chgData name="Fariha Hossain" userId="6aa7d125-f4d1-4b59-9e05-e109224d2bd2" providerId="ADAL" clId="{907321D6-D07A-494C-A977-7A7DC7C5B0B5}" dt="2026-02-25T19:33:11.921" v="31" actId="1076"/>
          <ac:spMkLst>
            <pc:docMk/>
            <pc:sldMk cId="4106600261" sldId="430"/>
            <ac:spMk id="11" creationId="{002843EA-5608-63D8-BAC5-F83C47A7288A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12" creationId="{FF85EFD5-1C9B-989B-49C8-53569029D4AE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17" creationId="{A4B06A95-23AC-730D-E65D-27549017011D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19" creationId="{234E125E-10D5-C9B3-C05E-BA518DA10CF9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27" creationId="{66E9C0E5-A1CD-51A9-3DDA-ADE9AFE2D511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28" creationId="{A041A1FD-16ED-61C0-E8CD-0E65160B1529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38" creationId="{94C517F1-D5B4-D2CB-E65A-F20C20E85392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45" creationId="{4DBA630D-2F4D-56D5-FFA8-337F7BB32C05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51" creationId="{348FC687-5083-2376-2920-0889B931D59B}"/>
          </ac:spMkLst>
        </pc:spChg>
        <pc:spChg chg="add mod">
          <ac:chgData name="Fariha Hossain" userId="6aa7d125-f4d1-4b59-9e05-e109224d2bd2" providerId="ADAL" clId="{907321D6-D07A-494C-A977-7A7DC7C5B0B5}" dt="2026-02-25T19:33:12.381" v="33" actId="1076"/>
          <ac:spMkLst>
            <pc:docMk/>
            <pc:sldMk cId="4106600261" sldId="430"/>
            <ac:spMk id="56" creationId="{F8FD3D50-7450-04DE-F8C7-F816081243A1}"/>
          </ac:spMkLst>
        </pc:spChg>
        <pc:spChg chg="add mod">
          <ac:chgData name="Fariha Hossain" userId="6aa7d125-f4d1-4b59-9e05-e109224d2bd2" providerId="ADAL" clId="{907321D6-D07A-494C-A977-7A7DC7C5B0B5}" dt="2026-02-25T19:35:23.640" v="74" actId="20577"/>
          <ac:spMkLst>
            <pc:docMk/>
            <pc:sldMk cId="4106600261" sldId="430"/>
            <ac:spMk id="58" creationId="{234ABCD1-74E0-3BE2-BC7B-46112CB1163E}"/>
          </ac:spMkLst>
        </pc:spChg>
        <pc:spChg chg="add mod">
          <ac:chgData name="Fariha Hossain" userId="6aa7d125-f4d1-4b59-9e05-e109224d2bd2" providerId="ADAL" clId="{907321D6-D07A-494C-A977-7A7DC7C5B0B5}" dt="2026-02-25T19:34:49.594" v="61" actId="1076"/>
          <ac:spMkLst>
            <pc:docMk/>
            <pc:sldMk cId="4106600261" sldId="430"/>
            <ac:spMk id="59" creationId="{63F60D27-16E9-689C-3109-F34BAFCC48DC}"/>
          </ac:spMkLst>
        </pc:spChg>
        <pc:spChg chg="add mod">
          <ac:chgData name="Fariha Hossain" userId="6aa7d125-f4d1-4b59-9e05-e109224d2bd2" providerId="ADAL" clId="{907321D6-D07A-494C-A977-7A7DC7C5B0B5}" dt="2026-02-25T19:34:33.492" v="60" actId="1076"/>
          <ac:spMkLst>
            <pc:docMk/>
            <pc:sldMk cId="4106600261" sldId="430"/>
            <ac:spMk id="60" creationId="{00000000-0000-0000-0000-000000000000}"/>
          </ac:spMkLst>
        </pc:spChg>
        <pc:spChg chg="add mod">
          <ac:chgData name="Fariha Hossain" userId="6aa7d125-f4d1-4b59-9e05-e109224d2bd2" providerId="ADAL" clId="{907321D6-D07A-494C-A977-7A7DC7C5B0B5}" dt="2026-02-25T19:34:33.492" v="60" actId="1076"/>
          <ac:spMkLst>
            <pc:docMk/>
            <pc:sldMk cId="4106600261" sldId="430"/>
            <ac:spMk id="61" creationId="{00000000-0000-0000-0000-000000000000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64" creationId="{E516AF9A-650D-EFC6-C6EB-8F3482062F3A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75" creationId="{98B2C112-FF68-3EF9-73E2-62E5C239B189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77" creationId="{94741893-7790-E3A4-95BC-FEB46C7E2531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82" creationId="{1EB55DA9-7597-FB34-15F8-908D0D0ABA9E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90" creationId="{593EE826-64D9-A4E8-C478-7B72BC5DD9B7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97" creationId="{5FAD44C6-D832-1EF2-05B0-84C4170A1E55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103" creationId="{2C526F72-755B-45E6-7A60-B81E8B9A57CE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106" creationId="{0786B699-BEEE-06DE-7514-FBA7CF4ECACE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108" creationId="{B7D6D8B6-FD57-BFF7-A3D6-B90381E8646D}"/>
          </ac:spMkLst>
        </pc:spChg>
        <pc:spChg chg="add mod">
          <ac:chgData name="Fariha Hossain" userId="6aa7d125-f4d1-4b59-9e05-e109224d2bd2" providerId="ADAL" clId="{907321D6-D07A-494C-A977-7A7DC7C5B0B5}" dt="2026-02-25T19:34:55.055" v="63" actId="1076"/>
          <ac:spMkLst>
            <pc:docMk/>
            <pc:sldMk cId="4106600261" sldId="430"/>
            <ac:spMk id="110" creationId="{B419819E-D750-5263-F080-C532119995B6}"/>
          </ac:spMkLst>
        </pc:spChg>
        <pc:picChg chg="del">
          <ac:chgData name="Fariha Hossain" userId="6aa7d125-f4d1-4b59-9e05-e109224d2bd2" providerId="ADAL" clId="{907321D6-D07A-494C-A977-7A7DC7C5B0B5}" dt="2026-02-25T19:31:06.918" v="5" actId="478"/>
          <ac:picMkLst>
            <pc:docMk/>
            <pc:sldMk cId="4106600261" sldId="430"/>
            <ac:picMk id="4" creationId="{A087BD29-00E4-0AB0-0D23-E21388924675}"/>
          </ac:picMkLst>
        </pc:picChg>
      </pc:sldChg>
      <pc:sldChg chg="addSp modSp add mod">
        <pc:chgData name="Fariha Hossain" userId="6aa7d125-f4d1-4b59-9e05-e109224d2bd2" providerId="ADAL" clId="{907321D6-D07A-494C-A977-7A7DC7C5B0B5}" dt="2026-02-25T19:36:57.611" v="94" actId="1076"/>
        <pc:sldMkLst>
          <pc:docMk/>
          <pc:sldMk cId="199070640" sldId="431"/>
        </pc:sldMkLst>
        <pc:spChg chg="add mod">
          <ac:chgData name="Fariha Hossain" userId="6aa7d125-f4d1-4b59-9e05-e109224d2bd2" providerId="ADAL" clId="{907321D6-D07A-494C-A977-7A7DC7C5B0B5}" dt="2026-02-25T19:35:18.500" v="69" actId="20577"/>
          <ac:spMkLst>
            <pc:docMk/>
            <pc:sldMk cId="199070640" sldId="431"/>
            <ac:spMk id="2" creationId="{E01990E5-B229-10BC-B2F4-377188875947}"/>
          </ac:spMkLst>
        </pc:spChg>
        <pc:spChg chg="add mod">
          <ac:chgData name="Fariha Hossain" userId="6aa7d125-f4d1-4b59-9e05-e109224d2bd2" providerId="ADAL" clId="{907321D6-D07A-494C-A977-7A7DC7C5B0B5}" dt="2026-02-25T19:35:36.312" v="75"/>
          <ac:spMkLst>
            <pc:docMk/>
            <pc:sldMk cId="199070640" sldId="431"/>
            <ac:spMk id="3" creationId="{93B97454-51B1-21EE-6785-CEF4994095D0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5" creationId="{C7AF58C0-37FB-1E64-F66A-E72B34C1F7A2}"/>
          </ac:spMkLst>
        </pc:spChg>
        <pc:spChg chg="add mod">
          <ac:chgData name="Fariha Hossain" userId="6aa7d125-f4d1-4b59-9e05-e109224d2bd2" providerId="ADAL" clId="{907321D6-D07A-494C-A977-7A7DC7C5B0B5}" dt="2026-02-25T19:36:43" v="91" actId="14100"/>
          <ac:spMkLst>
            <pc:docMk/>
            <pc:sldMk cId="199070640" sldId="431"/>
            <ac:spMk id="6" creationId="{DDE341B3-A802-1123-86FD-6D76DE9DB221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8" creationId="{0F3D3C6C-6358-FEAC-69D0-BA81A08A2A58}"/>
          </ac:spMkLst>
        </pc:spChg>
        <pc:spChg chg="add mod">
          <ac:chgData name="Fariha Hossain" userId="6aa7d125-f4d1-4b59-9e05-e109224d2bd2" providerId="ADAL" clId="{907321D6-D07A-494C-A977-7A7DC7C5B0B5}" dt="2026-02-25T19:36:26.098" v="86" actId="20577"/>
          <ac:spMkLst>
            <pc:docMk/>
            <pc:sldMk cId="199070640" sldId="431"/>
            <ac:spMk id="10" creationId="{E29BEC3C-B816-103D-C967-9AF127EB153F}"/>
          </ac:spMkLst>
        </pc:spChg>
        <pc:spChg chg="mod">
          <ac:chgData name="Fariha Hossain" userId="6aa7d125-f4d1-4b59-9e05-e109224d2bd2" providerId="ADAL" clId="{907321D6-D07A-494C-A977-7A7DC7C5B0B5}" dt="2026-02-25T19:36:39.870" v="90" actId="14100"/>
          <ac:spMkLst>
            <pc:docMk/>
            <pc:sldMk cId="199070640" sldId="431"/>
            <ac:spMk id="11" creationId="{066D2C54-07B9-F985-D950-CBE2AF99E600}"/>
          </ac:spMkLst>
        </pc:spChg>
        <pc:spChg chg="mod">
          <ac:chgData name="Fariha Hossain" userId="6aa7d125-f4d1-4b59-9e05-e109224d2bd2" providerId="ADAL" clId="{907321D6-D07A-494C-A977-7A7DC7C5B0B5}" dt="2026-02-25T19:36:46.561" v="92" actId="14100"/>
          <ac:spMkLst>
            <pc:docMk/>
            <pc:sldMk cId="199070640" sldId="431"/>
            <ac:spMk id="15" creationId="{431F1596-8EF4-1C3E-3513-BF9A1BD86F24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16" creationId="{61202EF7-8FD7-F871-1E15-27F463EE84C4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17" creationId="{F3EC9359-8F89-F77B-F161-CADBDA8B7856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18" creationId="{73430D60-B7D0-1701-8A0C-838B6649717E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19" creationId="{071A545D-47B4-36E9-844A-09490438F47C}"/>
          </ac:spMkLst>
        </pc:spChg>
        <pc:spChg chg="add mod">
          <ac:chgData name="Fariha Hossain" userId="6aa7d125-f4d1-4b59-9e05-e109224d2bd2" providerId="ADAL" clId="{907321D6-D07A-494C-A977-7A7DC7C5B0B5}" dt="2026-02-25T19:36:57.611" v="94" actId="1076"/>
          <ac:spMkLst>
            <pc:docMk/>
            <pc:sldMk cId="199070640" sldId="431"/>
            <ac:spMk id="20" creationId="{D1C00405-8BC8-20B1-23B4-04C00977FC80}"/>
          </ac:spMkLst>
        </pc:spChg>
        <pc:spChg chg="mod">
          <ac:chgData name="Fariha Hossain" userId="6aa7d125-f4d1-4b59-9e05-e109224d2bd2" providerId="ADAL" clId="{907321D6-D07A-494C-A977-7A7DC7C5B0B5}" dt="2026-02-25T19:36:53.705" v="93" actId="1076"/>
          <ac:spMkLst>
            <pc:docMk/>
            <pc:sldMk cId="199070640" sldId="431"/>
            <ac:spMk id="21" creationId="{8C6F2962-BAAA-9F60-CF99-90FA6D155F40}"/>
          </ac:spMkLst>
        </pc:spChg>
        <pc:spChg chg="add mod">
          <ac:chgData name="Fariha Hossain" userId="6aa7d125-f4d1-4b59-9e05-e109224d2bd2" providerId="ADAL" clId="{907321D6-D07A-494C-A977-7A7DC7C5B0B5}" dt="2026-02-25T19:35:47.435" v="77" actId="1076"/>
          <ac:spMkLst>
            <pc:docMk/>
            <pc:sldMk cId="199070640" sldId="431"/>
            <ac:spMk id="22" creationId="{BAF8AD86-789C-B4BA-F270-34D4DD73D1A5}"/>
          </ac:spMkLst>
        </pc:spChg>
        <pc:spChg chg="mod">
          <ac:chgData name="Fariha Hossain" userId="6aa7d125-f4d1-4b59-9e05-e109224d2bd2" providerId="ADAL" clId="{907321D6-D07A-494C-A977-7A7DC7C5B0B5}" dt="2026-02-25T19:36:32.172" v="87" actId="1076"/>
          <ac:spMkLst>
            <pc:docMk/>
            <pc:sldMk cId="199070640" sldId="431"/>
            <ac:spMk id="27" creationId="{C3A6E4D5-A8FF-E297-3CBB-4B165885B74A}"/>
          </ac:spMkLst>
        </pc:spChg>
        <pc:spChg chg="mod">
          <ac:chgData name="Fariha Hossain" userId="6aa7d125-f4d1-4b59-9e05-e109224d2bd2" providerId="ADAL" clId="{907321D6-D07A-494C-A977-7A7DC7C5B0B5}" dt="2026-02-25T19:36:34.540" v="88" actId="1076"/>
          <ac:spMkLst>
            <pc:docMk/>
            <pc:sldMk cId="199070640" sldId="431"/>
            <ac:spMk id="28" creationId="{638506D4-4335-C0AC-0BCD-B00FDAEE4237}"/>
          </ac:spMkLst>
        </pc:spChg>
        <pc:spChg chg="add mod">
          <ac:chgData name="Fariha Hossain" userId="6aa7d125-f4d1-4b59-9e05-e109224d2bd2" providerId="ADAL" clId="{907321D6-D07A-494C-A977-7A7DC7C5B0B5}" dt="2026-02-25T19:36:16.432" v="81" actId="404"/>
          <ac:spMkLst>
            <pc:docMk/>
            <pc:sldMk cId="199070640" sldId="431"/>
            <ac:spMk id="29" creationId="{19E494C2-4C59-5064-628F-EC7B89A06E40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38:11.619" v="113" actId="1076"/>
        <pc:sldMkLst>
          <pc:docMk/>
          <pc:sldMk cId="967755691" sldId="432"/>
        </pc:sldMkLst>
        <pc:spChg chg="add mod">
          <ac:chgData name="Fariha Hossain" userId="6aa7d125-f4d1-4b59-9e05-e109224d2bd2" providerId="ADAL" clId="{907321D6-D07A-494C-A977-7A7DC7C5B0B5}" dt="2026-02-25T19:37:19.577" v="101" actId="20577"/>
          <ac:spMkLst>
            <pc:docMk/>
            <pc:sldMk cId="967755691" sldId="432"/>
            <ac:spMk id="2" creationId="{76F03437-0AB3-8D49-E23A-69B2AD15A90F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3" creationId="{9244ECAD-9E92-ED89-41A2-00C5E60E5D9A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8" creationId="{A3675238-BD25-A16E-E246-F18BDBC0681B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11" creationId="{862B5AAA-A64D-6DB4-7E31-A6BEA4DAC9B7}"/>
          </ac:spMkLst>
        </pc:spChg>
        <pc:spChg chg="mod">
          <ac:chgData name="Fariha Hossain" userId="6aa7d125-f4d1-4b59-9e05-e109224d2bd2" providerId="ADAL" clId="{907321D6-D07A-494C-A977-7A7DC7C5B0B5}" dt="2026-02-25T19:38:08.024" v="109" actId="1076"/>
          <ac:spMkLst>
            <pc:docMk/>
            <pc:sldMk cId="967755691" sldId="432"/>
            <ac:spMk id="12" creationId="{C2A0757C-E31A-F608-ADCE-DD6E9BA7F4A9}"/>
          </ac:spMkLst>
        </pc:spChg>
        <pc:spChg chg="mod">
          <ac:chgData name="Fariha Hossain" userId="6aa7d125-f4d1-4b59-9e05-e109224d2bd2" providerId="ADAL" clId="{907321D6-D07A-494C-A977-7A7DC7C5B0B5}" dt="2026-02-25T19:38:08.200" v="110" actId="1076"/>
          <ac:spMkLst>
            <pc:docMk/>
            <pc:sldMk cId="967755691" sldId="432"/>
            <ac:spMk id="13" creationId="{4C245E02-3D72-9CEE-2448-2595C060EB53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17" creationId="{22AA5E79-5EFD-95A7-414F-5CEC45DFBE65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19" creationId="{13803669-1F38-57D0-C536-4FEF72A390D0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21" creationId="{D43BD58D-48D5-9D74-CAE5-AE6058638253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23" creationId="{2DF88DC4-5AD2-77C0-8AC2-B43AB8D2DB15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28" creationId="{AC964E62-3CC4-7957-D766-D25C63AD2104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32" creationId="{366848F5-C5E3-3B86-2709-6CAACBADB42C}"/>
          </ac:spMkLst>
        </pc:spChg>
        <pc:spChg chg="add mod">
          <ac:chgData name="Fariha Hossain" userId="6aa7d125-f4d1-4b59-9e05-e109224d2bd2" providerId="ADAL" clId="{907321D6-D07A-494C-A977-7A7DC7C5B0B5}" dt="2026-02-25T19:38:11.619" v="113" actId="1076"/>
          <ac:spMkLst>
            <pc:docMk/>
            <pc:sldMk cId="967755691" sldId="432"/>
            <ac:spMk id="35" creationId="{CF48A2BA-01D9-C844-393C-F33FFF15F65D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38:50.854" v="121" actId="1076"/>
        <pc:sldMkLst>
          <pc:docMk/>
          <pc:sldMk cId="959555759" sldId="433"/>
        </pc:sldMkLst>
        <pc:spChg chg="add mod">
          <ac:chgData name="Fariha Hossain" userId="6aa7d125-f4d1-4b59-9e05-e109224d2bd2" providerId="ADAL" clId="{907321D6-D07A-494C-A977-7A7DC7C5B0B5}" dt="2026-02-25T19:38:34.598" v="119" actId="20577"/>
          <ac:spMkLst>
            <pc:docMk/>
            <pc:sldMk cId="959555759" sldId="433"/>
            <ac:spMk id="2" creationId="{62FAAAD3-4592-50F2-4FAF-C962D9A16B7E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5" creationId="{E7503BC7-2FBA-D02A-18AE-A8F905DD14EA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6" creationId="{E66B7555-7099-2980-100E-D3F51485FA86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8" creationId="{D071CC1F-8256-E4FB-241C-F3EEA90542BD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12" creationId="{2D97AAD5-96B3-47EB-EA13-FA7CFB1347A7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21" creationId="{8DAAAEFD-0827-8189-BC6E-ECE894238295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24" creationId="{43152044-2918-745F-CC79-C11A7E198A74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26" creationId="{6E9C03A3-7CA2-FF7E-3828-BA48D68A8073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31" creationId="{28C279C3-BB97-8C3F-936E-2345220890B4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37" creationId="{C8CC099C-DB15-BA0F-DD58-F9610DBA1B66}"/>
          </ac:spMkLst>
        </pc:spChg>
        <pc:spChg chg="add mod">
          <ac:chgData name="Fariha Hossain" userId="6aa7d125-f4d1-4b59-9e05-e109224d2bd2" providerId="ADAL" clId="{907321D6-D07A-494C-A977-7A7DC7C5B0B5}" dt="2026-02-25T19:38:50.854" v="121" actId="1076"/>
          <ac:spMkLst>
            <pc:docMk/>
            <pc:sldMk cId="959555759" sldId="433"/>
            <ac:spMk id="39" creationId="{97923609-AAFA-A4DC-155C-AFF67540D217}"/>
          </ac:spMkLst>
        </pc:spChg>
      </pc:sldChg>
      <pc:sldChg chg="addSp delSp modSp add mod">
        <pc:chgData name="Fariha Hossain" userId="6aa7d125-f4d1-4b59-9e05-e109224d2bd2" providerId="ADAL" clId="{907321D6-D07A-494C-A977-7A7DC7C5B0B5}" dt="2026-02-25T19:39:24.651" v="132" actId="478"/>
        <pc:sldMkLst>
          <pc:docMk/>
          <pc:sldMk cId="188168554" sldId="434"/>
        </pc:sldMkLst>
        <pc:spChg chg="add mod">
          <ac:chgData name="Fariha Hossain" userId="6aa7d125-f4d1-4b59-9e05-e109224d2bd2" providerId="ADAL" clId="{907321D6-D07A-494C-A977-7A7DC7C5B0B5}" dt="2026-02-25T19:39:08.812" v="129" actId="20577"/>
          <ac:spMkLst>
            <pc:docMk/>
            <pc:sldMk cId="188168554" sldId="434"/>
            <ac:spMk id="2" creationId="{22C9A2DE-66F7-C4FA-F31C-AB7B1880DA36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5" creationId="{9D3A50F1-FBE9-F8EF-2398-2E33B56C5A1C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6" creationId="{D92D6E27-BD1A-B535-066D-A79A483D3999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8" creationId="{9E916BD0-FDA3-395F-F885-92AD5D075379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12" creationId="{4486A075-23B3-DF93-8BE5-CAFE077885E6}"/>
          </ac:spMkLst>
        </pc:spChg>
        <pc:spChg chg="add del mod">
          <ac:chgData name="Fariha Hossain" userId="6aa7d125-f4d1-4b59-9e05-e109224d2bd2" providerId="ADAL" clId="{907321D6-D07A-494C-A977-7A7DC7C5B0B5}" dt="2026-02-25T19:39:24.651" v="132" actId="478"/>
          <ac:spMkLst>
            <pc:docMk/>
            <pc:sldMk cId="188168554" sldId="434"/>
            <ac:spMk id="21" creationId="{C2959313-61FB-E8A9-3E8A-6BE7E7993777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24" creationId="{D704CAF7-662A-7622-DC22-29ED659582E3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27" creationId="{5E06C909-04BB-889B-B027-8F6A1AE8D4C7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29" creationId="{2C61830D-07C7-8275-8CE9-1A7687CFAB16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31" creationId="{C2FB965F-6C2E-A569-280E-6CF41FF99C7E}"/>
          </ac:spMkLst>
        </pc:spChg>
        <pc:spChg chg="add mod">
          <ac:chgData name="Fariha Hossain" userId="6aa7d125-f4d1-4b59-9e05-e109224d2bd2" providerId="ADAL" clId="{907321D6-D07A-494C-A977-7A7DC7C5B0B5}" dt="2026-02-25T19:39:20.601" v="131" actId="1076"/>
          <ac:spMkLst>
            <pc:docMk/>
            <pc:sldMk cId="188168554" sldId="434"/>
            <ac:spMk id="34" creationId="{3B706256-C087-BD67-D283-D92398DA90AE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39:57.060" v="140" actId="1076"/>
        <pc:sldMkLst>
          <pc:docMk/>
          <pc:sldMk cId="700473034" sldId="435"/>
        </pc:sldMkLst>
        <pc:spChg chg="add mod">
          <ac:chgData name="Fariha Hossain" userId="6aa7d125-f4d1-4b59-9e05-e109224d2bd2" providerId="ADAL" clId="{907321D6-D07A-494C-A977-7A7DC7C5B0B5}" dt="2026-02-25T19:39:42.248" v="138" actId="20577"/>
          <ac:spMkLst>
            <pc:docMk/>
            <pc:sldMk cId="700473034" sldId="435"/>
            <ac:spMk id="2" creationId="{D6A9FCF0-9757-029C-BEC6-AD01697668A1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3" creationId="{101208E4-0E6F-9EBB-45E1-241A0936FF70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6" creationId="{B6A04581-6B46-8479-2387-9E3F6AF575EC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8" creationId="{886906D6-A105-4FAF-D7B1-8D898F09A66E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11" creationId="{A8276F4B-B48A-B840-9350-56F2BF6D424F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16" creationId="{4972EF4D-3343-23B3-13BA-BDD2E91E3B06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18" creationId="{AA583AA8-317C-799B-C94D-100CDCCBC356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22" creationId="{9A227824-2028-4F4F-BD76-4975B52C1B0A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24" creationId="{28773692-33EA-EA66-B82C-334DC3C13661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27" creationId="{2846ED7C-47C4-B4AE-FB68-7F4BDAAA286B}"/>
          </ac:spMkLst>
        </pc:spChg>
        <pc:spChg chg="add mod">
          <ac:chgData name="Fariha Hossain" userId="6aa7d125-f4d1-4b59-9e05-e109224d2bd2" providerId="ADAL" clId="{907321D6-D07A-494C-A977-7A7DC7C5B0B5}" dt="2026-02-25T19:39:57.060" v="140" actId="1076"/>
          <ac:spMkLst>
            <pc:docMk/>
            <pc:sldMk cId="700473034" sldId="435"/>
            <ac:spMk id="32" creationId="{755CDC72-54AA-E052-B258-957B96524A54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0:41.021" v="153" actId="14100"/>
        <pc:sldMkLst>
          <pc:docMk/>
          <pc:sldMk cId="1548968489" sldId="436"/>
        </pc:sldMkLst>
        <pc:spChg chg="add mod">
          <ac:chgData name="Fariha Hossain" userId="6aa7d125-f4d1-4b59-9e05-e109224d2bd2" providerId="ADAL" clId="{907321D6-D07A-494C-A977-7A7DC7C5B0B5}" dt="2026-02-25T19:40:11.802" v="146" actId="20577"/>
          <ac:spMkLst>
            <pc:docMk/>
            <pc:sldMk cId="1548968489" sldId="436"/>
            <ac:spMk id="2" creationId="{55CE11E8-99B1-2370-4875-4B633684FFEE}"/>
          </ac:spMkLst>
        </pc:spChg>
        <pc:spChg chg="mod">
          <ac:chgData name="Fariha Hossain" userId="6aa7d125-f4d1-4b59-9e05-e109224d2bd2" providerId="ADAL" clId="{907321D6-D07A-494C-A977-7A7DC7C5B0B5}" dt="2026-02-25T19:40:41.021" v="153" actId="14100"/>
          <ac:spMkLst>
            <pc:docMk/>
            <pc:sldMk cId="1548968489" sldId="436"/>
            <ac:spMk id="3" creationId="{20F6D083-FE44-DA75-D740-91BF024CD00C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4" creationId="{B852E069-75F5-41A8-EE37-10DD6EA90756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5" creationId="{9C8A4444-19E1-BCEC-FEB6-3685EC7DC01B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8" creationId="{D52798D3-4D5F-9EE5-514D-4E71C24F14F3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10" creationId="{E2A12E12-D85F-52B6-193C-C67638D150E5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13" creationId="{E728C2BB-E002-BDD7-BAE3-7FB1A56B4639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18" creationId="{2FA42BF8-BB20-1F2F-22E8-AE7158CDE446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22" creationId="{7BF025C5-914B-2CEC-F9CE-82179793B0D3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23" creationId="{D09018E1-D8CB-84FD-74B9-55168B5FDC97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24" creationId="{0E56A40C-49C7-6E8A-8159-B20D49AB2058}"/>
          </ac:spMkLst>
        </pc:spChg>
        <pc:spChg chg="add mod">
          <ac:chgData name="Fariha Hossain" userId="6aa7d125-f4d1-4b59-9e05-e109224d2bd2" providerId="ADAL" clId="{907321D6-D07A-494C-A977-7A7DC7C5B0B5}" dt="2026-02-25T19:40:24.341" v="148" actId="1076"/>
          <ac:spMkLst>
            <pc:docMk/>
            <pc:sldMk cId="1548968489" sldId="436"/>
            <ac:spMk id="29" creationId="{1DA844AE-9041-4EA2-6726-EC75BAF8D8DC}"/>
          </ac:spMkLst>
        </pc:spChg>
        <pc:spChg chg="mod">
          <ac:chgData name="Fariha Hossain" userId="6aa7d125-f4d1-4b59-9e05-e109224d2bd2" providerId="ADAL" clId="{907321D6-D07A-494C-A977-7A7DC7C5B0B5}" dt="2026-02-25T19:40:32.307" v="151" actId="14100"/>
          <ac:spMkLst>
            <pc:docMk/>
            <pc:sldMk cId="1548968489" sldId="436"/>
            <ac:spMk id="30" creationId="{A18A8EA1-7127-A287-8DA2-60CFDD0CC39F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1:38.401" v="175" actId="20577"/>
        <pc:sldMkLst>
          <pc:docMk/>
          <pc:sldMk cId="2858628233" sldId="437"/>
        </pc:sldMkLst>
        <pc:spChg chg="add mod">
          <ac:chgData name="Fariha Hossain" userId="6aa7d125-f4d1-4b59-9e05-e109224d2bd2" providerId="ADAL" clId="{907321D6-D07A-494C-A977-7A7DC7C5B0B5}" dt="2026-02-25T19:41:38.401" v="175" actId="20577"/>
          <ac:spMkLst>
            <pc:docMk/>
            <pc:sldMk cId="2858628233" sldId="437"/>
            <ac:spMk id="2" creationId="{71E1C356-7E2E-8831-DBF5-6EEEA58D1323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6" creationId="{D464B497-AED3-D339-548D-968C0D905D05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15" creationId="{ED2CEEC8-7002-7A22-DB9B-055D87A9AF91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24" creationId="{5A21D350-DD93-47C5-52C6-914D8567DEA6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27" creationId="{9C451C2E-43ED-91B4-61A1-20311B8D1E97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31" creationId="{B4884A01-F84D-FA50-D524-18D68A92A537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34" creationId="{C0DF948E-6C85-7F1E-FFF2-4009960D1C65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35" creationId="{5963846C-D04E-A9F6-AD21-DB647E4DDFB5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42" creationId="{CDAC853F-AF96-6AFB-88A3-B03082C69F18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44" creationId="{4E7A3356-5483-3CC2-9D1E-B184720F3B37}"/>
          </ac:spMkLst>
        </pc:spChg>
        <pc:spChg chg="add mod">
          <ac:chgData name="Fariha Hossain" userId="6aa7d125-f4d1-4b59-9e05-e109224d2bd2" providerId="ADAL" clId="{907321D6-D07A-494C-A977-7A7DC7C5B0B5}" dt="2026-02-25T19:41:22.041" v="169" actId="1076"/>
          <ac:spMkLst>
            <pc:docMk/>
            <pc:sldMk cId="2858628233" sldId="437"/>
            <ac:spMk id="47" creationId="{8427539E-4741-0E49-3666-FA2F8B20BA24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58" creationId="{7A06CC4D-2B9B-B15B-DC17-1866670E79AD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61" creationId="{B824D12A-F139-1351-EDBA-0F3361FC3CD4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64" creationId="{4FD2E5FF-8F81-7453-A73D-B188D1EAAFC7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71" creationId="{0FC22AD4-0B1F-7704-D6D1-2C7EAFC9096F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82" creationId="{3440882B-231B-98A9-82E2-6E2698942532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83" creationId="{DAB7C2C2-99C5-25FA-577C-904D72335795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91" creationId="{7B59FD7F-2274-036F-4711-7565DEB70FF0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98" creationId="{02A365DD-9CD5-5A11-6070-7EE62A62BA1E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100" creationId="{A92693C6-3184-4436-FCD3-A6A622602946}"/>
          </ac:spMkLst>
        </pc:spChg>
        <pc:spChg chg="add mod">
          <ac:chgData name="Fariha Hossain" userId="6aa7d125-f4d1-4b59-9e05-e109224d2bd2" providerId="ADAL" clId="{907321D6-D07A-494C-A977-7A7DC7C5B0B5}" dt="2026-02-25T19:41:34.381" v="171" actId="1076"/>
          <ac:spMkLst>
            <pc:docMk/>
            <pc:sldMk cId="2858628233" sldId="437"/>
            <ac:spMk id="101" creationId="{9AB998CD-E414-B32E-7122-EAF1F4813D14}"/>
          </ac:spMkLst>
        </pc:spChg>
      </pc:sldChg>
      <pc:sldChg chg="addSp delSp modSp add mod">
        <pc:chgData name="Fariha Hossain" userId="6aa7d125-f4d1-4b59-9e05-e109224d2bd2" providerId="ADAL" clId="{907321D6-D07A-494C-A977-7A7DC7C5B0B5}" dt="2026-02-25T19:42:53.796" v="226" actId="20577"/>
        <pc:sldMkLst>
          <pc:docMk/>
          <pc:sldMk cId="3571501561" sldId="438"/>
        </pc:sldMkLst>
        <pc:spChg chg="add mod">
          <ac:chgData name="Fariha Hossain" userId="6aa7d125-f4d1-4b59-9e05-e109224d2bd2" providerId="ADAL" clId="{907321D6-D07A-494C-A977-7A7DC7C5B0B5}" dt="2026-02-25T19:42:53.796" v="226" actId="20577"/>
          <ac:spMkLst>
            <pc:docMk/>
            <pc:sldMk cId="3571501561" sldId="438"/>
            <ac:spMk id="2" creationId="{EE378054-FD90-644D-F210-48DF94B662F9}"/>
          </ac:spMkLst>
        </pc:spChg>
        <pc:spChg chg="add del mod">
          <ac:chgData name="Fariha Hossain" userId="6aa7d125-f4d1-4b59-9e05-e109224d2bd2" providerId="ADAL" clId="{907321D6-D07A-494C-A977-7A7DC7C5B0B5}" dt="2026-02-25T19:42:14.111" v="178" actId="478"/>
          <ac:spMkLst>
            <pc:docMk/>
            <pc:sldMk cId="3571501561" sldId="438"/>
            <ac:spMk id="3" creationId="{D3736036-D200-1122-D9D3-ABF583707AEB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3:31.182" v="231" actId="1076"/>
        <pc:sldMkLst>
          <pc:docMk/>
          <pc:sldMk cId="2226200006" sldId="439"/>
        </pc:sldMkLst>
        <pc:spChg chg="add mod">
          <ac:chgData name="Fariha Hossain" userId="6aa7d125-f4d1-4b59-9e05-e109224d2bd2" providerId="ADAL" clId="{907321D6-D07A-494C-A977-7A7DC7C5B0B5}" dt="2026-02-25T19:43:20.155" v="229" actId="207"/>
          <ac:spMkLst>
            <pc:docMk/>
            <pc:sldMk cId="2226200006" sldId="439"/>
            <ac:spMk id="2" creationId="{15735B08-93A0-462A-552D-3885010DB5A3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4" creationId="{218AEE2A-E6FC-2D4E-B10E-C07469CD1E55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8" creationId="{ECF8C278-6E63-65EE-A982-E26B5EEF0BD7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9" creationId="{630D6F72-6F47-AF97-FCEF-0C3A1EFAC3DF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23" creationId="{866FAE2B-51B6-B8F0-81A5-375CF1371765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25" creationId="{C1828B4F-C136-48AB-7771-634C8045E50E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28" creationId="{9D9602E9-4C59-F99D-8BC6-0C8C1DF7275E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39" creationId="{395B8FB0-BB48-0B34-4628-8C1B98A1AA4F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41" creationId="{9F751E09-708A-7CBC-4A0E-BAF939CA2B12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42" creationId="{1DC8C224-36F5-E376-E765-51F96C08FCCF}"/>
          </ac:spMkLst>
        </pc:spChg>
        <pc:spChg chg="add mod">
          <ac:chgData name="Fariha Hossain" userId="6aa7d125-f4d1-4b59-9e05-e109224d2bd2" providerId="ADAL" clId="{907321D6-D07A-494C-A977-7A7DC7C5B0B5}" dt="2026-02-25T19:43:31.182" v="231" actId="1076"/>
          <ac:spMkLst>
            <pc:docMk/>
            <pc:sldMk cId="2226200006" sldId="439"/>
            <ac:spMk id="51" creationId="{61A3F21C-3546-01BD-E5E3-66BD14B673B0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4:19.316" v="246" actId="403"/>
        <pc:sldMkLst>
          <pc:docMk/>
          <pc:sldMk cId="2832050225" sldId="440"/>
        </pc:sldMkLst>
        <pc:spChg chg="add mod">
          <ac:chgData name="Fariha Hossain" userId="6aa7d125-f4d1-4b59-9e05-e109224d2bd2" providerId="ADAL" clId="{907321D6-D07A-494C-A977-7A7DC7C5B0B5}" dt="2026-02-25T19:43:49.446" v="237" actId="20577"/>
          <ac:spMkLst>
            <pc:docMk/>
            <pc:sldMk cId="2832050225" sldId="440"/>
            <ac:spMk id="2" creationId="{5ECED40F-F239-5751-E56A-B0FAE5ABFB7C}"/>
          </ac:spMkLst>
        </pc:spChg>
        <pc:spChg chg="add mod">
          <ac:chgData name="Fariha Hossain" userId="6aa7d125-f4d1-4b59-9e05-e109224d2bd2" providerId="ADAL" clId="{907321D6-D07A-494C-A977-7A7DC7C5B0B5}" dt="2026-02-25T19:44:15.150" v="243" actId="14100"/>
          <ac:spMkLst>
            <pc:docMk/>
            <pc:sldMk cId="2832050225" sldId="440"/>
            <ac:spMk id="3" creationId="{3CB87661-72B6-9990-D213-7E767DB11E03}"/>
          </ac:spMkLst>
        </pc:spChg>
        <pc:spChg chg="add mod">
          <ac:chgData name="Fariha Hossain" userId="6aa7d125-f4d1-4b59-9e05-e109224d2bd2" providerId="ADAL" clId="{907321D6-D07A-494C-A977-7A7DC7C5B0B5}" dt="2026-02-25T19:44:19.316" v="246" actId="403"/>
          <ac:spMkLst>
            <pc:docMk/>
            <pc:sldMk cId="2832050225" sldId="440"/>
            <ac:spMk id="4" creationId="{35F3C8B4-970D-4458-74BE-60DF4CBE9094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6" creationId="{DA40A024-2FF7-0232-D055-F569314B9814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8" creationId="{3C8439EB-84AA-E92D-288A-0B650CE35159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10" creationId="{0C7B2260-C644-8235-7CB4-E8AC52755DB0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13" creationId="{4754419B-51EF-1E98-DA1F-55E64274D871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15" creationId="{A0C25579-BBE3-361C-C17E-7621C34AF2C6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17" creationId="{5CD62433-0EAE-1B43-6287-CCAC24275E92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20" creationId="{8E86C70C-B7F5-5DF3-D53E-C84A53A685BA}"/>
          </ac:spMkLst>
        </pc:spChg>
        <pc:spChg chg="add mod">
          <ac:chgData name="Fariha Hossain" userId="6aa7d125-f4d1-4b59-9e05-e109224d2bd2" providerId="ADAL" clId="{907321D6-D07A-494C-A977-7A7DC7C5B0B5}" dt="2026-02-25T19:44:00.592" v="239" actId="1076"/>
          <ac:spMkLst>
            <pc:docMk/>
            <pc:sldMk cId="2832050225" sldId="440"/>
            <ac:spMk id="21" creationId="{94431C78-CAC3-AADC-0014-D23BB305A4FB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5:46.924" v="270" actId="1076"/>
        <pc:sldMkLst>
          <pc:docMk/>
          <pc:sldMk cId="3806440271" sldId="441"/>
        </pc:sldMkLst>
        <pc:spChg chg="add mod">
          <ac:chgData name="Fariha Hossain" userId="6aa7d125-f4d1-4b59-9e05-e109224d2bd2" providerId="ADAL" clId="{907321D6-D07A-494C-A977-7A7DC7C5B0B5}" dt="2026-02-25T19:45:00.831" v="258" actId="207"/>
          <ac:spMkLst>
            <pc:docMk/>
            <pc:sldMk cId="3806440271" sldId="441"/>
            <ac:spMk id="2" creationId="{7513A163-5467-ADD5-0B93-9A3C2C013D90}"/>
          </ac:spMkLst>
        </pc:spChg>
        <pc:spChg chg="mod">
          <ac:chgData name="Fariha Hossain" userId="6aa7d125-f4d1-4b59-9e05-e109224d2bd2" providerId="ADAL" clId="{907321D6-D07A-494C-A977-7A7DC7C5B0B5}" dt="2026-02-25T19:45:36.214" v="268" actId="14100"/>
          <ac:spMkLst>
            <pc:docMk/>
            <pc:sldMk cId="3806440271" sldId="441"/>
            <ac:spMk id="3" creationId="{2AC85FA5-2D3F-C32F-CE81-13BB49ED76F7}"/>
          </ac:spMkLst>
        </pc:spChg>
        <pc:spChg chg="mod">
          <ac:chgData name="Fariha Hossain" userId="6aa7d125-f4d1-4b59-9e05-e109224d2bd2" providerId="ADAL" clId="{907321D6-D07A-494C-A977-7A7DC7C5B0B5}" dt="2026-02-25T19:45:33.910" v="267" actId="1076"/>
          <ac:spMkLst>
            <pc:docMk/>
            <pc:sldMk cId="3806440271" sldId="441"/>
            <ac:spMk id="4" creationId="{B80B0E16-BE18-25BA-BF71-6B964E0A8CA2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8" creationId="{F034CBA6-C154-E012-F076-993562E03F99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9" creationId="{FBF85617-8879-9F03-4EAB-A12532DD3F0B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11" creationId="{A1FF304E-13DF-9604-E14F-12866166350A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12" creationId="{CBB61B28-210F-02B8-8F20-4ACC9340A850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15" creationId="{FD433DDB-7177-42D6-061C-F433C97BF282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18" creationId="{AB704345-C704-3EAA-1687-B358E71A3161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26" creationId="{9A327CA5-7731-88D8-C346-CFE721A8349D}"/>
          </ac:spMkLst>
        </pc:spChg>
        <pc:spChg chg="add mod">
          <ac:chgData name="Fariha Hossain" userId="6aa7d125-f4d1-4b59-9e05-e109224d2bd2" providerId="ADAL" clId="{907321D6-D07A-494C-A977-7A7DC7C5B0B5}" dt="2026-02-25T19:45:14.665" v="260" actId="1076"/>
          <ac:spMkLst>
            <pc:docMk/>
            <pc:sldMk cId="3806440271" sldId="441"/>
            <ac:spMk id="27" creationId="{F4B7A1D2-CB45-FF72-2C5B-79C047129ECE}"/>
          </ac:spMkLst>
        </pc:spChg>
        <pc:spChg chg="add mod">
          <ac:chgData name="Fariha Hossain" userId="6aa7d125-f4d1-4b59-9e05-e109224d2bd2" providerId="ADAL" clId="{907321D6-D07A-494C-A977-7A7DC7C5B0B5}" dt="2026-02-25T19:45:44.540" v="269" actId="1076"/>
          <ac:spMkLst>
            <pc:docMk/>
            <pc:sldMk cId="3806440271" sldId="441"/>
            <ac:spMk id="30" creationId="{12627D92-6545-011F-9AB7-D068B7B1A948}"/>
          </ac:spMkLst>
        </pc:spChg>
        <pc:spChg chg="add mod">
          <ac:chgData name="Fariha Hossain" userId="6aa7d125-f4d1-4b59-9e05-e109224d2bd2" providerId="ADAL" clId="{907321D6-D07A-494C-A977-7A7DC7C5B0B5}" dt="2026-02-25T19:45:46.924" v="270" actId="1076"/>
          <ac:spMkLst>
            <pc:docMk/>
            <pc:sldMk cId="3806440271" sldId="441"/>
            <ac:spMk id="31" creationId="{AD382156-29E8-404C-6A01-EDF7507ED203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6:28.782" v="286" actId="403"/>
        <pc:sldMkLst>
          <pc:docMk/>
          <pc:sldMk cId="4244175336" sldId="442"/>
        </pc:sldMkLst>
        <pc:spChg chg="add mod">
          <ac:chgData name="Fariha Hossain" userId="6aa7d125-f4d1-4b59-9e05-e109224d2bd2" providerId="ADAL" clId="{907321D6-D07A-494C-A977-7A7DC7C5B0B5}" dt="2026-02-25T19:46:06.535" v="278" actId="20577"/>
          <ac:spMkLst>
            <pc:docMk/>
            <pc:sldMk cId="4244175336" sldId="442"/>
            <ac:spMk id="2" creationId="{0F3A0A8B-3D55-492A-41F9-ABB2AC88FCDF}"/>
          </ac:spMkLst>
        </pc:spChg>
        <pc:spChg chg="add mod">
          <ac:chgData name="Fariha Hossain" userId="6aa7d125-f4d1-4b59-9e05-e109224d2bd2" providerId="ADAL" clId="{907321D6-D07A-494C-A977-7A7DC7C5B0B5}" dt="2026-02-25T19:46:24.508" v="282" actId="14100"/>
          <ac:spMkLst>
            <pc:docMk/>
            <pc:sldMk cId="4244175336" sldId="442"/>
            <ac:spMk id="3" creationId="{821564DA-27F5-9C2C-71DD-1A64285D67BE}"/>
          </ac:spMkLst>
        </pc:spChg>
        <pc:spChg chg="add mod">
          <ac:chgData name="Fariha Hossain" userId="6aa7d125-f4d1-4b59-9e05-e109224d2bd2" providerId="ADAL" clId="{907321D6-D07A-494C-A977-7A7DC7C5B0B5}" dt="2026-02-25T19:46:28.782" v="286" actId="403"/>
          <ac:spMkLst>
            <pc:docMk/>
            <pc:sldMk cId="4244175336" sldId="442"/>
            <ac:spMk id="4" creationId="{9D101FE2-7D7B-91FB-FD38-FABF6680FA18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6" creationId="{6A426815-6C23-B085-8671-03B227A90BBB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9" creationId="{B234AAA2-73A6-154A-328E-2ED35CF2637E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11" creationId="{E7737C61-E749-5A88-4D71-0B33E4BD4EA7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13" creationId="{D5F86A6B-445A-C882-A11D-7C2431CDA0F9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14" creationId="{4B440DBC-AC89-E8ED-906C-5460F4C61823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15" creationId="{A08B7706-81A4-A02E-5FF2-D43FED0EF085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17" creationId="{B15F5E30-5CA6-8A90-F7F9-6C38425E0A5B}"/>
          </ac:spMkLst>
        </pc:spChg>
        <pc:spChg chg="add mod">
          <ac:chgData name="Fariha Hossain" userId="6aa7d125-f4d1-4b59-9e05-e109224d2bd2" providerId="ADAL" clId="{907321D6-D07A-494C-A977-7A7DC7C5B0B5}" dt="2026-02-25T19:46:16.520" v="280" actId="1076"/>
          <ac:spMkLst>
            <pc:docMk/>
            <pc:sldMk cId="4244175336" sldId="442"/>
            <ac:spMk id="20" creationId="{ED4352E0-7199-94CD-E214-7340BCB32FAE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7:47.995" v="310" actId="403"/>
        <pc:sldMkLst>
          <pc:docMk/>
          <pc:sldMk cId="2553222761" sldId="443"/>
        </pc:sldMkLst>
        <pc:spChg chg="add mod">
          <ac:chgData name="Fariha Hossain" userId="6aa7d125-f4d1-4b59-9e05-e109224d2bd2" providerId="ADAL" clId="{907321D6-D07A-494C-A977-7A7DC7C5B0B5}" dt="2026-02-25T19:47:04.899" v="293" actId="20577"/>
          <ac:spMkLst>
            <pc:docMk/>
            <pc:sldMk cId="2553222761" sldId="443"/>
            <ac:spMk id="2" creationId="{4FDE07E9-E5B3-DD72-4D0A-09832317BCCE}"/>
          </ac:spMkLst>
        </pc:spChg>
        <pc:spChg chg="add mod">
          <ac:chgData name="Fariha Hossain" userId="6aa7d125-f4d1-4b59-9e05-e109224d2bd2" providerId="ADAL" clId="{907321D6-D07A-494C-A977-7A7DC7C5B0B5}" dt="2026-02-25T19:47:40.754" v="305" actId="14100"/>
          <ac:spMkLst>
            <pc:docMk/>
            <pc:sldMk cId="2553222761" sldId="443"/>
            <ac:spMk id="3" creationId="{6AE4A866-4D57-785B-EB23-9AA247609FD9}"/>
          </ac:spMkLst>
        </pc:spChg>
        <pc:spChg chg="mod">
          <ac:chgData name="Fariha Hossain" userId="6aa7d125-f4d1-4b59-9e05-e109224d2bd2" providerId="ADAL" clId="{907321D6-D07A-494C-A977-7A7DC7C5B0B5}" dt="2026-02-25T19:47:35.602" v="303" actId="403"/>
          <ac:spMkLst>
            <pc:docMk/>
            <pc:sldMk cId="2553222761" sldId="443"/>
            <ac:spMk id="4" creationId="{2915FA1E-293C-5A60-70F8-BFCE7824992F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6" creationId="{9CCD537C-3E55-4A17-935A-FD13FA69D850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8" creationId="{8209BAE0-0BDE-5DDE-602A-B277ECE452D7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0" creationId="{5BF4E2A0-8705-8790-9277-5E4CAF556C2C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1" creationId="{3E468982-41FF-E5CD-036B-A72AD8D109EF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3" creationId="{31ABBDF4-97BA-AE02-1E7A-5FDD3E6CD993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4" creationId="{2950AB78-22C8-B94D-75BD-421D6148515C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5" creationId="{0C4057EE-CEE0-A8FA-29A4-65DABB207103}"/>
          </ac:spMkLst>
        </pc:spChg>
        <pc:spChg chg="add mod">
          <ac:chgData name="Fariha Hossain" userId="6aa7d125-f4d1-4b59-9e05-e109224d2bd2" providerId="ADAL" clId="{907321D6-D07A-494C-A977-7A7DC7C5B0B5}" dt="2026-02-25T19:47:21.844" v="295" actId="1076"/>
          <ac:spMkLst>
            <pc:docMk/>
            <pc:sldMk cId="2553222761" sldId="443"/>
            <ac:spMk id="17" creationId="{D6E50F71-EE4C-1699-03CF-5202150B553F}"/>
          </ac:spMkLst>
        </pc:spChg>
        <pc:spChg chg="add mod">
          <ac:chgData name="Fariha Hossain" userId="6aa7d125-f4d1-4b59-9e05-e109224d2bd2" providerId="ADAL" clId="{907321D6-D07A-494C-A977-7A7DC7C5B0B5}" dt="2026-02-25T19:47:47.995" v="310" actId="403"/>
          <ac:spMkLst>
            <pc:docMk/>
            <pc:sldMk cId="2553222761" sldId="443"/>
            <ac:spMk id="18" creationId="{6B25044A-B5DC-7F27-E90C-A386E2373C16}"/>
          </ac:spMkLst>
        </pc:spChg>
        <pc:spChg chg="mod">
          <ac:chgData name="Fariha Hossain" userId="6aa7d125-f4d1-4b59-9e05-e109224d2bd2" providerId="ADAL" clId="{907321D6-D07A-494C-A977-7A7DC7C5B0B5}" dt="2026-02-25T19:47:47.995" v="310" actId="403"/>
          <ac:spMkLst>
            <pc:docMk/>
            <pc:sldMk cId="2553222761" sldId="443"/>
            <ac:spMk id="19" creationId="{7D7B4AFA-8FF3-959F-47B4-167440F9E061}"/>
          </ac:spMkLst>
        </pc:spChg>
      </pc:sldChg>
      <pc:sldChg chg="addSp delSp modSp add mod">
        <pc:chgData name="Fariha Hossain" userId="6aa7d125-f4d1-4b59-9e05-e109224d2bd2" providerId="ADAL" clId="{907321D6-D07A-494C-A977-7A7DC7C5B0B5}" dt="2026-02-25T19:49:02.810" v="337" actId="403"/>
        <pc:sldMkLst>
          <pc:docMk/>
          <pc:sldMk cId="2024066817" sldId="444"/>
        </pc:sldMkLst>
        <pc:spChg chg="add mod">
          <ac:chgData name="Fariha Hossain" userId="6aa7d125-f4d1-4b59-9e05-e109224d2bd2" providerId="ADAL" clId="{907321D6-D07A-494C-A977-7A7DC7C5B0B5}" dt="2026-02-25T19:48:09.609" v="321" actId="20577"/>
          <ac:spMkLst>
            <pc:docMk/>
            <pc:sldMk cId="2024066817" sldId="444"/>
            <ac:spMk id="2" creationId="{E50E619F-3BC5-DBA4-29F5-3B87D13FE215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4" creationId="{365B1BBD-F73D-11CC-D741-686C317E39D3}"/>
          </ac:spMkLst>
        </pc:spChg>
        <pc:spChg chg="mod">
          <ac:chgData name="Fariha Hossain" userId="6aa7d125-f4d1-4b59-9e05-e109224d2bd2" providerId="ADAL" clId="{907321D6-D07A-494C-A977-7A7DC7C5B0B5}" dt="2026-02-25T19:49:02.810" v="337" actId="403"/>
          <ac:spMkLst>
            <pc:docMk/>
            <pc:sldMk cId="2024066817" sldId="444"/>
            <ac:spMk id="5" creationId="{65A2A758-077D-F313-59D4-034BFB74CE22}"/>
          </ac:spMkLst>
        </pc:spChg>
        <pc:spChg chg="add mod">
          <ac:chgData name="Fariha Hossain" userId="6aa7d125-f4d1-4b59-9e05-e109224d2bd2" providerId="ADAL" clId="{907321D6-D07A-494C-A977-7A7DC7C5B0B5}" dt="2026-02-25T19:48:58.249" v="334" actId="403"/>
          <ac:spMkLst>
            <pc:docMk/>
            <pc:sldMk cId="2024066817" sldId="444"/>
            <ac:spMk id="9" creationId="{B2048AFE-3EF3-0FD0-A98A-AF98A7576A9D}"/>
          </ac:spMkLst>
        </pc:spChg>
        <pc:spChg chg="add del mod">
          <ac:chgData name="Fariha Hossain" userId="6aa7d125-f4d1-4b59-9e05-e109224d2bd2" providerId="ADAL" clId="{907321D6-D07A-494C-A977-7A7DC7C5B0B5}" dt="2026-02-25T19:48:40.833" v="324" actId="478"/>
          <ac:spMkLst>
            <pc:docMk/>
            <pc:sldMk cId="2024066817" sldId="444"/>
            <ac:spMk id="10" creationId="{3D381FD6-926D-4375-5A99-01B976739213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21" creationId="{70CC4A39-7F39-8128-AD98-5CF4F3E436B8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22" creationId="{E8488E24-C95C-4B72-2B9D-A8A0A435F06C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28" creationId="{7236E502-4F34-3058-D0D4-3E9BE5BFC7C0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30" creationId="{96710A27-5CF3-CEB7-A9C8-6D4F73C56379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32" creationId="{4C103562-8D65-EEAB-5427-E654571456F2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35" creationId="{3AFE28FD-8C8F-40A5-DB0D-A2B0FC23D020}"/>
          </ac:spMkLst>
        </pc:spChg>
        <pc:spChg chg="add mod">
          <ac:chgData name="Fariha Hossain" userId="6aa7d125-f4d1-4b59-9e05-e109224d2bd2" providerId="ADAL" clId="{907321D6-D07A-494C-A977-7A7DC7C5B0B5}" dt="2026-02-25T19:48:36.104" v="323" actId="1076"/>
          <ac:spMkLst>
            <pc:docMk/>
            <pc:sldMk cId="2024066817" sldId="444"/>
            <ac:spMk id="43" creationId="{7B30C6B6-35B3-309D-F438-0B78601ADD5F}"/>
          </ac:spMkLst>
        </pc:spChg>
        <pc:spChg chg="mod">
          <ac:chgData name="Fariha Hossain" userId="6aa7d125-f4d1-4b59-9e05-e109224d2bd2" providerId="ADAL" clId="{907321D6-D07A-494C-A977-7A7DC7C5B0B5}" dt="2026-02-25T19:48:48.794" v="329" actId="403"/>
          <ac:spMkLst>
            <pc:docMk/>
            <pc:sldMk cId="2024066817" sldId="444"/>
            <ac:spMk id="52" creationId="{F808180B-EA89-A985-8A9A-E8224310CB13}"/>
          </ac:spMkLst>
        </pc:spChg>
        <pc:spChg chg="mod">
          <ac:chgData name="Fariha Hossain" userId="6aa7d125-f4d1-4b59-9e05-e109224d2bd2" providerId="ADAL" clId="{907321D6-D07A-494C-A977-7A7DC7C5B0B5}" dt="2026-02-25T19:48:52.986" v="332" actId="403"/>
          <ac:spMkLst>
            <pc:docMk/>
            <pc:sldMk cId="2024066817" sldId="444"/>
            <ac:spMk id="53" creationId="{702301E2-A140-EBCF-1A9C-74560AD36197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49:37.787" v="344" actId="1076"/>
        <pc:sldMkLst>
          <pc:docMk/>
          <pc:sldMk cId="367271302" sldId="445"/>
        </pc:sldMkLst>
        <pc:spChg chg="add mod">
          <ac:chgData name="Fariha Hossain" userId="6aa7d125-f4d1-4b59-9e05-e109224d2bd2" providerId="ADAL" clId="{907321D6-D07A-494C-A977-7A7DC7C5B0B5}" dt="2026-02-25T19:49:24.871" v="342" actId="20577"/>
          <ac:spMkLst>
            <pc:docMk/>
            <pc:sldMk cId="367271302" sldId="445"/>
            <ac:spMk id="2" creationId="{056B60B5-1054-F6B0-CCB8-6D5A347B9F73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5" creationId="{80563F89-FC0A-3CA1-5C94-696B217990FC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8" creationId="{ED15AB7D-C824-4102-80E8-7779AAF4DD0E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10" creationId="{6CCC24C3-0A80-6E2C-689F-96E684988BD5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13" creationId="{D57BE99E-1508-0C93-4D7D-E0E5FA6BF8CB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17" creationId="{FE40EE82-952F-C25F-2E8B-D1C2DCD30E1C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19" creationId="{A6A2C8EA-7D57-D52F-D49E-E3DD7231B245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20" creationId="{C9513874-D773-FF39-BE2E-6A576AEFE19A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23" creationId="{02841F7B-AA30-0298-771C-3DCD8412FCBF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25" creationId="{B6CA4109-9008-A90B-D930-EE5D04B790D7}"/>
          </ac:spMkLst>
        </pc:spChg>
        <pc:spChg chg="add mod">
          <ac:chgData name="Fariha Hossain" userId="6aa7d125-f4d1-4b59-9e05-e109224d2bd2" providerId="ADAL" clId="{907321D6-D07A-494C-A977-7A7DC7C5B0B5}" dt="2026-02-25T19:49:37.787" v="344" actId="1076"/>
          <ac:spMkLst>
            <pc:docMk/>
            <pc:sldMk cId="367271302" sldId="445"/>
            <ac:spMk id="26" creationId="{6BA44FDD-A3E9-6057-0B01-90D6D3A6D5B6}"/>
          </ac:spMkLst>
        </pc:spChg>
      </pc:sldChg>
      <pc:sldChg chg="addSp modSp add mod">
        <pc:chgData name="Fariha Hossain" userId="6aa7d125-f4d1-4b59-9e05-e109224d2bd2" providerId="ADAL" clId="{907321D6-D07A-494C-A977-7A7DC7C5B0B5}" dt="2026-02-25T19:51:16.534" v="369" actId="1076"/>
        <pc:sldMkLst>
          <pc:docMk/>
          <pc:sldMk cId="1164009197" sldId="446"/>
        </pc:sldMkLst>
        <pc:spChg chg="mod">
          <ac:chgData name="Fariha Hossain" userId="6aa7d125-f4d1-4b59-9e05-e109224d2bd2" providerId="ADAL" clId="{907321D6-D07A-494C-A977-7A7DC7C5B0B5}" dt="2026-02-25T19:50:27.622" v="357" actId="14100"/>
          <ac:spMkLst>
            <pc:docMk/>
            <pc:sldMk cId="1164009197" sldId="446"/>
            <ac:spMk id="3" creationId="{B491D4E4-52E1-0883-6E3B-BED3945014DA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4" creationId="{D2F3ABEE-7FC3-7A22-C02C-B27D99E1A2C2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8" creationId="{C92F33C9-219E-E8E2-AFA3-4DBC5D00DB19}"/>
          </ac:spMkLst>
        </pc:spChg>
        <pc:spChg chg="add mod">
          <ac:chgData name="Fariha Hossain" userId="6aa7d125-f4d1-4b59-9e05-e109224d2bd2" providerId="ADAL" clId="{907321D6-D07A-494C-A977-7A7DC7C5B0B5}" dt="2026-02-25T19:50:52.094" v="362" actId="403"/>
          <ac:spMkLst>
            <pc:docMk/>
            <pc:sldMk cId="1164009197" sldId="446"/>
            <ac:spMk id="9" creationId="{A4D55A55-71AD-1907-9938-E782F6B59621}"/>
          </ac:spMkLst>
        </pc:spChg>
        <pc:spChg chg="add mod">
          <ac:chgData name="Fariha Hossain" userId="6aa7d125-f4d1-4b59-9e05-e109224d2bd2" providerId="ADAL" clId="{907321D6-D07A-494C-A977-7A7DC7C5B0B5}" dt="2026-02-25T19:50:30.966" v="358" actId="14100"/>
          <ac:spMkLst>
            <pc:docMk/>
            <pc:sldMk cId="1164009197" sldId="446"/>
            <ac:spMk id="10" creationId="{F554B021-7CA8-7455-B187-2C49B65A0872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11" creationId="{968F21B5-CAFC-B747-DFEA-E645AC86A69C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12" creationId="{B03E589F-B3B1-F02A-E552-D87001C039D6}"/>
          </ac:spMkLst>
        </pc:spChg>
        <pc:spChg chg="mod">
          <ac:chgData name="Fariha Hossain" userId="6aa7d125-f4d1-4b59-9e05-e109224d2bd2" providerId="ADAL" clId="{907321D6-D07A-494C-A977-7A7DC7C5B0B5}" dt="2026-02-25T19:50:52.094" v="362" actId="403"/>
          <ac:spMkLst>
            <pc:docMk/>
            <pc:sldMk cId="1164009197" sldId="446"/>
            <ac:spMk id="15" creationId="{BDE32E71-05A5-1176-8B41-1E814960FA47}"/>
          </ac:spMkLst>
        </pc:spChg>
        <pc:spChg chg="mod">
          <ac:chgData name="Fariha Hossain" userId="6aa7d125-f4d1-4b59-9e05-e109224d2bd2" providerId="ADAL" clId="{907321D6-D07A-494C-A977-7A7DC7C5B0B5}" dt="2026-02-25T19:50:15.389" v="353" actId="14100"/>
          <ac:spMkLst>
            <pc:docMk/>
            <pc:sldMk cId="1164009197" sldId="446"/>
            <ac:spMk id="16" creationId="{F74EE0EC-ACA4-B95B-4D33-B2100DD32AD3}"/>
          </ac:spMkLst>
        </pc:spChg>
        <pc:spChg chg="mod">
          <ac:chgData name="Fariha Hossain" userId="6aa7d125-f4d1-4b59-9e05-e109224d2bd2" providerId="ADAL" clId="{907321D6-D07A-494C-A977-7A7DC7C5B0B5}" dt="2026-02-25T19:50:52.094" v="362" actId="403"/>
          <ac:spMkLst>
            <pc:docMk/>
            <pc:sldMk cId="1164009197" sldId="446"/>
            <ac:spMk id="21" creationId="{2FF5950C-84BC-6CE4-AE4F-C128CB3252C5}"/>
          </ac:spMkLst>
        </pc:spChg>
        <pc:spChg chg="mod">
          <ac:chgData name="Fariha Hossain" userId="6aa7d125-f4d1-4b59-9e05-e109224d2bd2" providerId="ADAL" clId="{907321D6-D07A-494C-A977-7A7DC7C5B0B5}" dt="2026-02-25T19:50:25.010" v="356" actId="14100"/>
          <ac:spMkLst>
            <pc:docMk/>
            <pc:sldMk cId="1164009197" sldId="446"/>
            <ac:spMk id="22" creationId="{59BD8FBB-38A6-0639-F5AB-1A2B79EBDDBA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23" creationId="{848F5C8D-C7C9-EC79-647F-39E7469BACA5}"/>
          </ac:spMkLst>
        </pc:spChg>
        <pc:spChg chg="mod">
          <ac:chgData name="Fariha Hossain" userId="6aa7d125-f4d1-4b59-9e05-e109224d2bd2" providerId="ADAL" clId="{907321D6-D07A-494C-A977-7A7DC7C5B0B5}" dt="2026-02-25T19:50:52.094" v="362" actId="403"/>
          <ac:spMkLst>
            <pc:docMk/>
            <pc:sldMk cId="1164009197" sldId="446"/>
            <ac:spMk id="27" creationId="{727A6091-B541-F37C-8E6E-862C9613AF78}"/>
          </ac:spMkLst>
        </pc:spChg>
        <pc:spChg chg="mod">
          <ac:chgData name="Fariha Hossain" userId="6aa7d125-f4d1-4b59-9e05-e109224d2bd2" providerId="ADAL" clId="{907321D6-D07A-494C-A977-7A7DC7C5B0B5}" dt="2026-02-25T19:50:21.577" v="355" actId="14100"/>
          <ac:spMkLst>
            <pc:docMk/>
            <pc:sldMk cId="1164009197" sldId="446"/>
            <ac:spMk id="28" creationId="{9D5909E5-D648-9E2F-6356-EFBFECC31AAF}"/>
          </ac:spMkLst>
        </pc:spChg>
        <pc:spChg chg="mod">
          <ac:chgData name="Fariha Hossain" userId="6aa7d125-f4d1-4b59-9e05-e109224d2bd2" providerId="ADAL" clId="{907321D6-D07A-494C-A977-7A7DC7C5B0B5}" dt="2026-02-25T19:50:52.094" v="362" actId="403"/>
          <ac:spMkLst>
            <pc:docMk/>
            <pc:sldMk cId="1164009197" sldId="446"/>
            <ac:spMk id="33" creationId="{C108E3BE-1F67-FCB1-35AD-D3A697D459F1}"/>
          </ac:spMkLst>
        </pc:spChg>
        <pc:spChg chg="mod">
          <ac:chgData name="Fariha Hossain" userId="6aa7d125-f4d1-4b59-9e05-e109224d2bd2" providerId="ADAL" clId="{907321D6-D07A-494C-A977-7A7DC7C5B0B5}" dt="2026-02-25T19:50:18.841" v="354" actId="14100"/>
          <ac:spMkLst>
            <pc:docMk/>
            <pc:sldMk cId="1164009197" sldId="446"/>
            <ac:spMk id="34" creationId="{53AC9464-A983-E7BD-B2B4-C875596B650D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35" creationId="{445752C6-E576-254F-DA71-B126AEB3451B}"/>
          </ac:spMkLst>
        </pc:spChg>
        <pc:spChg chg="add mod">
          <ac:chgData name="Fariha Hossain" userId="6aa7d125-f4d1-4b59-9e05-e109224d2bd2" providerId="ADAL" clId="{907321D6-D07A-494C-A977-7A7DC7C5B0B5}" dt="2026-02-25T19:49:54.106" v="346" actId="1076"/>
          <ac:spMkLst>
            <pc:docMk/>
            <pc:sldMk cId="1164009197" sldId="446"/>
            <ac:spMk id="36" creationId="{5A5A0F35-D841-D244-45B5-95B3A94C3B57}"/>
          </ac:spMkLst>
        </pc:spChg>
        <pc:spChg chg="add mod">
          <ac:chgData name="Fariha Hossain" userId="6aa7d125-f4d1-4b59-9e05-e109224d2bd2" providerId="ADAL" clId="{907321D6-D07A-494C-A977-7A7DC7C5B0B5}" dt="2026-02-25T19:50:57.442" v="363" actId="14100"/>
          <ac:spMkLst>
            <pc:docMk/>
            <pc:sldMk cId="1164009197" sldId="446"/>
            <ac:spMk id="39" creationId="{B9939677-636F-72A4-1B54-03C5872E18AE}"/>
          </ac:spMkLst>
        </pc:spChg>
        <pc:spChg chg="mod">
          <ac:chgData name="Fariha Hossain" userId="6aa7d125-f4d1-4b59-9e05-e109224d2bd2" providerId="ADAL" clId="{907321D6-D07A-494C-A977-7A7DC7C5B0B5}" dt="2026-02-25T19:51:16.534" v="369" actId="1076"/>
          <ac:spMkLst>
            <pc:docMk/>
            <pc:sldMk cId="1164009197" sldId="446"/>
            <ac:spMk id="40" creationId="{D0DBE203-18E0-2940-9DCE-E476B866044A}"/>
          </ac:spMkLst>
        </pc:spChg>
      </pc:sldChg>
      <pc:sldChg chg="add del">
        <pc:chgData name="Fariha Hossain" userId="6aa7d125-f4d1-4b59-9e05-e109224d2bd2" providerId="ADAL" clId="{907321D6-D07A-494C-A977-7A7DC7C5B0B5}" dt="2026-02-25T19:51:22.769" v="370" actId="47"/>
        <pc:sldMkLst>
          <pc:docMk/>
          <pc:sldMk cId="439495932" sldId="447"/>
        </pc:sldMkLst>
      </pc:sldChg>
      <pc:sldChg chg="addSp modSp add mod">
        <pc:chgData name="Fariha Hossain" userId="6aa7d125-f4d1-4b59-9e05-e109224d2bd2" providerId="ADAL" clId="{907321D6-D07A-494C-A977-7A7DC7C5B0B5}" dt="2026-02-25T20:03:21.743" v="466" actId="313"/>
        <pc:sldMkLst>
          <pc:docMk/>
          <pc:sldMk cId="3435339640" sldId="447"/>
        </pc:sldMkLst>
        <pc:spChg chg="mod">
          <ac:chgData name="Fariha Hossain" userId="6aa7d125-f4d1-4b59-9e05-e109224d2bd2" providerId="ADAL" clId="{907321D6-D07A-494C-A977-7A7DC7C5B0B5}" dt="2026-02-25T20:03:21.743" v="466" actId="313"/>
          <ac:spMkLst>
            <pc:docMk/>
            <pc:sldMk cId="3435339640" sldId="447"/>
            <ac:spMk id="2" creationId="{729BF31E-B720-617B-A8B4-BCB4A6CDD874}"/>
          </ac:spMkLst>
        </pc:spChg>
        <pc:spChg chg="add mod">
          <ac:chgData name="Fariha Hossain" userId="6aa7d125-f4d1-4b59-9e05-e109224d2bd2" providerId="ADAL" clId="{907321D6-D07A-494C-A977-7A7DC7C5B0B5}" dt="2026-02-25T20:01:38.323" v="443" actId="1076"/>
          <ac:spMkLst>
            <pc:docMk/>
            <pc:sldMk cId="3435339640" sldId="447"/>
            <ac:spMk id="3" creationId="{52FB9391-804C-7ABF-AF7C-E797CF306BB1}"/>
          </ac:spMkLst>
        </pc:spChg>
        <pc:spChg chg="add mod">
          <ac:chgData name="Fariha Hossain" userId="6aa7d125-f4d1-4b59-9e05-e109224d2bd2" providerId="ADAL" clId="{907321D6-D07A-494C-A977-7A7DC7C5B0B5}" dt="2026-02-25T20:02:30.704" v="454"/>
          <ac:spMkLst>
            <pc:docMk/>
            <pc:sldMk cId="3435339640" sldId="447"/>
            <ac:spMk id="4" creationId="{13976564-28FE-DD59-0227-F97ADCF801BB}"/>
          </ac:spMkLst>
        </pc:spChg>
      </pc:sldChg>
      <pc:sldChg chg="add del">
        <pc:chgData name="Fariha Hossain" userId="6aa7d125-f4d1-4b59-9e05-e109224d2bd2" providerId="ADAL" clId="{907321D6-D07A-494C-A977-7A7DC7C5B0B5}" dt="2026-02-25T19:51:25.247" v="371" actId="47"/>
        <pc:sldMkLst>
          <pc:docMk/>
          <pc:sldMk cId="478792684" sldId="448"/>
        </pc:sldMkLst>
      </pc:sldChg>
      <pc:sldChg chg="addSp modSp add mod">
        <pc:chgData name="Fariha Hossain" userId="6aa7d125-f4d1-4b59-9e05-e109224d2bd2" providerId="ADAL" clId="{907321D6-D07A-494C-A977-7A7DC7C5B0B5}" dt="2026-02-25T20:01:04.395" v="431" actId="1076"/>
        <pc:sldMkLst>
          <pc:docMk/>
          <pc:sldMk cId="1682489216" sldId="448"/>
        </pc:sldMkLst>
        <pc:spChg chg="add mod">
          <ac:chgData name="Fariha Hossain" userId="6aa7d125-f4d1-4b59-9e05-e109224d2bd2" providerId="ADAL" clId="{907321D6-D07A-494C-A977-7A7DC7C5B0B5}" dt="2026-02-25T20:01:04.395" v="431" actId="1076"/>
          <ac:spMkLst>
            <pc:docMk/>
            <pc:sldMk cId="1682489216" sldId="448"/>
            <ac:spMk id="3" creationId="{0AB643DC-1EF5-7CE8-2B32-65966A98C79A}"/>
          </ac:spMkLst>
        </pc:spChg>
        <pc:spChg chg="add mod">
          <ac:chgData name="Fariha Hossain" userId="6aa7d125-f4d1-4b59-9e05-e109224d2bd2" providerId="ADAL" clId="{907321D6-D07A-494C-A977-7A7DC7C5B0B5}" dt="2026-02-25T20:00:06.192" v="417"/>
          <ac:spMkLst>
            <pc:docMk/>
            <pc:sldMk cId="1682489216" sldId="448"/>
            <ac:spMk id="5" creationId="{553B8A78-4FD1-2CDB-6874-1B2388865B73}"/>
          </ac:spMkLst>
        </pc:spChg>
        <pc:spChg chg="add mod">
          <ac:chgData name="Fariha Hossain" userId="6aa7d125-f4d1-4b59-9e05-e109224d2bd2" providerId="ADAL" clId="{907321D6-D07A-494C-A977-7A7DC7C5B0B5}" dt="2026-02-25T20:00:48.210" v="425" actId="1076"/>
          <ac:spMkLst>
            <pc:docMk/>
            <pc:sldMk cId="1682489216" sldId="448"/>
            <ac:spMk id="6" creationId="{9C3614EE-6B17-D5CC-59EE-8F9ECECAD7A5}"/>
          </ac:spMkLst>
        </pc:spChg>
        <pc:picChg chg="add mod">
          <ac:chgData name="Fariha Hossain" userId="6aa7d125-f4d1-4b59-9e05-e109224d2bd2" providerId="ADAL" clId="{907321D6-D07A-494C-A977-7A7DC7C5B0B5}" dt="2026-02-25T20:00:54.832" v="427" actId="14100"/>
          <ac:picMkLst>
            <pc:docMk/>
            <pc:sldMk cId="1682489216" sldId="448"/>
            <ac:picMk id="4" creationId="{9F15A4AE-324F-221F-331F-86E979EF0A7E}"/>
          </ac:picMkLst>
        </pc:picChg>
        <pc:picChg chg="add mod">
          <ac:chgData name="Fariha Hossain" userId="6aa7d125-f4d1-4b59-9e05-e109224d2bd2" providerId="ADAL" clId="{907321D6-D07A-494C-A977-7A7DC7C5B0B5}" dt="2026-02-25T20:00:50.946" v="426" actId="1076"/>
          <ac:picMkLst>
            <pc:docMk/>
            <pc:sldMk cId="1682489216" sldId="448"/>
            <ac:picMk id="8" creationId="{E629FCF5-4E13-C9C7-9DB3-CD92E0A3602B}"/>
          </ac:picMkLst>
        </pc:picChg>
      </pc:sldChg>
      <pc:sldChg chg="addSp delSp modSp add mod">
        <pc:chgData name="Fariha Hossain" userId="6aa7d125-f4d1-4b59-9e05-e109224d2bd2" providerId="ADAL" clId="{907321D6-D07A-494C-A977-7A7DC7C5B0B5}" dt="2026-02-25T20:03:17.701" v="465" actId="313"/>
        <pc:sldMkLst>
          <pc:docMk/>
          <pc:sldMk cId="776830141" sldId="449"/>
        </pc:sldMkLst>
        <pc:spChg chg="mod">
          <ac:chgData name="Fariha Hossain" userId="6aa7d125-f4d1-4b59-9e05-e109224d2bd2" providerId="ADAL" clId="{907321D6-D07A-494C-A977-7A7DC7C5B0B5}" dt="2026-02-25T20:03:17.701" v="465" actId="313"/>
          <ac:spMkLst>
            <pc:docMk/>
            <pc:sldMk cId="776830141" sldId="449"/>
            <ac:spMk id="2" creationId="{2A1B0160-4705-04EB-2A77-E541B911CB45}"/>
          </ac:spMkLst>
        </pc:spChg>
        <pc:spChg chg="del">
          <ac:chgData name="Fariha Hossain" userId="6aa7d125-f4d1-4b59-9e05-e109224d2bd2" providerId="ADAL" clId="{907321D6-D07A-494C-A977-7A7DC7C5B0B5}" dt="2026-02-25T20:02:59.980" v="457" actId="478"/>
          <ac:spMkLst>
            <pc:docMk/>
            <pc:sldMk cId="776830141" sldId="449"/>
            <ac:spMk id="3" creationId="{58E9F947-56FA-A6CD-584F-95B98F49B790}"/>
          </ac:spMkLst>
        </pc:spChg>
        <pc:spChg chg="add mod">
          <ac:chgData name="Fariha Hossain" userId="6aa7d125-f4d1-4b59-9e05-e109224d2bd2" providerId="ADAL" clId="{907321D6-D07A-494C-A977-7A7DC7C5B0B5}" dt="2026-02-25T20:03:09.437" v="463" actId="403"/>
          <ac:spMkLst>
            <pc:docMk/>
            <pc:sldMk cId="776830141" sldId="449"/>
            <ac:spMk id="4" creationId="{562AF31E-562A-58AB-DC79-6B23FD7E3473}"/>
          </ac:spMkLst>
        </pc:spChg>
        <pc:picChg chg="add mod">
          <ac:chgData name="Fariha Hossain" userId="6aa7d125-f4d1-4b59-9e05-e109224d2bd2" providerId="ADAL" clId="{907321D6-D07A-494C-A977-7A7DC7C5B0B5}" dt="2026-02-25T20:03:12.809" v="464" actId="1076"/>
          <ac:picMkLst>
            <pc:docMk/>
            <pc:sldMk cId="776830141" sldId="449"/>
            <ac:picMk id="5" creationId="{8A624394-C876-204B-236B-0A3777916075}"/>
          </ac:picMkLst>
        </pc:picChg>
      </pc:sldChg>
      <pc:sldChg chg="modSp add mod">
        <pc:chgData name="Fariha Hossain" userId="6aa7d125-f4d1-4b59-9e05-e109224d2bd2" providerId="ADAL" clId="{907321D6-D07A-494C-A977-7A7DC7C5B0B5}" dt="2026-02-25T20:42:18.980" v="475"/>
        <pc:sldMkLst>
          <pc:docMk/>
          <pc:sldMk cId="111830316" sldId="450"/>
        </pc:sldMkLst>
        <pc:spChg chg="mod">
          <ac:chgData name="Fariha Hossain" userId="6aa7d125-f4d1-4b59-9e05-e109224d2bd2" providerId="ADAL" clId="{907321D6-D07A-494C-A977-7A7DC7C5B0B5}" dt="2026-02-25T20:42:18.980" v="475"/>
          <ac:spMkLst>
            <pc:docMk/>
            <pc:sldMk cId="111830316" sldId="450"/>
            <ac:spMk id="2" creationId="{ABE36ED2-F6BF-1E5F-14B5-D4FB56DCB0E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A4BA-2186-8A71-7F63-5CD923F8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532A5-346C-B873-C41C-CFA0B0BD7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4EE4F-A2CA-E00B-7D70-163BC59F2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33888-9EAF-3A58-AFAC-B8FC944D8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39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CFEA-8AC5-1860-264F-54312BC0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A6C75-4271-D03A-DE0F-308AFCD0F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89F41-E518-B2BC-BE50-5C0678382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F8A2B-609D-91C6-2CAC-8B80DD780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52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24A3-958B-E642-E50E-C88BB8C7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8B41A-EE7F-AFC5-6676-EB7ADA6C5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755B6-39BE-31F8-CCAC-05039210C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F56C-141C-855A-C433-7934BB3A2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74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71C0-827A-F45E-47D5-073EBEDF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3875C-6249-457C-3402-98D94E79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ED2CD-11E5-D268-6F36-4F8B5BE8C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481C5-2571-CBE6-5BEC-8F7DF9493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41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DBAF-3F18-F83B-28ED-7114771D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21392-21DB-D77B-3E15-DCD1F5C44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D2F76-5821-ED4B-8234-EBBFD49DA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4DE0-36F4-37D7-0D0E-432D782ED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1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5D47-F83A-1BF2-FC27-6EF63A16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BBF6E-3757-6B21-23E1-C998847AD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32059-7DF6-42B2-E651-D35BB24BE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1FEC7-9F79-D72F-BDAE-2CC0FA2D7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47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AECC-C676-CFF6-0A27-D22F4E85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7973C-234B-2FDC-F326-1137C3F7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0C2AB-BFFB-6E2F-A520-DACF21F9E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DF57-662C-F2EA-EF6C-99945991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71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6237-2A17-0A2A-710C-CA98766F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30CCA-64D3-0837-C19C-61A3D46C4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0D7C2-BE92-1ABC-CF5C-7A52F4F6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EBF70-A33B-A694-C341-91EED7837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4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E6C79-FB8A-7467-FC03-C65B3B65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8BEB9-C46D-3126-6305-C719BE15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3F328-3D4A-460C-69E1-E6924D7E5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5F33C-C03A-7D8D-580A-F3F9DAA8D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7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325A-664D-C736-43E8-EBCB837A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EAA04-29AA-1564-ACDA-545463B67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05F4-0E5A-15E9-73C2-71FDDD6F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F0694-FD6F-2FBC-9675-04E08BC50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9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B033-D117-3BDC-86BD-2B8C5B3E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1CB78-E5A2-A9DA-F224-B30FA54CD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D7FD0-ACFC-7A37-DEC3-69155BE8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0F5DC-1E9E-2F58-DFC1-46B029EF7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3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9216-EA88-EC62-3413-773F3226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82A8C-520D-A2C3-9A48-5D6603D94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5587B-BC57-9622-52D0-588333E9B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13B8E-A54D-E77F-1A91-531473AA8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44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7952-CCF6-5C13-D47D-80347265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33EAA-6FD9-B140-B5F4-D6C236FED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09602-7DD4-52AE-420F-BB6E117E2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FB3B1-4A17-D830-BFD6-7BB30D0D5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18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EA6F-45E3-1E02-CD83-D50C9E99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DCCC2-E326-196C-7D1F-C6B85E033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6FA58-407A-819E-0DB2-811646C1A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8BEF-9B28-A4AC-AC76-0EC06D2CA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02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A19E-E4C3-F306-7508-42FEFC1B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FEC76-1363-E1ED-046F-1BF899B36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2FBC4-A818-8D97-D249-53CDE4926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2FD60-2582-9C18-D13C-72BDE57CB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8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1717-31E1-2DF6-D707-F67CE118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195AD-88ED-49C8-070C-2302F078C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28BC5-47FC-CD1E-8356-355A3F7DD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1FFED-6727-456C-C542-B3D143C7D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7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7127-0019-3B20-E8A9-FB43C72F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1FEB8-FAB9-1289-7BCF-577D58467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697CA-6113-4A11-32C3-264608442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8484D-F9AA-D951-6F16-5233297A7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70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CEDC-E828-8FE5-C98B-07A439F5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66E49-E6ED-973B-A415-EBB573657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2B5B0-2F04-A413-6DB1-8FAD04707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318CE-E37C-5522-109B-53BBF44C2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58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515E-7E6E-3355-31E1-8CAEBE74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03740-9888-9BCB-7F3D-C3433F152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E9C9A-FA92-B16A-A805-46AD92EE4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CCD32-143A-47E7-4DD5-73E602F24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0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9B1BB-36A8-D9B8-E69A-115F96BF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9C0FA-90D9-7D7A-AAA5-27F1B8A29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D29C7-D52A-5384-5BA3-4986AA6DB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FBCB-3B77-F78E-EA35-02E41FB49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940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D667-CA34-D414-7344-374E6EA9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BB49F-E65E-0F65-0E37-A0C8574A8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CBEC4-F096-EC99-2F87-D8B5A190F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5BA9C-6E8E-3D6F-E4B5-94479548F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4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E856-D785-8703-53D1-81B5D7FC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C7119-183D-E908-BCA3-44ECF73E2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136C3-C515-5C8C-32AA-A8ABF96D4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A988-9E40-1A2E-4DCA-DC71E4F0B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5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08A6-9045-3C72-A6A5-70F864A3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8CB0C-3DEB-7476-E6F6-111F592E4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63FF1-89B9-A2E3-A600-4EB73292C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6B50-F3E9-D620-BDF6-1A8A88260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D1C6-D912-3DE2-D309-B74F48D1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6C617-7E07-1D5D-A09B-C265C51B5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6D94-EC8F-448F-F2C2-9CBED48E4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48976-B482-E166-DF5B-3D51C6E29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63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521" y="6376230"/>
            <a:ext cx="4545497" cy="365125"/>
          </a:xfrm>
        </p:spPr>
        <p:txBody>
          <a:bodyPr/>
          <a:lstStyle/>
          <a:p>
            <a:r>
              <a:rPr lang="en-US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12192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282285"/>
            <a:ext cx="12192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488" y="6397253"/>
            <a:ext cx="5757333" cy="34577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132520" y="6410739"/>
            <a:ext cx="3547659" cy="3452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ustomXml" Target="../ink/ink4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11" Type="http://schemas.openxmlformats.org/officeDocument/2006/relationships/image" Target="../media/image5.png"/><Relationship Id="rId5" Type="http://schemas.openxmlformats.org/officeDocument/2006/relationships/customXml" Target="../ink/ink5.xml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F1SvTg7lrD6sLwmZ3vpyTN443MwHdxqd?usp=sharin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3131876" y="1832346"/>
            <a:ext cx="6121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/>
              <a:t>CS 472/572</a:t>
            </a:r>
          </a:p>
          <a:p>
            <a:pPr algn="ctr"/>
            <a:r>
              <a:rPr lang="en-US" sz="2800" b="1"/>
              <a:t>  Unsupervised Machine Learning</a:t>
            </a:r>
            <a:endParaRPr lang="en-US" sz="1050" b="1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866" y="4610631"/>
            <a:ext cx="6858000" cy="1231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 </a:t>
            </a:r>
          </a:p>
          <a:p>
            <a:r>
              <a:rPr lang="en-US" sz="2000">
                <a:solidFill>
                  <a:schemeClr val="tx1"/>
                </a:solidFill>
              </a:rPr>
              <a:t>Spring 2026</a:t>
            </a:r>
            <a:endParaRPr sz="2000">
              <a:solidFill>
                <a:schemeClr val="tx1"/>
              </a:solidFill>
            </a:endParaRPr>
          </a:p>
          <a:p>
            <a:r>
              <a:rPr sz="2000">
                <a:solidFill>
                  <a:schemeClr val="tx1"/>
                </a:solidFill>
              </a:rPr>
              <a:t>Instructor: Dr. </a:t>
            </a:r>
            <a:r>
              <a:rPr sz="2000" err="1">
                <a:solidFill>
                  <a:schemeClr val="tx1"/>
                </a:solidFill>
              </a:rPr>
              <a:t>Khondker</a:t>
            </a:r>
            <a:r>
              <a:rPr sz="2000">
                <a:solidFill>
                  <a:schemeClr val="tx1"/>
                </a:solidFill>
              </a:rPr>
              <a:t> Fariha Hossain</a:t>
            </a:r>
            <a:endParaRPr lang="en-US" sz="2000">
              <a:solidFill>
                <a:schemeClr val="tx1"/>
              </a:solidFill>
            </a:endParaRPr>
          </a:p>
          <a:p>
            <a:endParaRPr sz="2000">
              <a:solidFill>
                <a:schemeClr val="tx1"/>
              </a:solidFill>
            </a:endParaRPr>
          </a:p>
          <a:p>
            <a:endParaRPr sz="2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1524000" y="3045043"/>
            <a:ext cx="9144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/>
              <a:t>PCA Analysis</a:t>
            </a:r>
          </a:p>
          <a:p>
            <a:pPr algn="ctr"/>
            <a:r>
              <a:rPr lang="en-US" sz="1600" b="1"/>
              <a:t>Week-9 -Class -2</a:t>
            </a:r>
            <a:endParaRPr lang="en-US" sz="400" b="1"/>
          </a:p>
          <a:p>
            <a:pPr algn="ctr"/>
            <a:endParaRPr lang="en-US" sz="1600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708B7FD-5069-195A-9CE9-104310C5EA16}"/>
              </a:ext>
            </a:extLst>
          </p:cNvPr>
          <p:cNvSpPr txBox="1"/>
          <p:nvPr/>
        </p:nvSpPr>
        <p:spPr>
          <a:xfrm>
            <a:off x="364210" y="247723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826E3-FDBE-F6C5-597F-AAE9217865B1}"/>
              </a:ext>
            </a:extLst>
          </p:cNvPr>
          <p:cNvSpPr txBox="1"/>
          <p:nvPr/>
        </p:nvSpPr>
        <p:spPr>
          <a:xfrm>
            <a:off x="958787" y="2357749"/>
            <a:ext cx="92746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US" sz="1600" b="0" i="0" u="none" strike="noStrike" baseline="0">
              <a:solidFill>
                <a:srgbClr val="000000"/>
              </a:solidFill>
              <a:latin typeface="ZVPYZA+ArialM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ZVPYZA+ArialMT"/>
              </a:rPr>
              <a:t>Eigenvectors and eigenvalues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ZVPYZA+ArialMT"/>
              </a:rPr>
              <a:t>Variance and multivariate Gaussian distributions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ZVPYZA+ArialMT"/>
              </a:rPr>
              <a:t>Computing a covariance matrix from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>
                <a:solidFill>
                  <a:srgbClr val="000000"/>
                </a:solidFill>
                <a:latin typeface="ZVPYZA+ArialMT"/>
              </a:rPr>
              <a:t>Principal Components Analysis (PCA) </a:t>
            </a:r>
          </a:p>
        </p:txBody>
      </p:sp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97B1-6B00-F70C-ED26-BC587A54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CAD7A8C-5328-446E-0E2F-A98C5C5BA6F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12B4B-020E-838A-CABF-6F3FBE9903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8D4C9E-E561-A71F-32BE-8D2B42B877F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8D4C9E-E561-A71F-32BE-8D2B42B877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C15AB47-AC63-8598-CD40-E350A21CB3F6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6D91B0-AF11-D5FC-B661-51524286195F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F6D91B0-AF11-D5FC-B661-51524286195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4CCFA9-4925-26F0-0FC0-71B51C7A9CA0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4CCFA9-4925-26F0-0FC0-71B51C7A9C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815" y="2237483"/>
                  <a:ext cx="957240" cy="940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3868018-3385-EAD0-5495-4D4783D2BAA1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3868018-3385-EAD0-5495-4D4783D2BA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C171342-362F-1827-5272-18D8045B1F8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C171342-362F-1827-5272-18D8045B1F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FB05603-1CA7-7D23-881E-E06FCB5F527E}"/>
              </a:ext>
            </a:extLst>
          </p:cNvPr>
          <p:cNvSpPr txBox="1"/>
          <p:nvPr/>
        </p:nvSpPr>
        <p:spPr>
          <a:xfrm>
            <a:off x="405021" y="337434"/>
            <a:ext cx="91031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>
                <a:solidFill>
                  <a:schemeClr val="bg1"/>
                </a:solidFill>
                <a:latin typeface="+mj-lt"/>
              </a:rPr>
              <a:t>From Last Class Eigenvectors and eigenvalues </a:t>
            </a:r>
            <a:endParaRPr lang="en-US" sz="32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FD305-E9AE-089C-D51A-F1CCC351D0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9185" y="1395172"/>
            <a:ext cx="7535313" cy="47770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D8FAC0-4BDB-1F04-6A5B-77135D57BE52}"/>
              </a:ext>
            </a:extLst>
          </p:cNvPr>
          <p:cNvSpPr/>
          <p:nvPr/>
        </p:nvSpPr>
        <p:spPr>
          <a:xfrm>
            <a:off x="8995925" y="5567186"/>
            <a:ext cx="653143" cy="544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3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3413-1549-8A58-1168-3E3900FB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18719-768D-3C6E-3646-E798241507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3" name="Google Shape;101;p19">
            <a:extLst>
              <a:ext uri="{FF2B5EF4-FFF2-40B4-BE49-F238E27FC236}">
                <a16:creationId xmlns:a16="http://schemas.microsoft.com/office/drawing/2014/main" id="{16856C69-86D5-74F0-7C6F-86138FDB5F2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3200">
                <a:solidFill>
                  <a:schemeClr val="bg1"/>
                </a:solidFill>
                <a:latin typeface="Average"/>
                <a:ea typeface="Average"/>
                <a:cs typeface="Average"/>
                <a:sym typeface="Average"/>
              </a:rPr>
              <a:t>Variance</a:t>
            </a:r>
            <a:endParaRPr lang="en-US" sz="6000">
              <a:solidFill>
                <a:schemeClr val="bg1"/>
              </a:solidFill>
            </a:endParaRPr>
          </a:p>
        </p:txBody>
      </p:sp>
      <p:sp>
        <p:nvSpPr>
          <p:cNvPr id="5" name="Google Shape;102;p19">
            <a:extLst>
              <a:ext uri="{FF2B5EF4-FFF2-40B4-BE49-F238E27FC236}">
                <a16:creationId xmlns:a16="http://schemas.microsoft.com/office/drawing/2014/main" id="{5F0EA2B3-7ED5-A76C-E7C5-C239E434990F}"/>
              </a:ext>
            </a:extLst>
          </p:cNvPr>
          <p:cNvSpPr txBox="1">
            <a:spLocks/>
          </p:cNvSpPr>
          <p:nvPr/>
        </p:nvSpPr>
        <p:spPr>
          <a:xfrm>
            <a:off x="594727" y="1881818"/>
            <a:ext cx="10704643" cy="421418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 is the  sum of squares of differences between all numbers and means. </a:t>
            </a:r>
          </a:p>
          <a:p>
            <a:pPr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 (σ²) = (Sum of the squared differences from the mean) / (Total number of values)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mathematical notation:   σ² = Σ(x - μ)² / (n)</a:t>
            </a:r>
          </a:p>
          <a:p>
            <a:pPr marL="457200"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Here:  </a:t>
            </a:r>
          </a:p>
          <a:p>
            <a:pPr marL="914400" lvl="1" algn="l">
              <a:spcBef>
                <a:spcPts val="0"/>
              </a:spcBef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μ is the mean of independent features </a:t>
            </a:r>
          </a:p>
          <a:p>
            <a:pPr marL="914400" lvl="1" algn="l">
              <a:spcBef>
                <a:spcPts val="0"/>
              </a:spcBef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-Mean (μ) = (Sum of all values) / (Total number of values)</a:t>
            </a:r>
          </a:p>
          <a:p>
            <a:pPr marL="457200" algn="l">
              <a:spcBef>
                <a:spcPts val="0"/>
              </a:spcBef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 sz="4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27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C599-B891-0078-FC9D-49BB0596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63FA-69EC-858A-81E8-AC2761348D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068D4-A970-FC42-4468-D046608D2A88}"/>
              </a:ext>
            </a:extLst>
          </p:cNvPr>
          <p:cNvSpPr txBox="1"/>
          <p:nvPr/>
        </p:nvSpPr>
        <p:spPr>
          <a:xfrm>
            <a:off x="348343" y="3327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baseline="0" err="1">
                <a:solidFill>
                  <a:schemeClr val="bg1"/>
                </a:solidFill>
                <a:latin typeface="+mj-lt"/>
              </a:rPr>
              <a:t>Varience</a:t>
            </a:r>
            <a:r>
              <a:rPr lang="en-US" sz="3600" b="0" i="0" u="none" strike="noStrike" baseline="0">
                <a:solidFill>
                  <a:schemeClr val="bg1"/>
                </a:solidFill>
                <a:latin typeface="+mj-lt"/>
              </a:rPr>
              <a:t> </a:t>
            </a:r>
            <a:endParaRPr lang="en-US" sz="3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Google Shape;102;p19">
            <a:extLst>
              <a:ext uri="{FF2B5EF4-FFF2-40B4-BE49-F238E27FC236}">
                <a16:creationId xmlns:a16="http://schemas.microsoft.com/office/drawing/2014/main" id="{0AB643DC-1EF5-7CE8-2B32-65966A98C79A}"/>
              </a:ext>
            </a:extLst>
          </p:cNvPr>
          <p:cNvSpPr txBox="1">
            <a:spLocks/>
          </p:cNvSpPr>
          <p:nvPr/>
        </p:nvSpPr>
        <p:spPr>
          <a:xfrm>
            <a:off x="-185057" y="1574929"/>
            <a:ext cx="1057501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variance is a measure that indicates how much data scatter around the mean </a:t>
            </a:r>
          </a:p>
          <a:p>
            <a:pPr marL="457200"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 sz="4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5A4AE-324F-221F-331F-86E979EF0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2854177"/>
            <a:ext cx="6370765" cy="2359681"/>
          </a:xfrm>
          <a:prstGeom prst="rect">
            <a:avLst/>
          </a:prstGeom>
        </p:spPr>
      </p:pic>
      <p:sp>
        <p:nvSpPr>
          <p:cNvPr id="6" name="Google Shape;102;p19">
            <a:extLst>
              <a:ext uri="{FF2B5EF4-FFF2-40B4-BE49-F238E27FC236}">
                <a16:creationId xmlns:a16="http://schemas.microsoft.com/office/drawing/2014/main" id="{9C3614EE-6B17-D5CC-59EE-8F9ECECAD7A5}"/>
              </a:ext>
            </a:extLst>
          </p:cNvPr>
          <p:cNvSpPr txBox="1">
            <a:spLocks/>
          </p:cNvSpPr>
          <p:nvPr/>
        </p:nvSpPr>
        <p:spPr>
          <a:xfrm>
            <a:off x="5874301" y="2336588"/>
            <a:ext cx="5969356" cy="291940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0200">
              <a:buSzPts val="1600"/>
              <a:buFont typeface="Average"/>
              <a:buChar char="-"/>
            </a:pPr>
            <a:r>
              <a:rPr lang="en-US" sz="1600">
                <a:solidFill>
                  <a:schemeClr val="tx1"/>
                </a:solidFill>
              </a:rPr>
              <a:t>In mathematical notation:   σ² = Σ(x - μ)² / (n)</a:t>
            </a:r>
          </a:p>
          <a:p>
            <a:pPr marL="127000">
              <a:buSzPts val="1600"/>
            </a:pPr>
            <a:r>
              <a:rPr lang="en-US" sz="1600">
                <a:solidFill>
                  <a:schemeClr val="tx1"/>
                </a:solidFill>
              </a:rPr>
              <a:t>. </a:t>
            </a:r>
          </a:p>
          <a:p>
            <a:pPr marL="457200" algn="l">
              <a:spcBef>
                <a:spcPts val="0"/>
              </a:spcBef>
            </a:pPr>
            <a:endParaRPr lang="en-US" sz="1800">
              <a:solidFill>
                <a:schemeClr val="tx1"/>
              </a:solidFill>
            </a:endParaRPr>
          </a:p>
          <a:p>
            <a:pPr marL="457200" algn="l">
              <a:spcBef>
                <a:spcPts val="0"/>
              </a:spcBef>
            </a:pPr>
            <a:endParaRPr lang="en-US" sz="200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9FCF5-4E13-C9C7-9DB3-CD92E0A36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825" y="2938929"/>
            <a:ext cx="4569882" cy="27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8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B910-7A5C-E962-9FB0-E7827F062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4562E-0F69-23D8-F037-26F7A1277A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9BF31E-B720-617B-A8B4-BCB4A6CDD874}"/>
              </a:ext>
            </a:extLst>
          </p:cNvPr>
          <p:cNvSpPr txBox="1"/>
          <p:nvPr/>
        </p:nvSpPr>
        <p:spPr>
          <a:xfrm>
            <a:off x="348343" y="3327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baseline="0">
                <a:solidFill>
                  <a:schemeClr val="bg1"/>
                </a:solidFill>
                <a:latin typeface="+mj-lt"/>
              </a:rPr>
              <a:t>Covariance </a:t>
            </a:r>
            <a:endParaRPr lang="en-US" sz="3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Google Shape;108;p20">
            <a:extLst>
              <a:ext uri="{FF2B5EF4-FFF2-40B4-BE49-F238E27FC236}">
                <a16:creationId xmlns:a16="http://schemas.microsoft.com/office/drawing/2014/main" id="{52FB9391-804C-7ABF-AF7C-E797CF306BB1}"/>
              </a:ext>
            </a:extLst>
          </p:cNvPr>
          <p:cNvSpPr txBox="1">
            <a:spLocks/>
          </p:cNvSpPr>
          <p:nvPr/>
        </p:nvSpPr>
        <p:spPr>
          <a:xfrm>
            <a:off x="594728" y="2273703"/>
            <a:ext cx="10519586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 algn="l">
              <a:spcBef>
                <a:spcPts val="1200"/>
              </a:spcBef>
              <a:buSzPts val="1600"/>
              <a:buFont typeface="Arial"/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the relationship between a pair of random variables where change in one variable causes change in another variable.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take any value between -infinity to +infinity, where the negative value represents the negative relationship whereas a positive value represents the positive relationship.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used for the linear relationship between variables.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gives the direction of relationship between variables.</a:t>
            </a:r>
          </a:p>
          <a:p>
            <a:pPr marL="457200" algn="l">
              <a:spcBef>
                <a:spcPts val="1200"/>
              </a:spcBef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39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A5E3-016F-7DEB-CD2B-087AB15A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FC4C1-345C-9E59-DA5E-74728B78E8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B0160-4705-04EB-2A77-E541B911CB45}"/>
              </a:ext>
            </a:extLst>
          </p:cNvPr>
          <p:cNvSpPr txBox="1"/>
          <p:nvPr/>
        </p:nvSpPr>
        <p:spPr>
          <a:xfrm>
            <a:off x="348343" y="3327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baseline="0">
                <a:solidFill>
                  <a:schemeClr val="bg1"/>
                </a:solidFill>
                <a:latin typeface="+mj-lt"/>
              </a:rPr>
              <a:t>Covariance </a:t>
            </a:r>
            <a:endParaRPr lang="en-US" sz="3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Google Shape;114;p21">
            <a:extLst>
              <a:ext uri="{FF2B5EF4-FFF2-40B4-BE49-F238E27FC236}">
                <a16:creationId xmlns:a16="http://schemas.microsoft.com/office/drawing/2014/main" id="{562AF31E-562A-58AB-DC79-6B23FD7E3473}"/>
              </a:ext>
            </a:extLst>
          </p:cNvPr>
          <p:cNvSpPr txBox="1">
            <a:spLocks/>
          </p:cNvSpPr>
          <p:nvPr/>
        </p:nvSpPr>
        <p:spPr>
          <a:xfrm>
            <a:off x="1585329" y="2284589"/>
            <a:ext cx="8682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formula for the covariance (Cov) between two random variables X and Y, each with N data points, is as follows:</a:t>
            </a:r>
          </a:p>
          <a:p>
            <a:pPr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Where: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Cov(X,Y) is the covariance between X and Y.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is the number of data points.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 and Yi represent individual data points for X and Y, respectively.</a:t>
            </a:r>
          </a:p>
          <a:p>
            <a:pPr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algn="l">
              <a:spcBef>
                <a:spcPts val="0"/>
              </a:spcBef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oogle Shape;115;p21">
            <a:extLst>
              <a:ext uri="{FF2B5EF4-FFF2-40B4-BE49-F238E27FC236}">
                <a16:creationId xmlns:a16="http://schemas.microsoft.com/office/drawing/2014/main" id="{8A624394-C876-204B-236B-0A37779160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435" y="3339289"/>
            <a:ext cx="4371975" cy="642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683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74C9-8BC0-2631-C0F5-D0D1761E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D6948-64E4-1F8B-9EE9-B5C7309517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234ABCD1-74E0-3BE2-BC7B-46112CB1163E}"/>
              </a:ext>
            </a:extLst>
          </p:cNvPr>
          <p:cNvSpPr/>
          <p:nvPr/>
        </p:nvSpPr>
        <p:spPr>
          <a:xfrm>
            <a:off x="169818" y="411481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Obtain the Data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63F60D27-16E9-689C-3109-F34BAFCC48DC}"/>
              </a:ext>
            </a:extLst>
          </p:cNvPr>
          <p:cNvSpPr/>
          <p:nvPr/>
        </p:nvSpPr>
        <p:spPr>
          <a:xfrm>
            <a:off x="1689463" y="124073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organise the raw dataset into a matrix of m observations × n variables</a:t>
            </a:r>
            <a:endParaRPr lang="en-US" sz="1300"/>
          </a:p>
        </p:txBody>
      </p:sp>
      <p:sp>
        <p:nvSpPr>
          <p:cNvPr id="60" name="Shape 55"/>
          <p:cNvSpPr/>
          <p:nvPr/>
        </p:nvSpPr>
        <p:spPr>
          <a:xfrm>
            <a:off x="2167319" y="6002817"/>
            <a:ext cx="8595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1979650" y="6002817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must be numerical. Ensure data is complete before proceeding.</a:t>
            </a:r>
            <a:endParaRPr lang="en-US" sz="1100"/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9295437C-33A5-E65E-1349-5B475A570395}"/>
              </a:ext>
            </a:extLst>
          </p:cNvPr>
          <p:cNvSpPr/>
          <p:nvPr/>
        </p:nvSpPr>
        <p:spPr>
          <a:xfrm>
            <a:off x="1689463" y="1946551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E168381C-7E50-4E1F-F257-9FEAFE854A85}"/>
              </a:ext>
            </a:extLst>
          </p:cNvPr>
          <p:cNvSpPr/>
          <p:nvPr/>
        </p:nvSpPr>
        <p:spPr>
          <a:xfrm>
            <a:off x="1689463" y="1946551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E516AF9A-650D-EFC6-C6EB-8F3482062F3A}"/>
              </a:ext>
            </a:extLst>
          </p:cNvPr>
          <p:cNvSpPr/>
          <p:nvPr/>
        </p:nvSpPr>
        <p:spPr>
          <a:xfrm>
            <a:off x="1826623" y="203799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Matrix X</a:t>
            </a:r>
            <a:endParaRPr lang="en-US" sz="130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59B196F0-23DD-91C1-1DB8-759E10D9F4AE}"/>
              </a:ext>
            </a:extLst>
          </p:cNvPr>
          <p:cNvSpPr/>
          <p:nvPr/>
        </p:nvSpPr>
        <p:spPr>
          <a:xfrm>
            <a:off x="1826623" y="2467759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the data as a matrix X: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Each row = one observation (sample)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Each column = one variable (feature)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 X  is  m × 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m = number of observations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 n = number of variables</a:t>
            </a:r>
            <a:endParaRPr lang="en-US" sz="1300"/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0F0BF5CF-616C-9837-13B5-1A25B927ABBB}"/>
              </a:ext>
            </a:extLst>
          </p:cNvPr>
          <p:cNvSpPr/>
          <p:nvPr/>
        </p:nvSpPr>
        <p:spPr>
          <a:xfrm>
            <a:off x="6032863" y="1946551"/>
            <a:ext cx="4251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F8C7029B-B4D3-CC88-C77F-6E22E13B6274}"/>
              </a:ext>
            </a:extLst>
          </p:cNvPr>
          <p:cNvSpPr/>
          <p:nvPr/>
        </p:nvSpPr>
        <p:spPr>
          <a:xfrm>
            <a:off x="6032863" y="1946551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4F8B4086-F370-DC09-B71A-73A71C43FC52}"/>
              </a:ext>
            </a:extLst>
          </p:cNvPr>
          <p:cNvSpPr/>
          <p:nvPr/>
        </p:nvSpPr>
        <p:spPr>
          <a:xfrm>
            <a:off x="6170023" y="2037991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Layout</a:t>
            </a:r>
            <a:endParaRPr lang="en-US" sz="130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84B64D5C-ABFC-5B75-3BF2-299BFCDB737B}"/>
              </a:ext>
            </a:extLst>
          </p:cNvPr>
          <p:cNvSpPr/>
          <p:nvPr/>
        </p:nvSpPr>
        <p:spPr>
          <a:xfrm>
            <a:off x="6215743" y="2495191"/>
            <a:ext cx="868680" cy="530352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E86918BD-B580-D2B3-2EB3-42B6B942B5FE}"/>
              </a:ext>
            </a:extLst>
          </p:cNvPr>
          <p:cNvSpPr/>
          <p:nvPr/>
        </p:nvSpPr>
        <p:spPr>
          <a:xfrm>
            <a:off x="6215743" y="2495191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1</a:t>
            </a:r>
            <a:endParaRPr lang="en-US" sz="1100"/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B3FF25FE-360D-3EBC-6445-73197B2FDB1D}"/>
              </a:ext>
            </a:extLst>
          </p:cNvPr>
          <p:cNvSpPr/>
          <p:nvPr/>
        </p:nvSpPr>
        <p:spPr>
          <a:xfrm>
            <a:off x="7084423" y="2495191"/>
            <a:ext cx="868680" cy="530352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F3149F7-76FA-DD26-9846-58DAD4469B2A}"/>
              </a:ext>
            </a:extLst>
          </p:cNvPr>
          <p:cNvSpPr/>
          <p:nvPr/>
        </p:nvSpPr>
        <p:spPr>
          <a:xfrm>
            <a:off x="7084423" y="2495191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2</a:t>
            </a:r>
            <a:endParaRPr lang="en-US" sz="1100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4340874C-2407-4204-1016-074AFC3E6B28}"/>
              </a:ext>
            </a:extLst>
          </p:cNvPr>
          <p:cNvSpPr/>
          <p:nvPr/>
        </p:nvSpPr>
        <p:spPr>
          <a:xfrm>
            <a:off x="7953103" y="2495191"/>
            <a:ext cx="868680" cy="530352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BEFD2AE8-2111-E62D-FE3E-C6F4B48BABFF}"/>
              </a:ext>
            </a:extLst>
          </p:cNvPr>
          <p:cNvSpPr/>
          <p:nvPr/>
        </p:nvSpPr>
        <p:spPr>
          <a:xfrm>
            <a:off x="7953103" y="2495191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98B2C112-FF68-3EF9-73E2-62E5C239B189}"/>
              </a:ext>
            </a:extLst>
          </p:cNvPr>
          <p:cNvSpPr/>
          <p:nvPr/>
        </p:nvSpPr>
        <p:spPr>
          <a:xfrm>
            <a:off x="8821783" y="2495191"/>
            <a:ext cx="868680" cy="530352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A4E3444C-6348-360F-6045-4CE07EB67720}"/>
              </a:ext>
            </a:extLst>
          </p:cNvPr>
          <p:cNvSpPr/>
          <p:nvPr/>
        </p:nvSpPr>
        <p:spPr>
          <a:xfrm>
            <a:off x="8821783" y="2495191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n</a:t>
            </a:r>
            <a:endParaRPr lang="en-US" sz="110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94741893-7790-E3A4-95BC-FEB46C7E2531}"/>
              </a:ext>
            </a:extLst>
          </p:cNvPr>
          <p:cNvSpPr/>
          <p:nvPr/>
        </p:nvSpPr>
        <p:spPr>
          <a:xfrm>
            <a:off x="6215743" y="3025543"/>
            <a:ext cx="868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432C7C47-6E57-0D07-F960-23C7E3150C7C}"/>
              </a:ext>
            </a:extLst>
          </p:cNvPr>
          <p:cNvSpPr/>
          <p:nvPr/>
        </p:nvSpPr>
        <p:spPr>
          <a:xfrm>
            <a:off x="6215743" y="3025543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1</a:t>
            </a:r>
            <a:endParaRPr lang="en-US" sz="1000"/>
          </a:p>
        </p:txBody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E9701342-FF13-2179-8BE7-C1CD4FFB35BE}"/>
              </a:ext>
            </a:extLst>
          </p:cNvPr>
          <p:cNvSpPr/>
          <p:nvPr/>
        </p:nvSpPr>
        <p:spPr>
          <a:xfrm>
            <a:off x="7084423" y="3025543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9A3B7BAC-B0CF-673E-516C-EA35A7EAB43C}"/>
              </a:ext>
            </a:extLst>
          </p:cNvPr>
          <p:cNvSpPr/>
          <p:nvPr/>
        </p:nvSpPr>
        <p:spPr>
          <a:xfrm>
            <a:off x="7084423" y="3025543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81" name="Shape 25">
            <a:extLst>
              <a:ext uri="{FF2B5EF4-FFF2-40B4-BE49-F238E27FC236}">
                <a16:creationId xmlns:a16="http://schemas.microsoft.com/office/drawing/2014/main" id="{820A7E39-6818-B75F-D329-230CA5B41C7E}"/>
              </a:ext>
            </a:extLst>
          </p:cNvPr>
          <p:cNvSpPr/>
          <p:nvPr/>
        </p:nvSpPr>
        <p:spPr>
          <a:xfrm>
            <a:off x="7953103" y="3025543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1EB55DA9-7597-FB34-15F8-908D0D0ABA9E}"/>
              </a:ext>
            </a:extLst>
          </p:cNvPr>
          <p:cNvSpPr/>
          <p:nvPr/>
        </p:nvSpPr>
        <p:spPr>
          <a:xfrm>
            <a:off x="7953103" y="3025543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83" name="Shape 27">
            <a:extLst>
              <a:ext uri="{FF2B5EF4-FFF2-40B4-BE49-F238E27FC236}">
                <a16:creationId xmlns:a16="http://schemas.microsoft.com/office/drawing/2014/main" id="{ADCE3ADF-348E-5E5C-C351-18E3A5A95A93}"/>
              </a:ext>
            </a:extLst>
          </p:cNvPr>
          <p:cNvSpPr/>
          <p:nvPr/>
        </p:nvSpPr>
        <p:spPr>
          <a:xfrm>
            <a:off x="8821783" y="3025543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BCB53505-EFFB-D039-D442-03F5E019C6A7}"/>
              </a:ext>
            </a:extLst>
          </p:cNvPr>
          <p:cNvSpPr/>
          <p:nvPr/>
        </p:nvSpPr>
        <p:spPr>
          <a:xfrm>
            <a:off x="8821783" y="3025543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85" name="Shape 29">
            <a:extLst>
              <a:ext uri="{FF2B5EF4-FFF2-40B4-BE49-F238E27FC236}">
                <a16:creationId xmlns:a16="http://schemas.microsoft.com/office/drawing/2014/main" id="{38049EF0-5A0F-9E1C-7A3D-E6CB2F3235B7}"/>
              </a:ext>
            </a:extLst>
          </p:cNvPr>
          <p:cNvSpPr/>
          <p:nvPr/>
        </p:nvSpPr>
        <p:spPr>
          <a:xfrm>
            <a:off x="6215743" y="3555895"/>
            <a:ext cx="868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E7440A1B-2B0E-A7CD-70D3-9B74809EC5F5}"/>
              </a:ext>
            </a:extLst>
          </p:cNvPr>
          <p:cNvSpPr/>
          <p:nvPr/>
        </p:nvSpPr>
        <p:spPr>
          <a:xfrm>
            <a:off x="6215743" y="3555895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2</a:t>
            </a:r>
            <a:endParaRPr lang="en-US" sz="1000"/>
          </a:p>
        </p:txBody>
      </p:sp>
      <p:sp>
        <p:nvSpPr>
          <p:cNvPr id="87" name="Shape 31">
            <a:extLst>
              <a:ext uri="{FF2B5EF4-FFF2-40B4-BE49-F238E27FC236}">
                <a16:creationId xmlns:a16="http://schemas.microsoft.com/office/drawing/2014/main" id="{3A4B0C37-E799-7146-69B3-D0A02E4D10E7}"/>
              </a:ext>
            </a:extLst>
          </p:cNvPr>
          <p:cNvSpPr/>
          <p:nvPr/>
        </p:nvSpPr>
        <p:spPr>
          <a:xfrm>
            <a:off x="7084423" y="3555895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324C6EB4-47A4-B892-360D-23DB5278FAEC}"/>
              </a:ext>
            </a:extLst>
          </p:cNvPr>
          <p:cNvSpPr/>
          <p:nvPr/>
        </p:nvSpPr>
        <p:spPr>
          <a:xfrm>
            <a:off x="7084423" y="3555895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89" name="Shape 33">
            <a:extLst>
              <a:ext uri="{FF2B5EF4-FFF2-40B4-BE49-F238E27FC236}">
                <a16:creationId xmlns:a16="http://schemas.microsoft.com/office/drawing/2014/main" id="{4182DE3F-5E82-2644-FA3B-9BF663EFE6A4}"/>
              </a:ext>
            </a:extLst>
          </p:cNvPr>
          <p:cNvSpPr/>
          <p:nvPr/>
        </p:nvSpPr>
        <p:spPr>
          <a:xfrm>
            <a:off x="7953103" y="3555895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593EE826-64D9-A4E8-C478-7B72BC5DD9B7}"/>
              </a:ext>
            </a:extLst>
          </p:cNvPr>
          <p:cNvSpPr/>
          <p:nvPr/>
        </p:nvSpPr>
        <p:spPr>
          <a:xfrm>
            <a:off x="7953103" y="3555895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91" name="Shape 35">
            <a:extLst>
              <a:ext uri="{FF2B5EF4-FFF2-40B4-BE49-F238E27FC236}">
                <a16:creationId xmlns:a16="http://schemas.microsoft.com/office/drawing/2014/main" id="{98C7E57A-2898-746F-F9F1-FE088112995A}"/>
              </a:ext>
            </a:extLst>
          </p:cNvPr>
          <p:cNvSpPr/>
          <p:nvPr/>
        </p:nvSpPr>
        <p:spPr>
          <a:xfrm>
            <a:off x="8821783" y="3555895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AF6D6461-F1D2-C60E-E5EF-30333F2E4EB6}"/>
              </a:ext>
            </a:extLst>
          </p:cNvPr>
          <p:cNvSpPr/>
          <p:nvPr/>
        </p:nvSpPr>
        <p:spPr>
          <a:xfrm>
            <a:off x="8821783" y="3555895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822D50B3-8383-B6A3-DF8A-4244D3A65703}"/>
              </a:ext>
            </a:extLst>
          </p:cNvPr>
          <p:cNvSpPr/>
          <p:nvPr/>
        </p:nvSpPr>
        <p:spPr>
          <a:xfrm>
            <a:off x="6215743" y="4086247"/>
            <a:ext cx="868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38">
            <a:extLst>
              <a:ext uri="{FF2B5EF4-FFF2-40B4-BE49-F238E27FC236}">
                <a16:creationId xmlns:a16="http://schemas.microsoft.com/office/drawing/2014/main" id="{18DED0B9-E4AC-D5BC-57CA-572623C43511}"/>
              </a:ext>
            </a:extLst>
          </p:cNvPr>
          <p:cNvSpPr/>
          <p:nvPr/>
        </p:nvSpPr>
        <p:spPr>
          <a:xfrm>
            <a:off x="6215743" y="4086247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/>
          </a:p>
        </p:txBody>
      </p:sp>
      <p:sp>
        <p:nvSpPr>
          <p:cNvPr id="95" name="Shape 39">
            <a:extLst>
              <a:ext uri="{FF2B5EF4-FFF2-40B4-BE49-F238E27FC236}">
                <a16:creationId xmlns:a16="http://schemas.microsoft.com/office/drawing/2014/main" id="{64CB28B8-32B9-4C88-ECD0-0BDD4646CF2A}"/>
              </a:ext>
            </a:extLst>
          </p:cNvPr>
          <p:cNvSpPr/>
          <p:nvPr/>
        </p:nvSpPr>
        <p:spPr>
          <a:xfrm>
            <a:off x="7084423" y="4086247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40">
            <a:extLst>
              <a:ext uri="{FF2B5EF4-FFF2-40B4-BE49-F238E27FC236}">
                <a16:creationId xmlns:a16="http://schemas.microsoft.com/office/drawing/2014/main" id="{C0A422C9-0FED-A57A-EF9C-C7D4E295277C}"/>
              </a:ext>
            </a:extLst>
          </p:cNvPr>
          <p:cNvSpPr/>
          <p:nvPr/>
        </p:nvSpPr>
        <p:spPr>
          <a:xfrm>
            <a:off x="7084423" y="4086247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97" name="Shape 41">
            <a:extLst>
              <a:ext uri="{FF2B5EF4-FFF2-40B4-BE49-F238E27FC236}">
                <a16:creationId xmlns:a16="http://schemas.microsoft.com/office/drawing/2014/main" id="{5FAD44C6-D832-1EF2-05B0-84C4170A1E55}"/>
              </a:ext>
            </a:extLst>
          </p:cNvPr>
          <p:cNvSpPr/>
          <p:nvPr/>
        </p:nvSpPr>
        <p:spPr>
          <a:xfrm>
            <a:off x="7953103" y="4086247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42">
            <a:extLst>
              <a:ext uri="{FF2B5EF4-FFF2-40B4-BE49-F238E27FC236}">
                <a16:creationId xmlns:a16="http://schemas.microsoft.com/office/drawing/2014/main" id="{7CDF4378-8A35-0253-390B-AB98C698688A}"/>
              </a:ext>
            </a:extLst>
          </p:cNvPr>
          <p:cNvSpPr/>
          <p:nvPr/>
        </p:nvSpPr>
        <p:spPr>
          <a:xfrm>
            <a:off x="7953103" y="4086247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99" name="Shape 43">
            <a:extLst>
              <a:ext uri="{FF2B5EF4-FFF2-40B4-BE49-F238E27FC236}">
                <a16:creationId xmlns:a16="http://schemas.microsoft.com/office/drawing/2014/main" id="{E49B7617-165E-73C5-1DDD-847E83730D59}"/>
              </a:ext>
            </a:extLst>
          </p:cNvPr>
          <p:cNvSpPr/>
          <p:nvPr/>
        </p:nvSpPr>
        <p:spPr>
          <a:xfrm>
            <a:off x="8821783" y="4086247"/>
            <a:ext cx="868680" cy="530352"/>
          </a:xfrm>
          <a:prstGeom prst="rect">
            <a:avLst/>
          </a:prstGeom>
          <a:solidFill>
            <a:srgbClr val="D0F0EB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44">
            <a:extLst>
              <a:ext uri="{FF2B5EF4-FFF2-40B4-BE49-F238E27FC236}">
                <a16:creationId xmlns:a16="http://schemas.microsoft.com/office/drawing/2014/main" id="{FC1B3C5D-EB3D-87EC-C03E-784641C1478B}"/>
              </a:ext>
            </a:extLst>
          </p:cNvPr>
          <p:cNvSpPr/>
          <p:nvPr/>
        </p:nvSpPr>
        <p:spPr>
          <a:xfrm>
            <a:off x="8821783" y="4086247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101" name="Shape 45">
            <a:extLst>
              <a:ext uri="{FF2B5EF4-FFF2-40B4-BE49-F238E27FC236}">
                <a16:creationId xmlns:a16="http://schemas.microsoft.com/office/drawing/2014/main" id="{DEC509C2-5662-B609-0BCF-2CFDD4F7ED44}"/>
              </a:ext>
            </a:extLst>
          </p:cNvPr>
          <p:cNvSpPr/>
          <p:nvPr/>
        </p:nvSpPr>
        <p:spPr>
          <a:xfrm>
            <a:off x="6215743" y="4616599"/>
            <a:ext cx="868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46">
            <a:extLst>
              <a:ext uri="{FF2B5EF4-FFF2-40B4-BE49-F238E27FC236}">
                <a16:creationId xmlns:a16="http://schemas.microsoft.com/office/drawing/2014/main" id="{0E88DD3D-2E68-C1C7-B0CC-0443375059BA}"/>
              </a:ext>
            </a:extLst>
          </p:cNvPr>
          <p:cNvSpPr/>
          <p:nvPr/>
        </p:nvSpPr>
        <p:spPr>
          <a:xfrm>
            <a:off x="6215743" y="4616599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m</a:t>
            </a:r>
            <a:endParaRPr lang="en-US" sz="1000"/>
          </a:p>
        </p:txBody>
      </p:sp>
      <p:sp>
        <p:nvSpPr>
          <p:cNvPr id="103" name="Shape 47">
            <a:extLst>
              <a:ext uri="{FF2B5EF4-FFF2-40B4-BE49-F238E27FC236}">
                <a16:creationId xmlns:a16="http://schemas.microsoft.com/office/drawing/2014/main" id="{2C526F72-755B-45E6-7A60-B81E8B9A57CE}"/>
              </a:ext>
            </a:extLst>
          </p:cNvPr>
          <p:cNvSpPr/>
          <p:nvPr/>
        </p:nvSpPr>
        <p:spPr>
          <a:xfrm>
            <a:off x="7084423" y="4616599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48">
            <a:extLst>
              <a:ext uri="{FF2B5EF4-FFF2-40B4-BE49-F238E27FC236}">
                <a16:creationId xmlns:a16="http://schemas.microsoft.com/office/drawing/2014/main" id="{79D92E30-0F5D-C274-E56B-48F24146183D}"/>
              </a:ext>
            </a:extLst>
          </p:cNvPr>
          <p:cNvSpPr/>
          <p:nvPr/>
        </p:nvSpPr>
        <p:spPr>
          <a:xfrm>
            <a:off x="7084423" y="4616599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105" name="Shape 49">
            <a:extLst>
              <a:ext uri="{FF2B5EF4-FFF2-40B4-BE49-F238E27FC236}">
                <a16:creationId xmlns:a16="http://schemas.microsoft.com/office/drawing/2014/main" id="{FEDDFCCD-727E-27B9-1743-5CEC0D76CB00}"/>
              </a:ext>
            </a:extLst>
          </p:cNvPr>
          <p:cNvSpPr/>
          <p:nvPr/>
        </p:nvSpPr>
        <p:spPr>
          <a:xfrm>
            <a:off x="7953103" y="4616599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0786B699-BEEE-06DE-7514-FBA7CF4ECACE}"/>
              </a:ext>
            </a:extLst>
          </p:cNvPr>
          <p:cNvSpPr/>
          <p:nvPr/>
        </p:nvSpPr>
        <p:spPr>
          <a:xfrm>
            <a:off x="7953103" y="4616599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107" name="Shape 51">
            <a:extLst>
              <a:ext uri="{FF2B5EF4-FFF2-40B4-BE49-F238E27FC236}">
                <a16:creationId xmlns:a16="http://schemas.microsoft.com/office/drawing/2014/main" id="{F7A2B866-78EB-7CFC-A8DC-7DDD43742B72}"/>
              </a:ext>
            </a:extLst>
          </p:cNvPr>
          <p:cNvSpPr/>
          <p:nvPr/>
        </p:nvSpPr>
        <p:spPr>
          <a:xfrm>
            <a:off x="8821783" y="4616599"/>
            <a:ext cx="868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52">
            <a:extLst>
              <a:ext uri="{FF2B5EF4-FFF2-40B4-BE49-F238E27FC236}">
                <a16:creationId xmlns:a16="http://schemas.microsoft.com/office/drawing/2014/main" id="{B7D6D8B6-FD57-BFF7-A3D6-B90381E8646D}"/>
              </a:ext>
            </a:extLst>
          </p:cNvPr>
          <p:cNvSpPr/>
          <p:nvPr/>
        </p:nvSpPr>
        <p:spPr>
          <a:xfrm>
            <a:off x="8821783" y="4616599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xᵢⱼ</a:t>
            </a:r>
            <a:endParaRPr lang="en-US" sz="120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B520F6DF-FA57-A413-C725-82E6589AEF31}"/>
              </a:ext>
            </a:extLst>
          </p:cNvPr>
          <p:cNvSpPr/>
          <p:nvPr/>
        </p:nvSpPr>
        <p:spPr>
          <a:xfrm>
            <a:off x="6032863" y="4845199"/>
            <a:ext cx="4251960" cy="347472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54">
            <a:extLst>
              <a:ext uri="{FF2B5EF4-FFF2-40B4-BE49-F238E27FC236}">
                <a16:creationId xmlns:a16="http://schemas.microsoft.com/office/drawing/2014/main" id="{B419819E-D750-5263-F080-C532119995B6}"/>
              </a:ext>
            </a:extLst>
          </p:cNvPr>
          <p:cNvSpPr/>
          <p:nvPr/>
        </p:nvSpPr>
        <p:spPr>
          <a:xfrm>
            <a:off x="6032863" y="4845199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→  m rows (observations) × n cols (variables)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06600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48FE-DD89-5166-AD2C-131B2189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75AB4-1F71-4B38-E199-B9DF6245E8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E01990E5-B229-10BC-B2F4-377188875947}"/>
              </a:ext>
            </a:extLst>
          </p:cNvPr>
          <p:cNvSpPr/>
          <p:nvPr/>
        </p:nvSpPr>
        <p:spPr>
          <a:xfrm>
            <a:off x="365760" y="357051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Subtract the Mean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3F6C89B-CDA1-081C-1A99-3F2BCF4259A1}"/>
              </a:ext>
            </a:extLst>
          </p:cNvPr>
          <p:cNvSpPr/>
          <p:nvPr/>
        </p:nvSpPr>
        <p:spPr>
          <a:xfrm>
            <a:off x="1689463" y="1536192"/>
            <a:ext cx="8595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7AF58C0-37FB-1E64-F66A-E72B34C1F7A2}"/>
              </a:ext>
            </a:extLst>
          </p:cNvPr>
          <p:cNvSpPr/>
          <p:nvPr/>
        </p:nvSpPr>
        <p:spPr>
          <a:xfrm>
            <a:off x="1689463" y="15361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the data by subtracting the mean of each variable from all its values</a:t>
            </a:r>
            <a:endParaRPr lang="en-US" sz="13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DE341B3-A802-1123-86FD-6D76DE9DB221}"/>
              </a:ext>
            </a:extLst>
          </p:cNvPr>
          <p:cNvSpPr/>
          <p:nvPr/>
        </p:nvSpPr>
        <p:spPr>
          <a:xfrm>
            <a:off x="1230086" y="2148840"/>
            <a:ext cx="4574177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F3D3C6C-6358-FEAC-69D0-BA81A08A2A58}"/>
              </a:ext>
            </a:extLst>
          </p:cNvPr>
          <p:cNvSpPr/>
          <p:nvPr/>
        </p:nvSpPr>
        <p:spPr>
          <a:xfrm>
            <a:off x="1689463" y="2148840"/>
            <a:ext cx="4114800" cy="640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7F2F971-830D-0AF1-E858-D3BDD0484D74}"/>
              </a:ext>
            </a:extLst>
          </p:cNvPr>
          <p:cNvSpPr/>
          <p:nvPr/>
        </p:nvSpPr>
        <p:spPr>
          <a:xfrm>
            <a:off x="1826623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Centre the Data?</a:t>
            </a:r>
            <a:endParaRPr lang="en-US" sz="130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29BEC3C-B816-103D-C967-9AF127EB153F}"/>
              </a:ext>
            </a:extLst>
          </p:cNvPr>
          <p:cNvSpPr/>
          <p:nvPr/>
        </p:nvSpPr>
        <p:spPr>
          <a:xfrm>
            <a:off x="1826623" y="263347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finds directions of maximum variance.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not centred, the covariance matrix measures variance around zero, not around the data's true centre.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Centring ensures we measure relative spread correctly.</a:t>
            </a:r>
            <a:endParaRPr lang="en-US" sz="120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66D2C54-07B9-F985-D950-CBE2AF99E600}"/>
              </a:ext>
            </a:extLst>
          </p:cNvPr>
          <p:cNvSpPr/>
          <p:nvPr/>
        </p:nvSpPr>
        <p:spPr>
          <a:xfrm>
            <a:off x="1230086" y="4270249"/>
            <a:ext cx="4574177" cy="1453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66B616D-7428-8F57-FF8F-E20988ACADC6}"/>
              </a:ext>
            </a:extLst>
          </p:cNvPr>
          <p:cNvSpPr/>
          <p:nvPr/>
        </p:nvSpPr>
        <p:spPr>
          <a:xfrm>
            <a:off x="1689463" y="429768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E4ED41A-E456-D12D-22D2-DE53F6030382}"/>
              </a:ext>
            </a:extLst>
          </p:cNvPr>
          <p:cNvSpPr/>
          <p:nvPr/>
        </p:nvSpPr>
        <p:spPr>
          <a:xfrm>
            <a:off x="1826623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30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E6BC4C1-3480-6F8E-97DC-6CE1345F8A89}"/>
              </a:ext>
            </a:extLst>
          </p:cNvPr>
          <p:cNvSpPr/>
          <p:nvPr/>
        </p:nvSpPr>
        <p:spPr>
          <a:xfrm>
            <a:off x="1826623" y="47548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mean μⱼ for each variable j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Subtract: x̃ᵢⱼ = xᵢⱼ − μⱼ  for all i, j</a:t>
            </a:r>
            <a:endParaRPr lang="en-US" sz="130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31F1596-8EF4-1C3E-3513-BF9A1BD86F24}"/>
              </a:ext>
            </a:extLst>
          </p:cNvPr>
          <p:cNvSpPr/>
          <p:nvPr/>
        </p:nvSpPr>
        <p:spPr>
          <a:xfrm>
            <a:off x="6032862" y="2159054"/>
            <a:ext cx="5016137" cy="33273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61202EF7-8FD7-F871-1E15-27F463EE84C4}"/>
              </a:ext>
            </a:extLst>
          </p:cNvPr>
          <p:cNvSpPr/>
          <p:nvPr/>
        </p:nvSpPr>
        <p:spPr>
          <a:xfrm>
            <a:off x="6032863" y="2148840"/>
            <a:ext cx="4251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3EC9359-8F89-F77B-F161-CADBDA8B7856}"/>
              </a:ext>
            </a:extLst>
          </p:cNvPr>
          <p:cNvSpPr/>
          <p:nvPr/>
        </p:nvSpPr>
        <p:spPr>
          <a:xfrm>
            <a:off x="6170023" y="2240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73430D60-B7D0-1701-8A0C-838B6649717E}"/>
              </a:ext>
            </a:extLst>
          </p:cNvPr>
          <p:cNvSpPr/>
          <p:nvPr/>
        </p:nvSpPr>
        <p:spPr>
          <a:xfrm>
            <a:off x="6124303" y="2651760"/>
            <a:ext cx="4069080" cy="594360"/>
          </a:xfrm>
          <a:prstGeom prst="rect">
            <a:avLst/>
          </a:prstGeom>
          <a:solidFill>
            <a:srgbClr val="D0F0E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71A545D-47B4-36E9-844A-09490438F47C}"/>
              </a:ext>
            </a:extLst>
          </p:cNvPr>
          <p:cNvSpPr/>
          <p:nvPr/>
        </p:nvSpPr>
        <p:spPr>
          <a:xfrm>
            <a:off x="6124303" y="26517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52E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μⱼ = (1/m) · Σᵢ xᵢⱼ</a:t>
            </a:r>
            <a:endParaRPr lang="en-US" sz="180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D1C00405-8BC8-20B1-23B4-04C00977FC80}"/>
              </a:ext>
            </a:extLst>
          </p:cNvPr>
          <p:cNvSpPr/>
          <p:nvPr/>
        </p:nvSpPr>
        <p:spPr>
          <a:xfrm>
            <a:off x="7093132" y="3405051"/>
            <a:ext cx="4069080" cy="594360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8C6F2962-BAAA-9F60-CF99-90FA6D155F40}"/>
              </a:ext>
            </a:extLst>
          </p:cNvPr>
          <p:cNvSpPr/>
          <p:nvPr/>
        </p:nvSpPr>
        <p:spPr>
          <a:xfrm>
            <a:off x="6979919" y="3370217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X̃ = X − μ  (centred data matrix)</a:t>
            </a:r>
            <a:endParaRPr lang="en-US" sz="160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BAF8AD86-789C-B4BA-F270-34D4DD73D1A5}"/>
              </a:ext>
            </a:extLst>
          </p:cNvPr>
          <p:cNvSpPr/>
          <p:nvPr/>
        </p:nvSpPr>
        <p:spPr>
          <a:xfrm>
            <a:off x="6170023" y="4114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20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328FAF02-65AA-E922-7AE6-7248D3DBD43D}"/>
              </a:ext>
            </a:extLst>
          </p:cNvPr>
          <p:cNvSpPr/>
          <p:nvPr/>
        </p:nvSpPr>
        <p:spPr>
          <a:xfrm>
            <a:off x="6124303" y="4498848"/>
            <a:ext cx="1920240" cy="822960"/>
          </a:xfrm>
          <a:prstGeom prst="rect">
            <a:avLst/>
          </a:prstGeom>
          <a:solidFill>
            <a:srgbClr val="FFE8E0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CECB8EA5-2F30-86D5-E1FC-EE217A4ACBB7}"/>
              </a:ext>
            </a:extLst>
          </p:cNvPr>
          <p:cNvSpPr/>
          <p:nvPr/>
        </p:nvSpPr>
        <p:spPr>
          <a:xfrm>
            <a:off x="6124303" y="44988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≠ 0</a:t>
            </a:r>
            <a:endParaRPr lang="en-US" sz="120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79BABE4-6F9F-3259-806A-B1BC9419DE21}"/>
              </a:ext>
            </a:extLst>
          </p:cNvPr>
          <p:cNvSpPr/>
          <p:nvPr/>
        </p:nvSpPr>
        <p:spPr>
          <a:xfrm>
            <a:off x="8135983" y="4818888"/>
            <a:ext cx="365760" cy="164592"/>
          </a:xfrm>
          <a:prstGeom prst="rect">
            <a:avLst/>
          </a:prstGeom>
          <a:solidFill>
            <a:srgbClr val="4A7A82"/>
          </a:solidFill>
          <a:ln w="12700">
            <a:solidFill>
              <a:srgbClr val="4A7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348A2A5A-708F-31A9-95BB-017BFFD08646}"/>
              </a:ext>
            </a:extLst>
          </p:cNvPr>
          <p:cNvSpPr/>
          <p:nvPr/>
        </p:nvSpPr>
        <p:spPr>
          <a:xfrm>
            <a:off x="8135983" y="4818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4A7A82"/>
                </a:solidFill>
              </a:rPr>
              <a:t>→</a:t>
            </a:r>
            <a:endParaRPr lang="en-US" sz="140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C3A6E4D5-A8FF-E297-3CBB-4B165885B74A}"/>
              </a:ext>
            </a:extLst>
          </p:cNvPr>
          <p:cNvSpPr/>
          <p:nvPr/>
        </p:nvSpPr>
        <p:spPr>
          <a:xfrm>
            <a:off x="1798320" y="5924441"/>
            <a:ext cx="8595360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638506D4-4335-C0AC-0BCD-B00FDAEE4237}"/>
              </a:ext>
            </a:extLst>
          </p:cNvPr>
          <p:cNvSpPr/>
          <p:nvPr/>
        </p:nvSpPr>
        <p:spPr>
          <a:xfrm>
            <a:off x="1872343" y="5897881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centring, mean of every variable in X̃ equals exactly zero</a:t>
            </a:r>
            <a:endParaRPr lang="en-US" sz="11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9E494C2-4C59-5064-628F-EC7B89A06E40}"/>
              </a:ext>
            </a:extLst>
          </p:cNvPr>
          <p:cNvSpPr/>
          <p:nvPr/>
        </p:nvSpPr>
        <p:spPr>
          <a:xfrm>
            <a:off x="8593183" y="4434841"/>
            <a:ext cx="1920240" cy="822960"/>
          </a:xfrm>
          <a:prstGeom prst="rect">
            <a:avLst/>
          </a:prstGeom>
          <a:solidFill>
            <a:srgbClr val="D0F0E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/>
          </a:p>
          <a:p>
            <a:pPr algn="ctr"/>
            <a:r>
              <a:rPr lang="en-US" sz="16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</a:t>
            </a:r>
            <a:endParaRPr lang="en-US" sz="16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7ABF-F744-D28E-D67B-D82000CE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AF2A-35DC-BAB7-74EC-2C6364C428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6F03437-0AB3-8D49-E23A-69B2AD15A90F}"/>
              </a:ext>
            </a:extLst>
          </p:cNvPr>
          <p:cNvSpPr/>
          <p:nvPr/>
        </p:nvSpPr>
        <p:spPr>
          <a:xfrm>
            <a:off x="289560" y="46634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: Calculate Covariance Matrix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244ECAD-9E92-ED89-41A2-00C5E60E5D9A}"/>
              </a:ext>
            </a:extLst>
          </p:cNvPr>
          <p:cNvSpPr/>
          <p:nvPr/>
        </p:nvSpPr>
        <p:spPr>
          <a:xfrm>
            <a:off x="1798320" y="1536192"/>
            <a:ext cx="8595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721FD1A-74CA-5F7F-D6E1-4877F25784CC}"/>
              </a:ext>
            </a:extLst>
          </p:cNvPr>
          <p:cNvSpPr/>
          <p:nvPr/>
        </p:nvSpPr>
        <p:spPr>
          <a:xfrm>
            <a:off x="1798320" y="15361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how every pair of variables varies together using the centred data</a:t>
            </a:r>
            <a:endParaRPr lang="en-US" sz="13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5D2279D-B652-BA58-A541-9296FF08D058}"/>
              </a:ext>
            </a:extLst>
          </p:cNvPr>
          <p:cNvSpPr/>
          <p:nvPr/>
        </p:nvSpPr>
        <p:spPr>
          <a:xfrm>
            <a:off x="1798320" y="21488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8CD6C2A3-C1AB-B5AE-745B-9A27169C79CD}"/>
              </a:ext>
            </a:extLst>
          </p:cNvPr>
          <p:cNvSpPr/>
          <p:nvPr/>
        </p:nvSpPr>
        <p:spPr>
          <a:xfrm>
            <a:off x="1798320" y="214884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3675238-BD25-A16E-E246-F18BDBC0681B}"/>
              </a:ext>
            </a:extLst>
          </p:cNvPr>
          <p:cNvSpPr/>
          <p:nvPr/>
        </p:nvSpPr>
        <p:spPr>
          <a:xfrm>
            <a:off x="193548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Formula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EA898A8-F6E2-6F2F-0CC7-93CA11F54F20}"/>
              </a:ext>
            </a:extLst>
          </p:cNvPr>
          <p:cNvSpPr/>
          <p:nvPr/>
        </p:nvSpPr>
        <p:spPr>
          <a:xfrm>
            <a:off x="1889760" y="2651760"/>
            <a:ext cx="3931920" cy="640080"/>
          </a:xfrm>
          <a:prstGeom prst="rect">
            <a:avLst/>
          </a:prstGeom>
          <a:solidFill>
            <a:srgbClr val="D0F0E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EA3CDBF-2692-3425-D9AD-0A97352C6BF1}"/>
              </a:ext>
            </a:extLst>
          </p:cNvPr>
          <p:cNvSpPr/>
          <p:nvPr/>
        </p:nvSpPr>
        <p:spPr>
          <a:xfrm>
            <a:off x="188976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52E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= (1/(m−1)) · X̃ᵀ · X̃</a:t>
            </a:r>
            <a:endParaRPr lang="en-US" sz="18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62B5AAA-A64D-6DB4-7E31-A6BEA4DAC9B7}"/>
              </a:ext>
            </a:extLst>
          </p:cNvPr>
          <p:cNvSpPr/>
          <p:nvPr/>
        </p:nvSpPr>
        <p:spPr>
          <a:xfrm>
            <a:off x="1935480" y="338328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X̃ is the centred data matrix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Cᵢⱼ tells us: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Cᵢᵢ = variance of variable i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Cᵢⱼ = covariance of variables i and j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 is an n × n symmetric matrix</a:t>
            </a:r>
            <a:endParaRPr lang="en-US" sz="125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2A0757C-E31A-F608-ADCE-DD6E9BA7F4A9}"/>
              </a:ext>
            </a:extLst>
          </p:cNvPr>
          <p:cNvSpPr/>
          <p:nvPr/>
        </p:nvSpPr>
        <p:spPr>
          <a:xfrm>
            <a:off x="6141720" y="2148840"/>
            <a:ext cx="4251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C245E02-3D72-9CEE-2448-2595C060EB53}"/>
              </a:ext>
            </a:extLst>
          </p:cNvPr>
          <p:cNvSpPr/>
          <p:nvPr/>
        </p:nvSpPr>
        <p:spPr>
          <a:xfrm>
            <a:off x="6141720" y="214884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D06E13CE-C41B-C016-5C7A-F8917704B4C0}"/>
              </a:ext>
            </a:extLst>
          </p:cNvPr>
          <p:cNvSpPr/>
          <p:nvPr/>
        </p:nvSpPr>
        <p:spPr>
          <a:xfrm>
            <a:off x="6278880" y="2240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Structure</a:t>
            </a:r>
            <a:endParaRPr lang="en-US" sz="130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43291CD-CB9A-B2C9-522A-C3E017D2985B}"/>
              </a:ext>
            </a:extLst>
          </p:cNvPr>
          <p:cNvSpPr/>
          <p:nvPr/>
        </p:nvSpPr>
        <p:spPr>
          <a:xfrm>
            <a:off x="6233160" y="2670048"/>
            <a:ext cx="1371600" cy="594360"/>
          </a:xfrm>
          <a:prstGeom prst="rect">
            <a:avLst/>
          </a:prstGeom>
          <a:solidFill>
            <a:srgbClr val="D0F0EB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EC3E2CD-B50F-2868-BDF2-0E9227747318}"/>
              </a:ext>
            </a:extLst>
          </p:cNvPr>
          <p:cNvSpPr/>
          <p:nvPr/>
        </p:nvSpPr>
        <p:spPr>
          <a:xfrm>
            <a:off x="6233160" y="2670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Var(X₁)</a:t>
            </a:r>
            <a:endParaRPr lang="en-US" sz="95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2AA5E79-5EFD-95A7-414F-5CEC45DFBE65}"/>
              </a:ext>
            </a:extLst>
          </p:cNvPr>
          <p:cNvSpPr/>
          <p:nvPr/>
        </p:nvSpPr>
        <p:spPr>
          <a:xfrm>
            <a:off x="7604760" y="267004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6FFA2ED-C844-B779-8711-D7D4A8347E3A}"/>
              </a:ext>
            </a:extLst>
          </p:cNvPr>
          <p:cNvSpPr/>
          <p:nvPr/>
        </p:nvSpPr>
        <p:spPr>
          <a:xfrm>
            <a:off x="7604760" y="2670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Cov(X₁,X₂)</a:t>
            </a:r>
            <a:endParaRPr lang="en-US" sz="95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3803669-1F38-57D0-C536-4FEF72A390D0}"/>
              </a:ext>
            </a:extLst>
          </p:cNvPr>
          <p:cNvSpPr/>
          <p:nvPr/>
        </p:nvSpPr>
        <p:spPr>
          <a:xfrm>
            <a:off x="8976360" y="267004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DCF8B0B-4FCF-E3DA-C35E-FAE0051935BF}"/>
              </a:ext>
            </a:extLst>
          </p:cNvPr>
          <p:cNvSpPr/>
          <p:nvPr/>
        </p:nvSpPr>
        <p:spPr>
          <a:xfrm>
            <a:off x="8976360" y="2670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Cov(X₁,X₃)</a:t>
            </a:r>
            <a:endParaRPr lang="en-US" sz="95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43BD58D-48D5-9D74-CAE5-AE6058638253}"/>
              </a:ext>
            </a:extLst>
          </p:cNvPr>
          <p:cNvSpPr/>
          <p:nvPr/>
        </p:nvSpPr>
        <p:spPr>
          <a:xfrm>
            <a:off x="6233160" y="326440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298F46E5-0C69-B47A-3C06-FC4D3A294CD8}"/>
              </a:ext>
            </a:extLst>
          </p:cNvPr>
          <p:cNvSpPr/>
          <p:nvPr/>
        </p:nvSpPr>
        <p:spPr>
          <a:xfrm>
            <a:off x="6233160" y="32644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Cov(X₂,X₁)</a:t>
            </a:r>
            <a:endParaRPr lang="en-US" sz="95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DF88DC4-5AD2-77C0-8AC2-B43AB8D2DB15}"/>
              </a:ext>
            </a:extLst>
          </p:cNvPr>
          <p:cNvSpPr/>
          <p:nvPr/>
        </p:nvSpPr>
        <p:spPr>
          <a:xfrm>
            <a:off x="7604760" y="3264408"/>
            <a:ext cx="1371600" cy="594360"/>
          </a:xfrm>
          <a:prstGeom prst="rect">
            <a:avLst/>
          </a:prstGeom>
          <a:solidFill>
            <a:srgbClr val="D0F0EB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59BA2E5E-6A96-9481-30E6-85FB18793C7C}"/>
              </a:ext>
            </a:extLst>
          </p:cNvPr>
          <p:cNvSpPr/>
          <p:nvPr/>
        </p:nvSpPr>
        <p:spPr>
          <a:xfrm>
            <a:off x="7604760" y="32644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Var(X₂)</a:t>
            </a:r>
            <a:endParaRPr lang="en-US" sz="95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6A3AB9E-5335-CB53-16A1-339A82C849EF}"/>
              </a:ext>
            </a:extLst>
          </p:cNvPr>
          <p:cNvSpPr/>
          <p:nvPr/>
        </p:nvSpPr>
        <p:spPr>
          <a:xfrm>
            <a:off x="8976360" y="326440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0733B03-F71C-A8F1-F2CC-15E8D40D5147}"/>
              </a:ext>
            </a:extLst>
          </p:cNvPr>
          <p:cNvSpPr/>
          <p:nvPr/>
        </p:nvSpPr>
        <p:spPr>
          <a:xfrm>
            <a:off x="8976360" y="32644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Cov(X₂,X₃)</a:t>
            </a:r>
            <a:endParaRPr lang="en-US" sz="95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0906CB98-8B16-A87D-36DF-831E94CE665D}"/>
              </a:ext>
            </a:extLst>
          </p:cNvPr>
          <p:cNvSpPr/>
          <p:nvPr/>
        </p:nvSpPr>
        <p:spPr>
          <a:xfrm>
            <a:off x="6233160" y="385876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AC964E62-3CC4-7957-D766-D25C63AD2104}"/>
              </a:ext>
            </a:extLst>
          </p:cNvPr>
          <p:cNvSpPr/>
          <p:nvPr/>
        </p:nvSpPr>
        <p:spPr>
          <a:xfrm>
            <a:off x="6233160" y="38587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Cov(X₃,X₁)</a:t>
            </a:r>
            <a:endParaRPr lang="en-US" sz="95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49A4C47-3E35-472F-91F7-9834E9100F1D}"/>
              </a:ext>
            </a:extLst>
          </p:cNvPr>
          <p:cNvSpPr/>
          <p:nvPr/>
        </p:nvSpPr>
        <p:spPr>
          <a:xfrm>
            <a:off x="7604760" y="3858768"/>
            <a:ext cx="1371600" cy="59436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ED50A751-B272-1F7D-5DD6-DDFCEB08F689}"/>
              </a:ext>
            </a:extLst>
          </p:cNvPr>
          <p:cNvSpPr/>
          <p:nvPr/>
        </p:nvSpPr>
        <p:spPr>
          <a:xfrm>
            <a:off x="7604760" y="38587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Cov(X₃,X₂)</a:t>
            </a:r>
            <a:endParaRPr lang="en-US" sz="95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CBE7BBB-F963-47D1-E472-F1C6D66CEF5D}"/>
              </a:ext>
            </a:extLst>
          </p:cNvPr>
          <p:cNvSpPr/>
          <p:nvPr/>
        </p:nvSpPr>
        <p:spPr>
          <a:xfrm>
            <a:off x="8976360" y="3858768"/>
            <a:ext cx="1371600" cy="594360"/>
          </a:xfrm>
          <a:prstGeom prst="rect">
            <a:avLst/>
          </a:prstGeom>
          <a:solidFill>
            <a:srgbClr val="D0F0EB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366848F5-C5E3-3B86-2709-6CAACBADB42C}"/>
              </a:ext>
            </a:extLst>
          </p:cNvPr>
          <p:cNvSpPr/>
          <p:nvPr/>
        </p:nvSpPr>
        <p:spPr>
          <a:xfrm>
            <a:off x="8976360" y="38587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Var(X₃)</a:t>
            </a:r>
            <a:endParaRPr lang="en-US" sz="95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4F3A288-B27A-C05C-BFDB-72F55AFA4FCD}"/>
              </a:ext>
            </a:extLst>
          </p:cNvPr>
          <p:cNvSpPr/>
          <p:nvPr/>
        </p:nvSpPr>
        <p:spPr>
          <a:xfrm>
            <a:off x="6233160" y="4480560"/>
            <a:ext cx="274320" cy="274320"/>
          </a:xfrm>
          <a:prstGeom prst="rect">
            <a:avLst/>
          </a:prstGeom>
          <a:solidFill>
            <a:srgbClr val="D0F0EB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16A4A8ED-1C56-658C-9769-16B1CBF02437}"/>
              </a:ext>
            </a:extLst>
          </p:cNvPr>
          <p:cNvSpPr/>
          <p:nvPr/>
        </p:nvSpPr>
        <p:spPr>
          <a:xfrm>
            <a:off x="655320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diagonal (variance terms)</a:t>
            </a:r>
            <a:endParaRPr lang="en-US" sz="1100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CF48A2BA-01D9-C844-393C-F33FFF15F65D}"/>
              </a:ext>
            </a:extLst>
          </p:cNvPr>
          <p:cNvSpPr/>
          <p:nvPr/>
        </p:nvSpPr>
        <p:spPr>
          <a:xfrm>
            <a:off x="6233160" y="4828032"/>
            <a:ext cx="274320" cy="274320"/>
          </a:xfrm>
          <a:prstGeom prst="rect">
            <a:avLst/>
          </a:prstGeom>
          <a:solidFill>
            <a:srgbClr val="F0F8FF"/>
          </a:solidFill>
          <a:ln w="12700">
            <a:solidFill>
              <a:srgbClr val="AA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291741C2-36E7-EAD3-C263-D9E92573D30B}"/>
              </a:ext>
            </a:extLst>
          </p:cNvPr>
          <p:cNvSpPr/>
          <p:nvPr/>
        </p:nvSpPr>
        <p:spPr>
          <a:xfrm>
            <a:off x="6553200" y="4828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off-diagonal (covariance terms)</a:t>
            </a:r>
            <a:endParaRPr lang="en-US" sz="11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6C55FCB6-9822-2E85-206E-DD2958C16BE2}"/>
              </a:ext>
            </a:extLst>
          </p:cNvPr>
          <p:cNvSpPr/>
          <p:nvPr/>
        </p:nvSpPr>
        <p:spPr>
          <a:xfrm>
            <a:off x="1798320" y="5376672"/>
            <a:ext cx="8595360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15A59C19-CDCB-05C0-5DAF-A4560C82282B}"/>
              </a:ext>
            </a:extLst>
          </p:cNvPr>
          <p:cNvSpPr/>
          <p:nvPr/>
        </p:nvSpPr>
        <p:spPr>
          <a:xfrm>
            <a:off x="1798320" y="5376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always symmetric:  Cᵢⱼ = Cⱼᵢ  •  Diagonal entries are always non-negative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6775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5504-0B5E-EF15-C6F1-344CB389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0E5BB-DCC5-00F9-DAF7-8EB87CA92C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62FAAAD3-4592-50F2-4FAF-C962D9A16B7E}"/>
              </a:ext>
            </a:extLst>
          </p:cNvPr>
          <p:cNvSpPr/>
          <p:nvPr/>
        </p:nvSpPr>
        <p:spPr>
          <a:xfrm>
            <a:off x="289560" y="466344"/>
            <a:ext cx="984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:Eigenvalues &amp; Eigenvectors of C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79E2C0A-8662-3021-6233-54ED15CF984D}"/>
              </a:ext>
            </a:extLst>
          </p:cNvPr>
          <p:cNvSpPr/>
          <p:nvPr/>
        </p:nvSpPr>
        <p:spPr>
          <a:xfrm>
            <a:off x="1798320" y="1536192"/>
            <a:ext cx="8595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A706CBA-2931-2085-8416-D9E8AB68D956}"/>
              </a:ext>
            </a:extLst>
          </p:cNvPr>
          <p:cNvSpPr/>
          <p:nvPr/>
        </p:nvSpPr>
        <p:spPr>
          <a:xfrm>
            <a:off x="1798320" y="15361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characteristic equation  det(C − λI) = 0  to find eigenvalues, then eigenvectors</a:t>
            </a:r>
            <a:endParaRPr lang="en-US" sz="13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E7503BC7-2FBA-D02A-18AE-A8F905DD14EA}"/>
              </a:ext>
            </a:extLst>
          </p:cNvPr>
          <p:cNvSpPr/>
          <p:nvPr/>
        </p:nvSpPr>
        <p:spPr>
          <a:xfrm>
            <a:off x="1798320" y="214884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66B7555-7099-2980-100E-D3F51485FA86}"/>
              </a:ext>
            </a:extLst>
          </p:cNvPr>
          <p:cNvSpPr/>
          <p:nvPr/>
        </p:nvSpPr>
        <p:spPr>
          <a:xfrm>
            <a:off x="1798320" y="2148840"/>
            <a:ext cx="41148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071CC1F-8256-E4FB-241C-F3EEA90542BD}"/>
              </a:ext>
            </a:extLst>
          </p:cNvPr>
          <p:cNvSpPr/>
          <p:nvPr/>
        </p:nvSpPr>
        <p:spPr>
          <a:xfrm>
            <a:off x="193548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 λ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9E64472-878F-5134-FFD2-2694D56162AF}"/>
              </a:ext>
            </a:extLst>
          </p:cNvPr>
          <p:cNvSpPr/>
          <p:nvPr/>
        </p:nvSpPr>
        <p:spPr>
          <a:xfrm>
            <a:off x="1889760" y="2651760"/>
            <a:ext cx="3931920" cy="530352"/>
          </a:xfrm>
          <a:prstGeom prst="rect">
            <a:avLst/>
          </a:prstGeom>
          <a:solidFill>
            <a:srgbClr val="FFF8E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75040D2-0B34-D595-DB50-BCA2816534C1}"/>
              </a:ext>
            </a:extLst>
          </p:cNvPr>
          <p:cNvSpPr/>
          <p:nvPr/>
        </p:nvSpPr>
        <p:spPr>
          <a:xfrm>
            <a:off x="1889760" y="26517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52E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det(C − λI) = 0</a:t>
            </a:r>
            <a:endParaRPr lang="en-US" sz="18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2F6CEF0-FEAA-6DAD-075B-7625D20A2822}"/>
              </a:ext>
            </a:extLst>
          </p:cNvPr>
          <p:cNvSpPr/>
          <p:nvPr/>
        </p:nvSpPr>
        <p:spPr>
          <a:xfrm>
            <a:off x="1935480" y="32735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 the characteristic equation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Yields n eigenvalues:  λ₁ ≥ λ₂ ≥ … ≥ λₙ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λ = amount of variance in that direction</a:t>
            </a:r>
            <a:endParaRPr lang="en-US" sz="12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D97AAD5-96B3-47EB-EA13-FA7CFB1347A7}"/>
              </a:ext>
            </a:extLst>
          </p:cNvPr>
          <p:cNvSpPr/>
          <p:nvPr/>
        </p:nvSpPr>
        <p:spPr>
          <a:xfrm>
            <a:off x="1798320" y="4389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041711D-9FAD-7550-10A3-FA5A02381C54}"/>
              </a:ext>
            </a:extLst>
          </p:cNvPr>
          <p:cNvSpPr/>
          <p:nvPr/>
        </p:nvSpPr>
        <p:spPr>
          <a:xfrm>
            <a:off x="1798320" y="438912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9121945-7F43-DBA6-FBE7-A0FC8D26F391}"/>
              </a:ext>
            </a:extLst>
          </p:cNvPr>
          <p:cNvSpPr/>
          <p:nvPr/>
        </p:nvSpPr>
        <p:spPr>
          <a:xfrm>
            <a:off x="193548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 v</a:t>
            </a:r>
            <a:endParaRPr lang="en-US" sz="130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FA086DB-6E56-C80A-FD71-E9E45333167A}"/>
              </a:ext>
            </a:extLst>
          </p:cNvPr>
          <p:cNvSpPr/>
          <p:nvPr/>
        </p:nvSpPr>
        <p:spPr>
          <a:xfrm>
            <a:off x="1889760" y="4864608"/>
            <a:ext cx="3931920" cy="502920"/>
          </a:xfrm>
          <a:prstGeom prst="rect">
            <a:avLst/>
          </a:prstGeom>
          <a:solidFill>
            <a:srgbClr val="D0F0E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6958078-E368-D918-0E94-C01DBC689F9A}"/>
              </a:ext>
            </a:extLst>
          </p:cNvPr>
          <p:cNvSpPr/>
          <p:nvPr/>
        </p:nvSpPr>
        <p:spPr>
          <a:xfrm>
            <a:off x="1889760" y="4864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52E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 − λᵢI) · vᵢ = 0  →  solve for each vᵢ</a:t>
            </a:r>
            <a:endParaRPr lang="en-US" sz="140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842F709C-5355-103D-8152-9199AAA75939}"/>
              </a:ext>
            </a:extLst>
          </p:cNvPr>
          <p:cNvSpPr/>
          <p:nvPr/>
        </p:nvSpPr>
        <p:spPr>
          <a:xfrm>
            <a:off x="6141720" y="2148840"/>
            <a:ext cx="4251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9093676-B4B1-F54D-8E80-A01990D3FDB3}"/>
              </a:ext>
            </a:extLst>
          </p:cNvPr>
          <p:cNvSpPr/>
          <p:nvPr/>
        </p:nvSpPr>
        <p:spPr>
          <a:xfrm>
            <a:off x="6141720" y="214884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4A99D2C6-97C7-39E3-4BE3-4BA2C32DC816}"/>
              </a:ext>
            </a:extLst>
          </p:cNvPr>
          <p:cNvSpPr/>
          <p:nvPr/>
        </p:nvSpPr>
        <p:spPr>
          <a:xfrm>
            <a:off x="6278880" y="2240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30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8C511E2-263F-46B0-30F2-652AF5E0EE2D}"/>
              </a:ext>
            </a:extLst>
          </p:cNvPr>
          <p:cNvSpPr/>
          <p:nvPr/>
        </p:nvSpPr>
        <p:spPr>
          <a:xfrm>
            <a:off x="6233160" y="2651760"/>
            <a:ext cx="4069080" cy="841248"/>
          </a:xfrm>
          <a:prstGeom prst="rect">
            <a:avLst/>
          </a:prstGeom>
          <a:solidFill>
            <a:srgbClr val="F2FAFA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DAAAEFD-0827-8189-BC6E-ECE894238295}"/>
              </a:ext>
            </a:extLst>
          </p:cNvPr>
          <p:cNvSpPr/>
          <p:nvPr/>
        </p:nvSpPr>
        <p:spPr>
          <a:xfrm>
            <a:off x="6233160" y="2651760"/>
            <a:ext cx="73152" cy="8412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DDDD01BA-DE76-4CA5-4FEF-7B406AC7E6BF}"/>
              </a:ext>
            </a:extLst>
          </p:cNvPr>
          <p:cNvSpPr/>
          <p:nvPr/>
        </p:nvSpPr>
        <p:spPr>
          <a:xfrm>
            <a:off x="6324600" y="2852928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BF7F35C-C1CC-4F47-4A69-1F65EF03F053}"/>
              </a:ext>
            </a:extLst>
          </p:cNvPr>
          <p:cNvSpPr/>
          <p:nvPr/>
        </p:nvSpPr>
        <p:spPr>
          <a:xfrm>
            <a:off x="632460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43152044-2918-745F-CC79-C11A7E198A74}"/>
              </a:ext>
            </a:extLst>
          </p:cNvPr>
          <p:cNvSpPr/>
          <p:nvPr/>
        </p:nvSpPr>
        <p:spPr>
          <a:xfrm>
            <a:off x="67818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= Variance</a:t>
            </a:r>
            <a:endParaRPr lang="en-US" sz="120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91C67DAA-D613-C433-3E60-A5D7F376B2AA}"/>
              </a:ext>
            </a:extLst>
          </p:cNvPr>
          <p:cNvSpPr/>
          <p:nvPr/>
        </p:nvSpPr>
        <p:spPr>
          <a:xfrm>
            <a:off x="6781800" y="30358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λᵢ measures the variance of the data along eigenvector vᵢ. Larger λ = more important direction.</a:t>
            </a:r>
            <a:endParaRPr lang="en-US" sz="105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E9C03A3-7CA2-FF7E-3828-BA48D68A8073}"/>
              </a:ext>
            </a:extLst>
          </p:cNvPr>
          <p:cNvSpPr/>
          <p:nvPr/>
        </p:nvSpPr>
        <p:spPr>
          <a:xfrm>
            <a:off x="6233160" y="3602736"/>
            <a:ext cx="4069080" cy="841248"/>
          </a:xfrm>
          <a:prstGeom prst="rect">
            <a:avLst/>
          </a:prstGeom>
          <a:solidFill>
            <a:srgbClr val="F2FA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E5C700B3-5AB8-84A7-F5B3-310DB3712355}"/>
              </a:ext>
            </a:extLst>
          </p:cNvPr>
          <p:cNvSpPr/>
          <p:nvPr/>
        </p:nvSpPr>
        <p:spPr>
          <a:xfrm>
            <a:off x="6233160" y="3602736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1ADE2EA-39EF-1093-6309-BF36CB1CE995}"/>
              </a:ext>
            </a:extLst>
          </p:cNvPr>
          <p:cNvSpPr/>
          <p:nvPr/>
        </p:nvSpPr>
        <p:spPr>
          <a:xfrm>
            <a:off x="6324600" y="380390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85D9A9B-20B5-BD6A-B418-B9F15414CDF7}"/>
              </a:ext>
            </a:extLst>
          </p:cNvPr>
          <p:cNvSpPr/>
          <p:nvPr/>
        </p:nvSpPr>
        <p:spPr>
          <a:xfrm>
            <a:off x="63246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96BCFBFA-DD42-0D92-4A0B-A9EBEF01105A}"/>
              </a:ext>
            </a:extLst>
          </p:cNvPr>
          <p:cNvSpPr/>
          <p:nvPr/>
        </p:nvSpPr>
        <p:spPr>
          <a:xfrm>
            <a:off x="6781800" y="3648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are Orthogonal</a:t>
            </a:r>
            <a:endParaRPr lang="en-US" sz="120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28C279C3-BB97-8C3F-936E-2345220890B4}"/>
              </a:ext>
            </a:extLst>
          </p:cNvPr>
          <p:cNvSpPr/>
          <p:nvPr/>
        </p:nvSpPr>
        <p:spPr>
          <a:xfrm>
            <a:off x="6781800" y="39867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principal component directions are perpendicular to each other — vᵢᵀvⱼ = 0 for i ≠ j.</a:t>
            </a:r>
            <a:endParaRPr lang="en-US" sz="105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B5797234-D33C-6121-A33F-0A25DF105ABB}"/>
              </a:ext>
            </a:extLst>
          </p:cNvPr>
          <p:cNvSpPr/>
          <p:nvPr/>
        </p:nvSpPr>
        <p:spPr>
          <a:xfrm>
            <a:off x="6233160" y="4553712"/>
            <a:ext cx="4069080" cy="841248"/>
          </a:xfrm>
          <a:prstGeom prst="rect">
            <a:avLst/>
          </a:prstGeom>
          <a:solidFill>
            <a:srgbClr val="F2FAFA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B18E1F8C-14C2-B6A4-A1F9-321D731CA2F9}"/>
              </a:ext>
            </a:extLst>
          </p:cNvPr>
          <p:cNvSpPr/>
          <p:nvPr/>
        </p:nvSpPr>
        <p:spPr>
          <a:xfrm>
            <a:off x="6233160" y="4553712"/>
            <a:ext cx="73152" cy="84124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866799F-F522-0797-771C-BA71439E5CA1}"/>
              </a:ext>
            </a:extLst>
          </p:cNvPr>
          <p:cNvSpPr/>
          <p:nvPr/>
        </p:nvSpPr>
        <p:spPr>
          <a:xfrm>
            <a:off x="6324600" y="4754880"/>
            <a:ext cx="384048" cy="384048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E9B0AAA0-9AD6-E3AA-1B5E-63E0C0F2E477}"/>
              </a:ext>
            </a:extLst>
          </p:cNvPr>
          <p:cNvSpPr/>
          <p:nvPr/>
        </p:nvSpPr>
        <p:spPr>
          <a:xfrm>
            <a:off x="63246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CB267E9F-43FC-17F0-9857-B118E1DF73A0}"/>
              </a:ext>
            </a:extLst>
          </p:cNvPr>
          <p:cNvSpPr/>
          <p:nvPr/>
        </p:nvSpPr>
        <p:spPr>
          <a:xfrm>
            <a:off x="6781800" y="4599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Eigenvectors</a:t>
            </a:r>
            <a:endParaRPr lang="en-US" sz="120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C8CC099C-DB15-BA0F-DD58-F9610DBA1B66}"/>
              </a:ext>
            </a:extLst>
          </p:cNvPr>
          <p:cNvSpPr/>
          <p:nvPr/>
        </p:nvSpPr>
        <p:spPr>
          <a:xfrm>
            <a:off x="6781800" y="49377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each eigenvector so ‖vᵢ‖ = 1. These become the principal component axes.</a:t>
            </a:r>
            <a:endParaRPr lang="en-US" sz="105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8E49EAD8-AAE8-7BB0-FCA2-BA2CF713F735}"/>
              </a:ext>
            </a:extLst>
          </p:cNvPr>
          <p:cNvSpPr/>
          <p:nvPr/>
        </p:nvSpPr>
        <p:spPr>
          <a:xfrm>
            <a:off x="1798320" y="5376672"/>
            <a:ext cx="8595360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97923609-AAFA-A4DC-155C-AFF67540D217}"/>
              </a:ext>
            </a:extLst>
          </p:cNvPr>
          <p:cNvSpPr/>
          <p:nvPr/>
        </p:nvSpPr>
        <p:spPr>
          <a:xfrm>
            <a:off x="1798320" y="5376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eigenvalues in descending order:  λ₁ ≥ λ₂ ≥ … ≥ λₙ  (most to least important)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5955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C1A2-2F27-CDB0-1FA3-321D70EE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5B3FD-2692-5543-0163-143A1F10F2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2C9A2DE-66F7-C4FA-F31C-AB7B1880DA36}"/>
              </a:ext>
            </a:extLst>
          </p:cNvPr>
          <p:cNvSpPr/>
          <p:nvPr/>
        </p:nvSpPr>
        <p:spPr>
          <a:xfrm>
            <a:off x="387531" y="46634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Choose Principal Components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1C7E985-5381-3BEC-3B5A-A4BC4C647302}"/>
              </a:ext>
            </a:extLst>
          </p:cNvPr>
          <p:cNvSpPr/>
          <p:nvPr/>
        </p:nvSpPr>
        <p:spPr>
          <a:xfrm>
            <a:off x="1604772" y="1532709"/>
            <a:ext cx="8595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BE3DF65-CC98-4504-85EC-CB1666800709}"/>
              </a:ext>
            </a:extLst>
          </p:cNvPr>
          <p:cNvSpPr/>
          <p:nvPr/>
        </p:nvSpPr>
        <p:spPr>
          <a:xfrm>
            <a:off x="1604772" y="1532709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top k eigenvectors that capture sufficient variance for your application</a:t>
            </a:r>
            <a:endParaRPr lang="en-US" sz="13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D3A50F1-FBE9-F8EF-2398-2E33B56C5A1C}"/>
              </a:ext>
            </a:extLst>
          </p:cNvPr>
          <p:cNvSpPr/>
          <p:nvPr/>
        </p:nvSpPr>
        <p:spPr>
          <a:xfrm>
            <a:off x="1604772" y="2145357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D92D6E27-BD1A-B535-066D-A79A483D3999}"/>
              </a:ext>
            </a:extLst>
          </p:cNvPr>
          <p:cNvSpPr/>
          <p:nvPr/>
        </p:nvSpPr>
        <p:spPr>
          <a:xfrm>
            <a:off x="1604772" y="2145357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E916BD0-FDA3-395F-F885-92AD5D075379}"/>
              </a:ext>
            </a:extLst>
          </p:cNvPr>
          <p:cNvSpPr/>
          <p:nvPr/>
        </p:nvSpPr>
        <p:spPr>
          <a:xfrm>
            <a:off x="1741932" y="2236797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k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843067B-7808-96D0-32E2-2DD4B6AFC5D4}"/>
              </a:ext>
            </a:extLst>
          </p:cNvPr>
          <p:cNvSpPr/>
          <p:nvPr/>
        </p:nvSpPr>
        <p:spPr>
          <a:xfrm>
            <a:off x="1714500" y="2776293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3B395E4-5F88-829C-96E7-EE8731E0EFC9}"/>
              </a:ext>
            </a:extLst>
          </p:cNvPr>
          <p:cNvSpPr/>
          <p:nvPr/>
        </p:nvSpPr>
        <p:spPr>
          <a:xfrm>
            <a:off x="1714500" y="27762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B6F0685-BC04-8C17-29C9-8AA14CE1C4DA}"/>
              </a:ext>
            </a:extLst>
          </p:cNvPr>
          <p:cNvSpPr/>
          <p:nvPr/>
        </p:nvSpPr>
        <p:spPr>
          <a:xfrm>
            <a:off x="2199132" y="272142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25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4486A075-23B3-DF93-8BE5-CAFE077885E6}"/>
              </a:ext>
            </a:extLst>
          </p:cNvPr>
          <p:cNvSpPr/>
          <p:nvPr/>
        </p:nvSpPr>
        <p:spPr>
          <a:xfrm>
            <a:off x="2199132" y="3059757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enough PCs to explain 95% (or 90%/80%) of total variance</a:t>
            </a:r>
            <a:endParaRPr lang="en-US" sz="110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500386C-C076-76A6-5FF8-CD263C1A014F}"/>
              </a:ext>
            </a:extLst>
          </p:cNvPr>
          <p:cNvSpPr/>
          <p:nvPr/>
        </p:nvSpPr>
        <p:spPr>
          <a:xfrm>
            <a:off x="1714500" y="3690693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27A2DE7-77B2-6C4B-DD3B-4CC1E7DE87FD}"/>
              </a:ext>
            </a:extLst>
          </p:cNvPr>
          <p:cNvSpPr/>
          <p:nvPr/>
        </p:nvSpPr>
        <p:spPr>
          <a:xfrm>
            <a:off x="1714500" y="36906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3F9826D7-21CF-209E-B898-96EC9CB102E2}"/>
              </a:ext>
            </a:extLst>
          </p:cNvPr>
          <p:cNvSpPr/>
          <p:nvPr/>
        </p:nvSpPr>
        <p:spPr>
          <a:xfrm>
            <a:off x="2199132" y="363582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Elbow</a:t>
            </a:r>
            <a:endParaRPr lang="en-US" sz="125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E32A2C64-552C-1E1B-76D2-BE2E1B49DD92}"/>
              </a:ext>
            </a:extLst>
          </p:cNvPr>
          <p:cNvSpPr/>
          <p:nvPr/>
        </p:nvSpPr>
        <p:spPr>
          <a:xfrm>
            <a:off x="2199132" y="3974157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eigenvalues vs PC number. Pick k at the 'elbow' where curve flattens</a:t>
            </a:r>
            <a:endParaRPr lang="en-US" sz="110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62BEE09-13AB-BEAD-45E9-4AC8B6125CBB}"/>
              </a:ext>
            </a:extLst>
          </p:cNvPr>
          <p:cNvSpPr/>
          <p:nvPr/>
        </p:nvSpPr>
        <p:spPr>
          <a:xfrm>
            <a:off x="1714500" y="4605093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8129E7A-B6AA-8043-2691-E6001AE7D9AA}"/>
              </a:ext>
            </a:extLst>
          </p:cNvPr>
          <p:cNvSpPr/>
          <p:nvPr/>
        </p:nvSpPr>
        <p:spPr>
          <a:xfrm>
            <a:off x="1714500" y="4605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A0CFB1B-42B9-5B8D-57F0-D842CEBC5DB6}"/>
              </a:ext>
            </a:extLst>
          </p:cNvPr>
          <p:cNvSpPr/>
          <p:nvPr/>
        </p:nvSpPr>
        <p:spPr>
          <a:xfrm>
            <a:off x="2199132" y="455022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Dimension</a:t>
            </a:r>
            <a:endParaRPr lang="en-US" sz="125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6BAF6802-83DD-0E53-81FE-5CB9FCFD2FC9}"/>
              </a:ext>
            </a:extLst>
          </p:cNvPr>
          <p:cNvSpPr/>
          <p:nvPr/>
        </p:nvSpPr>
        <p:spPr>
          <a:xfrm>
            <a:off x="2199132" y="4888557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 to a target dimension (e.g. k=2 for 2D visualisation)</a:t>
            </a:r>
            <a:endParaRPr lang="en-US" sz="11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23FDBB39-DF6D-C934-B969-15B4E6A0B188}"/>
              </a:ext>
            </a:extLst>
          </p:cNvPr>
          <p:cNvSpPr/>
          <p:nvPr/>
        </p:nvSpPr>
        <p:spPr>
          <a:xfrm>
            <a:off x="1696212" y="5208597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Explained Variance Ratio = λₖ / Σλᵢ</a:t>
            </a:r>
            <a:endParaRPr lang="en-US" sz="14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2E556BF-FBBE-CF84-0553-6B7A2F08736D}"/>
              </a:ext>
            </a:extLst>
          </p:cNvPr>
          <p:cNvSpPr/>
          <p:nvPr/>
        </p:nvSpPr>
        <p:spPr>
          <a:xfrm>
            <a:off x="5948172" y="2145357"/>
            <a:ext cx="4251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D704CAF7-662A-7622-DC22-29ED659582E3}"/>
              </a:ext>
            </a:extLst>
          </p:cNvPr>
          <p:cNvSpPr/>
          <p:nvPr/>
        </p:nvSpPr>
        <p:spPr>
          <a:xfrm>
            <a:off x="5948172" y="2145357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4922599C-83DE-D41A-95D6-F32F7E725D61}"/>
              </a:ext>
            </a:extLst>
          </p:cNvPr>
          <p:cNvSpPr/>
          <p:nvPr/>
        </p:nvSpPr>
        <p:spPr>
          <a:xfrm>
            <a:off x="6085332" y="2236797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Ranking</a:t>
            </a:r>
            <a:endParaRPr lang="en-US" sz="130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51D53C81-BA39-52D4-D54E-FE6C7405BB89}"/>
              </a:ext>
            </a:extLst>
          </p:cNvPr>
          <p:cNvSpPr/>
          <p:nvPr/>
        </p:nvSpPr>
        <p:spPr>
          <a:xfrm>
            <a:off x="6039612" y="2721429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1</a:t>
            </a:r>
            <a:endParaRPr lang="en-US" sz="110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E06C909-04BB-889B-B027-8F6A1AE8D4C7}"/>
              </a:ext>
            </a:extLst>
          </p:cNvPr>
          <p:cNvSpPr/>
          <p:nvPr/>
        </p:nvSpPr>
        <p:spPr>
          <a:xfrm>
            <a:off x="6679692" y="2721429"/>
            <a:ext cx="27203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5D309907-4D2C-EDD5-CD85-BC09663DA639}"/>
              </a:ext>
            </a:extLst>
          </p:cNvPr>
          <p:cNvSpPr/>
          <p:nvPr/>
        </p:nvSpPr>
        <p:spPr>
          <a:xfrm>
            <a:off x="6039612" y="3251781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2</a:t>
            </a:r>
            <a:endParaRPr lang="en-US" sz="1100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2C61830D-07C7-8275-8CE9-1A7687CFAB16}"/>
              </a:ext>
            </a:extLst>
          </p:cNvPr>
          <p:cNvSpPr/>
          <p:nvPr/>
        </p:nvSpPr>
        <p:spPr>
          <a:xfrm>
            <a:off x="6679692" y="3251781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B09D7EF7-92A7-B535-36A2-3156A69A3F6F}"/>
              </a:ext>
            </a:extLst>
          </p:cNvPr>
          <p:cNvSpPr/>
          <p:nvPr/>
        </p:nvSpPr>
        <p:spPr>
          <a:xfrm>
            <a:off x="6039612" y="3782133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3</a:t>
            </a:r>
            <a:endParaRPr lang="en-US" sz="110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C2FB965F-6C2E-A569-280E-6CF41FF99C7E}"/>
              </a:ext>
            </a:extLst>
          </p:cNvPr>
          <p:cNvSpPr/>
          <p:nvPr/>
        </p:nvSpPr>
        <p:spPr>
          <a:xfrm>
            <a:off x="6679692" y="3782133"/>
            <a:ext cx="11201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C527161-6E70-47E4-0868-A038D45730FC}"/>
              </a:ext>
            </a:extLst>
          </p:cNvPr>
          <p:cNvSpPr/>
          <p:nvPr/>
        </p:nvSpPr>
        <p:spPr>
          <a:xfrm>
            <a:off x="7872984" y="3782133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λ₃</a:t>
            </a:r>
            <a:endParaRPr lang="en-US" sz="100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F1BB0D06-9E43-49B9-6885-A40CAAC6F8B1}"/>
              </a:ext>
            </a:extLst>
          </p:cNvPr>
          <p:cNvSpPr/>
          <p:nvPr/>
        </p:nvSpPr>
        <p:spPr>
          <a:xfrm>
            <a:off x="6039612" y="4312485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4</a:t>
            </a:r>
            <a:endParaRPr lang="en-US" sz="1100"/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3B706256-C087-BD67-D283-D92398DA90AE}"/>
              </a:ext>
            </a:extLst>
          </p:cNvPr>
          <p:cNvSpPr/>
          <p:nvPr/>
        </p:nvSpPr>
        <p:spPr>
          <a:xfrm>
            <a:off x="6679692" y="4312485"/>
            <a:ext cx="480060" cy="384048"/>
          </a:xfrm>
          <a:prstGeom prst="rect">
            <a:avLst/>
          </a:prstGeom>
          <a:solidFill>
            <a:srgbClr val="BBCCCC"/>
          </a:solidFill>
          <a:ln w="12700">
            <a:solidFill>
              <a:srgbClr val="BB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5FC8AAFA-C9DD-7246-A627-67B211DBF8D1}"/>
              </a:ext>
            </a:extLst>
          </p:cNvPr>
          <p:cNvSpPr/>
          <p:nvPr/>
        </p:nvSpPr>
        <p:spPr>
          <a:xfrm>
            <a:off x="7232904" y="4312485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λ₄</a:t>
            </a:r>
            <a:endParaRPr lang="en-US" sz="100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BE857C1B-F8A3-C0D3-C382-FF8120481651}"/>
              </a:ext>
            </a:extLst>
          </p:cNvPr>
          <p:cNvSpPr/>
          <p:nvPr/>
        </p:nvSpPr>
        <p:spPr>
          <a:xfrm>
            <a:off x="6039612" y="4842837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5</a:t>
            </a:r>
            <a:endParaRPr lang="en-US" sz="110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FA77132E-ACA0-692D-9379-F1C873B246EA}"/>
              </a:ext>
            </a:extLst>
          </p:cNvPr>
          <p:cNvSpPr/>
          <p:nvPr/>
        </p:nvSpPr>
        <p:spPr>
          <a:xfrm>
            <a:off x="6679692" y="4842837"/>
            <a:ext cx="192024" cy="384048"/>
          </a:xfrm>
          <a:prstGeom prst="rect">
            <a:avLst/>
          </a:prstGeom>
          <a:solidFill>
            <a:srgbClr val="BBCCCC"/>
          </a:solidFill>
          <a:ln w="12700">
            <a:solidFill>
              <a:srgbClr val="BB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CDAD23E7-C027-5648-3D71-10B794C1197A}"/>
              </a:ext>
            </a:extLst>
          </p:cNvPr>
          <p:cNvSpPr/>
          <p:nvPr/>
        </p:nvSpPr>
        <p:spPr>
          <a:xfrm>
            <a:off x="6944868" y="4842837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λ₅ (smallest)</a:t>
            </a:r>
            <a:endParaRPr lang="en-US" sz="100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37C11F6D-E32C-069F-6D57-EEDD7C435577}"/>
              </a:ext>
            </a:extLst>
          </p:cNvPr>
          <p:cNvSpPr/>
          <p:nvPr/>
        </p:nvSpPr>
        <p:spPr>
          <a:xfrm>
            <a:off x="6039612" y="4797117"/>
            <a:ext cx="14173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D7D1C8CA-3D97-5F4C-9E0A-CE43908A75AA}"/>
              </a:ext>
            </a:extLst>
          </p:cNvPr>
          <p:cNvSpPr/>
          <p:nvPr/>
        </p:nvSpPr>
        <p:spPr>
          <a:xfrm>
            <a:off x="6039612" y="4797117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KEEP</a:t>
            </a:r>
            <a:endParaRPr lang="en-US" sz="110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EFAFD7CF-CD52-A406-2B3F-C52B6910CFCD}"/>
              </a:ext>
            </a:extLst>
          </p:cNvPr>
          <p:cNvSpPr/>
          <p:nvPr/>
        </p:nvSpPr>
        <p:spPr>
          <a:xfrm>
            <a:off x="7594092" y="4797117"/>
            <a:ext cx="1417320" cy="347472"/>
          </a:xfrm>
          <a:prstGeom prst="rect">
            <a:avLst/>
          </a:prstGeom>
          <a:solidFill>
            <a:srgbClr val="9AABAC"/>
          </a:solidFill>
          <a:ln w="12700">
            <a:solidFill>
              <a:srgbClr val="9AAB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96F0929A-2FA1-FB6F-94A9-EAAD3E40E838}"/>
              </a:ext>
            </a:extLst>
          </p:cNvPr>
          <p:cNvSpPr/>
          <p:nvPr/>
        </p:nvSpPr>
        <p:spPr>
          <a:xfrm>
            <a:off x="7594092" y="4797117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DROP</a:t>
            </a:r>
            <a:endParaRPr lang="en-US" sz="110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542B7571-C22E-D2F7-4C17-38263EE6EDFB}"/>
              </a:ext>
            </a:extLst>
          </p:cNvPr>
          <p:cNvSpPr/>
          <p:nvPr/>
        </p:nvSpPr>
        <p:spPr>
          <a:xfrm>
            <a:off x="1604772" y="5373189"/>
            <a:ext cx="8595360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B78B9329-933F-423E-DE99-E1A568375090}"/>
              </a:ext>
            </a:extLst>
          </p:cNvPr>
          <p:cNvSpPr/>
          <p:nvPr/>
        </p:nvSpPr>
        <p:spPr>
          <a:xfrm>
            <a:off x="1604772" y="5373189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k eigenvectors form the projection matrix  W  of size  n × k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8168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3ADB-7634-0A94-9C6C-552C265F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FEFF-445E-5435-94FB-FAB5C98D57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D6A9FCF0-9757-029C-BEC6-AD01697668A1}"/>
              </a:ext>
            </a:extLst>
          </p:cNvPr>
          <p:cNvSpPr/>
          <p:nvPr/>
        </p:nvSpPr>
        <p:spPr>
          <a:xfrm>
            <a:off x="300446" y="46634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: Derive the New Dataset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101208E4-0E6F-9EBB-45E1-241A0936FF70}"/>
              </a:ext>
            </a:extLst>
          </p:cNvPr>
          <p:cNvSpPr/>
          <p:nvPr/>
        </p:nvSpPr>
        <p:spPr>
          <a:xfrm>
            <a:off x="1569720" y="1609344"/>
            <a:ext cx="8595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0D14665-A96C-9CCF-928C-42401DFA9E76}"/>
              </a:ext>
            </a:extLst>
          </p:cNvPr>
          <p:cNvSpPr/>
          <p:nvPr/>
        </p:nvSpPr>
        <p:spPr>
          <a:xfrm>
            <a:off x="1569720" y="16093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centred data onto the selected principal components to get the reduced representation</a:t>
            </a:r>
            <a:endParaRPr lang="en-US" sz="13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488223D-2740-AAC5-2977-9B22B15D972D}"/>
              </a:ext>
            </a:extLst>
          </p:cNvPr>
          <p:cNvSpPr/>
          <p:nvPr/>
        </p:nvSpPr>
        <p:spPr>
          <a:xfrm>
            <a:off x="1569720" y="2221992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6A04581-6B46-8479-2387-9E3F6AF575EC}"/>
              </a:ext>
            </a:extLst>
          </p:cNvPr>
          <p:cNvSpPr/>
          <p:nvPr/>
        </p:nvSpPr>
        <p:spPr>
          <a:xfrm>
            <a:off x="1569720" y="2221992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86906D6-A105-4FAF-D7B1-8D898F09A66E}"/>
              </a:ext>
            </a:extLst>
          </p:cNvPr>
          <p:cNvSpPr/>
          <p:nvPr/>
        </p:nvSpPr>
        <p:spPr>
          <a:xfrm>
            <a:off x="1706880" y="2313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Formula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85102D3-0B8C-7DE2-42F0-F353DEC4EC1E}"/>
              </a:ext>
            </a:extLst>
          </p:cNvPr>
          <p:cNvSpPr/>
          <p:nvPr/>
        </p:nvSpPr>
        <p:spPr>
          <a:xfrm>
            <a:off x="1661160" y="2743200"/>
            <a:ext cx="3931920" cy="594360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A68DE23-AA05-58E1-F639-BD6FB2F5C619}"/>
              </a:ext>
            </a:extLst>
          </p:cNvPr>
          <p:cNvSpPr/>
          <p:nvPr/>
        </p:nvSpPr>
        <p:spPr>
          <a:xfrm>
            <a:off x="166116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X̃ · W</a:t>
            </a:r>
            <a:endParaRPr lang="en-US" sz="28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8276F4B-B48A-B840-9350-56F2BF6D424F}"/>
              </a:ext>
            </a:extLst>
          </p:cNvPr>
          <p:cNvSpPr/>
          <p:nvPr/>
        </p:nvSpPr>
        <p:spPr>
          <a:xfrm>
            <a:off x="1706880" y="34564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 =  centred data matrix  (m × n)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 =  projection matrix  (n × k)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 =  new reduced dataset  (m × k)</a:t>
            </a:r>
            <a:endParaRPr lang="en-US" sz="125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0CD5B13-7EF3-17C8-5B3C-24DDBE2918E0}"/>
              </a:ext>
            </a:extLst>
          </p:cNvPr>
          <p:cNvSpPr/>
          <p:nvPr/>
        </p:nvSpPr>
        <p:spPr>
          <a:xfrm>
            <a:off x="1569720" y="4626864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401A5DA-0279-6E8C-4B54-E91C176565D0}"/>
              </a:ext>
            </a:extLst>
          </p:cNvPr>
          <p:cNvSpPr/>
          <p:nvPr/>
        </p:nvSpPr>
        <p:spPr>
          <a:xfrm>
            <a:off x="1569720" y="4626864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BA41F4BC-37AC-0DAC-D5BC-7624F721904D}"/>
              </a:ext>
            </a:extLst>
          </p:cNvPr>
          <p:cNvSpPr/>
          <p:nvPr/>
        </p:nvSpPr>
        <p:spPr>
          <a:xfrm>
            <a:off x="1706880" y="4709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01D23CC2-E90E-4D8A-FBDC-564C4B46A479}"/>
              </a:ext>
            </a:extLst>
          </p:cNvPr>
          <p:cNvSpPr/>
          <p:nvPr/>
        </p:nvSpPr>
        <p:spPr>
          <a:xfrm>
            <a:off x="1706880" y="5029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of Y is one observation expressed in the new PC coordinate system.</a:t>
            </a:r>
            <a:endParaRPr lang="en-US" sz="120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972EF4D-3343-23B3-13BA-BDD2E91E3B06}"/>
              </a:ext>
            </a:extLst>
          </p:cNvPr>
          <p:cNvSpPr/>
          <p:nvPr/>
        </p:nvSpPr>
        <p:spPr>
          <a:xfrm>
            <a:off x="5913120" y="2221992"/>
            <a:ext cx="4251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5FE6C9E-0E76-E120-14F1-3A382E77F545}"/>
              </a:ext>
            </a:extLst>
          </p:cNvPr>
          <p:cNvSpPr/>
          <p:nvPr/>
        </p:nvSpPr>
        <p:spPr>
          <a:xfrm>
            <a:off x="5913120" y="2221992"/>
            <a:ext cx="4251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AA583AA8-317C-799B-C94D-100CDCCBC356}"/>
              </a:ext>
            </a:extLst>
          </p:cNvPr>
          <p:cNvSpPr/>
          <p:nvPr/>
        </p:nvSpPr>
        <p:spPr>
          <a:xfrm>
            <a:off x="6050280" y="2313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Flow</a:t>
            </a:r>
            <a:endParaRPr lang="en-US" sz="130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0156C61-7258-71F9-1F30-4D776A0C5DAE}"/>
              </a:ext>
            </a:extLst>
          </p:cNvPr>
          <p:cNvSpPr/>
          <p:nvPr/>
        </p:nvSpPr>
        <p:spPr>
          <a:xfrm>
            <a:off x="6004560" y="2798064"/>
            <a:ext cx="1234440" cy="1417320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66B0292D-99F5-2989-23A9-275CCF149D0F}"/>
              </a:ext>
            </a:extLst>
          </p:cNvPr>
          <p:cNvSpPr/>
          <p:nvPr/>
        </p:nvSpPr>
        <p:spPr>
          <a:xfrm>
            <a:off x="6004560" y="28620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X̃</a:t>
            </a:r>
            <a:endParaRPr lang="en-US" sz="24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27656F22-DE78-9078-3930-98FE0CE70AA0}"/>
              </a:ext>
            </a:extLst>
          </p:cNvPr>
          <p:cNvSpPr/>
          <p:nvPr/>
        </p:nvSpPr>
        <p:spPr>
          <a:xfrm>
            <a:off x="6004560" y="354787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× n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 dims)</a:t>
            </a:r>
            <a:endParaRPr lang="en-US" sz="10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A227824-2028-4F4F-BD76-4975B52C1B0A}"/>
              </a:ext>
            </a:extLst>
          </p:cNvPr>
          <p:cNvSpPr/>
          <p:nvPr/>
        </p:nvSpPr>
        <p:spPr>
          <a:xfrm>
            <a:off x="7394448" y="2798064"/>
            <a:ext cx="12344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EB8F5CED-3A46-7750-57F6-FC2F4C4E114A}"/>
              </a:ext>
            </a:extLst>
          </p:cNvPr>
          <p:cNvSpPr/>
          <p:nvPr/>
        </p:nvSpPr>
        <p:spPr>
          <a:xfrm>
            <a:off x="7394448" y="28620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 W</a:t>
            </a:r>
            <a:endParaRPr lang="en-US" sz="24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28773692-33EA-EA66-B82C-334DC3C13661}"/>
              </a:ext>
            </a:extLst>
          </p:cNvPr>
          <p:cNvSpPr/>
          <p:nvPr/>
        </p:nvSpPr>
        <p:spPr>
          <a:xfrm>
            <a:off x="7394448" y="354787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k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eigenvectors)</a:t>
            </a:r>
            <a:endParaRPr lang="en-US" sz="10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39F8A45-3B6F-AFA5-34E5-3AAA1168E4B4}"/>
              </a:ext>
            </a:extLst>
          </p:cNvPr>
          <p:cNvSpPr/>
          <p:nvPr/>
        </p:nvSpPr>
        <p:spPr>
          <a:xfrm>
            <a:off x="8784336" y="2798064"/>
            <a:ext cx="123444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9734863D-88CD-03AA-9F93-B0E8A00D3E9B}"/>
              </a:ext>
            </a:extLst>
          </p:cNvPr>
          <p:cNvSpPr/>
          <p:nvPr/>
        </p:nvSpPr>
        <p:spPr>
          <a:xfrm>
            <a:off x="8784336" y="28620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Y</a:t>
            </a:r>
            <a:endParaRPr lang="en-US" sz="240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2846ED7C-47C4-B4AE-FB68-7F4BDAAA286B}"/>
              </a:ext>
            </a:extLst>
          </p:cNvPr>
          <p:cNvSpPr/>
          <p:nvPr/>
        </p:nvSpPr>
        <p:spPr>
          <a:xfrm>
            <a:off x="8784336" y="354787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× k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(reduced dataset)</a:t>
            </a:r>
            <a:endParaRPr lang="en-US" sz="100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EEFFAC1-AD05-5372-D918-0218829FBCF6}"/>
              </a:ext>
            </a:extLst>
          </p:cNvPr>
          <p:cNvSpPr/>
          <p:nvPr/>
        </p:nvSpPr>
        <p:spPr>
          <a:xfrm>
            <a:off x="6004560" y="4370832"/>
            <a:ext cx="4069080" cy="1143000"/>
          </a:xfrm>
          <a:prstGeom prst="rect">
            <a:avLst/>
          </a:prstGeom>
          <a:solidFill>
            <a:srgbClr val="F2FAFA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75622571-2944-4DEF-B9E2-F2F5832C55DD}"/>
              </a:ext>
            </a:extLst>
          </p:cNvPr>
          <p:cNvSpPr/>
          <p:nvPr/>
        </p:nvSpPr>
        <p:spPr>
          <a:xfrm>
            <a:off x="6096000" y="4443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2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72B210AA-CABA-943C-8E91-16913339EFC1}"/>
              </a:ext>
            </a:extLst>
          </p:cNvPr>
          <p:cNvSpPr/>
          <p:nvPr/>
        </p:nvSpPr>
        <p:spPr>
          <a:xfrm>
            <a:off x="6096000" y="476402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in Y are uncorrelated (orthogonal)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m·k  instead of  m·n  values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&lt;&lt; n  means massive dimension reduction</a:t>
            </a:r>
            <a:endParaRPr lang="en-US" sz="110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5F1F7EF0-DF5D-9E8C-73E7-BB3E99267EF0}"/>
              </a:ext>
            </a:extLst>
          </p:cNvPr>
          <p:cNvSpPr/>
          <p:nvPr/>
        </p:nvSpPr>
        <p:spPr>
          <a:xfrm>
            <a:off x="1569720" y="5449824"/>
            <a:ext cx="8595360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55CDC72-54AA-E052-B258-957B96524A54}"/>
              </a:ext>
            </a:extLst>
          </p:cNvPr>
          <p:cNvSpPr/>
          <p:nvPr/>
        </p:nvSpPr>
        <p:spPr>
          <a:xfrm>
            <a:off x="1569720" y="54498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has k columns — one per chosen principal component — and m rows (same as original data)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70047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193F-59AC-0F16-4C90-6A467EF0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AC373-4C10-4F88-2504-2D065A9110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5CE11E8-99B1-2370-4875-4B633684FFEE}"/>
              </a:ext>
            </a:extLst>
          </p:cNvPr>
          <p:cNvSpPr/>
          <p:nvPr/>
        </p:nvSpPr>
        <p:spPr>
          <a:xfrm>
            <a:off x="529046" y="46634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7 : </a:t>
            </a:r>
            <a:r>
              <a:rPr lang="en-US" sz="3000" b="1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Interpret Results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0F6D083-FE44-DA75-D740-91BF024CD00C}"/>
              </a:ext>
            </a:extLst>
          </p:cNvPr>
          <p:cNvSpPr/>
          <p:nvPr/>
        </p:nvSpPr>
        <p:spPr>
          <a:xfrm>
            <a:off x="359229" y="1536192"/>
            <a:ext cx="11223171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852E069-75F5-41A8-EE37-10DD6EA90756}"/>
              </a:ext>
            </a:extLst>
          </p:cNvPr>
          <p:cNvSpPr/>
          <p:nvPr/>
        </p:nvSpPr>
        <p:spPr>
          <a:xfrm>
            <a:off x="1798320" y="15361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principal components and evaluate how well the reduced data represents the original</a:t>
            </a:r>
            <a:endParaRPr lang="en-US" sz="13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C8A4444-19E1-BCEC-FEB6-3685EC7DC01B}"/>
              </a:ext>
            </a:extLst>
          </p:cNvPr>
          <p:cNvSpPr/>
          <p:nvPr/>
        </p:nvSpPr>
        <p:spPr>
          <a:xfrm>
            <a:off x="1798320" y="21488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C4ACB2B-8B91-F3F1-C485-00C3D0CD6A06}"/>
              </a:ext>
            </a:extLst>
          </p:cNvPr>
          <p:cNvSpPr/>
          <p:nvPr/>
        </p:nvSpPr>
        <p:spPr>
          <a:xfrm>
            <a:off x="1798320" y="2148840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52798D3-4D5F-9EE5-514D-4E71C24F14F3}"/>
              </a:ext>
            </a:extLst>
          </p:cNvPr>
          <p:cNvSpPr/>
          <p:nvPr/>
        </p:nvSpPr>
        <p:spPr>
          <a:xfrm>
            <a:off x="1935480" y="23134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B8EF971-249B-2988-B62E-11D0213F1A68}"/>
              </a:ext>
            </a:extLst>
          </p:cNvPr>
          <p:cNvSpPr/>
          <p:nvPr/>
        </p:nvSpPr>
        <p:spPr>
          <a:xfrm>
            <a:off x="19354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2A12E12-D85F-52B6-193C-C67638D150E5}"/>
              </a:ext>
            </a:extLst>
          </p:cNvPr>
          <p:cNvSpPr/>
          <p:nvPr/>
        </p:nvSpPr>
        <p:spPr>
          <a:xfrm>
            <a:off x="2420112" y="2267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PC Loadings</a:t>
            </a:r>
            <a:endParaRPr lang="en-US" sz="13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ABC3705-F5D3-218C-B6DF-8B7CA1525AC1}"/>
              </a:ext>
            </a:extLst>
          </p:cNvPr>
          <p:cNvSpPr/>
          <p:nvPr/>
        </p:nvSpPr>
        <p:spPr>
          <a:xfrm>
            <a:off x="1962912" y="2743200"/>
            <a:ext cx="3886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eigenvector component (loading) tells you how strongly each original variable contributes to that PC. Large loading = strong influence.</a:t>
            </a:r>
            <a:endParaRPr lang="en-US" sz="115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D7C3BAA-9DA2-CA57-5528-0D5E8D502872}"/>
              </a:ext>
            </a:extLst>
          </p:cNvPr>
          <p:cNvSpPr/>
          <p:nvPr/>
        </p:nvSpPr>
        <p:spPr>
          <a:xfrm>
            <a:off x="6233160" y="21488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728C2BB-E002-BDD7-BAE3-7FB1A56B4639}"/>
              </a:ext>
            </a:extLst>
          </p:cNvPr>
          <p:cNvSpPr/>
          <p:nvPr/>
        </p:nvSpPr>
        <p:spPr>
          <a:xfrm>
            <a:off x="6233160" y="2148840"/>
            <a:ext cx="420624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3691506-DCD9-4A3B-6ADF-6CFC73745B06}"/>
              </a:ext>
            </a:extLst>
          </p:cNvPr>
          <p:cNvSpPr/>
          <p:nvPr/>
        </p:nvSpPr>
        <p:spPr>
          <a:xfrm>
            <a:off x="6370320" y="231343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7CE7DFE-F74C-F0A0-041A-A939C5C847CF}"/>
              </a:ext>
            </a:extLst>
          </p:cNvPr>
          <p:cNvSpPr/>
          <p:nvPr/>
        </p:nvSpPr>
        <p:spPr>
          <a:xfrm>
            <a:off x="63703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5D641D0B-9234-133B-A33D-B8A0C09BC1BD}"/>
              </a:ext>
            </a:extLst>
          </p:cNvPr>
          <p:cNvSpPr/>
          <p:nvPr/>
        </p:nvSpPr>
        <p:spPr>
          <a:xfrm>
            <a:off x="6854952" y="2267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30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C71B080-F272-F670-9EFD-F5F0376564A3}"/>
              </a:ext>
            </a:extLst>
          </p:cNvPr>
          <p:cNvSpPr/>
          <p:nvPr/>
        </p:nvSpPr>
        <p:spPr>
          <a:xfrm>
            <a:off x="6397752" y="2743200"/>
            <a:ext cx="3886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proportion of variance each PC captures: λᵢ / Σλ. Plot the scree plot to visualise the distribution.</a:t>
            </a:r>
            <a:endParaRPr lang="en-US" sz="115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FA42BF8-BB20-1F2F-22E8-AE7158CDE446}"/>
              </a:ext>
            </a:extLst>
          </p:cNvPr>
          <p:cNvSpPr/>
          <p:nvPr/>
        </p:nvSpPr>
        <p:spPr>
          <a:xfrm>
            <a:off x="1798320" y="381304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60A01C3-02FF-7AFC-89C0-239B5128026B}"/>
              </a:ext>
            </a:extLst>
          </p:cNvPr>
          <p:cNvSpPr/>
          <p:nvPr/>
        </p:nvSpPr>
        <p:spPr>
          <a:xfrm>
            <a:off x="1798320" y="3813048"/>
            <a:ext cx="42062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FC8D65C-1198-9497-756F-1C171B97801C}"/>
              </a:ext>
            </a:extLst>
          </p:cNvPr>
          <p:cNvSpPr/>
          <p:nvPr/>
        </p:nvSpPr>
        <p:spPr>
          <a:xfrm>
            <a:off x="1935480" y="39776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1A26E108-8927-60AE-7F83-79465AC01CB9}"/>
              </a:ext>
            </a:extLst>
          </p:cNvPr>
          <p:cNvSpPr/>
          <p:nvPr/>
        </p:nvSpPr>
        <p:spPr>
          <a:xfrm>
            <a:off x="19354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7BF025C5-914B-2CEC-F9CE-82179793B0D3}"/>
              </a:ext>
            </a:extLst>
          </p:cNvPr>
          <p:cNvSpPr/>
          <p:nvPr/>
        </p:nvSpPr>
        <p:spPr>
          <a:xfrm>
            <a:off x="2420112" y="3931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Reduced Data</a:t>
            </a:r>
            <a:endParaRPr lang="en-US" sz="13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D09018E1-D8CB-84FD-74B9-55168B5FDC97}"/>
              </a:ext>
            </a:extLst>
          </p:cNvPr>
          <p:cNvSpPr/>
          <p:nvPr/>
        </p:nvSpPr>
        <p:spPr>
          <a:xfrm>
            <a:off x="1962912" y="4407408"/>
            <a:ext cx="3886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Y on the first 2 or 3 PCs for visualisation. Clusters in PC space reveal underlying structure in the data.</a:t>
            </a:r>
            <a:endParaRPr lang="en-US" sz="115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0E56A40C-49C7-6E8A-8159-B20D49AB2058}"/>
              </a:ext>
            </a:extLst>
          </p:cNvPr>
          <p:cNvSpPr/>
          <p:nvPr/>
        </p:nvSpPr>
        <p:spPr>
          <a:xfrm>
            <a:off x="6233160" y="381304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AA6ECDB-AD2D-4CC2-2624-A499D3409EE9}"/>
              </a:ext>
            </a:extLst>
          </p:cNvPr>
          <p:cNvSpPr/>
          <p:nvPr/>
        </p:nvSpPr>
        <p:spPr>
          <a:xfrm>
            <a:off x="6233160" y="3813048"/>
            <a:ext cx="4206240" cy="640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5DF28ED-C7D3-F21F-EBCD-426A5C8A4D5D}"/>
              </a:ext>
            </a:extLst>
          </p:cNvPr>
          <p:cNvSpPr/>
          <p:nvPr/>
        </p:nvSpPr>
        <p:spPr>
          <a:xfrm>
            <a:off x="6370320" y="3977640"/>
            <a:ext cx="384048" cy="384048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7DA3AD64-D130-407F-2627-12932038CEAD}"/>
              </a:ext>
            </a:extLst>
          </p:cNvPr>
          <p:cNvSpPr/>
          <p:nvPr/>
        </p:nvSpPr>
        <p:spPr>
          <a:xfrm>
            <a:off x="63703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30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9D94F92F-C043-78C3-BA47-4AFF9EFFE6AA}"/>
              </a:ext>
            </a:extLst>
          </p:cNvPr>
          <p:cNvSpPr/>
          <p:nvPr/>
        </p:nvSpPr>
        <p:spPr>
          <a:xfrm>
            <a:off x="6854952" y="3931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&amp; Error</a:t>
            </a:r>
            <a:endParaRPr lang="en-US" sz="13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1DA844AE-9041-4EA2-6726-EC75BAF8D8DC}"/>
              </a:ext>
            </a:extLst>
          </p:cNvPr>
          <p:cNvSpPr/>
          <p:nvPr/>
        </p:nvSpPr>
        <p:spPr>
          <a:xfrm>
            <a:off x="6397752" y="4407408"/>
            <a:ext cx="3886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Reconstruct: X̂ = Y·Wᵀ + μ. Compute reconstruction error ‖X̃ − Y·Wᵀ‖² to measure information lost.</a:t>
            </a:r>
            <a:endParaRPr lang="en-US" sz="115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18A8EA1-7127-A287-8DA2-60CFDD0CC39F}"/>
              </a:ext>
            </a:extLst>
          </p:cNvPr>
          <p:cNvSpPr/>
          <p:nvPr/>
        </p:nvSpPr>
        <p:spPr>
          <a:xfrm>
            <a:off x="141515" y="5376672"/>
            <a:ext cx="11691256" cy="292608"/>
          </a:xfrm>
          <a:prstGeom prst="rect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7961AC2C-C9C3-CDDD-3DDB-10E998C34A01}"/>
              </a:ext>
            </a:extLst>
          </p:cNvPr>
          <p:cNvSpPr/>
          <p:nvPr/>
        </p:nvSpPr>
        <p:spPr>
          <a:xfrm>
            <a:off x="1798320" y="5376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determine whether k PCs faithfully represent the original n-dimensional data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48968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FAAB-7BC7-CCF5-0994-AAD1EC4A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740A2-DF2A-4626-D46D-422309A5E0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1E1C356-7E2E-8831-DBF5-6EEEA58D1323}"/>
              </a:ext>
            </a:extLst>
          </p:cNvPr>
          <p:cNvSpPr/>
          <p:nvPr/>
        </p:nvSpPr>
        <p:spPr>
          <a:xfrm>
            <a:off x="1574075" y="3535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Algorithm: As a whole</a:t>
            </a:r>
            <a:endParaRPr lang="en-US" sz="3000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D934F83A-28D2-73C9-3CCE-5CBF6176042E}"/>
              </a:ext>
            </a:extLst>
          </p:cNvPr>
          <p:cNvSpPr/>
          <p:nvPr/>
        </p:nvSpPr>
        <p:spPr>
          <a:xfrm>
            <a:off x="1982698" y="2011680"/>
            <a:ext cx="2029968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4946C665-356A-FB3A-CFA8-8FF45BEB6D6F}"/>
              </a:ext>
            </a:extLst>
          </p:cNvPr>
          <p:cNvSpPr/>
          <p:nvPr/>
        </p:nvSpPr>
        <p:spPr>
          <a:xfrm>
            <a:off x="1982698" y="2011680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6E76CA30-860F-D33F-72E6-0CBD6AFB4209}"/>
              </a:ext>
            </a:extLst>
          </p:cNvPr>
          <p:cNvSpPr/>
          <p:nvPr/>
        </p:nvSpPr>
        <p:spPr>
          <a:xfrm>
            <a:off x="2759938" y="207568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2DEF3661-3B19-3643-D1C0-636C56D896F2}"/>
              </a:ext>
            </a:extLst>
          </p:cNvPr>
          <p:cNvSpPr/>
          <p:nvPr/>
        </p:nvSpPr>
        <p:spPr>
          <a:xfrm>
            <a:off x="275993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D842740E-3A5E-A1B7-96EC-6B38D9C373D5}"/>
              </a:ext>
            </a:extLst>
          </p:cNvPr>
          <p:cNvSpPr/>
          <p:nvPr/>
        </p:nvSpPr>
        <p:spPr>
          <a:xfrm>
            <a:off x="2074138" y="25877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Data</a:t>
            </a:r>
            <a:endParaRPr lang="en-US" sz="1300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7A06CC4D-2B9B-B15B-DC17-1866670E79AD}"/>
              </a:ext>
            </a:extLst>
          </p:cNvPr>
          <p:cNvSpPr/>
          <p:nvPr/>
        </p:nvSpPr>
        <p:spPr>
          <a:xfrm>
            <a:off x="2074138" y="29992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data as m × n matrix X</a:t>
            </a:r>
            <a:endParaRPr lang="en-US" sz="1050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1025A40C-00BD-6FE5-D93B-A230DD3B6192}"/>
              </a:ext>
            </a:extLst>
          </p:cNvPr>
          <p:cNvSpPr/>
          <p:nvPr/>
        </p:nvSpPr>
        <p:spPr>
          <a:xfrm>
            <a:off x="4158970" y="2011680"/>
            <a:ext cx="2029968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8E1DE2E0-AE34-9924-E525-C9170E8150E1}"/>
              </a:ext>
            </a:extLst>
          </p:cNvPr>
          <p:cNvSpPr/>
          <p:nvPr/>
        </p:nvSpPr>
        <p:spPr>
          <a:xfrm>
            <a:off x="4158970" y="2011680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B824D12A-F139-1351-EDBA-0F3361FC3CD4}"/>
              </a:ext>
            </a:extLst>
          </p:cNvPr>
          <p:cNvSpPr/>
          <p:nvPr/>
        </p:nvSpPr>
        <p:spPr>
          <a:xfrm>
            <a:off x="4936210" y="207568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D90B7021-94C5-6C21-9BDE-BA9F0DC344C8}"/>
              </a:ext>
            </a:extLst>
          </p:cNvPr>
          <p:cNvSpPr/>
          <p:nvPr/>
        </p:nvSpPr>
        <p:spPr>
          <a:xfrm>
            <a:off x="493621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801BA474-D6A3-CAF7-E45E-36C8AB2F93C0}"/>
              </a:ext>
            </a:extLst>
          </p:cNvPr>
          <p:cNvSpPr/>
          <p:nvPr/>
        </p:nvSpPr>
        <p:spPr>
          <a:xfrm>
            <a:off x="4250410" y="25877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Mean</a:t>
            </a:r>
            <a:endParaRPr lang="en-US" sz="130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4FD2E5FF-8F81-7453-A73D-B188D1EAAFC7}"/>
              </a:ext>
            </a:extLst>
          </p:cNvPr>
          <p:cNvSpPr/>
          <p:nvPr/>
        </p:nvSpPr>
        <p:spPr>
          <a:xfrm>
            <a:off x="4250410" y="29992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X − μ  (centre each variable)</a:t>
            </a:r>
            <a:endParaRPr lang="en-US" sz="1050"/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D74D75B5-6D44-6821-A0BB-5AF60F3FF698}"/>
              </a:ext>
            </a:extLst>
          </p:cNvPr>
          <p:cNvSpPr/>
          <p:nvPr/>
        </p:nvSpPr>
        <p:spPr>
          <a:xfrm>
            <a:off x="6335242" y="2011680"/>
            <a:ext cx="2029968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DE7A3316-9E69-0063-04FB-987B35D70CAB}"/>
              </a:ext>
            </a:extLst>
          </p:cNvPr>
          <p:cNvSpPr/>
          <p:nvPr/>
        </p:nvSpPr>
        <p:spPr>
          <a:xfrm>
            <a:off x="6335242" y="2011680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D1ADC821-CA6F-B7F2-536B-FCBA2636B373}"/>
              </a:ext>
            </a:extLst>
          </p:cNvPr>
          <p:cNvSpPr/>
          <p:nvPr/>
        </p:nvSpPr>
        <p:spPr>
          <a:xfrm>
            <a:off x="7112482" y="207568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81CE7C54-C955-0FCB-B9E5-BBD874F53F5C}"/>
              </a:ext>
            </a:extLst>
          </p:cNvPr>
          <p:cNvSpPr/>
          <p:nvPr/>
        </p:nvSpPr>
        <p:spPr>
          <a:xfrm>
            <a:off x="711248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B03DDC07-2ED4-B2B8-45D0-E20CE2C17686}"/>
              </a:ext>
            </a:extLst>
          </p:cNvPr>
          <p:cNvSpPr/>
          <p:nvPr/>
        </p:nvSpPr>
        <p:spPr>
          <a:xfrm>
            <a:off x="6426682" y="25877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</a:t>
            </a:r>
            <a:endParaRPr lang="en-US" sz="130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8A422071-1E9B-55FA-1979-A5FF89411C93}"/>
              </a:ext>
            </a:extLst>
          </p:cNvPr>
          <p:cNvSpPr/>
          <p:nvPr/>
        </p:nvSpPr>
        <p:spPr>
          <a:xfrm>
            <a:off x="6426682" y="29992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(1/(m−1)) · X̃ᵀX̃</a:t>
            </a:r>
            <a:endParaRPr lang="en-US" sz="105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0FC22AD4-0B1F-7704-D6D1-2C7EAFC9096F}"/>
              </a:ext>
            </a:extLst>
          </p:cNvPr>
          <p:cNvSpPr/>
          <p:nvPr/>
        </p:nvSpPr>
        <p:spPr>
          <a:xfrm>
            <a:off x="8511514" y="2011680"/>
            <a:ext cx="2029968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3FF0217E-C63B-557A-83BD-118123D33119}"/>
              </a:ext>
            </a:extLst>
          </p:cNvPr>
          <p:cNvSpPr/>
          <p:nvPr/>
        </p:nvSpPr>
        <p:spPr>
          <a:xfrm>
            <a:off x="8511514" y="2011680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B3F797A3-2FD3-0924-9AF0-86D6DC3529B0}"/>
              </a:ext>
            </a:extLst>
          </p:cNvPr>
          <p:cNvSpPr/>
          <p:nvPr/>
        </p:nvSpPr>
        <p:spPr>
          <a:xfrm>
            <a:off x="9288754" y="207568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94440FA1-9406-5966-B340-8D45FD58ABDF}"/>
              </a:ext>
            </a:extLst>
          </p:cNvPr>
          <p:cNvSpPr/>
          <p:nvPr/>
        </p:nvSpPr>
        <p:spPr>
          <a:xfrm>
            <a:off x="928875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/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73C64FBB-751C-ACC3-869B-5960F209A8E8}"/>
              </a:ext>
            </a:extLst>
          </p:cNvPr>
          <p:cNvSpPr/>
          <p:nvPr/>
        </p:nvSpPr>
        <p:spPr>
          <a:xfrm>
            <a:off x="8602954" y="25877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Eigendecomposition</a:t>
            </a:r>
            <a:endParaRPr lang="en-US" sz="1300"/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03B8BDE1-184D-DB49-7276-1655DF02E235}"/>
              </a:ext>
            </a:extLst>
          </p:cNvPr>
          <p:cNvSpPr/>
          <p:nvPr/>
        </p:nvSpPr>
        <p:spPr>
          <a:xfrm>
            <a:off x="8602954" y="29992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det(C − λI) = 0,  find vᵢ</a:t>
            </a:r>
            <a:endParaRPr lang="en-US" sz="1050"/>
          </a:p>
        </p:txBody>
      </p:sp>
      <p:sp>
        <p:nvSpPr>
          <p:cNvPr id="77" name="Shape 27">
            <a:extLst>
              <a:ext uri="{FF2B5EF4-FFF2-40B4-BE49-F238E27FC236}">
                <a16:creationId xmlns:a16="http://schemas.microsoft.com/office/drawing/2014/main" id="{03996E92-0C6C-6A2C-494F-13FDE60BBA53}"/>
              </a:ext>
            </a:extLst>
          </p:cNvPr>
          <p:cNvSpPr/>
          <p:nvPr/>
        </p:nvSpPr>
        <p:spPr>
          <a:xfrm>
            <a:off x="3939514" y="2743200"/>
            <a:ext cx="164592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18F743AF-C65B-7C5F-7594-C857BE8CA0EA}"/>
              </a:ext>
            </a:extLst>
          </p:cNvPr>
          <p:cNvSpPr/>
          <p:nvPr/>
        </p:nvSpPr>
        <p:spPr>
          <a:xfrm>
            <a:off x="3902938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2C39A"/>
                </a:solidFill>
              </a:rPr>
              <a:t>→</a:t>
            </a:r>
            <a:endParaRPr lang="en-US" sz="1400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B7238641-D6AA-E878-20D8-C7B11DF537F9}"/>
              </a:ext>
            </a:extLst>
          </p:cNvPr>
          <p:cNvSpPr/>
          <p:nvPr/>
        </p:nvSpPr>
        <p:spPr>
          <a:xfrm>
            <a:off x="6115786" y="2743200"/>
            <a:ext cx="164592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B70D1639-43F2-3BA6-109D-6BDB9A3BFE53}"/>
              </a:ext>
            </a:extLst>
          </p:cNvPr>
          <p:cNvSpPr/>
          <p:nvPr/>
        </p:nvSpPr>
        <p:spPr>
          <a:xfrm>
            <a:off x="6079210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2C39A"/>
                </a:solidFill>
              </a:rPr>
              <a:t>→</a:t>
            </a:r>
            <a:endParaRPr lang="en-US" sz="1400"/>
          </a:p>
        </p:txBody>
      </p:sp>
      <p:sp>
        <p:nvSpPr>
          <p:cNvPr id="81" name="Shape 31">
            <a:extLst>
              <a:ext uri="{FF2B5EF4-FFF2-40B4-BE49-F238E27FC236}">
                <a16:creationId xmlns:a16="http://schemas.microsoft.com/office/drawing/2014/main" id="{E497DEEA-44D2-CFE6-3A39-9B7934D1A7B2}"/>
              </a:ext>
            </a:extLst>
          </p:cNvPr>
          <p:cNvSpPr/>
          <p:nvPr/>
        </p:nvSpPr>
        <p:spPr>
          <a:xfrm>
            <a:off x="8292058" y="2743200"/>
            <a:ext cx="164592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3440882B-231B-98A9-82E2-6E2698942532}"/>
              </a:ext>
            </a:extLst>
          </p:cNvPr>
          <p:cNvSpPr/>
          <p:nvPr/>
        </p:nvSpPr>
        <p:spPr>
          <a:xfrm>
            <a:off x="8255482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2C39A"/>
                </a:solidFill>
              </a:rPr>
              <a:t>→</a:t>
            </a:r>
            <a:endParaRPr lang="en-US" sz="1400"/>
          </a:p>
        </p:txBody>
      </p:sp>
      <p:sp>
        <p:nvSpPr>
          <p:cNvPr id="83" name="Shape 33">
            <a:extLst>
              <a:ext uri="{FF2B5EF4-FFF2-40B4-BE49-F238E27FC236}">
                <a16:creationId xmlns:a16="http://schemas.microsoft.com/office/drawing/2014/main" id="{DAB7C2C2-99C5-25FA-577C-904D72335795}"/>
              </a:ext>
            </a:extLst>
          </p:cNvPr>
          <p:cNvSpPr/>
          <p:nvPr/>
        </p:nvSpPr>
        <p:spPr>
          <a:xfrm>
            <a:off x="3189706" y="3886200"/>
            <a:ext cx="2029968" cy="1627632"/>
          </a:xfrm>
          <a:prstGeom prst="rect">
            <a:avLst/>
          </a:prstGeom>
          <a:solidFill>
            <a:srgbClr val="03565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34">
            <a:extLst>
              <a:ext uri="{FF2B5EF4-FFF2-40B4-BE49-F238E27FC236}">
                <a16:creationId xmlns:a16="http://schemas.microsoft.com/office/drawing/2014/main" id="{E07272D4-407E-190B-366B-54D4E4FA16EF}"/>
              </a:ext>
            </a:extLst>
          </p:cNvPr>
          <p:cNvSpPr/>
          <p:nvPr/>
        </p:nvSpPr>
        <p:spPr>
          <a:xfrm>
            <a:off x="3189706" y="3886200"/>
            <a:ext cx="2029968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C9CF0BB5-2294-D83C-DA58-02627EE20FC0}"/>
              </a:ext>
            </a:extLst>
          </p:cNvPr>
          <p:cNvSpPr/>
          <p:nvPr/>
        </p:nvSpPr>
        <p:spPr>
          <a:xfrm>
            <a:off x="3966946" y="395020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E58DCE87-4E80-195A-B4E4-BB54299B7FB2}"/>
              </a:ext>
            </a:extLst>
          </p:cNvPr>
          <p:cNvSpPr/>
          <p:nvPr/>
        </p:nvSpPr>
        <p:spPr>
          <a:xfrm>
            <a:off x="396694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/>
          </a:p>
        </p:txBody>
      </p:sp>
      <p:sp>
        <p:nvSpPr>
          <p:cNvPr id="87" name="Text 37">
            <a:extLst>
              <a:ext uri="{FF2B5EF4-FFF2-40B4-BE49-F238E27FC236}">
                <a16:creationId xmlns:a16="http://schemas.microsoft.com/office/drawing/2014/main" id="{8A227A31-3856-7EDE-3CD5-4A79C3246353}"/>
              </a:ext>
            </a:extLst>
          </p:cNvPr>
          <p:cNvSpPr/>
          <p:nvPr/>
        </p:nvSpPr>
        <p:spPr>
          <a:xfrm>
            <a:off x="3281146" y="4462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 PCs</a:t>
            </a:r>
            <a:endParaRPr lang="en-US" sz="1300"/>
          </a:p>
        </p:txBody>
      </p:sp>
      <p:sp>
        <p:nvSpPr>
          <p:cNvPr id="88" name="Text 38">
            <a:extLst>
              <a:ext uri="{FF2B5EF4-FFF2-40B4-BE49-F238E27FC236}">
                <a16:creationId xmlns:a16="http://schemas.microsoft.com/office/drawing/2014/main" id="{D7C2189A-2202-CC62-2663-07BB9F3A7812}"/>
              </a:ext>
            </a:extLst>
          </p:cNvPr>
          <p:cNvSpPr/>
          <p:nvPr/>
        </p:nvSpPr>
        <p:spPr>
          <a:xfrm>
            <a:off x="3281146" y="487375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top k by variance explained</a:t>
            </a:r>
            <a:endParaRPr lang="en-US" sz="1050"/>
          </a:p>
        </p:txBody>
      </p:sp>
      <p:sp>
        <p:nvSpPr>
          <p:cNvPr id="89" name="Shape 39">
            <a:extLst>
              <a:ext uri="{FF2B5EF4-FFF2-40B4-BE49-F238E27FC236}">
                <a16:creationId xmlns:a16="http://schemas.microsoft.com/office/drawing/2014/main" id="{D0134EF0-1ACC-FD87-4159-8874751610FD}"/>
              </a:ext>
            </a:extLst>
          </p:cNvPr>
          <p:cNvSpPr/>
          <p:nvPr/>
        </p:nvSpPr>
        <p:spPr>
          <a:xfrm>
            <a:off x="5365978" y="3886200"/>
            <a:ext cx="2029968" cy="1627632"/>
          </a:xfrm>
          <a:prstGeom prst="rect">
            <a:avLst/>
          </a:prstGeom>
          <a:solidFill>
            <a:srgbClr val="03565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40">
            <a:extLst>
              <a:ext uri="{FF2B5EF4-FFF2-40B4-BE49-F238E27FC236}">
                <a16:creationId xmlns:a16="http://schemas.microsoft.com/office/drawing/2014/main" id="{8FD28F3C-5F03-C2E8-1B52-155A5550A57A}"/>
              </a:ext>
            </a:extLst>
          </p:cNvPr>
          <p:cNvSpPr/>
          <p:nvPr/>
        </p:nvSpPr>
        <p:spPr>
          <a:xfrm>
            <a:off x="5365978" y="3886200"/>
            <a:ext cx="2029968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41">
            <a:extLst>
              <a:ext uri="{FF2B5EF4-FFF2-40B4-BE49-F238E27FC236}">
                <a16:creationId xmlns:a16="http://schemas.microsoft.com/office/drawing/2014/main" id="{7B59FD7F-2274-036F-4711-7565DEB70FF0}"/>
              </a:ext>
            </a:extLst>
          </p:cNvPr>
          <p:cNvSpPr/>
          <p:nvPr/>
        </p:nvSpPr>
        <p:spPr>
          <a:xfrm>
            <a:off x="6143218" y="395020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42A72A34-274A-C4B6-F845-2D1D1D7B04AE}"/>
              </a:ext>
            </a:extLst>
          </p:cNvPr>
          <p:cNvSpPr/>
          <p:nvPr/>
        </p:nvSpPr>
        <p:spPr>
          <a:xfrm>
            <a:off x="614321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/>
          </a:p>
        </p:txBody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EF6B4F1A-3A99-DEA2-19D3-C16A35796D7E}"/>
              </a:ext>
            </a:extLst>
          </p:cNvPr>
          <p:cNvSpPr/>
          <p:nvPr/>
        </p:nvSpPr>
        <p:spPr>
          <a:xfrm>
            <a:off x="5457418" y="4462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300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1BE53968-D608-5D91-585F-4BAEE8C6A5D9}"/>
              </a:ext>
            </a:extLst>
          </p:cNvPr>
          <p:cNvSpPr/>
          <p:nvPr/>
        </p:nvSpPr>
        <p:spPr>
          <a:xfrm>
            <a:off x="5457418" y="487375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X̃ · W  (new dataset m × k)</a:t>
            </a:r>
            <a:endParaRPr lang="en-US" sz="1050"/>
          </a:p>
        </p:txBody>
      </p:sp>
      <p:sp>
        <p:nvSpPr>
          <p:cNvPr id="95" name="Shape 45">
            <a:extLst>
              <a:ext uri="{FF2B5EF4-FFF2-40B4-BE49-F238E27FC236}">
                <a16:creationId xmlns:a16="http://schemas.microsoft.com/office/drawing/2014/main" id="{17FC5A9C-C48D-0B0F-E8C0-08FC20EA9300}"/>
              </a:ext>
            </a:extLst>
          </p:cNvPr>
          <p:cNvSpPr/>
          <p:nvPr/>
        </p:nvSpPr>
        <p:spPr>
          <a:xfrm>
            <a:off x="7542250" y="3886200"/>
            <a:ext cx="2029968" cy="1627632"/>
          </a:xfrm>
          <a:prstGeom prst="rect">
            <a:avLst/>
          </a:prstGeom>
          <a:solidFill>
            <a:srgbClr val="03565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9A0CE7AA-89B2-97BB-0E64-EBFF0DF8E176}"/>
              </a:ext>
            </a:extLst>
          </p:cNvPr>
          <p:cNvSpPr/>
          <p:nvPr/>
        </p:nvSpPr>
        <p:spPr>
          <a:xfrm>
            <a:off x="7542250" y="3886200"/>
            <a:ext cx="2029968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47">
            <a:extLst>
              <a:ext uri="{FF2B5EF4-FFF2-40B4-BE49-F238E27FC236}">
                <a16:creationId xmlns:a16="http://schemas.microsoft.com/office/drawing/2014/main" id="{766E7A60-8F8E-69E8-3F94-75E193B5C331}"/>
              </a:ext>
            </a:extLst>
          </p:cNvPr>
          <p:cNvSpPr/>
          <p:nvPr/>
        </p:nvSpPr>
        <p:spPr>
          <a:xfrm>
            <a:off x="8319490" y="3950208"/>
            <a:ext cx="457200" cy="457200"/>
          </a:xfrm>
          <a:prstGeom prst="ellipse">
            <a:avLst/>
          </a:prstGeom>
          <a:solidFill>
            <a:srgbClr val="052E38"/>
          </a:solidFill>
          <a:ln w="12700">
            <a:solidFill>
              <a:srgbClr val="052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02A365DD-9CD5-5A11-6070-7EE62A62BA1E}"/>
              </a:ext>
            </a:extLst>
          </p:cNvPr>
          <p:cNvSpPr/>
          <p:nvPr/>
        </p:nvSpPr>
        <p:spPr>
          <a:xfrm>
            <a:off x="831949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/>
          </a:p>
        </p:txBody>
      </p:sp>
      <p:sp>
        <p:nvSpPr>
          <p:cNvPr id="99" name="Text 49">
            <a:extLst>
              <a:ext uri="{FF2B5EF4-FFF2-40B4-BE49-F238E27FC236}">
                <a16:creationId xmlns:a16="http://schemas.microsoft.com/office/drawing/2014/main" id="{E0657D76-E461-7DC6-0254-304EF81C2FC0}"/>
              </a:ext>
            </a:extLst>
          </p:cNvPr>
          <p:cNvSpPr/>
          <p:nvPr/>
        </p:nvSpPr>
        <p:spPr>
          <a:xfrm>
            <a:off x="7633690" y="4462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Results</a:t>
            </a:r>
            <a:endParaRPr lang="en-US" sz="1300"/>
          </a:p>
        </p:txBody>
      </p:sp>
      <p:sp>
        <p:nvSpPr>
          <p:cNvPr id="100" name="Text 50">
            <a:extLst>
              <a:ext uri="{FF2B5EF4-FFF2-40B4-BE49-F238E27FC236}">
                <a16:creationId xmlns:a16="http://schemas.microsoft.com/office/drawing/2014/main" id="{A92693C6-3184-4436-FCD3-A6A622602946}"/>
              </a:ext>
            </a:extLst>
          </p:cNvPr>
          <p:cNvSpPr/>
          <p:nvPr/>
        </p:nvSpPr>
        <p:spPr>
          <a:xfrm>
            <a:off x="7633690" y="487375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Loadings, variance %, reconstruction</a:t>
            </a:r>
            <a:endParaRPr lang="en-US" sz="1050"/>
          </a:p>
        </p:txBody>
      </p:sp>
      <p:sp>
        <p:nvSpPr>
          <p:cNvPr id="101" name="Text 51">
            <a:extLst>
              <a:ext uri="{FF2B5EF4-FFF2-40B4-BE49-F238E27FC236}">
                <a16:creationId xmlns:a16="http://schemas.microsoft.com/office/drawing/2014/main" id="{9AB998CD-E414-B32E-7122-EAF1F4813D14}"/>
              </a:ext>
            </a:extLst>
          </p:cNvPr>
          <p:cNvSpPr/>
          <p:nvPr/>
        </p:nvSpPr>
        <p:spPr>
          <a:xfrm>
            <a:off x="5091658" y="4572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0A500"/>
                </a:solidFill>
              </a:rPr>
              <a:t>→</a:t>
            </a:r>
            <a:endParaRPr lang="en-US" sz="1400"/>
          </a:p>
        </p:txBody>
      </p:sp>
      <p:sp>
        <p:nvSpPr>
          <p:cNvPr id="102" name="Text 52">
            <a:extLst>
              <a:ext uri="{FF2B5EF4-FFF2-40B4-BE49-F238E27FC236}">
                <a16:creationId xmlns:a16="http://schemas.microsoft.com/office/drawing/2014/main" id="{1A7483D6-877B-178A-DD14-8D799113B089}"/>
              </a:ext>
            </a:extLst>
          </p:cNvPr>
          <p:cNvSpPr/>
          <p:nvPr/>
        </p:nvSpPr>
        <p:spPr>
          <a:xfrm>
            <a:off x="7267930" y="4572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0A500"/>
                </a:solidFill>
              </a:rPr>
              <a:t>→</a:t>
            </a:r>
            <a:endParaRPr lang="en-US" sz="1400"/>
          </a:p>
        </p:txBody>
      </p:sp>
      <p:sp>
        <p:nvSpPr>
          <p:cNvPr id="103" name="Text 53">
            <a:extLst>
              <a:ext uri="{FF2B5EF4-FFF2-40B4-BE49-F238E27FC236}">
                <a16:creationId xmlns:a16="http://schemas.microsoft.com/office/drawing/2014/main" id="{0D247B8E-A303-2FED-754D-CE566D481484}"/>
              </a:ext>
            </a:extLst>
          </p:cNvPr>
          <p:cNvSpPr/>
          <p:nvPr/>
        </p:nvSpPr>
        <p:spPr>
          <a:xfrm>
            <a:off x="6207226" y="3639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2C39A"/>
                </a:solidFill>
              </a:rPr>
              <a:t>↓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858628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D472-D022-3A76-3DCE-151C6693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E5B6-8A11-2F4F-A2B6-8CC687CB97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EE378054-FD90-644D-F210-48DF94B662F9}"/>
              </a:ext>
            </a:extLst>
          </p:cNvPr>
          <p:cNvSpPr/>
          <p:nvPr/>
        </p:nvSpPr>
        <p:spPr>
          <a:xfrm>
            <a:off x="1743891" y="2688771"/>
            <a:ext cx="9152709" cy="1665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i="1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……………..</a:t>
            </a:r>
          </a:p>
          <a:p>
            <a:pPr marL="0" indent="0" algn="ctr">
              <a:buNone/>
            </a:pPr>
            <a:r>
              <a:rPr lang="en-US" sz="5400" i="1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Numerical Example</a:t>
            </a:r>
            <a:endParaRPr lang="en-US" sz="54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01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F1D9-FBA2-0CE8-DC9B-B12ACFD3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3B30A-DDBB-A3AF-F21E-2213D8D8D9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15735B08-93A0-462A-552D-3885010DB5A3}"/>
              </a:ext>
            </a:extLst>
          </p:cNvPr>
          <p:cNvSpPr/>
          <p:nvPr/>
        </p:nvSpPr>
        <p:spPr>
          <a:xfrm>
            <a:off x="211183" y="435429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9144C85-EE45-D0AC-D580-6C30A4300EE5}"/>
              </a:ext>
            </a:extLst>
          </p:cNvPr>
          <p:cNvSpPr/>
          <p:nvPr/>
        </p:nvSpPr>
        <p:spPr>
          <a:xfrm>
            <a:off x="1648097" y="1656806"/>
            <a:ext cx="8503920" cy="594360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18AEE2A-E6FC-2D4E-B10E-C07469CD1E55}"/>
              </a:ext>
            </a:extLst>
          </p:cNvPr>
          <p:cNvSpPr/>
          <p:nvPr/>
        </p:nvSpPr>
        <p:spPr>
          <a:xfrm>
            <a:off x="1648097" y="165680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Reduce dimensions from 2D to 1D using PCA on a 4-sample dataset</a:t>
            </a:r>
            <a:endParaRPr lang="en-US" sz="15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3ECBECE-A4F6-C558-4C84-E8CA5E452B1E}"/>
              </a:ext>
            </a:extLst>
          </p:cNvPr>
          <p:cNvSpPr/>
          <p:nvPr/>
        </p:nvSpPr>
        <p:spPr>
          <a:xfrm>
            <a:off x="1648097" y="2434046"/>
            <a:ext cx="201168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6F3E1B99-B65C-FC1D-AF3F-B7DA65967477}"/>
              </a:ext>
            </a:extLst>
          </p:cNvPr>
          <p:cNvSpPr/>
          <p:nvPr/>
        </p:nvSpPr>
        <p:spPr>
          <a:xfrm>
            <a:off x="1648097" y="243404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CF8C278-6E63-65EE-A982-E26B5EEF0BD7}"/>
              </a:ext>
            </a:extLst>
          </p:cNvPr>
          <p:cNvSpPr/>
          <p:nvPr/>
        </p:nvSpPr>
        <p:spPr>
          <a:xfrm>
            <a:off x="3659777" y="2434046"/>
            <a:ext cx="1618488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30D6F72-6F47-AF97-FCEF-0C3A1EFAC3DF}"/>
              </a:ext>
            </a:extLst>
          </p:cNvPr>
          <p:cNvSpPr/>
          <p:nvPr/>
        </p:nvSpPr>
        <p:spPr>
          <a:xfrm>
            <a:off x="3659777" y="243404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30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8F8A177-6261-20D4-E151-FC286007C221}"/>
              </a:ext>
            </a:extLst>
          </p:cNvPr>
          <p:cNvSpPr/>
          <p:nvPr/>
        </p:nvSpPr>
        <p:spPr>
          <a:xfrm>
            <a:off x="5278265" y="2434046"/>
            <a:ext cx="1618488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A3BEA94-9B80-13DA-E25B-5ED651F77E8A}"/>
              </a:ext>
            </a:extLst>
          </p:cNvPr>
          <p:cNvSpPr/>
          <p:nvPr/>
        </p:nvSpPr>
        <p:spPr>
          <a:xfrm>
            <a:off x="5278265" y="243404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3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E30DB22-CC68-0DDE-459C-80E0A2F53485}"/>
              </a:ext>
            </a:extLst>
          </p:cNvPr>
          <p:cNvSpPr/>
          <p:nvPr/>
        </p:nvSpPr>
        <p:spPr>
          <a:xfrm>
            <a:off x="6896753" y="2434046"/>
            <a:ext cx="1618488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2207DDA-9024-9A58-5274-580EF45CB872}"/>
              </a:ext>
            </a:extLst>
          </p:cNvPr>
          <p:cNvSpPr/>
          <p:nvPr/>
        </p:nvSpPr>
        <p:spPr>
          <a:xfrm>
            <a:off x="6896753" y="243404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3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13D4436-0FF4-2C52-4C7A-44D363EB8457}"/>
              </a:ext>
            </a:extLst>
          </p:cNvPr>
          <p:cNvSpPr/>
          <p:nvPr/>
        </p:nvSpPr>
        <p:spPr>
          <a:xfrm>
            <a:off x="8515241" y="2434046"/>
            <a:ext cx="1618488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A46348F-7466-2688-F281-8B6067E9C233}"/>
              </a:ext>
            </a:extLst>
          </p:cNvPr>
          <p:cNvSpPr/>
          <p:nvPr/>
        </p:nvSpPr>
        <p:spPr>
          <a:xfrm>
            <a:off x="8515241" y="243404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</a:t>
            </a:r>
            <a:endParaRPr lang="en-US" sz="130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CDF1190-C7E8-050C-CA73-99724F3F1201}"/>
              </a:ext>
            </a:extLst>
          </p:cNvPr>
          <p:cNvSpPr/>
          <p:nvPr/>
        </p:nvSpPr>
        <p:spPr>
          <a:xfrm>
            <a:off x="1648097" y="2845526"/>
            <a:ext cx="2011680" cy="411480"/>
          </a:xfrm>
          <a:prstGeom prst="rect">
            <a:avLst/>
          </a:prstGeom>
          <a:solidFill>
            <a:srgbClr val="1A3A8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818CF86-2B5C-8C67-EA7A-79ABA5F63312}"/>
              </a:ext>
            </a:extLst>
          </p:cNvPr>
          <p:cNvSpPr/>
          <p:nvPr/>
        </p:nvSpPr>
        <p:spPr>
          <a:xfrm>
            <a:off x="1648097" y="284552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40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726700B-79AE-E738-E028-7983E8178A5E}"/>
              </a:ext>
            </a:extLst>
          </p:cNvPr>
          <p:cNvSpPr/>
          <p:nvPr/>
        </p:nvSpPr>
        <p:spPr>
          <a:xfrm>
            <a:off x="3659777" y="2845526"/>
            <a:ext cx="161848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D7DA207-2308-6136-7D09-97F5FC970573}"/>
              </a:ext>
            </a:extLst>
          </p:cNvPr>
          <p:cNvSpPr/>
          <p:nvPr/>
        </p:nvSpPr>
        <p:spPr>
          <a:xfrm>
            <a:off x="3659777" y="284552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FC7681B-784F-946E-B68A-6807EBB3B6FA}"/>
              </a:ext>
            </a:extLst>
          </p:cNvPr>
          <p:cNvSpPr/>
          <p:nvPr/>
        </p:nvSpPr>
        <p:spPr>
          <a:xfrm>
            <a:off x="5278265" y="2845526"/>
            <a:ext cx="161848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87596F01-48A9-65A7-CCE7-C292F491588D}"/>
              </a:ext>
            </a:extLst>
          </p:cNvPr>
          <p:cNvSpPr/>
          <p:nvPr/>
        </p:nvSpPr>
        <p:spPr>
          <a:xfrm>
            <a:off x="5278265" y="284552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5CDF242D-A5C6-CD48-9D29-C8E3AA5FB230}"/>
              </a:ext>
            </a:extLst>
          </p:cNvPr>
          <p:cNvSpPr/>
          <p:nvPr/>
        </p:nvSpPr>
        <p:spPr>
          <a:xfrm>
            <a:off x="6896753" y="2845526"/>
            <a:ext cx="161848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866FAE2B-51B6-B8F0-81A5-375CF1371765}"/>
              </a:ext>
            </a:extLst>
          </p:cNvPr>
          <p:cNvSpPr/>
          <p:nvPr/>
        </p:nvSpPr>
        <p:spPr>
          <a:xfrm>
            <a:off x="6896753" y="284552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78A5A82-467B-8576-DB7C-5262DAD3FFE2}"/>
              </a:ext>
            </a:extLst>
          </p:cNvPr>
          <p:cNvSpPr/>
          <p:nvPr/>
        </p:nvSpPr>
        <p:spPr>
          <a:xfrm>
            <a:off x="8515241" y="2845526"/>
            <a:ext cx="161848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C1828B4F-C136-48AB-7771-634C8045E50E}"/>
              </a:ext>
            </a:extLst>
          </p:cNvPr>
          <p:cNvSpPr/>
          <p:nvPr/>
        </p:nvSpPr>
        <p:spPr>
          <a:xfrm>
            <a:off x="8515241" y="284552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06A46AB0-0454-4CC5-AE08-0E935B653C66}"/>
              </a:ext>
            </a:extLst>
          </p:cNvPr>
          <p:cNvSpPr/>
          <p:nvPr/>
        </p:nvSpPr>
        <p:spPr>
          <a:xfrm>
            <a:off x="1648097" y="3257006"/>
            <a:ext cx="2011680" cy="411480"/>
          </a:xfrm>
          <a:prstGeom prst="rect">
            <a:avLst/>
          </a:prstGeom>
          <a:solidFill>
            <a:srgbClr val="1A3A8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5ED1E11A-F423-1233-CB86-D0DB74314987}"/>
              </a:ext>
            </a:extLst>
          </p:cNvPr>
          <p:cNvSpPr/>
          <p:nvPr/>
        </p:nvSpPr>
        <p:spPr>
          <a:xfrm>
            <a:off x="1648097" y="32570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40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9D9602E9-4C59-F99D-8BC6-0C8C1DF7275E}"/>
              </a:ext>
            </a:extLst>
          </p:cNvPr>
          <p:cNvSpPr/>
          <p:nvPr/>
        </p:nvSpPr>
        <p:spPr>
          <a:xfrm>
            <a:off x="3659777" y="3257006"/>
            <a:ext cx="1618488" cy="41148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022EEBE6-5ED4-4B34-5F03-81D37E1BBC78}"/>
              </a:ext>
            </a:extLst>
          </p:cNvPr>
          <p:cNvSpPr/>
          <p:nvPr/>
        </p:nvSpPr>
        <p:spPr>
          <a:xfrm>
            <a:off x="3659777" y="325700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227C0837-FAE3-5348-D030-B9A13154F46D}"/>
              </a:ext>
            </a:extLst>
          </p:cNvPr>
          <p:cNvSpPr/>
          <p:nvPr/>
        </p:nvSpPr>
        <p:spPr>
          <a:xfrm>
            <a:off x="5278265" y="3257006"/>
            <a:ext cx="1618488" cy="41148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FE7F516C-2651-589B-9697-9A82068991B7}"/>
              </a:ext>
            </a:extLst>
          </p:cNvPr>
          <p:cNvSpPr/>
          <p:nvPr/>
        </p:nvSpPr>
        <p:spPr>
          <a:xfrm>
            <a:off x="5278265" y="325700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E3512D86-8918-57C5-1E26-BD51FAC80886}"/>
              </a:ext>
            </a:extLst>
          </p:cNvPr>
          <p:cNvSpPr/>
          <p:nvPr/>
        </p:nvSpPr>
        <p:spPr>
          <a:xfrm>
            <a:off x="6896753" y="3257006"/>
            <a:ext cx="1618488" cy="41148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1323F2E8-8415-849C-6980-C47DF1A3C5C1}"/>
              </a:ext>
            </a:extLst>
          </p:cNvPr>
          <p:cNvSpPr/>
          <p:nvPr/>
        </p:nvSpPr>
        <p:spPr>
          <a:xfrm>
            <a:off x="6896753" y="325700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4681727E-97AE-111B-75F3-A5BC5594E602}"/>
              </a:ext>
            </a:extLst>
          </p:cNvPr>
          <p:cNvSpPr/>
          <p:nvPr/>
        </p:nvSpPr>
        <p:spPr>
          <a:xfrm>
            <a:off x="8515241" y="3257006"/>
            <a:ext cx="1618488" cy="41148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30EC3C2B-A6E4-A1D7-5CAD-9F2BA7ABF3AA}"/>
              </a:ext>
            </a:extLst>
          </p:cNvPr>
          <p:cNvSpPr/>
          <p:nvPr/>
        </p:nvSpPr>
        <p:spPr>
          <a:xfrm>
            <a:off x="8515241" y="3257006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89F9CD29-F9C3-F23A-7897-6DFC534B852A}"/>
              </a:ext>
            </a:extLst>
          </p:cNvPr>
          <p:cNvSpPr/>
          <p:nvPr/>
        </p:nvSpPr>
        <p:spPr>
          <a:xfrm>
            <a:off x="1648097" y="4034246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D288041-EEEA-01B1-A207-F54AABD7A52F}"/>
              </a:ext>
            </a:extLst>
          </p:cNvPr>
          <p:cNvSpPr/>
          <p:nvPr/>
        </p:nvSpPr>
        <p:spPr>
          <a:xfrm>
            <a:off x="1648097" y="4034246"/>
            <a:ext cx="20116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556767AA-1CC1-4498-0CF2-B585C7449B9F}"/>
              </a:ext>
            </a:extLst>
          </p:cNvPr>
          <p:cNvSpPr/>
          <p:nvPr/>
        </p:nvSpPr>
        <p:spPr>
          <a:xfrm>
            <a:off x="1648097" y="412568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395B8FB0-BB48-0B34-4628-8C1B98A1AA4F}"/>
              </a:ext>
            </a:extLst>
          </p:cNvPr>
          <p:cNvSpPr/>
          <p:nvPr/>
        </p:nvSpPr>
        <p:spPr>
          <a:xfrm>
            <a:off x="1648097" y="481148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F6BAFE9-DB30-C57D-E108-341EF3C7BA27}"/>
              </a:ext>
            </a:extLst>
          </p:cNvPr>
          <p:cNvSpPr/>
          <p:nvPr/>
        </p:nvSpPr>
        <p:spPr>
          <a:xfrm>
            <a:off x="1648097" y="508580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and X₂</a:t>
            </a:r>
            <a:endParaRPr lang="en-US" sz="100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9F751E09-708A-7CBC-4A0E-BAF939CA2B12}"/>
              </a:ext>
            </a:extLst>
          </p:cNvPr>
          <p:cNvSpPr/>
          <p:nvPr/>
        </p:nvSpPr>
        <p:spPr>
          <a:xfrm>
            <a:off x="3796937" y="4034246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1DC8C224-36F5-E376-E765-51F96C08FCCF}"/>
              </a:ext>
            </a:extLst>
          </p:cNvPr>
          <p:cNvSpPr/>
          <p:nvPr/>
        </p:nvSpPr>
        <p:spPr>
          <a:xfrm>
            <a:off x="3796937" y="4034246"/>
            <a:ext cx="20116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E3A6DCF4-2DCB-7CA0-932B-F7AE1E083A9D}"/>
              </a:ext>
            </a:extLst>
          </p:cNvPr>
          <p:cNvSpPr/>
          <p:nvPr/>
        </p:nvSpPr>
        <p:spPr>
          <a:xfrm>
            <a:off x="3796937" y="412568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36F8C301-E841-E0B1-1900-7C1BFDA36357}"/>
              </a:ext>
            </a:extLst>
          </p:cNvPr>
          <p:cNvSpPr/>
          <p:nvPr/>
        </p:nvSpPr>
        <p:spPr>
          <a:xfrm>
            <a:off x="3796937" y="481148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43BAFE49-1280-E89D-8707-D815899FAC16}"/>
              </a:ext>
            </a:extLst>
          </p:cNvPr>
          <p:cNvSpPr/>
          <p:nvPr/>
        </p:nvSpPr>
        <p:spPr>
          <a:xfrm>
            <a:off x="3796937" y="508580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B445D8CA-93E3-2568-A3B6-54D8433B536F}"/>
              </a:ext>
            </a:extLst>
          </p:cNvPr>
          <p:cNvSpPr/>
          <p:nvPr/>
        </p:nvSpPr>
        <p:spPr>
          <a:xfrm>
            <a:off x="5945777" y="4034246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E899E4F4-EAA7-0CC4-3026-4FED5BAAB426}"/>
              </a:ext>
            </a:extLst>
          </p:cNvPr>
          <p:cNvSpPr/>
          <p:nvPr/>
        </p:nvSpPr>
        <p:spPr>
          <a:xfrm>
            <a:off x="5945777" y="4034246"/>
            <a:ext cx="20116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8">
            <a:extLst>
              <a:ext uri="{FF2B5EF4-FFF2-40B4-BE49-F238E27FC236}">
                <a16:creationId xmlns:a16="http://schemas.microsoft.com/office/drawing/2014/main" id="{C4DED74A-5B14-DA44-A976-BEB6A9361253}"/>
              </a:ext>
            </a:extLst>
          </p:cNvPr>
          <p:cNvSpPr/>
          <p:nvPr/>
        </p:nvSpPr>
        <p:spPr>
          <a:xfrm>
            <a:off x="5945777" y="412568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754E3717-16AD-7A1F-0FA0-280FC5AF86B5}"/>
              </a:ext>
            </a:extLst>
          </p:cNvPr>
          <p:cNvSpPr/>
          <p:nvPr/>
        </p:nvSpPr>
        <p:spPr>
          <a:xfrm>
            <a:off x="5945777" y="481148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Dims</a:t>
            </a:r>
            <a:endParaRPr lang="en-US" sz="1100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6CA8445E-86BD-A3B8-FC0B-8FF586F391D3}"/>
              </a:ext>
            </a:extLst>
          </p:cNvPr>
          <p:cNvSpPr/>
          <p:nvPr/>
        </p:nvSpPr>
        <p:spPr>
          <a:xfrm>
            <a:off x="5945777" y="508580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PCA</a:t>
            </a:r>
            <a:endParaRPr lang="en-US" sz="1000"/>
          </a:p>
        </p:txBody>
      </p:sp>
      <p:sp>
        <p:nvSpPr>
          <p:cNvPr id="51" name="Shape 51">
            <a:extLst>
              <a:ext uri="{FF2B5EF4-FFF2-40B4-BE49-F238E27FC236}">
                <a16:creationId xmlns:a16="http://schemas.microsoft.com/office/drawing/2014/main" id="{61A3F21C-3546-01BD-E5E3-66BD14B673B0}"/>
              </a:ext>
            </a:extLst>
          </p:cNvPr>
          <p:cNvSpPr/>
          <p:nvPr/>
        </p:nvSpPr>
        <p:spPr>
          <a:xfrm>
            <a:off x="8094617" y="4034246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2">
            <a:extLst>
              <a:ext uri="{FF2B5EF4-FFF2-40B4-BE49-F238E27FC236}">
                <a16:creationId xmlns:a16="http://schemas.microsoft.com/office/drawing/2014/main" id="{DC4A14D3-AC46-1F5C-2E30-975FDA788406}"/>
              </a:ext>
            </a:extLst>
          </p:cNvPr>
          <p:cNvSpPr/>
          <p:nvPr/>
        </p:nvSpPr>
        <p:spPr>
          <a:xfrm>
            <a:off x="8094617" y="4034246"/>
            <a:ext cx="20116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3">
            <a:extLst>
              <a:ext uri="{FF2B5EF4-FFF2-40B4-BE49-F238E27FC236}">
                <a16:creationId xmlns:a16="http://schemas.microsoft.com/office/drawing/2014/main" id="{0895DF0F-9671-A43C-C0CD-76EC2E7CD509}"/>
              </a:ext>
            </a:extLst>
          </p:cNvPr>
          <p:cNvSpPr/>
          <p:nvPr/>
        </p:nvSpPr>
        <p:spPr>
          <a:xfrm>
            <a:off x="8094617" y="412568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D21869B4-FB03-FFD0-4AF3-1948D1F7D87C}"/>
              </a:ext>
            </a:extLst>
          </p:cNvPr>
          <p:cNvSpPr/>
          <p:nvPr/>
        </p:nvSpPr>
        <p:spPr>
          <a:xfrm>
            <a:off x="8094617" y="481148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/>
          </a:p>
        </p:txBody>
      </p:sp>
      <p:sp>
        <p:nvSpPr>
          <p:cNvPr id="55" name="Text 55">
            <a:extLst>
              <a:ext uri="{FF2B5EF4-FFF2-40B4-BE49-F238E27FC236}">
                <a16:creationId xmlns:a16="http://schemas.microsoft.com/office/drawing/2014/main" id="{888195D4-FDAC-C6CC-8DB0-1CC83C83344A}"/>
              </a:ext>
            </a:extLst>
          </p:cNvPr>
          <p:cNvSpPr/>
          <p:nvPr/>
        </p:nvSpPr>
        <p:spPr>
          <a:xfrm>
            <a:off x="8094617" y="508580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2620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45FC-D3BD-E6C2-0B82-99B56EC5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04095-A3AE-4FA4-1DC5-E59AF106C2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ECED40F-F239-5751-E56A-B0FAE5ABFB7C}"/>
              </a:ext>
            </a:extLst>
          </p:cNvPr>
          <p:cNvSpPr/>
          <p:nvPr/>
        </p:nvSpPr>
        <p:spPr>
          <a:xfrm>
            <a:off x="232955" y="283029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: Calculate Mean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CB87661-72B6-9990-D213-7E767DB11E03}"/>
              </a:ext>
            </a:extLst>
          </p:cNvPr>
          <p:cNvSpPr/>
          <p:nvPr/>
        </p:nvSpPr>
        <p:spPr>
          <a:xfrm>
            <a:off x="566057" y="1417320"/>
            <a:ext cx="11038114" cy="777240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5F3C8B4-970D-4458-74BE-60DF4CBE9094}"/>
              </a:ext>
            </a:extLst>
          </p:cNvPr>
          <p:cNvSpPr/>
          <p:nvPr/>
        </p:nvSpPr>
        <p:spPr>
          <a:xfrm>
            <a:off x="1746069" y="1600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mean of each feature across all 4 samples</a:t>
            </a:r>
            <a:endParaRPr lang="en-US" sz="20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636F9A6-041C-F1A4-9905-88124EB6A148}"/>
              </a:ext>
            </a:extLst>
          </p:cNvPr>
          <p:cNvSpPr/>
          <p:nvPr/>
        </p:nvSpPr>
        <p:spPr>
          <a:xfrm>
            <a:off x="1746069" y="2331720"/>
            <a:ext cx="40233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A40A024-2FF7-0232-D055-F569314B9814}"/>
              </a:ext>
            </a:extLst>
          </p:cNvPr>
          <p:cNvSpPr/>
          <p:nvPr/>
        </p:nvSpPr>
        <p:spPr>
          <a:xfrm>
            <a:off x="1837509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C8439EB-84AA-E92D-288A-0B650CE35159}"/>
              </a:ext>
            </a:extLst>
          </p:cNvPr>
          <p:cNvSpPr/>
          <p:nvPr/>
        </p:nvSpPr>
        <p:spPr>
          <a:xfrm>
            <a:off x="1928949" y="2834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(1/n) · Σ xᵢ</a:t>
            </a:r>
            <a:endParaRPr lang="en-US" sz="1400"/>
          </a:p>
          <a:p>
            <a:pPr marL="0" indent="0" algn="l">
              <a:buNone/>
            </a:pP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 = number of samples</a:t>
            </a:r>
            <a:endParaRPr lang="en-US" sz="1400"/>
          </a:p>
          <a:p>
            <a:pPr marL="0" indent="0" algn="l">
              <a:buNone/>
            </a:pPr>
            <a:r>
              <a:rPr lang="en-US" sz="14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xᵢ = individual values</a:t>
            </a:r>
            <a:endParaRPr lang="en-US" sz="14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DF3BCB-D2BB-376B-26A7-64F3AF3CEA95}"/>
              </a:ext>
            </a:extLst>
          </p:cNvPr>
          <p:cNvSpPr/>
          <p:nvPr/>
        </p:nvSpPr>
        <p:spPr>
          <a:xfrm>
            <a:off x="1837509" y="3794760"/>
            <a:ext cx="3794760" cy="502920"/>
          </a:xfrm>
          <a:prstGeom prst="rect">
            <a:avLst/>
          </a:prstGeom>
          <a:solidFill>
            <a:srgbClr val="D6E8FF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C7B2260-C644-8235-7CB4-E8AC52755DB0}"/>
              </a:ext>
            </a:extLst>
          </p:cNvPr>
          <p:cNvSpPr/>
          <p:nvPr/>
        </p:nvSpPr>
        <p:spPr>
          <a:xfrm>
            <a:off x="1928949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X₁  =  (4 + 8 + 13 + 7) / 4  =  32 / 4</a:t>
            </a:r>
            <a:endParaRPr lang="en-US" sz="120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B49CB38-C5A5-4556-229B-98F97E7CF1AE}"/>
              </a:ext>
            </a:extLst>
          </p:cNvPr>
          <p:cNvSpPr/>
          <p:nvPr/>
        </p:nvSpPr>
        <p:spPr>
          <a:xfrm>
            <a:off x="1837509" y="4361688"/>
            <a:ext cx="379476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0E22B60-23CA-6B94-5A24-4B418F895B7C}"/>
              </a:ext>
            </a:extLst>
          </p:cNvPr>
          <p:cNvSpPr/>
          <p:nvPr/>
        </p:nvSpPr>
        <p:spPr>
          <a:xfrm>
            <a:off x="1928949" y="43616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μ₁  =  8</a:t>
            </a:r>
            <a:endParaRPr lang="en-US" sz="160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754419B-51EF-1E98-DA1F-55E64274D871}"/>
              </a:ext>
            </a:extLst>
          </p:cNvPr>
          <p:cNvSpPr/>
          <p:nvPr/>
        </p:nvSpPr>
        <p:spPr>
          <a:xfrm>
            <a:off x="5998029" y="2331720"/>
            <a:ext cx="4251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E66F0E29-18B5-C19A-F224-780668C9B294}"/>
              </a:ext>
            </a:extLst>
          </p:cNvPr>
          <p:cNvSpPr/>
          <p:nvPr/>
        </p:nvSpPr>
        <p:spPr>
          <a:xfrm>
            <a:off x="6089469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0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0C25579-BBE3-361C-C17E-7621C34AF2C6}"/>
              </a:ext>
            </a:extLst>
          </p:cNvPr>
          <p:cNvSpPr/>
          <p:nvPr/>
        </p:nvSpPr>
        <p:spPr>
          <a:xfrm>
            <a:off x="6089469" y="2834640"/>
            <a:ext cx="4069080" cy="502920"/>
          </a:xfrm>
          <a:prstGeom prst="rect">
            <a:avLst/>
          </a:prstGeom>
          <a:solidFill>
            <a:srgbClr val="D6E8FF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F35E081-D2C0-9D85-14AD-CD4497202728}"/>
              </a:ext>
            </a:extLst>
          </p:cNvPr>
          <p:cNvSpPr/>
          <p:nvPr/>
        </p:nvSpPr>
        <p:spPr>
          <a:xfrm>
            <a:off x="6180909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X₂  =  (11 + 4 + 5 + 14) / 4  =  34 / 4</a:t>
            </a:r>
            <a:endParaRPr lang="en-US" sz="120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CD62433-0EAE-1B43-6287-CCAC24275E92}"/>
              </a:ext>
            </a:extLst>
          </p:cNvPr>
          <p:cNvSpPr/>
          <p:nvPr/>
        </p:nvSpPr>
        <p:spPr>
          <a:xfrm>
            <a:off x="6089469" y="3401568"/>
            <a:ext cx="406908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93F59F53-4682-F619-C888-D90EC73D1643}"/>
              </a:ext>
            </a:extLst>
          </p:cNvPr>
          <p:cNvSpPr/>
          <p:nvPr/>
        </p:nvSpPr>
        <p:spPr>
          <a:xfrm>
            <a:off x="6180909" y="3401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μ₂  =  8.5</a:t>
            </a:r>
            <a:endParaRPr lang="en-US" sz="160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5502C05B-CA0C-3A9A-0F2E-B913C356B2CA}"/>
              </a:ext>
            </a:extLst>
          </p:cNvPr>
          <p:cNvSpPr/>
          <p:nvPr/>
        </p:nvSpPr>
        <p:spPr>
          <a:xfrm>
            <a:off x="6089469" y="3977640"/>
            <a:ext cx="4069080" cy="1188720"/>
          </a:xfrm>
          <a:prstGeom prst="rect">
            <a:avLst/>
          </a:prstGeom>
          <a:solidFill>
            <a:srgbClr val="F4F7FF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8E86C70C-B7F5-5DF3-D53E-C84A53A685BA}"/>
              </a:ext>
            </a:extLst>
          </p:cNvPr>
          <p:cNvSpPr/>
          <p:nvPr/>
        </p:nvSpPr>
        <p:spPr>
          <a:xfrm>
            <a:off x="6180909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Summary</a:t>
            </a:r>
            <a:endParaRPr lang="en-US" sz="11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94431C78-CAC3-AADC-0014-D23BB305A4FB}"/>
              </a:ext>
            </a:extLst>
          </p:cNvPr>
          <p:cNvSpPr/>
          <p:nvPr/>
        </p:nvSpPr>
        <p:spPr>
          <a:xfrm>
            <a:off x="6180909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vector:  μ = [ 8,  8.5 ]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832050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9F46-E0D1-4DAB-2F31-2482B11A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12FB-411D-9A4C-45BE-D9CDD77AEA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513A163-5467-ADD5-0B93-9A3C2C013D90}"/>
              </a:ext>
            </a:extLst>
          </p:cNvPr>
          <p:cNvSpPr/>
          <p:nvPr/>
        </p:nvSpPr>
        <p:spPr>
          <a:xfrm>
            <a:off x="396240" y="3810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: Covariance Matrix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AC85FA5-2D3F-C32F-CE81-13BB49ED76F7}"/>
              </a:ext>
            </a:extLst>
          </p:cNvPr>
          <p:cNvSpPr/>
          <p:nvPr/>
        </p:nvSpPr>
        <p:spPr>
          <a:xfrm>
            <a:off x="1099457" y="1521823"/>
            <a:ext cx="9808029" cy="886968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80B0E16-BE18-25BA-BF71-6B964E0A8CA2}"/>
              </a:ext>
            </a:extLst>
          </p:cNvPr>
          <p:cNvSpPr/>
          <p:nvPr/>
        </p:nvSpPr>
        <p:spPr>
          <a:xfrm>
            <a:off x="1752600" y="1713847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the two features vary together using centered data</a:t>
            </a:r>
            <a:endParaRPr lang="en-US" sz="24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989E19D-9979-D6FA-53DD-B300B0FB9721}"/>
              </a:ext>
            </a:extLst>
          </p:cNvPr>
          <p:cNvSpPr/>
          <p:nvPr/>
        </p:nvSpPr>
        <p:spPr>
          <a:xfrm>
            <a:off x="1844040" y="2527663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2537E60-C280-90AF-3083-B7FE99DC55DB}"/>
              </a:ext>
            </a:extLst>
          </p:cNvPr>
          <p:cNvSpPr/>
          <p:nvPr/>
        </p:nvSpPr>
        <p:spPr>
          <a:xfrm>
            <a:off x="1935480" y="2591671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Formula</a:t>
            </a:r>
            <a:endParaRPr lang="en-US" sz="12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034CBA6-C154-E012-F076-993562E03F99}"/>
              </a:ext>
            </a:extLst>
          </p:cNvPr>
          <p:cNvSpPr/>
          <p:nvPr/>
        </p:nvSpPr>
        <p:spPr>
          <a:xfrm>
            <a:off x="1935480" y="2957431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Var(X₁)    =  Σ(x₁ᵢ − μ₁)² / (n−1)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Var(X₂)    =  Σ(x₂ᵢ − μ₂)² / (n−1)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Cov(X₁,X₂) = Σ(x₁ᵢ−μ₁)(x₂ᵢ−μ₂) / (n−1)</a:t>
            </a:r>
            <a:endParaRPr lang="en-US" sz="12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BF85617-8879-9F03-4EAB-A12532DD3F0B}"/>
              </a:ext>
            </a:extLst>
          </p:cNvPr>
          <p:cNvSpPr/>
          <p:nvPr/>
        </p:nvSpPr>
        <p:spPr>
          <a:xfrm>
            <a:off x="1844040" y="4054711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C9BC4F4-B457-5E8F-7406-7819C3E726C0}"/>
              </a:ext>
            </a:extLst>
          </p:cNvPr>
          <p:cNvSpPr/>
          <p:nvPr/>
        </p:nvSpPr>
        <p:spPr>
          <a:xfrm>
            <a:off x="1935480" y="412786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Values</a:t>
            </a:r>
            <a:endParaRPr lang="en-US" sz="12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1FF304E-13DF-9604-E14F-12866166350A}"/>
              </a:ext>
            </a:extLst>
          </p:cNvPr>
          <p:cNvSpPr/>
          <p:nvPr/>
        </p:nvSpPr>
        <p:spPr>
          <a:xfrm>
            <a:off x="1935480" y="4493623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Var(X₁)     =  114/3  =  38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Var(X₂)     =  114/3  =  38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Cov(X₁,X₂)  =  −114/3  =  −38</a:t>
            </a:r>
            <a:endParaRPr lang="en-US" sz="13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BB61B28-210F-02B8-8F20-4ACC9340A850}"/>
              </a:ext>
            </a:extLst>
          </p:cNvPr>
          <p:cNvSpPr/>
          <p:nvPr/>
        </p:nvSpPr>
        <p:spPr>
          <a:xfrm>
            <a:off x="6096000" y="2527663"/>
            <a:ext cx="4251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71EC18A-DF93-D0BD-7578-6DAF70865A28}"/>
              </a:ext>
            </a:extLst>
          </p:cNvPr>
          <p:cNvSpPr/>
          <p:nvPr/>
        </p:nvSpPr>
        <p:spPr>
          <a:xfrm>
            <a:off x="6187440" y="2591671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 C</a:t>
            </a:r>
            <a:endParaRPr lang="en-US" sz="14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A63AC3F-3F2C-502C-FC94-BB6D4AD2014D}"/>
              </a:ext>
            </a:extLst>
          </p:cNvPr>
          <p:cNvSpPr/>
          <p:nvPr/>
        </p:nvSpPr>
        <p:spPr>
          <a:xfrm>
            <a:off x="6416040" y="3076303"/>
            <a:ext cx="91440" cy="1737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D433DDB-7177-42D6-061C-F433C97BF282}"/>
              </a:ext>
            </a:extLst>
          </p:cNvPr>
          <p:cNvSpPr/>
          <p:nvPr/>
        </p:nvSpPr>
        <p:spPr>
          <a:xfrm>
            <a:off x="6416040" y="3076303"/>
            <a:ext cx="201168" cy="1097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25B3F47-9455-8DF7-BF94-5747DF64B177}"/>
              </a:ext>
            </a:extLst>
          </p:cNvPr>
          <p:cNvSpPr/>
          <p:nvPr/>
        </p:nvSpPr>
        <p:spPr>
          <a:xfrm>
            <a:off x="6416040" y="4703935"/>
            <a:ext cx="201168" cy="1097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8E766D1-CACE-2D66-C534-3984E986B840}"/>
              </a:ext>
            </a:extLst>
          </p:cNvPr>
          <p:cNvSpPr/>
          <p:nvPr/>
        </p:nvSpPr>
        <p:spPr>
          <a:xfrm>
            <a:off x="9799320" y="3076303"/>
            <a:ext cx="91440" cy="1737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B704345-C704-3EAA-1687-B358E71A3161}"/>
              </a:ext>
            </a:extLst>
          </p:cNvPr>
          <p:cNvSpPr/>
          <p:nvPr/>
        </p:nvSpPr>
        <p:spPr>
          <a:xfrm>
            <a:off x="9689592" y="3076303"/>
            <a:ext cx="201168" cy="1097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27A7BE8-A580-1A49-22E0-5CC4CF94E442}"/>
              </a:ext>
            </a:extLst>
          </p:cNvPr>
          <p:cNvSpPr/>
          <p:nvPr/>
        </p:nvSpPr>
        <p:spPr>
          <a:xfrm>
            <a:off x="9689592" y="4703935"/>
            <a:ext cx="201168" cy="1097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9CAE41F-6435-EF3B-0B67-80FFDA5736C7}"/>
              </a:ext>
            </a:extLst>
          </p:cNvPr>
          <p:cNvSpPr/>
          <p:nvPr/>
        </p:nvSpPr>
        <p:spPr>
          <a:xfrm>
            <a:off x="6736080" y="3122023"/>
            <a:ext cx="1371600" cy="73152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343ABE42-78FD-4E83-E1A4-E8BCBF648F44}"/>
              </a:ext>
            </a:extLst>
          </p:cNvPr>
          <p:cNvSpPr/>
          <p:nvPr/>
        </p:nvSpPr>
        <p:spPr>
          <a:xfrm>
            <a:off x="6736080" y="3122023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2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81CF6566-9290-530B-BD1B-42754DABC953}"/>
              </a:ext>
            </a:extLst>
          </p:cNvPr>
          <p:cNvSpPr/>
          <p:nvPr/>
        </p:nvSpPr>
        <p:spPr>
          <a:xfrm>
            <a:off x="6736080" y="3944983"/>
            <a:ext cx="1371600" cy="731520"/>
          </a:xfrm>
          <a:prstGeom prst="rect">
            <a:avLst/>
          </a:prstGeom>
          <a:solidFill>
            <a:srgbClr val="FFE8E8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81929FD1-7204-CC9A-89D9-FC507FE190B0}"/>
              </a:ext>
            </a:extLst>
          </p:cNvPr>
          <p:cNvSpPr/>
          <p:nvPr/>
        </p:nvSpPr>
        <p:spPr>
          <a:xfrm>
            <a:off x="6736080" y="3944983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−38</a:t>
            </a:r>
            <a:endParaRPr lang="en-US" sz="220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3E12CF3-9238-F1F7-7DD1-0081BC6B69D4}"/>
              </a:ext>
            </a:extLst>
          </p:cNvPr>
          <p:cNvSpPr/>
          <p:nvPr/>
        </p:nvSpPr>
        <p:spPr>
          <a:xfrm>
            <a:off x="8290560" y="3122023"/>
            <a:ext cx="1371600" cy="731520"/>
          </a:xfrm>
          <a:prstGeom prst="rect">
            <a:avLst/>
          </a:prstGeom>
          <a:solidFill>
            <a:srgbClr val="FFE8E8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0F45D062-1218-D9BD-C876-84251BBD06D7}"/>
              </a:ext>
            </a:extLst>
          </p:cNvPr>
          <p:cNvSpPr/>
          <p:nvPr/>
        </p:nvSpPr>
        <p:spPr>
          <a:xfrm>
            <a:off x="8290560" y="3122023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−38</a:t>
            </a:r>
            <a:endParaRPr lang="en-US" sz="220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9A327CA5-7731-88D8-C346-CFE721A8349D}"/>
              </a:ext>
            </a:extLst>
          </p:cNvPr>
          <p:cNvSpPr/>
          <p:nvPr/>
        </p:nvSpPr>
        <p:spPr>
          <a:xfrm>
            <a:off x="8290560" y="3944983"/>
            <a:ext cx="1371600" cy="731520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F4B7A1D2-CB45-FF72-2C5B-79C047129ECE}"/>
              </a:ext>
            </a:extLst>
          </p:cNvPr>
          <p:cNvSpPr/>
          <p:nvPr/>
        </p:nvSpPr>
        <p:spPr>
          <a:xfrm>
            <a:off x="8290560" y="3944983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20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6A151E17-EA48-B1B7-169F-BCAC61FC0365}"/>
              </a:ext>
            </a:extLst>
          </p:cNvPr>
          <p:cNvSpPr/>
          <p:nvPr/>
        </p:nvSpPr>
        <p:spPr>
          <a:xfrm>
            <a:off x="6598920" y="280198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2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34EAADFC-83D6-FFA7-6F00-6EEC482E90EF}"/>
              </a:ext>
            </a:extLst>
          </p:cNvPr>
          <p:cNvSpPr/>
          <p:nvPr/>
        </p:nvSpPr>
        <p:spPr>
          <a:xfrm>
            <a:off x="8153400" y="280198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2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2627D92-6545-011F-9AB7-D068B7B1A948}"/>
              </a:ext>
            </a:extLst>
          </p:cNvPr>
          <p:cNvSpPr/>
          <p:nvPr/>
        </p:nvSpPr>
        <p:spPr>
          <a:xfrm>
            <a:off x="6063996" y="3181459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20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AD382156-29E8-404C-6A01-EDF7507ED203}"/>
              </a:ext>
            </a:extLst>
          </p:cNvPr>
          <p:cNvSpPr/>
          <p:nvPr/>
        </p:nvSpPr>
        <p:spPr>
          <a:xfrm>
            <a:off x="6063996" y="409422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20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E754B412-DD79-7EE6-CD43-409F1541C26C}"/>
              </a:ext>
            </a:extLst>
          </p:cNvPr>
          <p:cNvSpPr/>
          <p:nvPr/>
        </p:nvSpPr>
        <p:spPr>
          <a:xfrm>
            <a:off x="6187440" y="4996543"/>
            <a:ext cx="406908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C87BC0D6-0488-461B-857A-672C1F43E2C7}"/>
              </a:ext>
            </a:extLst>
          </p:cNvPr>
          <p:cNvSpPr/>
          <p:nvPr/>
        </p:nvSpPr>
        <p:spPr>
          <a:xfrm>
            <a:off x="6187440" y="4996543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covariance → X₁ and X₂ move in opposite directions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06440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A896-AAC1-8963-75CE-8FEEAE6B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EA18D-9F3B-F58E-18E7-343B1706F8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F3A0A8B-3D55-492A-41F9-ABB2AC88FCDF}"/>
              </a:ext>
            </a:extLst>
          </p:cNvPr>
          <p:cNvSpPr/>
          <p:nvPr/>
        </p:nvSpPr>
        <p:spPr>
          <a:xfrm>
            <a:off x="483325" y="402772"/>
            <a:ext cx="985810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Eigenvalues of Covariance Matrix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1564DA-27F5-9C2C-71DD-1A64285D67BE}"/>
              </a:ext>
            </a:extLst>
          </p:cNvPr>
          <p:cNvSpPr/>
          <p:nvPr/>
        </p:nvSpPr>
        <p:spPr>
          <a:xfrm>
            <a:off x="842553" y="1560359"/>
            <a:ext cx="9999617" cy="992124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9D101FE2-7D7B-91FB-FD38-FABF6680FA18}"/>
              </a:ext>
            </a:extLst>
          </p:cNvPr>
          <p:cNvSpPr/>
          <p:nvPr/>
        </p:nvSpPr>
        <p:spPr>
          <a:xfrm>
            <a:off x="1539240" y="1985555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det(C − λI) = 0  to find the eigenvalues</a:t>
            </a:r>
            <a:endParaRPr lang="en-US" sz="24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063303B-3AC9-9180-7954-9B2555953469}"/>
              </a:ext>
            </a:extLst>
          </p:cNvPr>
          <p:cNvSpPr/>
          <p:nvPr/>
        </p:nvSpPr>
        <p:spPr>
          <a:xfrm>
            <a:off x="1539240" y="2625635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6A426815-6C23-B085-8671-03B227A90BBB}"/>
              </a:ext>
            </a:extLst>
          </p:cNvPr>
          <p:cNvSpPr/>
          <p:nvPr/>
        </p:nvSpPr>
        <p:spPr>
          <a:xfrm>
            <a:off x="1630680" y="268964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Equation</a:t>
            </a:r>
            <a:endParaRPr lang="en-US" sz="12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2C760D2-A3DE-D542-2253-BA70F7479182}"/>
              </a:ext>
            </a:extLst>
          </p:cNvPr>
          <p:cNvSpPr/>
          <p:nvPr/>
        </p:nvSpPr>
        <p:spPr>
          <a:xfrm>
            <a:off x="1676400" y="3055403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|C − λI| = 0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|38−λ   −38  |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|−38    38−λ |  = 0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234AAA2-73A6-154A-328E-2ED35CF2637E}"/>
              </a:ext>
            </a:extLst>
          </p:cNvPr>
          <p:cNvSpPr/>
          <p:nvPr/>
        </p:nvSpPr>
        <p:spPr>
          <a:xfrm>
            <a:off x="1539240" y="4545875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4880EBB-582A-9DE8-9445-5311C17407B1}"/>
              </a:ext>
            </a:extLst>
          </p:cNvPr>
          <p:cNvSpPr/>
          <p:nvPr/>
        </p:nvSpPr>
        <p:spPr>
          <a:xfrm>
            <a:off x="1630680" y="460988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2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E7737C61-E749-5A88-4D71-0B33E4BD4EA7}"/>
              </a:ext>
            </a:extLst>
          </p:cNvPr>
          <p:cNvSpPr/>
          <p:nvPr/>
        </p:nvSpPr>
        <p:spPr>
          <a:xfrm>
            <a:off x="1676400" y="4957355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(38−λ)² − (38)² = 0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λ² − 76λ + 1444 − 1444 = 0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λ(λ − 76) = 0</a:t>
            </a:r>
            <a:endParaRPr lang="en-US" sz="12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C37DAC5-6C3D-35FE-9D52-16DB2C1407D6}"/>
              </a:ext>
            </a:extLst>
          </p:cNvPr>
          <p:cNvSpPr/>
          <p:nvPr/>
        </p:nvSpPr>
        <p:spPr>
          <a:xfrm>
            <a:off x="5791200" y="2625635"/>
            <a:ext cx="42519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5F86A6B-445A-C882-A11D-7C2431CDA0F9}"/>
              </a:ext>
            </a:extLst>
          </p:cNvPr>
          <p:cNvSpPr/>
          <p:nvPr/>
        </p:nvSpPr>
        <p:spPr>
          <a:xfrm>
            <a:off x="5882640" y="2689643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Results</a:t>
            </a:r>
            <a:endParaRPr lang="en-US" sz="14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B440DBC-AC89-E8ED-906C-5460F4C61823}"/>
              </a:ext>
            </a:extLst>
          </p:cNvPr>
          <p:cNvSpPr/>
          <p:nvPr/>
        </p:nvSpPr>
        <p:spPr>
          <a:xfrm>
            <a:off x="5928360" y="3128555"/>
            <a:ext cx="3977640" cy="1097280"/>
          </a:xfrm>
          <a:prstGeom prst="rect">
            <a:avLst/>
          </a:prstGeom>
          <a:solidFill>
            <a:srgbClr val="EEF7FF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08B7706-81A4-A02E-5FF2-D43FED0EF085}"/>
              </a:ext>
            </a:extLst>
          </p:cNvPr>
          <p:cNvSpPr/>
          <p:nvPr/>
        </p:nvSpPr>
        <p:spPr>
          <a:xfrm>
            <a:off x="5928360" y="3128555"/>
            <a:ext cx="109728" cy="1097280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A41FD7A-87E6-C0F0-D40E-DAA3CC1D5531}"/>
              </a:ext>
            </a:extLst>
          </p:cNvPr>
          <p:cNvSpPr/>
          <p:nvPr/>
        </p:nvSpPr>
        <p:spPr>
          <a:xfrm>
            <a:off x="6111240" y="3174275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λ₁ = 76</a:t>
            </a:r>
            <a:endParaRPr lang="en-US" sz="280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15F5E30-5CA6-8A90-F7F9-6C38425E0A5B}"/>
              </a:ext>
            </a:extLst>
          </p:cNvPr>
          <p:cNvSpPr/>
          <p:nvPr/>
        </p:nvSpPr>
        <p:spPr>
          <a:xfrm>
            <a:off x="6111240" y="367719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eigenvalue — first principal component</a:t>
            </a:r>
            <a:endParaRPr lang="en-US" sz="110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C5D24E7-8560-D737-6E96-7A04CE16D85A}"/>
              </a:ext>
            </a:extLst>
          </p:cNvPr>
          <p:cNvSpPr/>
          <p:nvPr/>
        </p:nvSpPr>
        <p:spPr>
          <a:xfrm>
            <a:off x="5928360" y="4362995"/>
            <a:ext cx="397764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65B3F85-D7BB-1B9B-A5B6-E34DEEFD2FFC}"/>
              </a:ext>
            </a:extLst>
          </p:cNvPr>
          <p:cNvSpPr/>
          <p:nvPr/>
        </p:nvSpPr>
        <p:spPr>
          <a:xfrm>
            <a:off x="5928360" y="4362995"/>
            <a:ext cx="109728" cy="10972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ED4352E0-7199-94CD-E214-7340BCB32FAE}"/>
              </a:ext>
            </a:extLst>
          </p:cNvPr>
          <p:cNvSpPr/>
          <p:nvPr/>
        </p:nvSpPr>
        <p:spPr>
          <a:xfrm>
            <a:off x="6111240" y="4408715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5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λ₂ = 0</a:t>
            </a:r>
            <a:endParaRPr lang="en-US" sz="28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11A110EE-DE10-E4A7-57CC-20DF306FA013}"/>
              </a:ext>
            </a:extLst>
          </p:cNvPr>
          <p:cNvSpPr/>
          <p:nvPr/>
        </p:nvSpPr>
        <p:spPr>
          <a:xfrm>
            <a:off x="6111240" y="491163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eigenvalue — second principal component</a:t>
            </a:r>
            <a:endParaRPr lang="en-US" sz="11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117EC44-7DFB-82BC-5C56-C604E65F5471}"/>
              </a:ext>
            </a:extLst>
          </p:cNvPr>
          <p:cNvSpPr/>
          <p:nvPr/>
        </p:nvSpPr>
        <p:spPr>
          <a:xfrm>
            <a:off x="1539240" y="5762027"/>
            <a:ext cx="8503920" cy="274320"/>
          </a:xfrm>
          <a:prstGeom prst="rect">
            <a:avLst/>
          </a:prstGeom>
          <a:solidFill>
            <a:srgbClr val="D6E8FF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DA1D62E1-E5C0-0966-AB5C-2A743570D857}"/>
              </a:ext>
            </a:extLst>
          </p:cNvPr>
          <p:cNvSpPr/>
          <p:nvPr/>
        </p:nvSpPr>
        <p:spPr>
          <a:xfrm>
            <a:off x="1539240" y="576202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= 76 captures ALL the variance → we only need 1 principal component!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44175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FA38-43B1-1F45-1EA9-91033270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93C3-C656-DC91-7653-BFC64C6D05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FDE07E9-E5B3-DD72-4D0A-09832317BCCE}"/>
              </a:ext>
            </a:extLst>
          </p:cNvPr>
          <p:cNvSpPr/>
          <p:nvPr/>
        </p:nvSpPr>
        <p:spPr>
          <a:xfrm>
            <a:off x="287383" y="41365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Compute Eigenvectors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E4A866-4D57-785B-EB23-9AA247609FD9}"/>
              </a:ext>
            </a:extLst>
          </p:cNvPr>
          <p:cNvSpPr/>
          <p:nvPr/>
        </p:nvSpPr>
        <p:spPr>
          <a:xfrm>
            <a:off x="1164771" y="1465218"/>
            <a:ext cx="9710057" cy="797922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915FA1E-293C-5A60-70F8-BFCE7824992F}"/>
              </a:ext>
            </a:extLst>
          </p:cNvPr>
          <p:cNvSpPr/>
          <p:nvPr/>
        </p:nvSpPr>
        <p:spPr>
          <a:xfrm>
            <a:off x="1844040" y="17602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(C − λ₁I)v = 0  for the eigenvector corresponding to λ₁ = 76</a:t>
            </a:r>
            <a:endParaRPr lang="en-US" sz="24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6FDEDD0-C7C0-F30F-A218-165C70DC142A}"/>
              </a:ext>
            </a:extLst>
          </p:cNvPr>
          <p:cNvSpPr/>
          <p:nvPr/>
        </p:nvSpPr>
        <p:spPr>
          <a:xfrm>
            <a:off x="1844040" y="240030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CCD537C-3E55-4A17-935A-FD13FA69D850}"/>
              </a:ext>
            </a:extLst>
          </p:cNvPr>
          <p:cNvSpPr/>
          <p:nvPr/>
        </p:nvSpPr>
        <p:spPr>
          <a:xfrm>
            <a:off x="1935480" y="24643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Equations  (λ₁ = 76)</a:t>
            </a:r>
            <a:endParaRPr lang="en-US" sz="12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209BAE0-0BDE-5DDE-602A-B277ECE452D7}"/>
              </a:ext>
            </a:extLst>
          </p:cNvPr>
          <p:cNvSpPr/>
          <p:nvPr/>
        </p:nvSpPr>
        <p:spPr>
          <a:xfrm>
            <a:off x="1981200" y="285750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(38−76)v₁ + (−38)v₂ = 0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−38v₁ − 38v₂ = 0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−38v₁ = 38v₂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v₁ = −v₂</a:t>
            </a:r>
            <a:endParaRPr lang="en-US" sz="13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D63F967-957B-4B2C-13E6-667B332261CF}"/>
              </a:ext>
            </a:extLst>
          </p:cNvPr>
          <p:cNvSpPr/>
          <p:nvPr/>
        </p:nvSpPr>
        <p:spPr>
          <a:xfrm>
            <a:off x="1844040" y="4841748"/>
            <a:ext cx="4023360" cy="685800"/>
          </a:xfrm>
          <a:prstGeom prst="rect">
            <a:avLst/>
          </a:prstGeom>
          <a:solidFill>
            <a:srgbClr val="D6E8FF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BF4E2A0-8705-8790-9277-5E4CAF556C2C}"/>
              </a:ext>
            </a:extLst>
          </p:cNvPr>
          <p:cNvSpPr/>
          <p:nvPr/>
        </p:nvSpPr>
        <p:spPr>
          <a:xfrm>
            <a:off x="1935480" y="48417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 = 1:  X₁ = [1, −1]  (un-normalized)</a:t>
            </a:r>
            <a:endParaRPr lang="en-US" sz="130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E468982-41FF-E5CD-036B-A72AD8D109EF}"/>
              </a:ext>
            </a:extLst>
          </p:cNvPr>
          <p:cNvSpPr/>
          <p:nvPr/>
        </p:nvSpPr>
        <p:spPr>
          <a:xfrm>
            <a:off x="6096000" y="2400300"/>
            <a:ext cx="4251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801AC13-6C69-B1C6-49D8-497ECC9BC1A8}"/>
              </a:ext>
            </a:extLst>
          </p:cNvPr>
          <p:cNvSpPr/>
          <p:nvPr/>
        </p:nvSpPr>
        <p:spPr>
          <a:xfrm>
            <a:off x="6187440" y="24643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the Eigenvector</a:t>
            </a:r>
            <a:endParaRPr lang="en-US" sz="120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31ABBDF4-97BA-AE02-1E7A-5FDD3E6CD993}"/>
              </a:ext>
            </a:extLst>
          </p:cNvPr>
          <p:cNvSpPr/>
          <p:nvPr/>
        </p:nvSpPr>
        <p:spPr>
          <a:xfrm>
            <a:off x="6187440" y="2857500"/>
            <a:ext cx="4069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X₁: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‖X₁‖ = √(1² + (−1)²)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‖X₁‖ = √2  ≈  1.4142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eigenvector e₁: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= X₁ / ‖X₁‖  =  [1/√2, −1/√2]</a:t>
            </a:r>
            <a:endParaRPr lang="en-US" sz="13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950AB78-22C8-B94D-75BD-421D6148515C}"/>
              </a:ext>
            </a:extLst>
          </p:cNvPr>
          <p:cNvSpPr/>
          <p:nvPr/>
        </p:nvSpPr>
        <p:spPr>
          <a:xfrm>
            <a:off x="6096000" y="4841748"/>
            <a:ext cx="201168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0C4057EE-CEE0-A8FA-29A4-65DABB207103}"/>
              </a:ext>
            </a:extLst>
          </p:cNvPr>
          <p:cNvSpPr/>
          <p:nvPr/>
        </p:nvSpPr>
        <p:spPr>
          <a:xfrm>
            <a:off x="6096000" y="48417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e₁ = [0.707, −0.707]</a:t>
            </a:r>
            <a:endParaRPr lang="en-US" sz="130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BA6F119-900E-910F-9545-7DB0DF035C99}"/>
              </a:ext>
            </a:extLst>
          </p:cNvPr>
          <p:cNvSpPr/>
          <p:nvPr/>
        </p:nvSpPr>
        <p:spPr>
          <a:xfrm>
            <a:off x="8336280" y="4841748"/>
            <a:ext cx="2011680" cy="68580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6E50F71-EE4C-1699-03CF-5202150B553F}"/>
              </a:ext>
            </a:extLst>
          </p:cNvPr>
          <p:cNvSpPr/>
          <p:nvPr/>
        </p:nvSpPr>
        <p:spPr>
          <a:xfrm>
            <a:off x="8336280" y="48417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e₂ = [0.707, 0.707]</a:t>
            </a:r>
            <a:endParaRPr lang="en-US" sz="130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6B25044A-B5DC-7F27-E90C-A386E2373C16}"/>
              </a:ext>
            </a:extLst>
          </p:cNvPr>
          <p:cNvSpPr/>
          <p:nvPr/>
        </p:nvSpPr>
        <p:spPr>
          <a:xfrm>
            <a:off x="6096000" y="55549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4A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PC1 (use this)</a:t>
            </a:r>
            <a:endParaRPr lang="en-US" sz="160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D7B4AFA-8FF3-959F-47B4-167440F9E061}"/>
              </a:ext>
            </a:extLst>
          </p:cNvPr>
          <p:cNvSpPr/>
          <p:nvPr/>
        </p:nvSpPr>
        <p:spPr>
          <a:xfrm>
            <a:off x="8336280" y="55549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PC2 (λ₂=0, drop)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55322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EC1A-2AE8-1E62-C7BE-311C4B06D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0F19F-277B-0981-E3D6-6C7D3F4E41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E50E619F-3BC5-DBA4-29F5-3B87D13FE215}"/>
              </a:ext>
            </a:extLst>
          </p:cNvPr>
          <p:cNvSpPr/>
          <p:nvPr/>
        </p:nvSpPr>
        <p:spPr>
          <a:xfrm>
            <a:off x="156754" y="4027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First Principal Components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FAD83C0-C46B-6A6D-0F2D-1615F3E3E9BA}"/>
              </a:ext>
            </a:extLst>
          </p:cNvPr>
          <p:cNvSpPr/>
          <p:nvPr/>
        </p:nvSpPr>
        <p:spPr>
          <a:xfrm>
            <a:off x="1844040" y="1901952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365B1BBD-F73D-11CC-D741-686C317E39D3}"/>
              </a:ext>
            </a:extLst>
          </p:cNvPr>
          <p:cNvSpPr/>
          <p:nvPr/>
        </p:nvSpPr>
        <p:spPr>
          <a:xfrm>
            <a:off x="193548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Formula</a:t>
            </a:r>
            <a:endParaRPr lang="en-US" sz="120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65A2A758-077D-F313-59D4-034BFB74CE22}"/>
              </a:ext>
            </a:extLst>
          </p:cNvPr>
          <p:cNvSpPr/>
          <p:nvPr/>
        </p:nvSpPr>
        <p:spPr>
          <a:xfrm>
            <a:off x="1981200" y="23134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e₁ᵀ · xₖ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0.707·x₁ₖ + (−0.707)·x₂ₖ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0.707·(x₁ₖ − x₂ₖ)</a:t>
            </a:r>
            <a:endParaRPr lang="en-US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CF53DF13-115F-9CD7-589C-63AA9FC1EF95}"/>
              </a:ext>
            </a:extLst>
          </p:cNvPr>
          <p:cNvSpPr/>
          <p:nvPr/>
        </p:nvSpPr>
        <p:spPr>
          <a:xfrm>
            <a:off x="1844040" y="3392424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E8AC6022-34BD-24A8-0067-DBACF38AB143}"/>
              </a:ext>
            </a:extLst>
          </p:cNvPr>
          <p:cNvSpPr/>
          <p:nvPr/>
        </p:nvSpPr>
        <p:spPr>
          <a:xfrm>
            <a:off x="1935480" y="3456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Sample 1  (x₁=4, x₂=11)</a:t>
            </a:r>
            <a:endParaRPr lang="en-US" sz="120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2048AFE-3EF3-0FD0-A98A-AF98A7576A9D}"/>
              </a:ext>
            </a:extLst>
          </p:cNvPr>
          <p:cNvSpPr/>
          <p:nvPr/>
        </p:nvSpPr>
        <p:spPr>
          <a:xfrm>
            <a:off x="1981200" y="386791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= 0.707×4 + (−0.707)×11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2.828 − 7.777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−4.305</a:t>
            </a:r>
            <a:endParaRPr lang="en-US" sz="160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7E174FC2-8B1A-D759-CAE6-8FBF8DACD29F}"/>
              </a:ext>
            </a:extLst>
          </p:cNvPr>
          <p:cNvSpPr/>
          <p:nvPr/>
        </p:nvSpPr>
        <p:spPr>
          <a:xfrm>
            <a:off x="6187440" y="1965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Projected Values</a:t>
            </a:r>
            <a:endParaRPr lang="en-US" sz="140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6930CC56-A071-4553-438E-CC0499D1912F}"/>
              </a:ext>
            </a:extLst>
          </p:cNvPr>
          <p:cNvSpPr/>
          <p:nvPr/>
        </p:nvSpPr>
        <p:spPr>
          <a:xfrm>
            <a:off x="6187440" y="2386584"/>
            <a:ext cx="91440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8B8BD4C6-AA40-A65D-6563-E59D8E4FFFB7}"/>
              </a:ext>
            </a:extLst>
          </p:cNvPr>
          <p:cNvSpPr/>
          <p:nvPr/>
        </p:nvSpPr>
        <p:spPr>
          <a:xfrm>
            <a:off x="6187440" y="23865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0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86A9F190-E541-3D6C-A945-79297B1EAE23}"/>
              </a:ext>
            </a:extLst>
          </p:cNvPr>
          <p:cNvSpPr/>
          <p:nvPr/>
        </p:nvSpPr>
        <p:spPr>
          <a:xfrm>
            <a:off x="7101840" y="2386584"/>
            <a:ext cx="77724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99F00BC5-4FFA-C424-B514-ADE348280367}"/>
              </a:ext>
            </a:extLst>
          </p:cNvPr>
          <p:cNvSpPr/>
          <p:nvPr/>
        </p:nvSpPr>
        <p:spPr>
          <a:xfrm>
            <a:off x="7101840" y="238658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10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531FEF7A-4058-BA6D-B328-A783E4E5EACE}"/>
              </a:ext>
            </a:extLst>
          </p:cNvPr>
          <p:cNvSpPr/>
          <p:nvPr/>
        </p:nvSpPr>
        <p:spPr>
          <a:xfrm>
            <a:off x="7879080" y="2386584"/>
            <a:ext cx="77724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7358DF95-F884-03F3-335A-78EDAD3DD9F9}"/>
              </a:ext>
            </a:extLst>
          </p:cNvPr>
          <p:cNvSpPr/>
          <p:nvPr/>
        </p:nvSpPr>
        <p:spPr>
          <a:xfrm>
            <a:off x="7879080" y="238658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10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ACFC19A6-78F5-7385-1DBB-ABA17E67C46A}"/>
              </a:ext>
            </a:extLst>
          </p:cNvPr>
          <p:cNvSpPr/>
          <p:nvPr/>
        </p:nvSpPr>
        <p:spPr>
          <a:xfrm>
            <a:off x="8656320" y="2386584"/>
            <a:ext cx="164592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5CA7BF47-4C33-D682-33BD-B1C3CE62A2AD}"/>
              </a:ext>
            </a:extLst>
          </p:cNvPr>
          <p:cNvSpPr/>
          <p:nvPr/>
        </p:nvSpPr>
        <p:spPr>
          <a:xfrm>
            <a:off x="8656320" y="23865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PC₁</a:t>
            </a:r>
            <a:endParaRPr lang="en-US" sz="110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B4629BB2-21B7-0C80-03FC-B27CCC23169A}"/>
              </a:ext>
            </a:extLst>
          </p:cNvPr>
          <p:cNvSpPr/>
          <p:nvPr/>
        </p:nvSpPr>
        <p:spPr>
          <a:xfrm>
            <a:off x="6187440" y="2862072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70CC4A39-7F39-8128-AD98-5CF4F3E436B8}"/>
              </a:ext>
            </a:extLst>
          </p:cNvPr>
          <p:cNvSpPr/>
          <p:nvPr/>
        </p:nvSpPr>
        <p:spPr>
          <a:xfrm>
            <a:off x="6187440" y="28620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E8488E24-C95C-4B72-2B9D-A8A0A435F06C}"/>
              </a:ext>
            </a:extLst>
          </p:cNvPr>
          <p:cNvSpPr/>
          <p:nvPr/>
        </p:nvSpPr>
        <p:spPr>
          <a:xfrm>
            <a:off x="7101840" y="2862072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13EF5AD9-36B7-8F8D-2255-99533A7E337B}"/>
              </a:ext>
            </a:extLst>
          </p:cNvPr>
          <p:cNvSpPr/>
          <p:nvPr/>
        </p:nvSpPr>
        <p:spPr>
          <a:xfrm>
            <a:off x="7101840" y="286207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DB4336F3-9113-142D-8B47-4D53060A26EA}"/>
              </a:ext>
            </a:extLst>
          </p:cNvPr>
          <p:cNvSpPr/>
          <p:nvPr/>
        </p:nvSpPr>
        <p:spPr>
          <a:xfrm>
            <a:off x="7879080" y="2862072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A95FAA2A-7A25-CC64-A72F-32B0845273E5}"/>
              </a:ext>
            </a:extLst>
          </p:cNvPr>
          <p:cNvSpPr/>
          <p:nvPr/>
        </p:nvSpPr>
        <p:spPr>
          <a:xfrm>
            <a:off x="7879080" y="286207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A1C29BFB-7CA5-B8CE-2C85-8C1EC306C156}"/>
              </a:ext>
            </a:extLst>
          </p:cNvPr>
          <p:cNvSpPr/>
          <p:nvPr/>
        </p:nvSpPr>
        <p:spPr>
          <a:xfrm>
            <a:off x="8656320" y="286207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A0D8819C-294C-BD89-4EAA-04798FEFC2D3}"/>
              </a:ext>
            </a:extLst>
          </p:cNvPr>
          <p:cNvSpPr/>
          <p:nvPr/>
        </p:nvSpPr>
        <p:spPr>
          <a:xfrm>
            <a:off x="8656320" y="28620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−4.305</a:t>
            </a:r>
            <a:endParaRPr lang="en-US" sz="1300"/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7236E502-4F34-3058-D0D4-3E9BE5BFC7C0}"/>
              </a:ext>
            </a:extLst>
          </p:cNvPr>
          <p:cNvSpPr/>
          <p:nvPr/>
        </p:nvSpPr>
        <p:spPr>
          <a:xfrm>
            <a:off x="6187440" y="3337560"/>
            <a:ext cx="91440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B5A3256E-69FA-7684-4125-6D01C78F44D4}"/>
              </a:ext>
            </a:extLst>
          </p:cNvPr>
          <p:cNvSpPr/>
          <p:nvPr/>
        </p:nvSpPr>
        <p:spPr>
          <a:xfrm>
            <a:off x="6187440" y="33375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96710A27-5CF3-CEB7-A9C8-6D4F73C56379}"/>
              </a:ext>
            </a:extLst>
          </p:cNvPr>
          <p:cNvSpPr/>
          <p:nvPr/>
        </p:nvSpPr>
        <p:spPr>
          <a:xfrm>
            <a:off x="7101840" y="3337560"/>
            <a:ext cx="77724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EE847D2B-1F55-BCE0-7921-56B5050449A3}"/>
              </a:ext>
            </a:extLst>
          </p:cNvPr>
          <p:cNvSpPr/>
          <p:nvPr/>
        </p:nvSpPr>
        <p:spPr>
          <a:xfrm>
            <a:off x="7101840" y="33375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/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4C103562-8D65-EEAB-5427-E654571456F2}"/>
              </a:ext>
            </a:extLst>
          </p:cNvPr>
          <p:cNvSpPr/>
          <p:nvPr/>
        </p:nvSpPr>
        <p:spPr>
          <a:xfrm>
            <a:off x="7879080" y="3337560"/>
            <a:ext cx="77724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5D49D2EE-4D11-D4B6-B0CB-5B174A926CBE}"/>
              </a:ext>
            </a:extLst>
          </p:cNvPr>
          <p:cNvSpPr/>
          <p:nvPr/>
        </p:nvSpPr>
        <p:spPr>
          <a:xfrm>
            <a:off x="7879080" y="33375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FFCBA671-42D8-3181-957A-7BA84164A6FF}"/>
              </a:ext>
            </a:extLst>
          </p:cNvPr>
          <p:cNvSpPr/>
          <p:nvPr/>
        </p:nvSpPr>
        <p:spPr>
          <a:xfrm>
            <a:off x="8656320" y="3337560"/>
            <a:ext cx="164592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3AFE28FD-8C8F-40A5-DB0D-A2B0FC23D020}"/>
              </a:ext>
            </a:extLst>
          </p:cNvPr>
          <p:cNvSpPr/>
          <p:nvPr/>
        </p:nvSpPr>
        <p:spPr>
          <a:xfrm>
            <a:off x="8656320" y="33375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3.536</a:t>
            </a:r>
            <a:endParaRPr lang="en-US" sz="1300"/>
          </a:p>
        </p:txBody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11644CB4-5FC3-C9CD-0808-979E0A0B3D20}"/>
              </a:ext>
            </a:extLst>
          </p:cNvPr>
          <p:cNvSpPr/>
          <p:nvPr/>
        </p:nvSpPr>
        <p:spPr>
          <a:xfrm>
            <a:off x="6187440" y="3813048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D7A043EB-F8E3-1D62-F61D-BCEB73B5846C}"/>
              </a:ext>
            </a:extLst>
          </p:cNvPr>
          <p:cNvSpPr/>
          <p:nvPr/>
        </p:nvSpPr>
        <p:spPr>
          <a:xfrm>
            <a:off x="6187440" y="38130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38" name="Shape 40">
            <a:extLst>
              <a:ext uri="{FF2B5EF4-FFF2-40B4-BE49-F238E27FC236}">
                <a16:creationId xmlns:a16="http://schemas.microsoft.com/office/drawing/2014/main" id="{4FA614BB-8B20-640D-A2C1-414E42B0E75C}"/>
              </a:ext>
            </a:extLst>
          </p:cNvPr>
          <p:cNvSpPr/>
          <p:nvPr/>
        </p:nvSpPr>
        <p:spPr>
          <a:xfrm>
            <a:off x="7101840" y="3813048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C1D8F374-BD8A-D0A4-E665-9D425E6FEE9C}"/>
              </a:ext>
            </a:extLst>
          </p:cNvPr>
          <p:cNvSpPr/>
          <p:nvPr/>
        </p:nvSpPr>
        <p:spPr>
          <a:xfrm>
            <a:off x="7101840" y="381304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/>
          </a:p>
        </p:txBody>
      </p:sp>
      <p:sp>
        <p:nvSpPr>
          <p:cNvPr id="40" name="Shape 42">
            <a:extLst>
              <a:ext uri="{FF2B5EF4-FFF2-40B4-BE49-F238E27FC236}">
                <a16:creationId xmlns:a16="http://schemas.microsoft.com/office/drawing/2014/main" id="{D0EE1BDC-338E-3375-7180-BEF3878640B2}"/>
              </a:ext>
            </a:extLst>
          </p:cNvPr>
          <p:cNvSpPr/>
          <p:nvPr/>
        </p:nvSpPr>
        <p:spPr>
          <a:xfrm>
            <a:off x="7879080" y="3813048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48A8449A-13D9-E000-403A-844EF2BF55F5}"/>
              </a:ext>
            </a:extLst>
          </p:cNvPr>
          <p:cNvSpPr/>
          <p:nvPr/>
        </p:nvSpPr>
        <p:spPr>
          <a:xfrm>
            <a:off x="7879080" y="381304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42" name="Shape 44">
            <a:extLst>
              <a:ext uri="{FF2B5EF4-FFF2-40B4-BE49-F238E27FC236}">
                <a16:creationId xmlns:a16="http://schemas.microsoft.com/office/drawing/2014/main" id="{17F93D92-FB79-5646-9C2A-5ECF51FBE6BF}"/>
              </a:ext>
            </a:extLst>
          </p:cNvPr>
          <p:cNvSpPr/>
          <p:nvPr/>
        </p:nvSpPr>
        <p:spPr>
          <a:xfrm>
            <a:off x="8656320" y="3813048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7B30C6B6-35B3-309D-F438-0B78601ADD5F}"/>
              </a:ext>
            </a:extLst>
          </p:cNvPr>
          <p:cNvSpPr/>
          <p:nvPr/>
        </p:nvSpPr>
        <p:spPr>
          <a:xfrm>
            <a:off x="8656320" y="3813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5.657</a:t>
            </a:r>
            <a:endParaRPr lang="en-US" sz="1300"/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6DE53B8E-A53B-185C-CABC-AF4D775C50CC}"/>
              </a:ext>
            </a:extLst>
          </p:cNvPr>
          <p:cNvSpPr/>
          <p:nvPr/>
        </p:nvSpPr>
        <p:spPr>
          <a:xfrm>
            <a:off x="6187440" y="4288536"/>
            <a:ext cx="91440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6BA7906A-C7C2-E003-B9D1-959E7A8803CE}"/>
              </a:ext>
            </a:extLst>
          </p:cNvPr>
          <p:cNvSpPr/>
          <p:nvPr/>
        </p:nvSpPr>
        <p:spPr>
          <a:xfrm>
            <a:off x="6187440" y="42885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46" name="Shape 48">
            <a:extLst>
              <a:ext uri="{FF2B5EF4-FFF2-40B4-BE49-F238E27FC236}">
                <a16:creationId xmlns:a16="http://schemas.microsoft.com/office/drawing/2014/main" id="{618F3A20-CD51-0004-5037-3BB3A194B0C9}"/>
              </a:ext>
            </a:extLst>
          </p:cNvPr>
          <p:cNvSpPr/>
          <p:nvPr/>
        </p:nvSpPr>
        <p:spPr>
          <a:xfrm>
            <a:off x="7101840" y="4288536"/>
            <a:ext cx="77724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71E46DD9-B021-569C-14B5-7F208931D3D6}"/>
              </a:ext>
            </a:extLst>
          </p:cNvPr>
          <p:cNvSpPr/>
          <p:nvPr/>
        </p:nvSpPr>
        <p:spPr>
          <a:xfrm>
            <a:off x="7101840" y="428853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/>
          </a:p>
        </p:txBody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D6730093-8705-EB06-A41F-A666DAD1ECA4}"/>
              </a:ext>
            </a:extLst>
          </p:cNvPr>
          <p:cNvSpPr/>
          <p:nvPr/>
        </p:nvSpPr>
        <p:spPr>
          <a:xfrm>
            <a:off x="7879080" y="4288536"/>
            <a:ext cx="77724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E048AEC6-AD1B-7F0E-6A4B-D2F0A4413309}"/>
              </a:ext>
            </a:extLst>
          </p:cNvPr>
          <p:cNvSpPr/>
          <p:nvPr/>
        </p:nvSpPr>
        <p:spPr>
          <a:xfrm>
            <a:off x="7879080" y="428853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/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42DE87E8-271C-0788-E351-0945BC5B1163}"/>
              </a:ext>
            </a:extLst>
          </p:cNvPr>
          <p:cNvSpPr/>
          <p:nvPr/>
        </p:nvSpPr>
        <p:spPr>
          <a:xfrm>
            <a:off x="8656320" y="4288536"/>
            <a:ext cx="1645920" cy="475488"/>
          </a:xfrm>
          <a:prstGeom prst="rect">
            <a:avLst/>
          </a:prstGeom>
          <a:solidFill>
            <a:srgbClr val="D6E8FF"/>
          </a:solidFill>
          <a:ln w="12700">
            <a:solidFill>
              <a:srgbClr val="C0C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14A1A4F9-B490-074F-E008-1A9BF4ABEEDB}"/>
              </a:ext>
            </a:extLst>
          </p:cNvPr>
          <p:cNvSpPr/>
          <p:nvPr/>
        </p:nvSpPr>
        <p:spPr>
          <a:xfrm>
            <a:off x="8656320" y="428853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−5.091</a:t>
            </a:r>
            <a:endParaRPr lang="en-US" sz="1300"/>
          </a:p>
        </p:txBody>
      </p:sp>
      <p:sp>
        <p:nvSpPr>
          <p:cNvPr id="52" name="Shape 54">
            <a:extLst>
              <a:ext uri="{FF2B5EF4-FFF2-40B4-BE49-F238E27FC236}">
                <a16:creationId xmlns:a16="http://schemas.microsoft.com/office/drawing/2014/main" id="{F808180B-EA89-A985-8A9A-E8224310CB13}"/>
              </a:ext>
            </a:extLst>
          </p:cNvPr>
          <p:cNvSpPr/>
          <p:nvPr/>
        </p:nvSpPr>
        <p:spPr>
          <a:xfrm>
            <a:off x="6187440" y="4782312"/>
            <a:ext cx="416052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702301E2-A140-EBCF-1A9C-74560AD36197}"/>
              </a:ext>
            </a:extLst>
          </p:cNvPr>
          <p:cNvSpPr/>
          <p:nvPr/>
        </p:nvSpPr>
        <p:spPr>
          <a:xfrm>
            <a:off x="6187440" y="4782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data successfully reduced to 1D!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66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4467-E2B9-5BE6-432E-0634EF34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7F45-591C-66B6-7A78-B6C9D63947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56B60B5-1054-F6B0-CCB8-6D5A347B9F73}"/>
              </a:ext>
            </a:extLst>
          </p:cNvPr>
          <p:cNvSpPr/>
          <p:nvPr/>
        </p:nvSpPr>
        <p:spPr>
          <a:xfrm>
            <a:off x="330926" y="348343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: Geometric Meaning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35489C-BD3A-71A5-7D5D-E82463F29ADA}"/>
              </a:ext>
            </a:extLst>
          </p:cNvPr>
          <p:cNvSpPr/>
          <p:nvPr/>
        </p:nvSpPr>
        <p:spPr>
          <a:xfrm>
            <a:off x="1615440" y="1600200"/>
            <a:ext cx="8503920" cy="502920"/>
          </a:xfrm>
          <a:prstGeom prst="rect">
            <a:avLst/>
          </a:prstGeom>
          <a:solidFill>
            <a:srgbClr val="2756CC"/>
          </a:solidFill>
          <a:ln w="12700">
            <a:solidFill>
              <a:srgbClr val="275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10DDC0D1-9586-DEFD-149C-18664BDCF7AC}"/>
              </a:ext>
            </a:extLst>
          </p:cNvPr>
          <p:cNvSpPr/>
          <p:nvPr/>
        </p:nvSpPr>
        <p:spPr>
          <a:xfrm>
            <a:off x="1615440" y="1600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onto e₁ axis — each point's coordinate on e₁ IS its PC₁ value</a:t>
            </a:r>
            <a:endParaRPr lang="en-US" sz="140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0563F89-FC0A-3CA1-5C94-696B217990FC}"/>
              </a:ext>
            </a:extLst>
          </p:cNvPr>
          <p:cNvSpPr/>
          <p:nvPr/>
        </p:nvSpPr>
        <p:spPr>
          <a:xfrm>
            <a:off x="1615440" y="22402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2B8C0358-71F1-D66E-20C4-FCDEAFB350EF}"/>
              </a:ext>
            </a:extLst>
          </p:cNvPr>
          <p:cNvSpPr/>
          <p:nvPr/>
        </p:nvSpPr>
        <p:spPr>
          <a:xfrm>
            <a:off x="1615440" y="2240280"/>
            <a:ext cx="411480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D15AB7D-C824-4102-80E8-7779AAF4DD0E}"/>
              </a:ext>
            </a:extLst>
          </p:cNvPr>
          <p:cNvSpPr/>
          <p:nvPr/>
        </p:nvSpPr>
        <p:spPr>
          <a:xfrm>
            <a:off x="1752600" y="2423160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0D343C1-6780-0D2E-2C0B-ED5451B39F9A}"/>
              </a:ext>
            </a:extLst>
          </p:cNvPr>
          <p:cNvSpPr/>
          <p:nvPr/>
        </p:nvSpPr>
        <p:spPr>
          <a:xfrm>
            <a:off x="17526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CCC24C3-0A80-6E2C-689F-96E684988BD5}"/>
              </a:ext>
            </a:extLst>
          </p:cNvPr>
          <p:cNvSpPr/>
          <p:nvPr/>
        </p:nvSpPr>
        <p:spPr>
          <a:xfrm>
            <a:off x="2255520" y="2423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2D Data</a:t>
            </a:r>
            <a:endParaRPr lang="en-US" sz="14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3E98B082-6059-9807-2FFE-460DED4C8BD1}"/>
              </a:ext>
            </a:extLst>
          </p:cNvPr>
          <p:cNvSpPr/>
          <p:nvPr/>
        </p:nvSpPr>
        <p:spPr>
          <a:xfrm>
            <a:off x="1798320" y="2880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points scattered in the X₁–X₂ plane. Each needs 2 numbers to describe it.</a:t>
            </a:r>
            <a:endParaRPr lang="en-US" sz="120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7A40FA3-EDF2-B80F-C404-85549D79CFEB}"/>
              </a:ext>
            </a:extLst>
          </p:cNvPr>
          <p:cNvSpPr/>
          <p:nvPr/>
        </p:nvSpPr>
        <p:spPr>
          <a:xfrm>
            <a:off x="5958840" y="22402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57BE99E-1508-0C93-4D7D-E0E5FA6BF8CB}"/>
              </a:ext>
            </a:extLst>
          </p:cNvPr>
          <p:cNvSpPr/>
          <p:nvPr/>
        </p:nvSpPr>
        <p:spPr>
          <a:xfrm>
            <a:off x="5958840" y="2240280"/>
            <a:ext cx="41148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5FF3CD1-1A50-4158-EE70-24FEF85E1A72}"/>
              </a:ext>
            </a:extLst>
          </p:cNvPr>
          <p:cNvSpPr/>
          <p:nvPr/>
        </p:nvSpPr>
        <p:spPr>
          <a:xfrm>
            <a:off x="6096000" y="2423160"/>
            <a:ext cx="411480" cy="4114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AB99870-C999-A2FA-151D-B3A5755A2B6C}"/>
              </a:ext>
            </a:extLst>
          </p:cNvPr>
          <p:cNvSpPr/>
          <p:nvPr/>
        </p:nvSpPr>
        <p:spPr>
          <a:xfrm>
            <a:off x="60960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085851F-0D38-B076-8445-750E44CF5C96}"/>
              </a:ext>
            </a:extLst>
          </p:cNvPr>
          <p:cNvSpPr/>
          <p:nvPr/>
        </p:nvSpPr>
        <p:spPr>
          <a:xfrm>
            <a:off x="6598920" y="2423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Center</a:t>
            </a:r>
            <a:endParaRPr lang="en-US" sz="140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FE40EE82-952F-C25F-2E8B-D1C2DCD30E1C}"/>
              </a:ext>
            </a:extLst>
          </p:cNvPr>
          <p:cNvSpPr/>
          <p:nvPr/>
        </p:nvSpPr>
        <p:spPr>
          <a:xfrm>
            <a:off x="6141720" y="2880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origin to the mean point [8, 8.5]. Axes now pass through the data center.</a:t>
            </a:r>
            <a:endParaRPr lang="en-US" sz="120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E7C66E3-87B7-BBDD-CBC9-550F3944D3A0}"/>
              </a:ext>
            </a:extLst>
          </p:cNvPr>
          <p:cNvSpPr/>
          <p:nvPr/>
        </p:nvSpPr>
        <p:spPr>
          <a:xfrm>
            <a:off x="1615440" y="38404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6A2C8EA-7D57-D52F-D49E-E3DD7231B245}"/>
              </a:ext>
            </a:extLst>
          </p:cNvPr>
          <p:cNvSpPr/>
          <p:nvPr/>
        </p:nvSpPr>
        <p:spPr>
          <a:xfrm>
            <a:off x="1615440" y="3840480"/>
            <a:ext cx="4114800" cy="7315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9513874-D773-FF39-BE2E-6A576AEFE19A}"/>
              </a:ext>
            </a:extLst>
          </p:cNvPr>
          <p:cNvSpPr/>
          <p:nvPr/>
        </p:nvSpPr>
        <p:spPr>
          <a:xfrm>
            <a:off x="1752600" y="4023360"/>
            <a:ext cx="411480" cy="411480"/>
          </a:xfrm>
          <a:prstGeom prst="ellipse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84429A8A-04CF-2621-D7CF-BD91DF049516}"/>
              </a:ext>
            </a:extLst>
          </p:cNvPr>
          <p:cNvSpPr/>
          <p:nvPr/>
        </p:nvSpPr>
        <p:spPr>
          <a:xfrm>
            <a:off x="17526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CFC0E31C-06F3-F6A2-8785-AC34FEAF1565}"/>
              </a:ext>
            </a:extLst>
          </p:cNvPr>
          <p:cNvSpPr/>
          <p:nvPr/>
        </p:nvSpPr>
        <p:spPr>
          <a:xfrm>
            <a:off x="2255520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 e₁</a:t>
            </a:r>
            <a:endParaRPr lang="en-US" sz="14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02841F7B-AA30-0298-771C-3DCD8412FCBF}"/>
              </a:ext>
            </a:extLst>
          </p:cNvPr>
          <p:cNvSpPr/>
          <p:nvPr/>
        </p:nvSpPr>
        <p:spPr>
          <a:xfrm>
            <a:off x="1798320" y="4480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new axis with eigenvector e₁. The e₁-axis captures the maximum variance.</a:t>
            </a:r>
            <a:endParaRPr lang="en-US" sz="120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3B326F3-DCED-0212-F103-E4D5C52CC8D9}"/>
              </a:ext>
            </a:extLst>
          </p:cNvPr>
          <p:cNvSpPr/>
          <p:nvPr/>
        </p:nvSpPr>
        <p:spPr>
          <a:xfrm>
            <a:off x="5958840" y="38404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B6CA4109-9008-A90B-D930-EE5D04B790D7}"/>
              </a:ext>
            </a:extLst>
          </p:cNvPr>
          <p:cNvSpPr/>
          <p:nvPr/>
        </p:nvSpPr>
        <p:spPr>
          <a:xfrm>
            <a:off x="5958840" y="3840480"/>
            <a:ext cx="41148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BA44FDD-A3E9-6057-0B01-90D6D3A6D5B6}"/>
              </a:ext>
            </a:extLst>
          </p:cNvPr>
          <p:cNvSpPr/>
          <p:nvPr/>
        </p:nvSpPr>
        <p:spPr>
          <a:xfrm>
            <a:off x="6096000" y="4023360"/>
            <a:ext cx="411480" cy="4114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B46CE274-711E-62A3-83D2-532A5805AB35}"/>
              </a:ext>
            </a:extLst>
          </p:cNvPr>
          <p:cNvSpPr/>
          <p:nvPr/>
        </p:nvSpPr>
        <p:spPr>
          <a:xfrm>
            <a:off x="60960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47C2F751-46C5-9CAA-28B8-B98DD24A3FCE}"/>
              </a:ext>
            </a:extLst>
          </p:cNvPr>
          <p:cNvSpPr/>
          <p:nvPr/>
        </p:nvSpPr>
        <p:spPr>
          <a:xfrm>
            <a:off x="6598920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Perpendiculars</a:t>
            </a:r>
            <a:endParaRPr lang="en-US" sz="14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FD17B627-21DB-2B71-16E7-18CDF326D28C}"/>
              </a:ext>
            </a:extLst>
          </p:cNvPr>
          <p:cNvSpPr/>
          <p:nvPr/>
        </p:nvSpPr>
        <p:spPr>
          <a:xfrm>
            <a:off x="6141720" y="4480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each point onto the e₁-axis. Each projection is one 1D coordinate.</a:t>
            </a:r>
            <a:endParaRPr lang="en-US" sz="120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617FDAC0-2504-4A19-4966-BFCB03EC5D4B}"/>
              </a:ext>
            </a:extLst>
          </p:cNvPr>
          <p:cNvSpPr/>
          <p:nvPr/>
        </p:nvSpPr>
        <p:spPr>
          <a:xfrm>
            <a:off x="1615440" y="5376672"/>
            <a:ext cx="8503920" cy="2926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91011DEB-5E63-CE63-18F3-89A2FB60FC96}"/>
              </a:ext>
            </a:extLst>
          </p:cNvPr>
          <p:cNvSpPr/>
          <p:nvPr/>
        </p:nvSpPr>
        <p:spPr>
          <a:xfrm>
            <a:off x="1615440" y="5376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result:  { −4.305,  3.536,  5.657,  −5.091 }  — each a single number on the e₁-axis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7271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4AF7-0D3D-4E68-C6F8-C6240FBC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8E089-46FF-9859-294D-542605295D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1DED3FD-4F54-5196-F1B8-3BC8AFE5ABA3}"/>
              </a:ext>
            </a:extLst>
          </p:cNvPr>
          <p:cNvSpPr/>
          <p:nvPr/>
        </p:nvSpPr>
        <p:spPr>
          <a:xfrm>
            <a:off x="1755648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80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491D4E4-52E1-0883-6E3B-BED3945014DA}"/>
              </a:ext>
            </a:extLst>
          </p:cNvPr>
          <p:cNvSpPr/>
          <p:nvPr/>
        </p:nvSpPr>
        <p:spPr>
          <a:xfrm>
            <a:off x="1469571" y="1463040"/>
            <a:ext cx="2846397" cy="1609344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2F3ABEE-7FC3-7A22-C02C-B27D99E1A2C2}"/>
              </a:ext>
            </a:extLst>
          </p:cNvPr>
          <p:cNvSpPr/>
          <p:nvPr/>
        </p:nvSpPr>
        <p:spPr>
          <a:xfrm>
            <a:off x="1618488" y="146304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56B3BE3-F09B-8337-25E1-D28CFA96D64D}"/>
              </a:ext>
            </a:extLst>
          </p:cNvPr>
          <p:cNvSpPr/>
          <p:nvPr/>
        </p:nvSpPr>
        <p:spPr>
          <a:xfrm>
            <a:off x="1728216" y="162763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C89C3DF-EF1A-1448-8B0C-2E6350B05EC6}"/>
              </a:ext>
            </a:extLst>
          </p:cNvPr>
          <p:cNvSpPr/>
          <p:nvPr/>
        </p:nvSpPr>
        <p:spPr>
          <a:xfrm>
            <a:off x="1728216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92F33C9-219E-E8E2-AFA3-4DBC5D00DB19}"/>
              </a:ext>
            </a:extLst>
          </p:cNvPr>
          <p:cNvSpPr/>
          <p:nvPr/>
        </p:nvSpPr>
        <p:spPr>
          <a:xfrm>
            <a:off x="2212848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Mean</a:t>
            </a:r>
            <a:endParaRPr lang="en-US" sz="13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4D55A55-71AD-1907-9938-E782F6B59621}"/>
              </a:ext>
            </a:extLst>
          </p:cNvPr>
          <p:cNvSpPr/>
          <p:nvPr/>
        </p:nvSpPr>
        <p:spPr>
          <a:xfrm>
            <a:off x="1755648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μ₁=8,  μ₂=8.5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554B021-7CA8-7455-B187-2C49B65A0872}"/>
              </a:ext>
            </a:extLst>
          </p:cNvPr>
          <p:cNvSpPr/>
          <p:nvPr/>
        </p:nvSpPr>
        <p:spPr>
          <a:xfrm>
            <a:off x="4471416" y="1463040"/>
            <a:ext cx="2697480" cy="1645920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68F21B5-CAFC-B747-DFEA-E645AC86A69C}"/>
              </a:ext>
            </a:extLst>
          </p:cNvPr>
          <p:cNvSpPr/>
          <p:nvPr/>
        </p:nvSpPr>
        <p:spPr>
          <a:xfrm>
            <a:off x="4471416" y="146304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03E589F-B3B1-F02A-E552-D87001C039D6}"/>
              </a:ext>
            </a:extLst>
          </p:cNvPr>
          <p:cNvSpPr/>
          <p:nvPr/>
        </p:nvSpPr>
        <p:spPr>
          <a:xfrm>
            <a:off x="4581144" y="162763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BC83769-23A8-0A07-01D3-F53C9BFA1382}"/>
              </a:ext>
            </a:extLst>
          </p:cNvPr>
          <p:cNvSpPr/>
          <p:nvPr/>
        </p:nvSpPr>
        <p:spPr>
          <a:xfrm>
            <a:off x="4581144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3A95E1-04EC-A22A-F122-64EFEF994AD1}"/>
              </a:ext>
            </a:extLst>
          </p:cNvPr>
          <p:cNvSpPr/>
          <p:nvPr/>
        </p:nvSpPr>
        <p:spPr>
          <a:xfrm>
            <a:off x="5065776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</a:t>
            </a:r>
            <a:endParaRPr lang="en-US" sz="130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DE32E71-05A5-1176-8B41-1E814960FA47}"/>
              </a:ext>
            </a:extLst>
          </p:cNvPr>
          <p:cNvSpPr/>
          <p:nvPr/>
        </p:nvSpPr>
        <p:spPr>
          <a:xfrm>
            <a:off x="4608576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[[38,−38],[−38,38]]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74EE0EC-ACA4-B95B-4D33-B2100DD32AD3}"/>
              </a:ext>
            </a:extLst>
          </p:cNvPr>
          <p:cNvSpPr/>
          <p:nvPr/>
        </p:nvSpPr>
        <p:spPr>
          <a:xfrm>
            <a:off x="7324344" y="1463040"/>
            <a:ext cx="3249168" cy="1645920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A7EABC2-46AF-0DEF-0B2A-C6E82386C68E}"/>
              </a:ext>
            </a:extLst>
          </p:cNvPr>
          <p:cNvSpPr/>
          <p:nvPr/>
        </p:nvSpPr>
        <p:spPr>
          <a:xfrm>
            <a:off x="7324344" y="146304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3F87D3D4-FEDF-98E7-0DB5-9E8FD0CE2A89}"/>
              </a:ext>
            </a:extLst>
          </p:cNvPr>
          <p:cNvSpPr/>
          <p:nvPr/>
        </p:nvSpPr>
        <p:spPr>
          <a:xfrm>
            <a:off x="7434072" y="162763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C61B282-5130-D31E-A758-5CB783D99006}"/>
              </a:ext>
            </a:extLst>
          </p:cNvPr>
          <p:cNvSpPr/>
          <p:nvPr/>
        </p:nvSpPr>
        <p:spPr>
          <a:xfrm>
            <a:off x="743407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D0BDA79-2B77-310F-41A2-54DCB1072C61}"/>
              </a:ext>
            </a:extLst>
          </p:cNvPr>
          <p:cNvSpPr/>
          <p:nvPr/>
        </p:nvSpPr>
        <p:spPr>
          <a:xfrm>
            <a:off x="7918704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</a:t>
            </a:r>
            <a:endParaRPr lang="en-US" sz="13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FF5950C-84BC-6CE4-AE4F-C128CB3252C5}"/>
              </a:ext>
            </a:extLst>
          </p:cNvPr>
          <p:cNvSpPr/>
          <p:nvPr/>
        </p:nvSpPr>
        <p:spPr>
          <a:xfrm>
            <a:off x="7461504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λ₁=76,  λ₂=0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59BD8FBB-38A6-0639-F5AB-1A2B79EBDDBA}"/>
              </a:ext>
            </a:extLst>
          </p:cNvPr>
          <p:cNvSpPr/>
          <p:nvPr/>
        </p:nvSpPr>
        <p:spPr>
          <a:xfrm>
            <a:off x="1469571" y="3154680"/>
            <a:ext cx="2846397" cy="1756284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848F5C8D-C7C9-EC79-647F-39E7469BACA5}"/>
              </a:ext>
            </a:extLst>
          </p:cNvPr>
          <p:cNvSpPr/>
          <p:nvPr/>
        </p:nvSpPr>
        <p:spPr>
          <a:xfrm>
            <a:off x="1618488" y="315468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AC51AF9F-549C-2D55-FF91-4A6800377B63}"/>
              </a:ext>
            </a:extLst>
          </p:cNvPr>
          <p:cNvSpPr/>
          <p:nvPr/>
        </p:nvSpPr>
        <p:spPr>
          <a:xfrm>
            <a:off x="1728216" y="331927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3D84BC0-8910-F08E-EEA2-032B3E9A45DB}"/>
              </a:ext>
            </a:extLst>
          </p:cNvPr>
          <p:cNvSpPr/>
          <p:nvPr/>
        </p:nvSpPr>
        <p:spPr>
          <a:xfrm>
            <a:off x="1728216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F4124DC-08EF-40F3-1FEA-338120299E45}"/>
              </a:ext>
            </a:extLst>
          </p:cNvPr>
          <p:cNvSpPr/>
          <p:nvPr/>
        </p:nvSpPr>
        <p:spPr>
          <a:xfrm>
            <a:off x="2212848" y="3319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</a:t>
            </a:r>
            <a:endParaRPr lang="en-US" sz="130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727A6091-B541-F37C-8E6E-862C9613AF78}"/>
              </a:ext>
            </a:extLst>
          </p:cNvPr>
          <p:cNvSpPr/>
          <p:nvPr/>
        </p:nvSpPr>
        <p:spPr>
          <a:xfrm>
            <a:off x="1755648" y="38130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e₁=[0.707,−0.707]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9D5909E5-D648-9E2F-6356-EFBFECC31AAF}"/>
              </a:ext>
            </a:extLst>
          </p:cNvPr>
          <p:cNvSpPr/>
          <p:nvPr/>
        </p:nvSpPr>
        <p:spPr>
          <a:xfrm>
            <a:off x="4471416" y="3154680"/>
            <a:ext cx="2697480" cy="1756284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FEAA113B-0596-8046-07FA-FF12161420A7}"/>
              </a:ext>
            </a:extLst>
          </p:cNvPr>
          <p:cNvSpPr/>
          <p:nvPr/>
        </p:nvSpPr>
        <p:spPr>
          <a:xfrm>
            <a:off x="4471416" y="315468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D8B4AE48-D980-912E-836C-DB28C75DE2A3}"/>
              </a:ext>
            </a:extLst>
          </p:cNvPr>
          <p:cNvSpPr/>
          <p:nvPr/>
        </p:nvSpPr>
        <p:spPr>
          <a:xfrm>
            <a:off x="4581144" y="331927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C7680F3F-0251-CEFD-049D-5E206A68D983}"/>
              </a:ext>
            </a:extLst>
          </p:cNvPr>
          <p:cNvSpPr/>
          <p:nvPr/>
        </p:nvSpPr>
        <p:spPr>
          <a:xfrm>
            <a:off x="4581144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ADCFBE00-58E8-8F6F-43B3-548C215EDAA0}"/>
              </a:ext>
            </a:extLst>
          </p:cNvPr>
          <p:cNvSpPr/>
          <p:nvPr/>
        </p:nvSpPr>
        <p:spPr>
          <a:xfrm>
            <a:off x="5065776" y="3319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onto PC₁</a:t>
            </a:r>
            <a:endParaRPr lang="en-US" sz="130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C108E3BE-1F67-FCB1-35AD-D3A697D459F1}"/>
              </a:ext>
            </a:extLst>
          </p:cNvPr>
          <p:cNvSpPr/>
          <p:nvPr/>
        </p:nvSpPr>
        <p:spPr>
          <a:xfrm>
            <a:off x="4608576" y="38130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e₁ᵀ · xₖ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53AC9464-A983-E7BD-B2B4-C875596B650D}"/>
              </a:ext>
            </a:extLst>
          </p:cNvPr>
          <p:cNvSpPr/>
          <p:nvPr/>
        </p:nvSpPr>
        <p:spPr>
          <a:xfrm>
            <a:off x="7324344" y="3154680"/>
            <a:ext cx="3250666" cy="1756284"/>
          </a:xfrm>
          <a:prstGeom prst="rect">
            <a:avLst/>
          </a:prstGeom>
          <a:solidFill>
            <a:srgbClr val="1A3A8F"/>
          </a:solidFill>
          <a:ln w="12700">
            <a:solidFill>
              <a:srgbClr val="2756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445752C6-E576-254F-DA71-B126AEB3451B}"/>
              </a:ext>
            </a:extLst>
          </p:cNvPr>
          <p:cNvSpPr/>
          <p:nvPr/>
        </p:nvSpPr>
        <p:spPr>
          <a:xfrm>
            <a:off x="7324344" y="3154680"/>
            <a:ext cx="2697480" cy="73152"/>
          </a:xfrm>
          <a:prstGeom prst="rect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5A5A0F35-D841-D244-45B5-95B3A94C3B57}"/>
              </a:ext>
            </a:extLst>
          </p:cNvPr>
          <p:cNvSpPr/>
          <p:nvPr/>
        </p:nvSpPr>
        <p:spPr>
          <a:xfrm>
            <a:off x="7434072" y="3319272"/>
            <a:ext cx="411480" cy="411480"/>
          </a:xfrm>
          <a:prstGeom prst="ellipse">
            <a:avLst/>
          </a:prstGeom>
          <a:solidFill>
            <a:srgbClr val="4A9FE8"/>
          </a:solidFill>
          <a:ln w="1270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23CEDE3F-424E-003D-9CF9-EF93860AAB97}"/>
              </a:ext>
            </a:extLst>
          </p:cNvPr>
          <p:cNvSpPr/>
          <p:nvPr/>
        </p:nvSpPr>
        <p:spPr>
          <a:xfrm>
            <a:off x="7434072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8A116656-B37B-072F-28DA-EE2732904D27}"/>
              </a:ext>
            </a:extLst>
          </p:cNvPr>
          <p:cNvSpPr/>
          <p:nvPr/>
        </p:nvSpPr>
        <p:spPr>
          <a:xfrm>
            <a:off x="7918704" y="3319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Result</a:t>
            </a:r>
            <a:endParaRPr lang="en-US" sz="1300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B9939677-636F-72A4-1B54-03C5872E18AE}"/>
              </a:ext>
            </a:extLst>
          </p:cNvPr>
          <p:cNvSpPr/>
          <p:nvPr/>
        </p:nvSpPr>
        <p:spPr>
          <a:xfrm>
            <a:off x="7461504" y="3813048"/>
            <a:ext cx="2974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{−4.31, 3.54, 5.66, −5.09}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D0DBE203-18E0-2940-9DCE-E476B866044A}"/>
              </a:ext>
            </a:extLst>
          </p:cNvPr>
          <p:cNvSpPr/>
          <p:nvPr/>
        </p:nvSpPr>
        <p:spPr>
          <a:xfrm>
            <a:off x="682425" y="5386452"/>
            <a:ext cx="107783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>
                <a:latin typeface="Calibri" pitchFamily="34" charset="0"/>
                <a:ea typeface="Calibri" pitchFamily="34" charset="-122"/>
                <a:cs typeface="Calibri" pitchFamily="34" charset="-120"/>
              </a:rPr>
              <a:t>PCA transforms correlated high-dimensional data into uncorrelated lower dimensional components.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64009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DAFC-7D43-8466-3442-986F153A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447E930-ABC5-5469-E56B-09A211F2276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1481D-B4E4-F08A-DA3A-7C6ABFEFF9C2}"/>
              </a:ext>
            </a:extLst>
          </p:cNvPr>
          <p:cNvSpPr txBox="1"/>
          <p:nvPr/>
        </p:nvSpPr>
        <p:spPr>
          <a:xfrm>
            <a:off x="3559628" y="2958491"/>
            <a:ext cx="6248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err="1"/>
              <a:t>Inclass</a:t>
            </a:r>
            <a:r>
              <a:rPr lang="en-US" sz="2800" b="1"/>
              <a:t> Activity - </a:t>
            </a:r>
            <a:r>
              <a:rPr lang="en-US" sz="2800" b="1" err="1"/>
              <a:t>Colab</a:t>
            </a:r>
            <a:endParaRPr lang="en-US"/>
          </a:p>
          <a:p>
            <a:pPr algn="ctr"/>
            <a:r>
              <a:rPr lang="en-US">
                <a:hlinkClick r:id="rId3"/>
              </a:rPr>
              <a:t>https://colab.research.google.com/drive/1F1SvTg7lrD6sLwmZ3vpyTN443MwHdxqd?usp=sharing</a:t>
            </a:r>
            <a:endParaRPr lang="en-US"/>
          </a:p>
          <a:p>
            <a:pPr algn="ctr"/>
            <a:r>
              <a:rPr lang="en-US"/>
              <a:t> </a:t>
            </a:r>
            <a:endParaRPr lang="en-US" sz="1600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6F8E-6A05-D072-B78D-5CF1CD6CBE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5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EDDC-0721-0A5D-8D97-4C86DDA4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9C866D7-3B3B-13DD-732A-1BC7B1A9D09B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Thank You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11856340-BDB9-1129-1B3F-71C51BC2F347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36ED2-F6BF-1E5F-14B5-D4FB56DCB0EA}"/>
              </a:ext>
            </a:extLst>
          </p:cNvPr>
          <p:cNvSpPr txBox="1"/>
          <p:nvPr/>
        </p:nvSpPr>
        <p:spPr>
          <a:xfrm>
            <a:off x="3559628" y="2958491"/>
            <a:ext cx="6248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Reference:</a:t>
            </a:r>
          </a:p>
          <a:p>
            <a:r>
              <a:rPr lang="en-US"/>
              <a:t>MIT- 940 Introduction to Neural Computation</a:t>
            </a:r>
          </a:p>
          <a:p>
            <a:r>
              <a:rPr lang="en-US"/>
              <a:t>https://vtupulse.com/machine-learning/principal-component-analysis-in-machine-learning/</a:t>
            </a:r>
          </a:p>
          <a:p>
            <a:r>
              <a:rPr lang="en-US"/>
              <a:t> </a:t>
            </a:r>
            <a:endParaRPr lang="en-US" sz="1600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CD729-A9D3-0B8D-5F18-E8CD791EF3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0316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NAU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Fariha Hossain</dc:creator>
  <cp:keywords/>
  <dc:description>generated using python-pptx</dc:description>
  <cp:revision>1</cp:revision>
  <dcterms:created xsi:type="dcterms:W3CDTF">2013-01-27T09:14:16Z</dcterms:created>
  <dcterms:modified xsi:type="dcterms:W3CDTF">2026-02-25T21:38:56Z</dcterms:modified>
  <cp:category/>
</cp:coreProperties>
</file>