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9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notesSlides/notesSlide11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notesSlides/notesSlide12.xml" ContentType="application/vnd.openxmlformats-officedocument.presentationml.notesSlide+xml"/>
  <Override PartName="/ppt/ink/ink34.xml" ContentType="application/inkml+xml"/>
  <Override PartName="/ppt/notesSlides/notesSlide13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4.xml" ContentType="application/vnd.openxmlformats-officedocument.presentationml.notesSlide+xml"/>
  <Override PartName="/ppt/ink/ink38.xml" ContentType="application/inkml+xml"/>
  <Override PartName="/ppt/notesSlides/notesSlide15.xml" ContentType="application/vnd.openxmlformats-officedocument.presentationml.notesSlide+xml"/>
  <Override PartName="/ppt/ink/ink39.xml" ContentType="application/inkml+xml"/>
  <Override PartName="/ppt/notesSlides/notesSlide16.xml" ContentType="application/vnd.openxmlformats-officedocument.presentationml.notesSlide+xml"/>
  <Override PartName="/ppt/ink/ink40.xml" ContentType="application/inkml+xml"/>
  <Override PartName="/ppt/notesSlides/notesSlide17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44.xml" ContentType="application/inkml+xml"/>
  <Override PartName="/ppt/notesSlides/notesSlide24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notesSlides/notesSlide25.xml" ContentType="application/vnd.openxmlformats-officedocument.presentationml.notesSlide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26.xml" ContentType="application/vnd.openxmlformats-officedocument.presentationml.notesSlide+xml"/>
  <Override PartName="/ppt/ink/ink65.xml" ContentType="application/inkml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66.xml" ContentType="application/inkml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67.xml" ContentType="application/inkml+xml"/>
  <Override PartName="/ppt/notesSlides/notesSlide32.xml" ContentType="application/vnd.openxmlformats-officedocument.presentationml.notesSlide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notesSlides/notesSlide33.xml" ContentType="application/vnd.openxmlformats-officedocument.presentationml.notesSlide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notesSlides/notesSlide34.xml" ContentType="application/vnd.openxmlformats-officedocument.presentationml.notesSlide+xml"/>
  <Override PartName="/ppt/ink/ink83.xml" ContentType="application/inkml+xml"/>
  <Override PartName="/ppt/ink/ink84.xml" ContentType="application/inkml+xml"/>
  <Override PartName="/ppt/ink/ink85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sldIdLst>
    <p:sldId id="328" r:id="rId2"/>
    <p:sldId id="373" r:id="rId3"/>
    <p:sldId id="397" r:id="rId4"/>
    <p:sldId id="398" r:id="rId5"/>
    <p:sldId id="399" r:id="rId6"/>
    <p:sldId id="396" r:id="rId7"/>
    <p:sldId id="375" r:id="rId8"/>
    <p:sldId id="376" r:id="rId9"/>
    <p:sldId id="380" r:id="rId10"/>
    <p:sldId id="400" r:id="rId11"/>
    <p:sldId id="401" r:id="rId12"/>
    <p:sldId id="402" r:id="rId13"/>
    <p:sldId id="404" r:id="rId14"/>
    <p:sldId id="405" r:id="rId15"/>
    <p:sldId id="406" r:id="rId16"/>
    <p:sldId id="407" r:id="rId17"/>
    <p:sldId id="408" r:id="rId18"/>
    <p:sldId id="377" r:id="rId19"/>
    <p:sldId id="403" r:id="rId20"/>
    <p:sldId id="378" r:id="rId21"/>
    <p:sldId id="389" r:id="rId22"/>
    <p:sldId id="381" r:id="rId23"/>
    <p:sldId id="382" r:id="rId24"/>
    <p:sldId id="383" r:id="rId25"/>
    <p:sldId id="384" r:id="rId26"/>
    <p:sldId id="385" r:id="rId27"/>
    <p:sldId id="386" r:id="rId28"/>
    <p:sldId id="390" r:id="rId29"/>
    <p:sldId id="391" r:id="rId30"/>
    <p:sldId id="387" r:id="rId31"/>
    <p:sldId id="388" r:id="rId32"/>
    <p:sldId id="392" r:id="rId33"/>
    <p:sldId id="379" r:id="rId34"/>
    <p:sldId id="393" r:id="rId35"/>
    <p:sldId id="394" r:id="rId36"/>
    <p:sldId id="395" r:id="rId37"/>
    <p:sldId id="37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471"/>
    <a:srgbClr val="A2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9843BA-769A-1645-8E60-F032DC5DED32}" v="621" dt="2026-02-04T22:35:58.010"/>
    <p1510:client id="{AA0916B3-00D9-4E9D-A28F-CFB255110E7C}" v="17" dt="2026-02-04T20:23:47.068"/>
  </p1510:revLst>
</p1510:revInfo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ha Hossain" userId="6aa7d125-f4d1-4b59-9e05-e109224d2bd2" providerId="ADAL" clId="{24D189ED-3557-4501-ACFE-1E2F0A62EA70}"/>
    <pc:docChg chg="custSel modSld">
      <pc:chgData name="Fariha Hossain" userId="6aa7d125-f4d1-4b59-9e05-e109224d2bd2" providerId="ADAL" clId="{24D189ED-3557-4501-ACFE-1E2F0A62EA70}" dt="2026-02-04T22:35:58.010" v="620"/>
      <pc:docMkLst>
        <pc:docMk/>
      </pc:docMkLst>
      <pc:sldChg chg="addSp delSp mod">
        <pc:chgData name="Fariha Hossain" userId="6aa7d125-f4d1-4b59-9e05-e109224d2bd2" providerId="ADAL" clId="{24D189ED-3557-4501-ACFE-1E2F0A62EA70}" dt="2026-02-04T21:41:49.180" v="133"/>
        <pc:sldMkLst>
          <pc:docMk/>
          <pc:sldMk cId="3754152661" sldId="375"/>
        </pc:sldMkLst>
        <pc:inkChg chg="add del">
          <ac:chgData name="Fariha Hossain" userId="6aa7d125-f4d1-4b59-9e05-e109224d2bd2" providerId="ADAL" clId="{24D189ED-3557-4501-ACFE-1E2F0A62EA70}" dt="2026-02-04T21:40:55.007" v="97"/>
          <ac:inkMkLst>
            <pc:docMk/>
            <pc:sldMk cId="3754152661" sldId="375"/>
            <ac:inkMk id="2" creationId="{C1B33491-8D55-49D7-1462-7C4C6AB8BBF8}"/>
          </ac:inkMkLst>
        </pc:inkChg>
        <pc:inkChg chg="add del">
          <ac:chgData name="Fariha Hossain" userId="6aa7d125-f4d1-4b59-9e05-e109224d2bd2" providerId="ADAL" clId="{24D189ED-3557-4501-ACFE-1E2F0A62EA70}" dt="2026-02-04T21:40:55.007" v="97"/>
          <ac:inkMkLst>
            <pc:docMk/>
            <pc:sldMk cId="3754152661" sldId="375"/>
            <ac:inkMk id="4" creationId="{6A270D09-237A-AD88-8F91-74DD66D412C6}"/>
          </ac:inkMkLst>
        </pc:inkChg>
        <pc:inkChg chg="add del">
          <ac:chgData name="Fariha Hossain" userId="6aa7d125-f4d1-4b59-9e05-e109224d2bd2" providerId="ADAL" clId="{24D189ED-3557-4501-ACFE-1E2F0A62EA70}" dt="2026-02-04T21:40:55.007" v="97"/>
          <ac:inkMkLst>
            <pc:docMk/>
            <pc:sldMk cId="3754152661" sldId="375"/>
            <ac:inkMk id="12" creationId="{F9FD1579-A87E-8E78-2AF3-001386C2F1F9}"/>
          </ac:inkMkLst>
        </pc:inkChg>
        <pc:inkChg chg="add del">
          <ac:chgData name="Fariha Hossain" userId="6aa7d125-f4d1-4b59-9e05-e109224d2bd2" providerId="ADAL" clId="{24D189ED-3557-4501-ACFE-1E2F0A62EA70}" dt="2026-02-04T21:40:55.007" v="97"/>
          <ac:inkMkLst>
            <pc:docMk/>
            <pc:sldMk cId="3754152661" sldId="375"/>
            <ac:inkMk id="13" creationId="{69410268-A1D1-FDBD-7E37-5AC011494275}"/>
          </ac:inkMkLst>
        </pc:inkChg>
        <pc:inkChg chg="add del reco">
          <ac:chgData name="Fariha Hossain" userId="6aa7d125-f4d1-4b59-9e05-e109224d2bd2" providerId="ADAL" clId="{24D189ED-3557-4501-ACFE-1E2F0A62EA70}" dt="2026-02-04T21:41:49.180" v="132"/>
          <ac:inkMkLst>
            <pc:docMk/>
            <pc:sldMk cId="3754152661" sldId="375"/>
            <ac:inkMk id="14" creationId="{4AE97017-D8D0-3553-9408-A5718D1F9918}"/>
          </ac:inkMkLst>
        </pc:inkChg>
        <pc:inkChg chg="add del reco">
          <ac:chgData name="Fariha Hossain" userId="6aa7d125-f4d1-4b59-9e05-e109224d2bd2" providerId="ADAL" clId="{24D189ED-3557-4501-ACFE-1E2F0A62EA70}" dt="2026-02-04T21:41:49.176" v="128"/>
          <ac:inkMkLst>
            <pc:docMk/>
            <pc:sldMk cId="3754152661" sldId="375"/>
            <ac:inkMk id="15" creationId="{486557C3-899D-5E1C-6B0D-3AFD21A9C9FC}"/>
          </ac:inkMkLst>
        </pc:inkChg>
        <pc:inkChg chg="add del">
          <ac:chgData name="Fariha Hossain" userId="6aa7d125-f4d1-4b59-9e05-e109224d2bd2" providerId="ADAL" clId="{24D189ED-3557-4501-ACFE-1E2F0A62EA70}" dt="2026-02-04T21:41:04.393" v="100"/>
          <ac:inkMkLst>
            <pc:docMk/>
            <pc:sldMk cId="3754152661" sldId="375"/>
            <ac:inkMk id="16" creationId="{F4B1BA76-163A-72E4-8740-83921F58A333}"/>
          </ac:inkMkLst>
        </pc:inkChg>
        <pc:inkChg chg="add del">
          <ac:chgData name="Fariha Hossain" userId="6aa7d125-f4d1-4b59-9e05-e109224d2bd2" providerId="ADAL" clId="{24D189ED-3557-4501-ACFE-1E2F0A62EA70}" dt="2026-02-04T21:41:04.393" v="100"/>
          <ac:inkMkLst>
            <pc:docMk/>
            <pc:sldMk cId="3754152661" sldId="375"/>
            <ac:inkMk id="17" creationId="{9F6A8E92-7E84-52A6-9990-D86AC019659E}"/>
          </ac:inkMkLst>
        </pc:inkChg>
        <pc:inkChg chg="add del reco">
          <ac:chgData name="Fariha Hossain" userId="6aa7d125-f4d1-4b59-9e05-e109224d2bd2" providerId="ADAL" clId="{24D189ED-3557-4501-ACFE-1E2F0A62EA70}" dt="2026-02-04T21:41:49.178" v="130"/>
          <ac:inkMkLst>
            <pc:docMk/>
            <pc:sldMk cId="3754152661" sldId="375"/>
            <ac:inkMk id="18" creationId="{D8F367F9-2DB5-D774-544C-DEB516EBC66E}"/>
          </ac:inkMkLst>
        </pc:inkChg>
        <pc:inkChg chg="add del">
          <ac:chgData name="Fariha Hossain" userId="6aa7d125-f4d1-4b59-9e05-e109224d2bd2" providerId="ADAL" clId="{24D189ED-3557-4501-ACFE-1E2F0A62EA70}" dt="2026-02-04T21:41:10.970" v="104"/>
          <ac:inkMkLst>
            <pc:docMk/>
            <pc:sldMk cId="3754152661" sldId="375"/>
            <ac:inkMk id="19" creationId="{0B5871AC-D41B-D2CF-946F-393D669B2982}"/>
          </ac:inkMkLst>
        </pc:inkChg>
        <pc:inkChg chg="add del">
          <ac:chgData name="Fariha Hossain" userId="6aa7d125-f4d1-4b59-9e05-e109224d2bd2" providerId="ADAL" clId="{24D189ED-3557-4501-ACFE-1E2F0A62EA70}" dt="2026-02-04T21:41:10.970" v="104"/>
          <ac:inkMkLst>
            <pc:docMk/>
            <pc:sldMk cId="3754152661" sldId="375"/>
            <ac:inkMk id="20" creationId="{39D2A727-0570-3B47-C550-3A30F46A80CE}"/>
          </ac:inkMkLst>
        </pc:inkChg>
        <pc:inkChg chg="add del">
          <ac:chgData name="Fariha Hossain" userId="6aa7d125-f4d1-4b59-9e05-e109224d2bd2" providerId="ADAL" clId="{24D189ED-3557-4501-ACFE-1E2F0A62EA70}" dt="2026-02-04T21:41:10.970" v="104"/>
          <ac:inkMkLst>
            <pc:docMk/>
            <pc:sldMk cId="3754152661" sldId="375"/>
            <ac:inkMk id="21" creationId="{1A51377E-CE5F-9B46-918D-8E831F442934}"/>
          </ac:inkMkLst>
        </pc:inkChg>
        <pc:inkChg chg="add del reco">
          <ac:chgData name="Fariha Hossain" userId="6aa7d125-f4d1-4b59-9e05-e109224d2bd2" providerId="ADAL" clId="{24D189ED-3557-4501-ACFE-1E2F0A62EA70}" dt="2026-02-04T21:41:49.177" v="129"/>
          <ac:inkMkLst>
            <pc:docMk/>
            <pc:sldMk cId="3754152661" sldId="375"/>
            <ac:inkMk id="22" creationId="{6C92845D-A77E-19A1-15B4-1EF9E2A143E0}"/>
          </ac:inkMkLst>
        </pc:inkChg>
        <pc:inkChg chg="add del">
          <ac:chgData name="Fariha Hossain" userId="6aa7d125-f4d1-4b59-9e05-e109224d2bd2" providerId="ADAL" clId="{24D189ED-3557-4501-ACFE-1E2F0A62EA70}" dt="2026-02-04T21:41:17.930" v="107"/>
          <ac:inkMkLst>
            <pc:docMk/>
            <pc:sldMk cId="3754152661" sldId="375"/>
            <ac:inkMk id="23" creationId="{7A22DC69-039B-986F-0215-4812908B8E58}"/>
          </ac:inkMkLst>
        </pc:inkChg>
        <pc:inkChg chg="add del">
          <ac:chgData name="Fariha Hossain" userId="6aa7d125-f4d1-4b59-9e05-e109224d2bd2" providerId="ADAL" clId="{24D189ED-3557-4501-ACFE-1E2F0A62EA70}" dt="2026-02-04T21:41:17.930" v="107"/>
          <ac:inkMkLst>
            <pc:docMk/>
            <pc:sldMk cId="3754152661" sldId="375"/>
            <ac:inkMk id="24" creationId="{F1ED83A3-277C-F0AD-8EC8-D93AF799100B}"/>
          </ac:inkMkLst>
        </pc:inkChg>
        <pc:inkChg chg="add del reco">
          <ac:chgData name="Fariha Hossain" userId="6aa7d125-f4d1-4b59-9e05-e109224d2bd2" providerId="ADAL" clId="{24D189ED-3557-4501-ACFE-1E2F0A62EA70}" dt="2026-02-04T21:41:49.179" v="131"/>
          <ac:inkMkLst>
            <pc:docMk/>
            <pc:sldMk cId="3754152661" sldId="375"/>
            <ac:inkMk id="25" creationId="{6E5D4FE7-0E02-5933-CD2F-3A67D6E54D4E}"/>
          </ac:inkMkLst>
        </pc:inkChg>
        <pc:inkChg chg="add del">
          <ac:chgData name="Fariha Hossain" userId="6aa7d125-f4d1-4b59-9e05-e109224d2bd2" providerId="ADAL" clId="{24D189ED-3557-4501-ACFE-1E2F0A62EA70}" dt="2026-02-04T21:41:21.587" v="111"/>
          <ac:inkMkLst>
            <pc:docMk/>
            <pc:sldMk cId="3754152661" sldId="375"/>
            <ac:inkMk id="26" creationId="{4B9B618A-DE1C-2D2D-FD61-33A9BC9CF0B8}"/>
          </ac:inkMkLst>
        </pc:inkChg>
        <pc:inkChg chg="add del">
          <ac:chgData name="Fariha Hossain" userId="6aa7d125-f4d1-4b59-9e05-e109224d2bd2" providerId="ADAL" clId="{24D189ED-3557-4501-ACFE-1E2F0A62EA70}" dt="2026-02-04T21:41:21.587" v="111"/>
          <ac:inkMkLst>
            <pc:docMk/>
            <pc:sldMk cId="3754152661" sldId="375"/>
            <ac:inkMk id="27" creationId="{71865A47-CCEB-F78E-5FF6-132896F9B831}"/>
          </ac:inkMkLst>
        </pc:inkChg>
        <pc:inkChg chg="add del">
          <ac:chgData name="Fariha Hossain" userId="6aa7d125-f4d1-4b59-9e05-e109224d2bd2" providerId="ADAL" clId="{24D189ED-3557-4501-ACFE-1E2F0A62EA70}" dt="2026-02-04T21:41:21.587" v="111"/>
          <ac:inkMkLst>
            <pc:docMk/>
            <pc:sldMk cId="3754152661" sldId="375"/>
            <ac:inkMk id="28" creationId="{CC783BEC-68E6-8448-C99B-BF2E0EE3E9B2}"/>
          </ac:inkMkLst>
        </pc:inkChg>
        <pc:inkChg chg="add del reco">
          <ac:chgData name="Fariha Hossain" userId="6aa7d125-f4d1-4b59-9e05-e109224d2bd2" providerId="ADAL" clId="{24D189ED-3557-4501-ACFE-1E2F0A62EA70}" dt="2026-02-04T21:41:49.180" v="133"/>
          <ac:inkMkLst>
            <pc:docMk/>
            <pc:sldMk cId="3754152661" sldId="375"/>
            <ac:inkMk id="29" creationId="{14E475E0-D69D-ED1F-0628-56FB54214DBC}"/>
          </ac:inkMkLst>
        </pc:inkChg>
        <pc:inkChg chg="add del">
          <ac:chgData name="Fariha Hossain" userId="6aa7d125-f4d1-4b59-9e05-e109224d2bd2" providerId="ADAL" clId="{24D189ED-3557-4501-ACFE-1E2F0A62EA70}" dt="2026-02-04T21:41:24.435" v="114"/>
          <ac:inkMkLst>
            <pc:docMk/>
            <pc:sldMk cId="3754152661" sldId="375"/>
            <ac:inkMk id="30" creationId="{7B55DC13-7746-6EE5-E399-5E645C89CCD3}"/>
          </ac:inkMkLst>
        </pc:inkChg>
        <pc:inkChg chg="add del">
          <ac:chgData name="Fariha Hossain" userId="6aa7d125-f4d1-4b59-9e05-e109224d2bd2" providerId="ADAL" clId="{24D189ED-3557-4501-ACFE-1E2F0A62EA70}" dt="2026-02-04T21:41:24.435" v="114"/>
          <ac:inkMkLst>
            <pc:docMk/>
            <pc:sldMk cId="3754152661" sldId="375"/>
            <ac:inkMk id="31" creationId="{54B59429-F66B-8E3D-D8C2-601CE018804D}"/>
          </ac:inkMkLst>
        </pc:inkChg>
        <pc:inkChg chg="add del reco">
          <ac:chgData name="Fariha Hossain" userId="6aa7d125-f4d1-4b59-9e05-e109224d2bd2" providerId="ADAL" clId="{24D189ED-3557-4501-ACFE-1E2F0A62EA70}" dt="2026-02-04T21:41:49.172" v="123"/>
          <ac:inkMkLst>
            <pc:docMk/>
            <pc:sldMk cId="3754152661" sldId="375"/>
            <ac:inkMk id="33" creationId="{8145BCB0-AB25-EFE1-5133-94A6A5834683}"/>
          </ac:inkMkLst>
        </pc:inkChg>
        <pc:inkChg chg="add del">
          <ac:chgData name="Fariha Hossain" userId="6aa7d125-f4d1-4b59-9e05-e109224d2bd2" providerId="ADAL" clId="{24D189ED-3557-4501-ACFE-1E2F0A62EA70}" dt="2026-02-04T21:41:49.173" v="124"/>
          <ac:inkMkLst>
            <pc:docMk/>
            <pc:sldMk cId="3754152661" sldId="375"/>
            <ac:inkMk id="34" creationId="{7B17FB49-83EA-2AEB-1BAB-70B6E80BFABB}"/>
          </ac:inkMkLst>
        </pc:inkChg>
        <pc:inkChg chg="add del">
          <ac:chgData name="Fariha Hossain" userId="6aa7d125-f4d1-4b59-9e05-e109224d2bd2" providerId="ADAL" clId="{24D189ED-3557-4501-ACFE-1E2F0A62EA70}" dt="2026-02-04T21:41:30.827" v="118"/>
          <ac:inkMkLst>
            <pc:docMk/>
            <pc:sldMk cId="3754152661" sldId="375"/>
            <ac:inkMk id="35" creationId="{27271CFE-C39F-4B5A-C729-CABFD9D1F346}"/>
          </ac:inkMkLst>
        </pc:inkChg>
        <pc:inkChg chg="add del">
          <ac:chgData name="Fariha Hossain" userId="6aa7d125-f4d1-4b59-9e05-e109224d2bd2" providerId="ADAL" clId="{24D189ED-3557-4501-ACFE-1E2F0A62EA70}" dt="2026-02-04T21:41:30.827" v="118"/>
          <ac:inkMkLst>
            <pc:docMk/>
            <pc:sldMk cId="3754152661" sldId="375"/>
            <ac:inkMk id="36" creationId="{8F6F2FF9-C5D1-BB1F-B85A-737D3E2AE1F2}"/>
          </ac:inkMkLst>
        </pc:inkChg>
        <pc:inkChg chg="add del reco">
          <ac:chgData name="Fariha Hossain" userId="6aa7d125-f4d1-4b59-9e05-e109224d2bd2" providerId="ADAL" clId="{24D189ED-3557-4501-ACFE-1E2F0A62EA70}" dt="2026-02-04T21:41:49.175" v="126"/>
          <ac:inkMkLst>
            <pc:docMk/>
            <pc:sldMk cId="3754152661" sldId="375"/>
            <ac:inkMk id="37" creationId="{337F166E-B06A-91DD-A33E-9DB1716ACBFB}"/>
          </ac:inkMkLst>
        </pc:inkChg>
        <pc:inkChg chg="add del">
          <ac:chgData name="Fariha Hossain" userId="6aa7d125-f4d1-4b59-9e05-e109224d2bd2" providerId="ADAL" clId="{24D189ED-3557-4501-ACFE-1E2F0A62EA70}" dt="2026-02-04T21:41:49.174" v="125"/>
          <ac:inkMkLst>
            <pc:docMk/>
            <pc:sldMk cId="3754152661" sldId="375"/>
            <ac:inkMk id="38" creationId="{C652065F-4043-11C2-269D-C7A4D082B349}"/>
          </ac:inkMkLst>
        </pc:inkChg>
        <pc:inkChg chg="add del">
          <ac:chgData name="Fariha Hossain" userId="6aa7d125-f4d1-4b59-9e05-e109224d2bd2" providerId="ADAL" clId="{24D189ED-3557-4501-ACFE-1E2F0A62EA70}" dt="2026-02-04T21:41:40.037" v="122"/>
          <ac:inkMkLst>
            <pc:docMk/>
            <pc:sldMk cId="3754152661" sldId="375"/>
            <ac:inkMk id="39" creationId="{3E3525CA-5EEF-DB01-40A5-208A0F67CEEB}"/>
          </ac:inkMkLst>
        </pc:inkChg>
        <pc:inkChg chg="add del">
          <ac:chgData name="Fariha Hossain" userId="6aa7d125-f4d1-4b59-9e05-e109224d2bd2" providerId="ADAL" clId="{24D189ED-3557-4501-ACFE-1E2F0A62EA70}" dt="2026-02-04T21:41:40.037" v="122"/>
          <ac:inkMkLst>
            <pc:docMk/>
            <pc:sldMk cId="3754152661" sldId="375"/>
            <ac:inkMk id="40" creationId="{13C63CE5-C219-8316-D2C4-CB4637651913}"/>
          </ac:inkMkLst>
        </pc:inkChg>
        <pc:inkChg chg="add del reco">
          <ac:chgData name="Fariha Hossain" userId="6aa7d125-f4d1-4b59-9e05-e109224d2bd2" providerId="ADAL" clId="{24D189ED-3557-4501-ACFE-1E2F0A62EA70}" dt="2026-02-04T21:41:49.176" v="127"/>
          <ac:inkMkLst>
            <pc:docMk/>
            <pc:sldMk cId="3754152661" sldId="375"/>
            <ac:inkMk id="41" creationId="{CB8BCEC1-7442-214B-37F2-40FBFDD43EFA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4T21:42:38.150" v="157"/>
        <pc:sldMkLst>
          <pc:docMk/>
          <pc:sldMk cId="3612958525" sldId="376"/>
        </pc:sldMkLst>
        <pc:inkChg chg="add del">
          <ac:chgData name="Fariha Hossain" userId="6aa7d125-f4d1-4b59-9e05-e109224d2bd2" providerId="ADAL" clId="{24D189ED-3557-4501-ACFE-1E2F0A62EA70}" dt="2026-02-04T21:42:02.103" v="136"/>
          <ac:inkMkLst>
            <pc:docMk/>
            <pc:sldMk cId="3612958525" sldId="376"/>
            <ac:inkMk id="5" creationId="{42CC56CD-5FC1-5F5A-22B9-D6826948800F}"/>
          </ac:inkMkLst>
        </pc:inkChg>
        <pc:inkChg chg="add del">
          <ac:chgData name="Fariha Hossain" userId="6aa7d125-f4d1-4b59-9e05-e109224d2bd2" providerId="ADAL" clId="{24D189ED-3557-4501-ACFE-1E2F0A62EA70}" dt="2026-02-04T21:42:02.103" v="136"/>
          <ac:inkMkLst>
            <pc:docMk/>
            <pc:sldMk cId="3612958525" sldId="376"/>
            <ac:inkMk id="6" creationId="{85461917-7B11-81D3-2B5E-19148898039B}"/>
          </ac:inkMkLst>
        </pc:inkChg>
        <pc:inkChg chg="add del reco">
          <ac:chgData name="Fariha Hossain" userId="6aa7d125-f4d1-4b59-9e05-e109224d2bd2" providerId="ADAL" clId="{24D189ED-3557-4501-ACFE-1E2F0A62EA70}" dt="2026-02-04T21:42:38.150" v="157"/>
          <ac:inkMkLst>
            <pc:docMk/>
            <pc:sldMk cId="3612958525" sldId="376"/>
            <ac:inkMk id="8" creationId="{6285294A-F669-F0BB-A26A-45468BC28BA6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9" creationId="{A4A5ECF1-1862-7134-36B5-2E85F7DCE5D9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0" creationId="{EA5A806D-7CA6-77DF-D33E-A868E5DE2E92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1" creationId="{3A3A0377-9A9A-1119-4042-9569EB31682A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2" creationId="{904D509B-0B5F-C313-F75C-2778BAE161CA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3" creationId="{1AFE61BA-8302-228D-3200-8CDA64A7E701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4" creationId="{A3C3C958-B4E9-54C9-30C5-27AFC009D872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5" creationId="{50888D62-17F2-8071-E0E4-D6B39B93357A}"/>
          </ac:inkMkLst>
        </pc:inkChg>
        <pc:inkChg chg="add del">
          <ac:chgData name="Fariha Hossain" userId="6aa7d125-f4d1-4b59-9e05-e109224d2bd2" providerId="ADAL" clId="{24D189ED-3557-4501-ACFE-1E2F0A62EA70}" dt="2026-02-04T21:42:17.086" v="145"/>
          <ac:inkMkLst>
            <pc:docMk/>
            <pc:sldMk cId="3612958525" sldId="376"/>
            <ac:inkMk id="16" creationId="{468F6BB5-80D1-4B11-54B0-DD028822C473}"/>
          </ac:inkMkLst>
        </pc:inkChg>
        <pc:inkChg chg="add del reco">
          <ac:chgData name="Fariha Hossain" userId="6aa7d125-f4d1-4b59-9e05-e109224d2bd2" providerId="ADAL" clId="{24D189ED-3557-4501-ACFE-1E2F0A62EA70}" dt="2026-02-04T21:42:38.149" v="156"/>
          <ac:inkMkLst>
            <pc:docMk/>
            <pc:sldMk cId="3612958525" sldId="376"/>
            <ac:inkMk id="17" creationId="{47A0F653-817B-EBA6-A17E-4E7D007AE68D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18" creationId="{2CF1B0DA-6EFB-A56B-D037-CD49B27EDBAC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19" creationId="{88BCF47A-1BF1-7CAA-C6D2-A5981F356F6E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20" creationId="{49BF770A-6F8A-CC6D-CF72-0A1C891B2406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21" creationId="{6AD92873-351B-4114-06E4-600381C616D7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22" creationId="{32C5ADAF-B5B1-3966-99C3-C34CC1DB311F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23" creationId="{D37356A2-FE53-E3F0-DAEA-FCB6C33C2CCB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24" creationId="{C0568069-7FFF-9F8E-6001-399DAAC71BB7}"/>
          </ac:inkMkLst>
        </pc:inkChg>
        <pc:inkChg chg="add del">
          <ac:chgData name="Fariha Hossain" userId="6aa7d125-f4d1-4b59-9e05-e109224d2bd2" providerId="ADAL" clId="{24D189ED-3557-4501-ACFE-1E2F0A62EA70}" dt="2026-02-04T21:42:31.624" v="154"/>
          <ac:inkMkLst>
            <pc:docMk/>
            <pc:sldMk cId="3612958525" sldId="376"/>
            <ac:inkMk id="25" creationId="{9E7A93C5-737C-3B07-4590-95579EED89E6}"/>
          </ac:inkMkLst>
        </pc:inkChg>
        <pc:inkChg chg="add mod reco modStrokes">
          <ac:chgData name="Fariha Hossain" userId="6aa7d125-f4d1-4b59-9e05-e109224d2bd2" providerId="ADAL" clId="{24D189ED-3557-4501-ACFE-1E2F0A62EA70}" dt="2026-02-04T21:42:38.146" v="155"/>
          <ac:inkMkLst>
            <pc:docMk/>
            <pc:sldMk cId="3612958525" sldId="376"/>
            <ac:inkMk id="26" creationId="{761C9FA8-FDA2-12BB-CC8F-CEF764148108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32:51.539" v="564"/>
        <pc:sldMkLst>
          <pc:docMk/>
          <pc:sldMk cId="1215623030" sldId="379"/>
        </pc:sldMkLst>
        <pc:inkChg chg="add del">
          <ac:chgData name="Fariha Hossain" userId="6aa7d125-f4d1-4b59-9e05-e109224d2bd2" providerId="ADAL" clId="{24D189ED-3557-4501-ACFE-1E2F0A62EA70}" dt="2026-02-04T22:31:31.551" v="519"/>
          <ac:inkMkLst>
            <pc:docMk/>
            <pc:sldMk cId="1215623030" sldId="379"/>
            <ac:inkMk id="11" creationId="{DBEFC57A-AA7E-32E8-2A78-4CA6B4153202}"/>
          </ac:inkMkLst>
        </pc:inkChg>
        <pc:inkChg chg="add del">
          <ac:chgData name="Fariha Hossain" userId="6aa7d125-f4d1-4b59-9e05-e109224d2bd2" providerId="ADAL" clId="{24D189ED-3557-4501-ACFE-1E2F0A62EA70}" dt="2026-02-04T22:31:31.551" v="519"/>
          <ac:inkMkLst>
            <pc:docMk/>
            <pc:sldMk cId="1215623030" sldId="379"/>
            <ac:inkMk id="12" creationId="{65276FEE-B52A-F321-CA33-B184D2976A64}"/>
          </ac:inkMkLst>
        </pc:inkChg>
        <pc:inkChg chg="add del reco">
          <ac:chgData name="Fariha Hossain" userId="6aa7d125-f4d1-4b59-9e05-e109224d2bd2" providerId="ADAL" clId="{24D189ED-3557-4501-ACFE-1E2F0A62EA70}" dt="2026-02-04T22:31:33.720" v="520"/>
          <ac:inkMkLst>
            <pc:docMk/>
            <pc:sldMk cId="1215623030" sldId="379"/>
            <ac:inkMk id="13" creationId="{6DEAB1D9-1B23-80AE-813B-6F302237BECF}"/>
          </ac:inkMkLst>
        </pc:inkChg>
        <pc:inkChg chg="add">
          <ac:chgData name="Fariha Hossain" userId="6aa7d125-f4d1-4b59-9e05-e109224d2bd2" providerId="ADAL" clId="{24D189ED-3557-4501-ACFE-1E2F0A62EA70}" dt="2026-02-04T22:31:36.651" v="521"/>
          <ac:inkMkLst>
            <pc:docMk/>
            <pc:sldMk cId="1215623030" sldId="379"/>
            <ac:inkMk id="14" creationId="{87DD3596-A279-D58F-E217-C211E2DB24AB}"/>
          </ac:inkMkLst>
        </pc:inkChg>
        <pc:inkChg chg="add">
          <ac:chgData name="Fariha Hossain" userId="6aa7d125-f4d1-4b59-9e05-e109224d2bd2" providerId="ADAL" clId="{24D189ED-3557-4501-ACFE-1E2F0A62EA70}" dt="2026-02-04T22:31:37.631" v="522"/>
          <ac:inkMkLst>
            <pc:docMk/>
            <pc:sldMk cId="1215623030" sldId="379"/>
            <ac:inkMk id="15" creationId="{7902692F-F87C-9317-6966-E8727FA19A62}"/>
          </ac:inkMkLst>
        </pc:inkChg>
        <pc:inkChg chg="add">
          <ac:chgData name="Fariha Hossain" userId="6aa7d125-f4d1-4b59-9e05-e109224d2bd2" providerId="ADAL" clId="{24D189ED-3557-4501-ACFE-1E2F0A62EA70}" dt="2026-02-04T22:31:43.234" v="523"/>
          <ac:inkMkLst>
            <pc:docMk/>
            <pc:sldMk cId="1215623030" sldId="379"/>
            <ac:inkMk id="16" creationId="{ED18A1AF-1847-7875-4D51-2F4CFE9A10C3}"/>
          </ac:inkMkLst>
        </pc:inkChg>
        <pc:inkChg chg="add del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17" creationId="{4A4DD325-5BA8-C90C-9FFD-97C9DEE4E0F6}"/>
          </ac:inkMkLst>
        </pc:inkChg>
        <pc:inkChg chg="add del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18" creationId="{EBBE43FB-A2AB-D90A-00FB-FF6D72118CCD}"/>
          </ac:inkMkLst>
        </pc:inkChg>
        <pc:inkChg chg="add">
          <ac:chgData name="Fariha Hossain" userId="6aa7d125-f4d1-4b59-9e05-e109224d2bd2" providerId="ADAL" clId="{24D189ED-3557-4501-ACFE-1E2F0A62EA70}" dt="2026-02-04T22:31:44.248" v="526"/>
          <ac:inkMkLst>
            <pc:docMk/>
            <pc:sldMk cId="1215623030" sldId="379"/>
            <ac:inkMk id="19" creationId="{1AEE3A23-3E7C-27E0-9934-1C6529687DDD}"/>
          </ac:inkMkLst>
        </pc:inkChg>
        <pc:inkChg chg="add del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0" creationId="{1AADD52C-57AA-3502-3C90-3DA2FF876149}"/>
          </ac:inkMkLst>
        </pc:inkChg>
        <pc:inkChg chg="add del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1" creationId="{21666BC9-709B-468C-B818-7E7220B791BE}"/>
          </ac:inkMkLst>
        </pc:inkChg>
        <pc:inkChg chg="add del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2" creationId="{630CD63C-636F-96A9-0A37-785037C8A902}"/>
          </ac:inkMkLst>
        </pc:inkChg>
        <pc:inkChg chg="add del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3" creationId="{7B167D54-BC4E-C3FC-1B0C-F69A6105327E}"/>
          </ac:inkMkLst>
        </pc:inkChg>
        <pc:inkChg chg="add reco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4" creationId="{103391DD-57E4-EEC3-25D8-8839A1F92DB8}"/>
          </ac:inkMkLst>
        </pc:inkChg>
        <pc:inkChg chg="add reco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5" creationId="{12B2DC3E-945B-2EAE-BB7B-15A367569474}"/>
          </ac:inkMkLst>
        </pc:inkChg>
        <pc:inkChg chg="add reco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6" creationId="{E36CD73A-5828-FA38-EFF3-73A7D4B6F356}"/>
          </ac:inkMkLst>
        </pc:inkChg>
        <pc:inkChg chg="add reco">
          <ac:chgData name="Fariha Hossain" userId="6aa7d125-f4d1-4b59-9e05-e109224d2bd2" providerId="ADAL" clId="{24D189ED-3557-4501-ACFE-1E2F0A62EA70}" dt="2026-02-04T22:31:47.307" v="531"/>
          <ac:inkMkLst>
            <pc:docMk/>
            <pc:sldMk cId="1215623030" sldId="379"/>
            <ac:inkMk id="27" creationId="{F04767D0-BEC7-BCB3-5E56-98FD4323CBDA}"/>
          </ac:inkMkLst>
        </pc:inkChg>
        <pc:inkChg chg="add del">
          <ac:chgData name="Fariha Hossain" userId="6aa7d125-f4d1-4b59-9e05-e109224d2bd2" providerId="ADAL" clId="{24D189ED-3557-4501-ACFE-1E2F0A62EA70}" dt="2026-02-04T22:31:52.643" v="537"/>
          <ac:inkMkLst>
            <pc:docMk/>
            <pc:sldMk cId="1215623030" sldId="379"/>
            <ac:inkMk id="28" creationId="{03C51E36-8FEF-1BC0-6221-0C7D0AEC31EA}"/>
          </ac:inkMkLst>
        </pc:inkChg>
        <pc:inkChg chg="add del">
          <ac:chgData name="Fariha Hossain" userId="6aa7d125-f4d1-4b59-9e05-e109224d2bd2" providerId="ADAL" clId="{24D189ED-3557-4501-ACFE-1E2F0A62EA70}" dt="2026-02-04T22:31:52.643" v="537"/>
          <ac:inkMkLst>
            <pc:docMk/>
            <pc:sldMk cId="1215623030" sldId="379"/>
            <ac:inkMk id="29" creationId="{F43529A5-E3F3-30B8-427C-6FC4206DDE04}"/>
          </ac:inkMkLst>
        </pc:inkChg>
        <pc:inkChg chg="add del">
          <ac:chgData name="Fariha Hossain" userId="6aa7d125-f4d1-4b59-9e05-e109224d2bd2" providerId="ADAL" clId="{24D189ED-3557-4501-ACFE-1E2F0A62EA70}" dt="2026-02-04T22:31:52.643" v="537"/>
          <ac:inkMkLst>
            <pc:docMk/>
            <pc:sldMk cId="1215623030" sldId="379"/>
            <ac:inkMk id="30" creationId="{18FB4739-9D2E-7B74-C549-316DC9873180}"/>
          </ac:inkMkLst>
        </pc:inkChg>
        <pc:inkChg chg="add del">
          <ac:chgData name="Fariha Hossain" userId="6aa7d125-f4d1-4b59-9e05-e109224d2bd2" providerId="ADAL" clId="{24D189ED-3557-4501-ACFE-1E2F0A62EA70}" dt="2026-02-04T22:31:52.643" v="537"/>
          <ac:inkMkLst>
            <pc:docMk/>
            <pc:sldMk cId="1215623030" sldId="379"/>
            <ac:inkMk id="31" creationId="{2F24370D-3E00-A85E-7BF1-66A91E742342}"/>
          </ac:inkMkLst>
        </pc:inkChg>
        <pc:inkChg chg="add del">
          <ac:chgData name="Fariha Hossain" userId="6aa7d125-f4d1-4b59-9e05-e109224d2bd2" providerId="ADAL" clId="{24D189ED-3557-4501-ACFE-1E2F0A62EA70}" dt="2026-02-04T22:31:52.643" v="537"/>
          <ac:inkMkLst>
            <pc:docMk/>
            <pc:sldMk cId="1215623030" sldId="379"/>
            <ac:inkMk id="33" creationId="{49EDE8BD-DC82-D3C9-1952-123BE82F939D}"/>
          </ac:inkMkLst>
        </pc:inkChg>
        <pc:inkChg chg="add reco">
          <ac:chgData name="Fariha Hossain" userId="6aa7d125-f4d1-4b59-9e05-e109224d2bd2" providerId="ADAL" clId="{24D189ED-3557-4501-ACFE-1E2F0A62EA70}" dt="2026-02-04T22:31:52.643" v="537"/>
          <ac:inkMkLst>
            <pc:docMk/>
            <pc:sldMk cId="1215623030" sldId="379"/>
            <ac:inkMk id="34" creationId="{08D428D6-89E7-498B-1A76-F15FCEB03054}"/>
          </ac:inkMkLst>
        </pc:inkChg>
        <pc:inkChg chg="add del">
          <ac:chgData name="Fariha Hossain" userId="6aa7d125-f4d1-4b59-9e05-e109224d2bd2" providerId="ADAL" clId="{24D189ED-3557-4501-ACFE-1E2F0A62EA70}" dt="2026-02-04T22:32:11.566" v="543"/>
          <ac:inkMkLst>
            <pc:docMk/>
            <pc:sldMk cId="1215623030" sldId="379"/>
            <ac:inkMk id="35" creationId="{21D96D57-DE74-392E-77DC-652B8781B4B5}"/>
          </ac:inkMkLst>
        </pc:inkChg>
        <pc:inkChg chg="add del">
          <ac:chgData name="Fariha Hossain" userId="6aa7d125-f4d1-4b59-9e05-e109224d2bd2" providerId="ADAL" clId="{24D189ED-3557-4501-ACFE-1E2F0A62EA70}" dt="2026-02-04T22:32:11.566" v="543"/>
          <ac:inkMkLst>
            <pc:docMk/>
            <pc:sldMk cId="1215623030" sldId="379"/>
            <ac:inkMk id="36" creationId="{C343B653-D4C1-6156-3685-B46AD028CDD6}"/>
          </ac:inkMkLst>
        </pc:inkChg>
        <pc:inkChg chg="add del">
          <ac:chgData name="Fariha Hossain" userId="6aa7d125-f4d1-4b59-9e05-e109224d2bd2" providerId="ADAL" clId="{24D189ED-3557-4501-ACFE-1E2F0A62EA70}" dt="2026-02-04T22:32:11.566" v="543"/>
          <ac:inkMkLst>
            <pc:docMk/>
            <pc:sldMk cId="1215623030" sldId="379"/>
            <ac:inkMk id="37" creationId="{5A33D5C9-274A-7F81-8FD3-056E6BBF7A63}"/>
          </ac:inkMkLst>
        </pc:inkChg>
        <pc:inkChg chg="add del">
          <ac:chgData name="Fariha Hossain" userId="6aa7d125-f4d1-4b59-9e05-e109224d2bd2" providerId="ADAL" clId="{24D189ED-3557-4501-ACFE-1E2F0A62EA70}" dt="2026-02-04T22:32:11.566" v="543"/>
          <ac:inkMkLst>
            <pc:docMk/>
            <pc:sldMk cId="1215623030" sldId="379"/>
            <ac:inkMk id="38" creationId="{47E90A90-CAF9-7388-0875-19FA909DE890}"/>
          </ac:inkMkLst>
        </pc:inkChg>
        <pc:inkChg chg="add del">
          <ac:chgData name="Fariha Hossain" userId="6aa7d125-f4d1-4b59-9e05-e109224d2bd2" providerId="ADAL" clId="{24D189ED-3557-4501-ACFE-1E2F0A62EA70}" dt="2026-02-04T22:32:11.566" v="543"/>
          <ac:inkMkLst>
            <pc:docMk/>
            <pc:sldMk cId="1215623030" sldId="379"/>
            <ac:inkMk id="39" creationId="{B5038E9D-CF23-88C6-F733-F553377BF709}"/>
          </ac:inkMkLst>
        </pc:inkChg>
        <pc:inkChg chg="add reco">
          <ac:chgData name="Fariha Hossain" userId="6aa7d125-f4d1-4b59-9e05-e109224d2bd2" providerId="ADAL" clId="{24D189ED-3557-4501-ACFE-1E2F0A62EA70}" dt="2026-02-04T22:32:11.566" v="543"/>
          <ac:inkMkLst>
            <pc:docMk/>
            <pc:sldMk cId="1215623030" sldId="379"/>
            <ac:inkMk id="40" creationId="{EC4A6262-5C3F-1CA4-E65E-DC96F88EF66E}"/>
          </ac:inkMkLst>
        </pc:inkChg>
        <pc:inkChg chg="add del">
          <ac:chgData name="Fariha Hossain" userId="6aa7d125-f4d1-4b59-9e05-e109224d2bd2" providerId="ADAL" clId="{24D189ED-3557-4501-ACFE-1E2F0A62EA70}" dt="2026-02-04T22:32:20.549" v="548"/>
          <ac:inkMkLst>
            <pc:docMk/>
            <pc:sldMk cId="1215623030" sldId="379"/>
            <ac:inkMk id="41" creationId="{4F6BF5AC-160A-7983-BB16-86BA6D8B0DB6}"/>
          </ac:inkMkLst>
        </pc:inkChg>
        <pc:inkChg chg="add del">
          <ac:chgData name="Fariha Hossain" userId="6aa7d125-f4d1-4b59-9e05-e109224d2bd2" providerId="ADAL" clId="{24D189ED-3557-4501-ACFE-1E2F0A62EA70}" dt="2026-02-04T22:32:20.549" v="548"/>
          <ac:inkMkLst>
            <pc:docMk/>
            <pc:sldMk cId="1215623030" sldId="379"/>
            <ac:inkMk id="42" creationId="{2404B44A-88CB-EC49-7D77-7646808C1F84}"/>
          </ac:inkMkLst>
        </pc:inkChg>
        <pc:inkChg chg="add del">
          <ac:chgData name="Fariha Hossain" userId="6aa7d125-f4d1-4b59-9e05-e109224d2bd2" providerId="ADAL" clId="{24D189ED-3557-4501-ACFE-1E2F0A62EA70}" dt="2026-02-04T22:32:20.549" v="548"/>
          <ac:inkMkLst>
            <pc:docMk/>
            <pc:sldMk cId="1215623030" sldId="379"/>
            <ac:inkMk id="43" creationId="{DCC0B70A-CCF5-C2EC-170F-EE3B1C88C897}"/>
          </ac:inkMkLst>
        </pc:inkChg>
        <pc:inkChg chg="add del">
          <ac:chgData name="Fariha Hossain" userId="6aa7d125-f4d1-4b59-9e05-e109224d2bd2" providerId="ADAL" clId="{24D189ED-3557-4501-ACFE-1E2F0A62EA70}" dt="2026-02-04T22:32:20.549" v="548"/>
          <ac:inkMkLst>
            <pc:docMk/>
            <pc:sldMk cId="1215623030" sldId="379"/>
            <ac:inkMk id="44" creationId="{4A4A6A25-C7EB-F026-5755-8DEA3B2477D6}"/>
          </ac:inkMkLst>
        </pc:inkChg>
        <pc:inkChg chg="add del reco">
          <ac:chgData name="Fariha Hossain" userId="6aa7d125-f4d1-4b59-9e05-e109224d2bd2" providerId="ADAL" clId="{24D189ED-3557-4501-ACFE-1E2F0A62EA70}" dt="2026-02-04T22:32:25.222" v="549"/>
          <ac:inkMkLst>
            <pc:docMk/>
            <pc:sldMk cId="1215623030" sldId="379"/>
            <ac:inkMk id="45" creationId="{E9545ED4-BBD9-FE1D-635E-4E9494BBC34D}"/>
          </ac:inkMkLst>
        </pc:inkChg>
        <pc:inkChg chg="add del">
          <ac:chgData name="Fariha Hossain" userId="6aa7d125-f4d1-4b59-9e05-e109224d2bd2" providerId="ADAL" clId="{24D189ED-3557-4501-ACFE-1E2F0A62EA70}" dt="2026-02-04T22:32:33.298" v="553"/>
          <ac:inkMkLst>
            <pc:docMk/>
            <pc:sldMk cId="1215623030" sldId="379"/>
            <ac:inkMk id="46" creationId="{734EB6B7-B3B7-E144-188A-558CE998DBA1}"/>
          </ac:inkMkLst>
        </pc:inkChg>
        <pc:inkChg chg="add del">
          <ac:chgData name="Fariha Hossain" userId="6aa7d125-f4d1-4b59-9e05-e109224d2bd2" providerId="ADAL" clId="{24D189ED-3557-4501-ACFE-1E2F0A62EA70}" dt="2026-02-04T22:32:33.298" v="553"/>
          <ac:inkMkLst>
            <pc:docMk/>
            <pc:sldMk cId="1215623030" sldId="379"/>
            <ac:inkMk id="47" creationId="{01BBDCCE-75DB-9661-2D70-FBC2C4D8CB1D}"/>
          </ac:inkMkLst>
        </pc:inkChg>
        <pc:inkChg chg="add del">
          <ac:chgData name="Fariha Hossain" userId="6aa7d125-f4d1-4b59-9e05-e109224d2bd2" providerId="ADAL" clId="{24D189ED-3557-4501-ACFE-1E2F0A62EA70}" dt="2026-02-04T22:32:33.298" v="553"/>
          <ac:inkMkLst>
            <pc:docMk/>
            <pc:sldMk cId="1215623030" sldId="379"/>
            <ac:inkMk id="48" creationId="{594BF61D-C355-C7D4-BCE4-9AD1D8964735}"/>
          </ac:inkMkLst>
        </pc:inkChg>
        <pc:inkChg chg="add del reco">
          <ac:chgData name="Fariha Hossain" userId="6aa7d125-f4d1-4b59-9e05-e109224d2bd2" providerId="ADAL" clId="{24D189ED-3557-4501-ACFE-1E2F0A62EA70}" dt="2026-02-04T22:32:34.955" v="554"/>
          <ac:inkMkLst>
            <pc:docMk/>
            <pc:sldMk cId="1215623030" sldId="379"/>
            <ac:inkMk id="49" creationId="{70BCCA81-7980-717C-57EE-97BCADB2C65A}"/>
          </ac:inkMkLst>
        </pc:inkChg>
        <pc:inkChg chg="add del">
          <ac:chgData name="Fariha Hossain" userId="6aa7d125-f4d1-4b59-9e05-e109224d2bd2" providerId="ADAL" clId="{24D189ED-3557-4501-ACFE-1E2F0A62EA70}" dt="2026-02-04T22:32:38.723" v="557"/>
          <ac:inkMkLst>
            <pc:docMk/>
            <pc:sldMk cId="1215623030" sldId="379"/>
            <ac:inkMk id="50" creationId="{07C97B92-E3B5-72DE-48F9-1B21DCF33358}"/>
          </ac:inkMkLst>
        </pc:inkChg>
        <pc:inkChg chg="add del">
          <ac:chgData name="Fariha Hossain" userId="6aa7d125-f4d1-4b59-9e05-e109224d2bd2" providerId="ADAL" clId="{24D189ED-3557-4501-ACFE-1E2F0A62EA70}" dt="2026-02-04T22:32:38.723" v="557"/>
          <ac:inkMkLst>
            <pc:docMk/>
            <pc:sldMk cId="1215623030" sldId="379"/>
            <ac:inkMk id="51" creationId="{AB19022E-7A4C-9A12-37C1-9E6009844DCF}"/>
          </ac:inkMkLst>
        </pc:inkChg>
        <pc:inkChg chg="add reco">
          <ac:chgData name="Fariha Hossain" userId="6aa7d125-f4d1-4b59-9e05-e109224d2bd2" providerId="ADAL" clId="{24D189ED-3557-4501-ACFE-1E2F0A62EA70}" dt="2026-02-04T22:32:38.723" v="557"/>
          <ac:inkMkLst>
            <pc:docMk/>
            <pc:sldMk cId="1215623030" sldId="379"/>
            <ac:inkMk id="52" creationId="{0A7FB333-5B73-E87C-E2DC-3471F79E1226}"/>
          </ac:inkMkLst>
        </pc:inkChg>
        <pc:inkChg chg="add del">
          <ac:chgData name="Fariha Hossain" userId="6aa7d125-f4d1-4b59-9e05-e109224d2bd2" providerId="ADAL" clId="{24D189ED-3557-4501-ACFE-1E2F0A62EA70}" dt="2026-02-04T22:32:42.262" v="560"/>
          <ac:inkMkLst>
            <pc:docMk/>
            <pc:sldMk cId="1215623030" sldId="379"/>
            <ac:inkMk id="53" creationId="{37C9E400-9095-0DC6-7FBC-24D73766F883}"/>
          </ac:inkMkLst>
        </pc:inkChg>
        <pc:inkChg chg="add del">
          <ac:chgData name="Fariha Hossain" userId="6aa7d125-f4d1-4b59-9e05-e109224d2bd2" providerId="ADAL" clId="{24D189ED-3557-4501-ACFE-1E2F0A62EA70}" dt="2026-02-04T22:32:42.262" v="560"/>
          <ac:inkMkLst>
            <pc:docMk/>
            <pc:sldMk cId="1215623030" sldId="379"/>
            <ac:inkMk id="54" creationId="{AB6BAD41-A738-D365-3815-5A23E36202B6}"/>
          </ac:inkMkLst>
        </pc:inkChg>
        <pc:inkChg chg="add reco">
          <ac:chgData name="Fariha Hossain" userId="6aa7d125-f4d1-4b59-9e05-e109224d2bd2" providerId="ADAL" clId="{24D189ED-3557-4501-ACFE-1E2F0A62EA70}" dt="2026-02-04T22:32:42.262" v="560"/>
          <ac:inkMkLst>
            <pc:docMk/>
            <pc:sldMk cId="1215623030" sldId="379"/>
            <ac:inkMk id="55" creationId="{DCF467A7-EDC0-6D28-921B-557148F4EB44}"/>
          </ac:inkMkLst>
        </pc:inkChg>
        <pc:inkChg chg="add del">
          <ac:chgData name="Fariha Hossain" userId="6aa7d125-f4d1-4b59-9e05-e109224d2bd2" providerId="ADAL" clId="{24D189ED-3557-4501-ACFE-1E2F0A62EA70}" dt="2026-02-04T22:32:45.737" v="563"/>
          <ac:inkMkLst>
            <pc:docMk/>
            <pc:sldMk cId="1215623030" sldId="379"/>
            <ac:inkMk id="56" creationId="{D45D168C-8103-1CD5-456B-9470AF42A334}"/>
          </ac:inkMkLst>
        </pc:inkChg>
        <pc:inkChg chg="add del">
          <ac:chgData name="Fariha Hossain" userId="6aa7d125-f4d1-4b59-9e05-e109224d2bd2" providerId="ADAL" clId="{24D189ED-3557-4501-ACFE-1E2F0A62EA70}" dt="2026-02-04T22:32:45.737" v="563"/>
          <ac:inkMkLst>
            <pc:docMk/>
            <pc:sldMk cId="1215623030" sldId="379"/>
            <ac:inkMk id="57" creationId="{4CFD514D-58F7-96C0-27B7-D36DB927A1EE}"/>
          </ac:inkMkLst>
        </pc:inkChg>
        <pc:inkChg chg="add del reco">
          <ac:chgData name="Fariha Hossain" userId="6aa7d125-f4d1-4b59-9e05-e109224d2bd2" providerId="ADAL" clId="{24D189ED-3557-4501-ACFE-1E2F0A62EA70}" dt="2026-02-04T22:32:51.539" v="564"/>
          <ac:inkMkLst>
            <pc:docMk/>
            <pc:sldMk cId="1215623030" sldId="379"/>
            <ac:inkMk id="58" creationId="{CCC20485-E3F2-4A6D-B924-616C394E4896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11:52.124" v="487"/>
        <pc:sldMkLst>
          <pc:docMk/>
          <pc:sldMk cId="2805573035" sldId="382"/>
        </pc:sldMkLst>
        <pc:inkChg chg="add del">
          <ac:chgData name="Fariha Hossain" userId="6aa7d125-f4d1-4b59-9e05-e109224d2bd2" providerId="ADAL" clId="{24D189ED-3557-4501-ACFE-1E2F0A62EA70}" dt="2026-02-04T22:03:14.461" v="437"/>
          <ac:inkMkLst>
            <pc:docMk/>
            <pc:sldMk cId="2805573035" sldId="382"/>
            <ac:inkMk id="6" creationId="{9859DF1F-D7DA-EA51-1C65-3FC8DF82FD82}"/>
          </ac:inkMkLst>
        </pc:inkChg>
        <pc:inkChg chg="add del">
          <ac:chgData name="Fariha Hossain" userId="6aa7d125-f4d1-4b59-9e05-e109224d2bd2" providerId="ADAL" clId="{24D189ED-3557-4501-ACFE-1E2F0A62EA70}" dt="2026-02-04T22:03:14.461" v="437"/>
          <ac:inkMkLst>
            <pc:docMk/>
            <pc:sldMk cId="2805573035" sldId="382"/>
            <ac:inkMk id="8" creationId="{AFC08A26-E035-6CD4-9D69-2D88E54B6439}"/>
          </ac:inkMkLst>
        </pc:inkChg>
        <pc:inkChg chg="add del reco">
          <ac:chgData name="Fariha Hossain" userId="6aa7d125-f4d1-4b59-9e05-e109224d2bd2" providerId="ADAL" clId="{24D189ED-3557-4501-ACFE-1E2F0A62EA70}" dt="2026-02-04T22:11:52.122" v="484"/>
          <ac:inkMkLst>
            <pc:docMk/>
            <pc:sldMk cId="2805573035" sldId="382"/>
            <ac:inkMk id="9" creationId="{79820EDF-99D0-5D9A-703D-07B782DFC9A3}"/>
          </ac:inkMkLst>
        </pc:inkChg>
        <pc:inkChg chg="add">
          <ac:chgData name="Fariha Hossain" userId="6aa7d125-f4d1-4b59-9e05-e109224d2bd2" providerId="ADAL" clId="{24D189ED-3557-4501-ACFE-1E2F0A62EA70}" dt="2026-02-04T22:03:16.406" v="438"/>
          <ac:inkMkLst>
            <pc:docMk/>
            <pc:sldMk cId="2805573035" sldId="382"/>
            <ac:inkMk id="10" creationId="{8B288436-BEC9-212F-BDD2-D256D37C870F}"/>
          </ac:inkMkLst>
        </pc:inkChg>
        <pc:inkChg chg="add del">
          <ac:chgData name="Fariha Hossain" userId="6aa7d125-f4d1-4b59-9e05-e109224d2bd2" providerId="ADAL" clId="{24D189ED-3557-4501-ACFE-1E2F0A62EA70}" dt="2026-02-04T22:03:18.686" v="441"/>
          <ac:inkMkLst>
            <pc:docMk/>
            <pc:sldMk cId="2805573035" sldId="382"/>
            <ac:inkMk id="11" creationId="{AA97E328-A5DF-5ECD-4116-7461FD093AFC}"/>
          </ac:inkMkLst>
        </pc:inkChg>
        <pc:inkChg chg="add del">
          <ac:chgData name="Fariha Hossain" userId="6aa7d125-f4d1-4b59-9e05-e109224d2bd2" providerId="ADAL" clId="{24D189ED-3557-4501-ACFE-1E2F0A62EA70}" dt="2026-02-04T22:03:18.686" v="441"/>
          <ac:inkMkLst>
            <pc:docMk/>
            <pc:sldMk cId="2805573035" sldId="382"/>
            <ac:inkMk id="12" creationId="{95FD7B34-6FFA-4722-7EF3-02C184333AFF}"/>
          </ac:inkMkLst>
        </pc:inkChg>
        <pc:inkChg chg="add del reco">
          <ac:chgData name="Fariha Hossain" userId="6aa7d125-f4d1-4b59-9e05-e109224d2bd2" providerId="ADAL" clId="{24D189ED-3557-4501-ACFE-1E2F0A62EA70}" dt="2026-02-04T22:11:52.124" v="487"/>
          <ac:inkMkLst>
            <pc:docMk/>
            <pc:sldMk cId="2805573035" sldId="382"/>
            <ac:inkMk id="13" creationId="{E1B47235-0F01-0582-558D-F895FCCD0C98}"/>
          </ac:inkMkLst>
        </pc:inkChg>
        <pc:inkChg chg="add del">
          <ac:chgData name="Fariha Hossain" userId="6aa7d125-f4d1-4b59-9e05-e109224d2bd2" providerId="ADAL" clId="{24D189ED-3557-4501-ACFE-1E2F0A62EA70}" dt="2026-02-04T22:03:23.506" v="444"/>
          <ac:inkMkLst>
            <pc:docMk/>
            <pc:sldMk cId="2805573035" sldId="382"/>
            <ac:inkMk id="14" creationId="{185C57F2-5AFD-85BA-7EA1-D14B67839751}"/>
          </ac:inkMkLst>
        </pc:inkChg>
        <pc:inkChg chg="add del">
          <ac:chgData name="Fariha Hossain" userId="6aa7d125-f4d1-4b59-9e05-e109224d2bd2" providerId="ADAL" clId="{24D189ED-3557-4501-ACFE-1E2F0A62EA70}" dt="2026-02-04T22:03:23.506" v="444"/>
          <ac:inkMkLst>
            <pc:docMk/>
            <pc:sldMk cId="2805573035" sldId="382"/>
            <ac:inkMk id="15" creationId="{CF9D2D3E-3630-CF77-84B6-1326BE4CD39E}"/>
          </ac:inkMkLst>
        </pc:inkChg>
        <pc:inkChg chg="add del reco">
          <ac:chgData name="Fariha Hossain" userId="6aa7d125-f4d1-4b59-9e05-e109224d2bd2" providerId="ADAL" clId="{24D189ED-3557-4501-ACFE-1E2F0A62EA70}" dt="2026-02-04T22:11:52.119" v="480"/>
          <ac:inkMkLst>
            <pc:docMk/>
            <pc:sldMk cId="2805573035" sldId="382"/>
            <ac:inkMk id="16" creationId="{F4A8CE3C-C799-93C9-05D6-D039C5E5CD12}"/>
          </ac:inkMkLst>
        </pc:inkChg>
        <pc:inkChg chg="add del">
          <ac:chgData name="Fariha Hossain" userId="6aa7d125-f4d1-4b59-9e05-e109224d2bd2" providerId="ADAL" clId="{24D189ED-3557-4501-ACFE-1E2F0A62EA70}" dt="2026-02-04T22:03:25.753" v="448"/>
          <ac:inkMkLst>
            <pc:docMk/>
            <pc:sldMk cId="2805573035" sldId="382"/>
            <ac:inkMk id="17" creationId="{49540D35-B6AB-E22D-ABDF-69A01B70E41F}"/>
          </ac:inkMkLst>
        </pc:inkChg>
        <pc:inkChg chg="add del">
          <ac:chgData name="Fariha Hossain" userId="6aa7d125-f4d1-4b59-9e05-e109224d2bd2" providerId="ADAL" clId="{24D189ED-3557-4501-ACFE-1E2F0A62EA70}" dt="2026-02-04T22:03:25.753" v="448"/>
          <ac:inkMkLst>
            <pc:docMk/>
            <pc:sldMk cId="2805573035" sldId="382"/>
            <ac:inkMk id="18" creationId="{54C4C3F6-C72D-9F24-C914-E18A49EF8ED1}"/>
          </ac:inkMkLst>
        </pc:inkChg>
        <pc:inkChg chg="add del">
          <ac:chgData name="Fariha Hossain" userId="6aa7d125-f4d1-4b59-9e05-e109224d2bd2" providerId="ADAL" clId="{24D189ED-3557-4501-ACFE-1E2F0A62EA70}" dt="2026-02-04T22:03:25.753" v="448"/>
          <ac:inkMkLst>
            <pc:docMk/>
            <pc:sldMk cId="2805573035" sldId="382"/>
            <ac:inkMk id="19" creationId="{3A32A6BE-70B1-E360-CC83-412B81FD07C9}"/>
          </ac:inkMkLst>
        </pc:inkChg>
        <pc:inkChg chg="add del reco">
          <ac:chgData name="Fariha Hossain" userId="6aa7d125-f4d1-4b59-9e05-e109224d2bd2" providerId="ADAL" clId="{24D189ED-3557-4501-ACFE-1E2F0A62EA70}" dt="2026-02-04T22:11:52.124" v="486"/>
          <ac:inkMkLst>
            <pc:docMk/>
            <pc:sldMk cId="2805573035" sldId="382"/>
            <ac:inkMk id="20" creationId="{081AEF07-A766-EC48-CF8D-B4C7CB1131B8}"/>
          </ac:inkMkLst>
        </pc:inkChg>
        <pc:inkChg chg="add del">
          <ac:chgData name="Fariha Hossain" userId="6aa7d125-f4d1-4b59-9e05-e109224d2bd2" providerId="ADAL" clId="{24D189ED-3557-4501-ACFE-1E2F0A62EA70}" dt="2026-02-04T22:03:30.050" v="452"/>
          <ac:inkMkLst>
            <pc:docMk/>
            <pc:sldMk cId="2805573035" sldId="382"/>
            <ac:inkMk id="21" creationId="{CB54FCE2-B5F5-1740-1174-32319F5B9330}"/>
          </ac:inkMkLst>
        </pc:inkChg>
        <pc:inkChg chg="add del">
          <ac:chgData name="Fariha Hossain" userId="6aa7d125-f4d1-4b59-9e05-e109224d2bd2" providerId="ADAL" clId="{24D189ED-3557-4501-ACFE-1E2F0A62EA70}" dt="2026-02-04T22:03:30.050" v="452"/>
          <ac:inkMkLst>
            <pc:docMk/>
            <pc:sldMk cId="2805573035" sldId="382"/>
            <ac:inkMk id="22" creationId="{676CB3DE-BADA-D65D-7653-000C3E8C508E}"/>
          </ac:inkMkLst>
        </pc:inkChg>
        <pc:inkChg chg="add del">
          <ac:chgData name="Fariha Hossain" userId="6aa7d125-f4d1-4b59-9e05-e109224d2bd2" providerId="ADAL" clId="{24D189ED-3557-4501-ACFE-1E2F0A62EA70}" dt="2026-02-04T22:03:30.050" v="452"/>
          <ac:inkMkLst>
            <pc:docMk/>
            <pc:sldMk cId="2805573035" sldId="382"/>
            <ac:inkMk id="23" creationId="{293BBE8A-A4E0-6FD3-C879-6A82BFF9824C}"/>
          </ac:inkMkLst>
        </pc:inkChg>
        <pc:inkChg chg="add del reco">
          <ac:chgData name="Fariha Hossain" userId="6aa7d125-f4d1-4b59-9e05-e109224d2bd2" providerId="ADAL" clId="{24D189ED-3557-4501-ACFE-1E2F0A62EA70}" dt="2026-02-04T22:11:52.120" v="481"/>
          <ac:inkMkLst>
            <pc:docMk/>
            <pc:sldMk cId="2805573035" sldId="382"/>
            <ac:inkMk id="24" creationId="{F2A37A6E-EC75-BF36-61F3-E9D0CC43157F}"/>
          </ac:inkMkLst>
        </pc:inkChg>
        <pc:inkChg chg="add del">
          <ac:chgData name="Fariha Hossain" userId="6aa7d125-f4d1-4b59-9e05-e109224d2bd2" providerId="ADAL" clId="{24D189ED-3557-4501-ACFE-1E2F0A62EA70}" dt="2026-02-04T22:03:34.508" v="459"/>
          <ac:inkMkLst>
            <pc:docMk/>
            <pc:sldMk cId="2805573035" sldId="382"/>
            <ac:inkMk id="25" creationId="{4CAA0EFA-1E8B-0BA3-C464-E57F6F136D5B}"/>
          </ac:inkMkLst>
        </pc:inkChg>
        <pc:inkChg chg="add del">
          <ac:chgData name="Fariha Hossain" userId="6aa7d125-f4d1-4b59-9e05-e109224d2bd2" providerId="ADAL" clId="{24D189ED-3557-4501-ACFE-1E2F0A62EA70}" dt="2026-02-04T22:03:34.508" v="459"/>
          <ac:inkMkLst>
            <pc:docMk/>
            <pc:sldMk cId="2805573035" sldId="382"/>
            <ac:inkMk id="26" creationId="{D37BC550-A38B-1CE5-2DA6-AB2BE7E7B53B}"/>
          </ac:inkMkLst>
        </pc:inkChg>
        <pc:inkChg chg="add del">
          <ac:chgData name="Fariha Hossain" userId="6aa7d125-f4d1-4b59-9e05-e109224d2bd2" providerId="ADAL" clId="{24D189ED-3557-4501-ACFE-1E2F0A62EA70}" dt="2026-02-04T22:03:34.508" v="459"/>
          <ac:inkMkLst>
            <pc:docMk/>
            <pc:sldMk cId="2805573035" sldId="382"/>
            <ac:inkMk id="27" creationId="{C6F8D0EC-C879-4E0F-8A2D-C355316217A8}"/>
          </ac:inkMkLst>
        </pc:inkChg>
        <pc:inkChg chg="add del">
          <ac:chgData name="Fariha Hossain" userId="6aa7d125-f4d1-4b59-9e05-e109224d2bd2" providerId="ADAL" clId="{24D189ED-3557-4501-ACFE-1E2F0A62EA70}" dt="2026-02-04T22:03:34.508" v="459"/>
          <ac:inkMkLst>
            <pc:docMk/>
            <pc:sldMk cId="2805573035" sldId="382"/>
            <ac:inkMk id="28" creationId="{BB19D04B-BFAC-4A45-E374-AD7EED1188E7}"/>
          </ac:inkMkLst>
        </pc:inkChg>
        <pc:inkChg chg="add del">
          <ac:chgData name="Fariha Hossain" userId="6aa7d125-f4d1-4b59-9e05-e109224d2bd2" providerId="ADAL" clId="{24D189ED-3557-4501-ACFE-1E2F0A62EA70}" dt="2026-02-04T22:03:34.508" v="459"/>
          <ac:inkMkLst>
            <pc:docMk/>
            <pc:sldMk cId="2805573035" sldId="382"/>
            <ac:inkMk id="29" creationId="{B1C094EC-399C-C967-0FD7-16298B857096}"/>
          </ac:inkMkLst>
        </pc:inkChg>
        <pc:inkChg chg="add del">
          <ac:chgData name="Fariha Hossain" userId="6aa7d125-f4d1-4b59-9e05-e109224d2bd2" providerId="ADAL" clId="{24D189ED-3557-4501-ACFE-1E2F0A62EA70}" dt="2026-02-04T22:03:34.508" v="459"/>
          <ac:inkMkLst>
            <pc:docMk/>
            <pc:sldMk cId="2805573035" sldId="382"/>
            <ac:inkMk id="30" creationId="{9E453004-181D-035F-80E1-7FE11DC94D06}"/>
          </ac:inkMkLst>
        </pc:inkChg>
        <pc:inkChg chg="add del reco">
          <ac:chgData name="Fariha Hossain" userId="6aa7d125-f4d1-4b59-9e05-e109224d2bd2" providerId="ADAL" clId="{24D189ED-3557-4501-ACFE-1E2F0A62EA70}" dt="2026-02-04T22:11:52.123" v="485"/>
          <ac:inkMkLst>
            <pc:docMk/>
            <pc:sldMk cId="2805573035" sldId="382"/>
            <ac:inkMk id="31" creationId="{65E509E4-92DB-E387-0090-16F1FE203F07}"/>
          </ac:inkMkLst>
        </pc:inkChg>
        <pc:inkChg chg="add del">
          <ac:chgData name="Fariha Hossain" userId="6aa7d125-f4d1-4b59-9e05-e109224d2bd2" providerId="ADAL" clId="{24D189ED-3557-4501-ACFE-1E2F0A62EA70}" dt="2026-02-04T22:11:52.122" v="483"/>
          <ac:inkMkLst>
            <pc:docMk/>
            <pc:sldMk cId="2805573035" sldId="382"/>
            <ac:inkMk id="33" creationId="{15939385-F033-C457-6B54-053BBDA09682}"/>
          </ac:inkMkLst>
        </pc:inkChg>
        <pc:inkChg chg="add del">
          <ac:chgData name="Fariha Hossain" userId="6aa7d125-f4d1-4b59-9e05-e109224d2bd2" providerId="ADAL" clId="{24D189ED-3557-4501-ACFE-1E2F0A62EA70}" dt="2026-02-04T22:11:52.118" v="479"/>
          <ac:inkMkLst>
            <pc:docMk/>
            <pc:sldMk cId="2805573035" sldId="382"/>
            <ac:inkMk id="34" creationId="{1E9D426E-DF3F-3476-FC48-596A78D99908}"/>
          </ac:inkMkLst>
        </pc:inkChg>
        <pc:inkChg chg="add del">
          <ac:chgData name="Fariha Hossain" userId="6aa7d125-f4d1-4b59-9e05-e109224d2bd2" providerId="ADAL" clId="{24D189ED-3557-4501-ACFE-1E2F0A62EA70}" dt="2026-02-04T22:11:52.121" v="482"/>
          <ac:inkMkLst>
            <pc:docMk/>
            <pc:sldMk cId="2805573035" sldId="382"/>
            <ac:inkMk id="35" creationId="{672AF2E8-5CA2-3921-FF2D-7B4CAAD2FF29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02:40.370" v="428"/>
        <pc:sldMkLst>
          <pc:docMk/>
          <pc:sldMk cId="4232533637" sldId="383"/>
        </pc:sldMkLst>
        <pc:inkChg chg="add del">
          <ac:chgData name="Fariha Hossain" userId="6aa7d125-f4d1-4b59-9e05-e109224d2bd2" providerId="ADAL" clId="{24D189ED-3557-4501-ACFE-1E2F0A62EA70}" dt="2026-02-04T22:01:05" v="389"/>
          <ac:inkMkLst>
            <pc:docMk/>
            <pc:sldMk cId="4232533637" sldId="383"/>
            <ac:inkMk id="6" creationId="{9CC3D55A-8FE4-469D-BF1E-12FC4FE7850A}"/>
          </ac:inkMkLst>
        </pc:inkChg>
        <pc:inkChg chg="add del">
          <ac:chgData name="Fariha Hossain" userId="6aa7d125-f4d1-4b59-9e05-e109224d2bd2" providerId="ADAL" clId="{24D189ED-3557-4501-ACFE-1E2F0A62EA70}" dt="2026-02-04T22:01:05" v="389"/>
          <ac:inkMkLst>
            <pc:docMk/>
            <pc:sldMk cId="4232533637" sldId="383"/>
            <ac:inkMk id="8" creationId="{49BFA8E7-ADD9-8EF8-6CE0-87E35E56C7CC}"/>
          </ac:inkMkLst>
        </pc:inkChg>
        <pc:inkChg chg="add reco">
          <ac:chgData name="Fariha Hossain" userId="6aa7d125-f4d1-4b59-9e05-e109224d2bd2" providerId="ADAL" clId="{24D189ED-3557-4501-ACFE-1E2F0A62EA70}" dt="2026-02-04T22:01:05" v="389"/>
          <ac:inkMkLst>
            <pc:docMk/>
            <pc:sldMk cId="4232533637" sldId="383"/>
            <ac:inkMk id="9" creationId="{C203557B-DF9C-97A6-DB89-E7532FB94FA4}"/>
          </ac:inkMkLst>
        </pc:inkChg>
        <pc:inkChg chg="add del">
          <ac:chgData name="Fariha Hossain" userId="6aa7d125-f4d1-4b59-9e05-e109224d2bd2" providerId="ADAL" clId="{24D189ED-3557-4501-ACFE-1E2F0A62EA70}" dt="2026-02-04T22:01:08.157" v="396"/>
          <ac:inkMkLst>
            <pc:docMk/>
            <pc:sldMk cId="4232533637" sldId="383"/>
            <ac:inkMk id="10" creationId="{247296D4-4B52-636F-7910-FCCD004F12C8}"/>
          </ac:inkMkLst>
        </pc:inkChg>
        <pc:inkChg chg="add del">
          <ac:chgData name="Fariha Hossain" userId="6aa7d125-f4d1-4b59-9e05-e109224d2bd2" providerId="ADAL" clId="{24D189ED-3557-4501-ACFE-1E2F0A62EA70}" dt="2026-02-04T22:01:06.819" v="393"/>
          <ac:inkMkLst>
            <pc:docMk/>
            <pc:sldMk cId="4232533637" sldId="383"/>
            <ac:inkMk id="11" creationId="{85A9D647-CD28-EB4F-7A71-AAF99D9FA20C}"/>
          </ac:inkMkLst>
        </pc:inkChg>
        <pc:inkChg chg="add del">
          <ac:chgData name="Fariha Hossain" userId="6aa7d125-f4d1-4b59-9e05-e109224d2bd2" providerId="ADAL" clId="{24D189ED-3557-4501-ACFE-1E2F0A62EA70}" dt="2026-02-04T22:01:06.819" v="393"/>
          <ac:inkMkLst>
            <pc:docMk/>
            <pc:sldMk cId="4232533637" sldId="383"/>
            <ac:inkMk id="12" creationId="{737C4620-0F48-FE10-55E4-DCD936579E7E}"/>
          </ac:inkMkLst>
        </pc:inkChg>
        <pc:inkChg chg="add reco">
          <ac:chgData name="Fariha Hossain" userId="6aa7d125-f4d1-4b59-9e05-e109224d2bd2" providerId="ADAL" clId="{24D189ED-3557-4501-ACFE-1E2F0A62EA70}" dt="2026-02-04T22:01:06.819" v="393"/>
          <ac:inkMkLst>
            <pc:docMk/>
            <pc:sldMk cId="4232533637" sldId="383"/>
            <ac:inkMk id="13" creationId="{92FE9640-CDCA-E222-69A7-CB2CDBB58F9F}"/>
          </ac:inkMkLst>
        </pc:inkChg>
        <pc:inkChg chg="add del">
          <ac:chgData name="Fariha Hossain" userId="6aa7d125-f4d1-4b59-9e05-e109224d2bd2" providerId="ADAL" clId="{24D189ED-3557-4501-ACFE-1E2F0A62EA70}" dt="2026-02-04T22:01:08.157" v="396"/>
          <ac:inkMkLst>
            <pc:docMk/>
            <pc:sldMk cId="4232533637" sldId="383"/>
            <ac:inkMk id="14" creationId="{9CF07FEE-D006-AE54-4E88-4BB23F0F380E}"/>
          </ac:inkMkLst>
        </pc:inkChg>
        <pc:inkChg chg="add del">
          <ac:chgData name="Fariha Hossain" userId="6aa7d125-f4d1-4b59-9e05-e109224d2bd2" providerId="ADAL" clId="{24D189ED-3557-4501-ACFE-1E2F0A62EA70}" dt="2026-02-04T22:01:08.157" v="396"/>
          <ac:inkMkLst>
            <pc:docMk/>
            <pc:sldMk cId="4232533637" sldId="383"/>
            <ac:inkMk id="15" creationId="{B36F320E-59B4-BC47-1729-53FE60BDD663}"/>
          </ac:inkMkLst>
        </pc:inkChg>
        <pc:inkChg chg="add reco">
          <ac:chgData name="Fariha Hossain" userId="6aa7d125-f4d1-4b59-9e05-e109224d2bd2" providerId="ADAL" clId="{24D189ED-3557-4501-ACFE-1E2F0A62EA70}" dt="2026-02-04T22:01:08.157" v="396"/>
          <ac:inkMkLst>
            <pc:docMk/>
            <pc:sldMk cId="4232533637" sldId="383"/>
            <ac:inkMk id="16" creationId="{EF745D3E-3A1B-9396-675E-E59419974C35}"/>
          </ac:inkMkLst>
        </pc:inkChg>
        <pc:inkChg chg="add">
          <ac:chgData name="Fariha Hossain" userId="6aa7d125-f4d1-4b59-9e05-e109224d2bd2" providerId="ADAL" clId="{24D189ED-3557-4501-ACFE-1E2F0A62EA70}" dt="2026-02-04T22:01:25.608" v="397"/>
          <ac:inkMkLst>
            <pc:docMk/>
            <pc:sldMk cId="4232533637" sldId="383"/>
            <ac:inkMk id="17" creationId="{52658BC5-1B7F-5A5E-8A5C-3B7366AA2F55}"/>
          </ac:inkMkLst>
        </pc:inkChg>
        <pc:inkChg chg="add del">
          <ac:chgData name="Fariha Hossain" userId="6aa7d125-f4d1-4b59-9e05-e109224d2bd2" providerId="ADAL" clId="{24D189ED-3557-4501-ACFE-1E2F0A62EA70}" dt="2026-02-04T22:01:34.980" v="400"/>
          <ac:inkMkLst>
            <pc:docMk/>
            <pc:sldMk cId="4232533637" sldId="383"/>
            <ac:inkMk id="18" creationId="{A17EB083-1E9B-1D68-655D-F1E108E46193}"/>
          </ac:inkMkLst>
        </pc:inkChg>
        <pc:inkChg chg="add del">
          <ac:chgData name="Fariha Hossain" userId="6aa7d125-f4d1-4b59-9e05-e109224d2bd2" providerId="ADAL" clId="{24D189ED-3557-4501-ACFE-1E2F0A62EA70}" dt="2026-02-04T22:01:34.980" v="400"/>
          <ac:inkMkLst>
            <pc:docMk/>
            <pc:sldMk cId="4232533637" sldId="383"/>
            <ac:inkMk id="19" creationId="{BAA93C3D-72F3-F6D0-D421-2B4FC5E0B411}"/>
          </ac:inkMkLst>
        </pc:inkChg>
        <pc:inkChg chg="add reco">
          <ac:chgData name="Fariha Hossain" userId="6aa7d125-f4d1-4b59-9e05-e109224d2bd2" providerId="ADAL" clId="{24D189ED-3557-4501-ACFE-1E2F0A62EA70}" dt="2026-02-04T22:01:34.980" v="400"/>
          <ac:inkMkLst>
            <pc:docMk/>
            <pc:sldMk cId="4232533637" sldId="383"/>
            <ac:inkMk id="20" creationId="{C2EA2009-0C3E-E338-8083-5FED5907C3CD}"/>
          </ac:inkMkLst>
        </pc:inkChg>
        <pc:inkChg chg="add">
          <ac:chgData name="Fariha Hossain" userId="6aa7d125-f4d1-4b59-9e05-e109224d2bd2" providerId="ADAL" clId="{24D189ED-3557-4501-ACFE-1E2F0A62EA70}" dt="2026-02-04T22:01:37.539" v="401"/>
          <ac:inkMkLst>
            <pc:docMk/>
            <pc:sldMk cId="4232533637" sldId="383"/>
            <ac:inkMk id="21" creationId="{090E91F9-2F52-7D13-D0B4-CE4729104208}"/>
          </ac:inkMkLst>
        </pc:inkChg>
        <pc:inkChg chg="add">
          <ac:chgData name="Fariha Hossain" userId="6aa7d125-f4d1-4b59-9e05-e109224d2bd2" providerId="ADAL" clId="{24D189ED-3557-4501-ACFE-1E2F0A62EA70}" dt="2026-02-04T22:01:38.672" v="402"/>
          <ac:inkMkLst>
            <pc:docMk/>
            <pc:sldMk cId="4232533637" sldId="383"/>
            <ac:inkMk id="22" creationId="{28A64509-37C0-590E-5D26-917B27FF80FC}"/>
          </ac:inkMkLst>
        </pc:inkChg>
        <pc:inkChg chg="add">
          <ac:chgData name="Fariha Hossain" userId="6aa7d125-f4d1-4b59-9e05-e109224d2bd2" providerId="ADAL" clId="{24D189ED-3557-4501-ACFE-1E2F0A62EA70}" dt="2026-02-04T22:01:44.725" v="403"/>
          <ac:inkMkLst>
            <pc:docMk/>
            <pc:sldMk cId="4232533637" sldId="383"/>
            <ac:inkMk id="23" creationId="{33583287-D322-6243-5EBE-C1FBDB205EFF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24" creationId="{783BB401-18DB-57E0-AB80-A237F8E00EF3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25" creationId="{A24A0DC0-9E7F-B0D8-8994-D9F143148FCA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26" creationId="{9829E15E-1D31-B5C6-5CE4-2FF09917320C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27" creationId="{0F04351D-1A7E-B0CB-E41F-947A5F0EB5F6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28" creationId="{750F4586-FF0A-E11B-6190-62B4A743350C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29" creationId="{C2E79347-19A8-3D21-82DB-864A1B0107DB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30" creationId="{CC1BD21D-1C53-82AC-4847-23F65B6A5429}"/>
          </ac:inkMkLst>
        </pc:inkChg>
        <pc:inkChg chg="add del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31" creationId="{6E5F799D-4644-589C-CD24-7D116E6BDF9B}"/>
          </ac:inkMkLst>
        </pc:inkChg>
        <pc:inkChg chg="add reco">
          <ac:chgData name="Fariha Hossain" userId="6aa7d125-f4d1-4b59-9e05-e109224d2bd2" providerId="ADAL" clId="{24D189ED-3557-4501-ACFE-1E2F0A62EA70}" dt="2026-02-04T22:01:54.386" v="412"/>
          <ac:inkMkLst>
            <pc:docMk/>
            <pc:sldMk cId="4232533637" sldId="383"/>
            <ac:inkMk id="33" creationId="{D486F96A-1DAF-77E2-525F-93C3C011ED05}"/>
          </ac:inkMkLst>
        </pc:inkChg>
        <pc:inkChg chg="add">
          <ac:chgData name="Fariha Hossain" userId="6aa7d125-f4d1-4b59-9e05-e109224d2bd2" providerId="ADAL" clId="{24D189ED-3557-4501-ACFE-1E2F0A62EA70}" dt="2026-02-04T22:02:00.489" v="413"/>
          <ac:inkMkLst>
            <pc:docMk/>
            <pc:sldMk cId="4232533637" sldId="383"/>
            <ac:inkMk id="34" creationId="{0538339A-EBC4-0BCA-A4C6-6742FDC94B60}"/>
          </ac:inkMkLst>
        </pc:inkChg>
        <pc:inkChg chg="add">
          <ac:chgData name="Fariha Hossain" userId="6aa7d125-f4d1-4b59-9e05-e109224d2bd2" providerId="ADAL" clId="{24D189ED-3557-4501-ACFE-1E2F0A62EA70}" dt="2026-02-04T22:02:02.106" v="414"/>
          <ac:inkMkLst>
            <pc:docMk/>
            <pc:sldMk cId="4232533637" sldId="383"/>
            <ac:inkMk id="35" creationId="{0AD048A5-F04E-07CF-61BC-785377D24540}"/>
          </ac:inkMkLst>
        </pc:inkChg>
        <pc:inkChg chg="add">
          <ac:chgData name="Fariha Hossain" userId="6aa7d125-f4d1-4b59-9e05-e109224d2bd2" providerId="ADAL" clId="{24D189ED-3557-4501-ACFE-1E2F0A62EA70}" dt="2026-02-04T22:02:15.925" v="417"/>
          <ac:inkMkLst>
            <pc:docMk/>
            <pc:sldMk cId="4232533637" sldId="383"/>
            <ac:inkMk id="36" creationId="{3798B426-DBBF-5253-1665-67ED1FDCF421}"/>
          </ac:inkMkLst>
        </pc:inkChg>
        <pc:inkChg chg="add">
          <ac:chgData name="Fariha Hossain" userId="6aa7d125-f4d1-4b59-9e05-e109224d2bd2" providerId="ADAL" clId="{24D189ED-3557-4501-ACFE-1E2F0A62EA70}" dt="2026-02-04T22:02:16.536" v="418"/>
          <ac:inkMkLst>
            <pc:docMk/>
            <pc:sldMk cId="4232533637" sldId="383"/>
            <ac:inkMk id="37" creationId="{65C93406-3EDA-AA60-B298-67960438FCB3}"/>
          </ac:inkMkLst>
        </pc:inkChg>
        <pc:inkChg chg="add">
          <ac:chgData name="Fariha Hossain" userId="6aa7d125-f4d1-4b59-9e05-e109224d2bd2" providerId="ADAL" clId="{24D189ED-3557-4501-ACFE-1E2F0A62EA70}" dt="2026-02-04T22:02:17.051" v="419"/>
          <ac:inkMkLst>
            <pc:docMk/>
            <pc:sldMk cId="4232533637" sldId="383"/>
            <ac:inkMk id="38" creationId="{E3FC10D3-536B-E54D-D92C-940B729818B2}"/>
          </ac:inkMkLst>
        </pc:inkChg>
        <pc:inkChg chg="add del">
          <ac:chgData name="Fariha Hossain" userId="6aa7d125-f4d1-4b59-9e05-e109224d2bd2" providerId="ADAL" clId="{24D189ED-3557-4501-ACFE-1E2F0A62EA70}" dt="2026-02-04T22:02:40.370" v="428"/>
          <ac:inkMkLst>
            <pc:docMk/>
            <pc:sldMk cId="4232533637" sldId="383"/>
            <ac:inkMk id="39" creationId="{082EDDF2-1E46-B9DD-8A4E-1517A57ED212}"/>
          </ac:inkMkLst>
        </pc:inkChg>
        <pc:inkChg chg="add del">
          <ac:chgData name="Fariha Hossain" userId="6aa7d125-f4d1-4b59-9e05-e109224d2bd2" providerId="ADAL" clId="{24D189ED-3557-4501-ACFE-1E2F0A62EA70}" dt="2026-02-04T22:02:40.370" v="428"/>
          <ac:inkMkLst>
            <pc:docMk/>
            <pc:sldMk cId="4232533637" sldId="383"/>
            <ac:inkMk id="40" creationId="{B4F00E0F-01E8-C989-B020-DB0DCC88D3C3}"/>
          </ac:inkMkLst>
        </pc:inkChg>
        <pc:inkChg chg="add del">
          <ac:chgData name="Fariha Hossain" userId="6aa7d125-f4d1-4b59-9e05-e109224d2bd2" providerId="ADAL" clId="{24D189ED-3557-4501-ACFE-1E2F0A62EA70}" dt="2026-02-04T22:02:40.370" v="428"/>
          <ac:inkMkLst>
            <pc:docMk/>
            <pc:sldMk cId="4232533637" sldId="383"/>
            <ac:inkMk id="41" creationId="{D80FDEF4-28DD-3DC5-D53E-B21383BE397A}"/>
          </ac:inkMkLst>
        </pc:inkChg>
        <pc:inkChg chg="add reco">
          <ac:chgData name="Fariha Hossain" userId="6aa7d125-f4d1-4b59-9e05-e109224d2bd2" providerId="ADAL" clId="{24D189ED-3557-4501-ACFE-1E2F0A62EA70}" dt="2026-02-04T22:02:40.370" v="428"/>
          <ac:inkMkLst>
            <pc:docMk/>
            <pc:sldMk cId="4232533637" sldId="383"/>
            <ac:inkMk id="42" creationId="{37EC0AB8-E0BF-F22F-456E-1665A92A9AEF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02:31.866" v="424"/>
        <pc:sldMkLst>
          <pc:docMk/>
          <pc:sldMk cId="413002633" sldId="384"/>
        </pc:sldMkLst>
        <pc:inkChg chg="add">
          <ac:chgData name="Fariha Hossain" userId="6aa7d125-f4d1-4b59-9e05-e109224d2bd2" providerId="ADAL" clId="{24D189ED-3557-4501-ACFE-1E2F0A62EA70}" dt="2026-02-04T22:02:11.943" v="415"/>
          <ac:inkMkLst>
            <pc:docMk/>
            <pc:sldMk cId="413002633" sldId="384"/>
            <ac:inkMk id="5" creationId="{A74F6AB9-33CA-2794-8ADB-116D4DB2AD7E}"/>
          </ac:inkMkLst>
        </pc:inkChg>
        <pc:inkChg chg="add">
          <ac:chgData name="Fariha Hossain" userId="6aa7d125-f4d1-4b59-9e05-e109224d2bd2" providerId="ADAL" clId="{24D189ED-3557-4501-ACFE-1E2F0A62EA70}" dt="2026-02-04T22:02:13.175" v="416"/>
          <ac:inkMkLst>
            <pc:docMk/>
            <pc:sldMk cId="413002633" sldId="384"/>
            <ac:inkMk id="6" creationId="{7170CD4B-97D7-3248-C0B7-B3109FEE1A3D}"/>
          </ac:inkMkLst>
        </pc:inkChg>
        <pc:inkChg chg="add">
          <ac:chgData name="Fariha Hossain" userId="6aa7d125-f4d1-4b59-9e05-e109224d2bd2" providerId="ADAL" clId="{24D189ED-3557-4501-ACFE-1E2F0A62EA70}" dt="2026-02-04T22:02:24.440" v="420"/>
          <ac:inkMkLst>
            <pc:docMk/>
            <pc:sldMk cId="413002633" sldId="384"/>
            <ac:inkMk id="8" creationId="{1F670FBF-F99A-44F7-F4F0-41114678AFC2}"/>
          </ac:inkMkLst>
        </pc:inkChg>
        <pc:inkChg chg="add">
          <ac:chgData name="Fariha Hossain" userId="6aa7d125-f4d1-4b59-9e05-e109224d2bd2" providerId="ADAL" clId="{24D189ED-3557-4501-ACFE-1E2F0A62EA70}" dt="2026-02-04T22:02:25.254" v="421"/>
          <ac:inkMkLst>
            <pc:docMk/>
            <pc:sldMk cId="413002633" sldId="384"/>
            <ac:inkMk id="9" creationId="{E4188881-B2A2-7ECC-672F-6C4592704B52}"/>
          </ac:inkMkLst>
        </pc:inkChg>
        <pc:inkChg chg="add del">
          <ac:chgData name="Fariha Hossain" userId="6aa7d125-f4d1-4b59-9e05-e109224d2bd2" providerId="ADAL" clId="{24D189ED-3557-4501-ACFE-1E2F0A62EA70}" dt="2026-02-04T22:02:31.866" v="424"/>
          <ac:inkMkLst>
            <pc:docMk/>
            <pc:sldMk cId="413002633" sldId="384"/>
            <ac:inkMk id="10" creationId="{30C93CEC-37A8-3BBF-FFAA-391992E64F4F}"/>
          </ac:inkMkLst>
        </pc:inkChg>
        <pc:inkChg chg="add del">
          <ac:chgData name="Fariha Hossain" userId="6aa7d125-f4d1-4b59-9e05-e109224d2bd2" providerId="ADAL" clId="{24D189ED-3557-4501-ACFE-1E2F0A62EA70}" dt="2026-02-04T22:02:31.866" v="424"/>
          <ac:inkMkLst>
            <pc:docMk/>
            <pc:sldMk cId="413002633" sldId="384"/>
            <ac:inkMk id="11" creationId="{27D2D9B5-44E3-AF03-1453-44CD0F66AE93}"/>
          </ac:inkMkLst>
        </pc:inkChg>
        <pc:inkChg chg="add reco">
          <ac:chgData name="Fariha Hossain" userId="6aa7d125-f4d1-4b59-9e05-e109224d2bd2" providerId="ADAL" clId="{24D189ED-3557-4501-ACFE-1E2F0A62EA70}" dt="2026-02-04T22:02:31.866" v="424"/>
          <ac:inkMkLst>
            <pc:docMk/>
            <pc:sldMk cId="413002633" sldId="384"/>
            <ac:inkMk id="12" creationId="{0912A852-AC2B-BACC-3DEF-34E6A60F6CF1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03:03.739" v="434"/>
        <pc:sldMkLst>
          <pc:docMk/>
          <pc:sldMk cId="265599853" sldId="385"/>
        </pc:sldMkLst>
        <pc:inkChg chg="add del">
          <ac:chgData name="Fariha Hossain" userId="6aa7d125-f4d1-4b59-9e05-e109224d2bd2" providerId="ADAL" clId="{24D189ED-3557-4501-ACFE-1E2F0A62EA70}" dt="2026-02-04T22:02:49.998" v="432"/>
          <ac:inkMkLst>
            <pc:docMk/>
            <pc:sldMk cId="265599853" sldId="385"/>
            <ac:inkMk id="6" creationId="{C7803B74-2145-D0EE-5789-B9520E07387B}"/>
          </ac:inkMkLst>
        </pc:inkChg>
        <pc:inkChg chg="add del">
          <ac:chgData name="Fariha Hossain" userId="6aa7d125-f4d1-4b59-9e05-e109224d2bd2" providerId="ADAL" clId="{24D189ED-3557-4501-ACFE-1E2F0A62EA70}" dt="2026-02-04T22:02:49.998" v="432"/>
          <ac:inkMkLst>
            <pc:docMk/>
            <pc:sldMk cId="265599853" sldId="385"/>
            <ac:inkMk id="8" creationId="{3067C867-AFBD-3E5B-3FA4-FB1414C208ED}"/>
          </ac:inkMkLst>
        </pc:inkChg>
        <pc:inkChg chg="add del">
          <ac:chgData name="Fariha Hossain" userId="6aa7d125-f4d1-4b59-9e05-e109224d2bd2" providerId="ADAL" clId="{24D189ED-3557-4501-ACFE-1E2F0A62EA70}" dt="2026-02-04T22:02:49.998" v="432"/>
          <ac:inkMkLst>
            <pc:docMk/>
            <pc:sldMk cId="265599853" sldId="385"/>
            <ac:inkMk id="9" creationId="{B83A3067-83C2-A4DB-D3C2-B9F1A6B2C75F}"/>
          </ac:inkMkLst>
        </pc:inkChg>
        <pc:inkChg chg="add del reco">
          <ac:chgData name="Fariha Hossain" userId="6aa7d125-f4d1-4b59-9e05-e109224d2bd2" providerId="ADAL" clId="{24D189ED-3557-4501-ACFE-1E2F0A62EA70}" dt="2026-02-04T22:02:56.617" v="433"/>
          <ac:inkMkLst>
            <pc:docMk/>
            <pc:sldMk cId="265599853" sldId="385"/>
            <ac:inkMk id="10" creationId="{6B0D48E6-D86A-A9A9-5B99-939C7C36117C}"/>
          </ac:inkMkLst>
        </pc:inkChg>
        <pc:inkChg chg="add">
          <ac:chgData name="Fariha Hossain" userId="6aa7d125-f4d1-4b59-9e05-e109224d2bd2" providerId="ADAL" clId="{24D189ED-3557-4501-ACFE-1E2F0A62EA70}" dt="2026-02-04T22:03:03.739" v="434"/>
          <ac:inkMkLst>
            <pc:docMk/>
            <pc:sldMk cId="265599853" sldId="385"/>
            <ac:inkMk id="11" creationId="{9328679F-95A9-2561-430C-ABE05DAE99F6}"/>
          </ac:inkMkLst>
        </pc:inkChg>
      </pc:sldChg>
      <pc:sldChg chg="addSp mod">
        <pc:chgData name="Fariha Hossain" userId="6aa7d125-f4d1-4b59-9e05-e109224d2bd2" providerId="ADAL" clId="{24D189ED-3557-4501-ACFE-1E2F0A62EA70}" dt="2026-02-04T22:13:50.211" v="499"/>
        <pc:sldMkLst>
          <pc:docMk/>
          <pc:sldMk cId="2791063105" sldId="388"/>
        </pc:sldMkLst>
        <pc:inkChg chg="add">
          <ac:chgData name="Fariha Hossain" userId="6aa7d125-f4d1-4b59-9e05-e109224d2bd2" providerId="ADAL" clId="{24D189ED-3557-4501-ACFE-1E2F0A62EA70}" dt="2026-02-04T22:13:50.211" v="499"/>
          <ac:inkMkLst>
            <pc:docMk/>
            <pc:sldMk cId="2791063105" sldId="388"/>
            <ac:inkMk id="4" creationId="{9DACD3D3-4916-3D46-CF54-0412D49F12C1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4T21:51:23.146" v="386"/>
        <pc:sldMkLst>
          <pc:docMk/>
          <pc:sldMk cId="3140887674" sldId="389"/>
        </pc:sldMkLst>
        <pc:inkChg chg="add del">
          <ac:chgData name="Fariha Hossain" userId="6aa7d125-f4d1-4b59-9e05-e109224d2bd2" providerId="ADAL" clId="{24D189ED-3557-4501-ACFE-1E2F0A62EA70}" dt="2026-02-04T21:50:06.599" v="306"/>
          <ac:inkMkLst>
            <pc:docMk/>
            <pc:sldMk cId="3140887674" sldId="389"/>
            <ac:inkMk id="4" creationId="{00BE0D12-8A3A-6609-BD7F-796866F39C9E}"/>
          </ac:inkMkLst>
        </pc:inkChg>
        <pc:inkChg chg="add del">
          <ac:chgData name="Fariha Hossain" userId="6aa7d125-f4d1-4b59-9e05-e109224d2bd2" providerId="ADAL" clId="{24D189ED-3557-4501-ACFE-1E2F0A62EA70}" dt="2026-02-04T21:50:06.599" v="306"/>
          <ac:inkMkLst>
            <pc:docMk/>
            <pc:sldMk cId="3140887674" sldId="389"/>
            <ac:inkMk id="5" creationId="{094EBCEE-77C1-B79F-0918-F6404D1B7A14}"/>
          </ac:inkMkLst>
        </pc:inkChg>
        <pc:inkChg chg="add del">
          <ac:chgData name="Fariha Hossain" userId="6aa7d125-f4d1-4b59-9e05-e109224d2bd2" providerId="ADAL" clId="{24D189ED-3557-4501-ACFE-1E2F0A62EA70}" dt="2026-02-04T21:50:06.599" v="306"/>
          <ac:inkMkLst>
            <pc:docMk/>
            <pc:sldMk cId="3140887674" sldId="389"/>
            <ac:inkMk id="6" creationId="{A9E0AE4A-6E86-C60D-0C34-4EECCEE49F0C}"/>
          </ac:inkMkLst>
        </pc:inkChg>
        <pc:inkChg chg="add del mod reco modStrokes">
          <ac:chgData name="Fariha Hossain" userId="6aa7d125-f4d1-4b59-9e05-e109224d2bd2" providerId="ADAL" clId="{24D189ED-3557-4501-ACFE-1E2F0A62EA70}" dt="2026-02-04T21:51:23.142" v="383"/>
          <ac:inkMkLst>
            <pc:docMk/>
            <pc:sldMk cId="3140887674" sldId="389"/>
            <ac:inkMk id="8" creationId="{6CCCB9C0-CC0D-F9DE-AD7A-7AFFF4A202E3}"/>
          </ac:inkMkLst>
        </pc:inkChg>
        <pc:inkChg chg="add del">
          <ac:chgData name="Fariha Hossain" userId="6aa7d125-f4d1-4b59-9e05-e109224d2bd2" providerId="ADAL" clId="{24D189ED-3557-4501-ACFE-1E2F0A62EA70}" dt="2026-02-04T21:50:07.842" v="309"/>
          <ac:inkMkLst>
            <pc:docMk/>
            <pc:sldMk cId="3140887674" sldId="389"/>
            <ac:inkMk id="9" creationId="{C0ADDF8D-ED12-44DD-39B3-AEC7910E97F0}"/>
          </ac:inkMkLst>
        </pc:inkChg>
        <pc:inkChg chg="add del">
          <ac:chgData name="Fariha Hossain" userId="6aa7d125-f4d1-4b59-9e05-e109224d2bd2" providerId="ADAL" clId="{24D189ED-3557-4501-ACFE-1E2F0A62EA70}" dt="2026-02-04T21:50:07.842" v="309"/>
          <ac:inkMkLst>
            <pc:docMk/>
            <pc:sldMk cId="3140887674" sldId="389"/>
            <ac:inkMk id="10" creationId="{C2D9AB12-42A4-61CE-675E-C16A32590118}"/>
          </ac:inkMkLst>
        </pc:inkChg>
        <pc:inkChg chg="add del reco">
          <ac:chgData name="Fariha Hossain" userId="6aa7d125-f4d1-4b59-9e05-e109224d2bd2" providerId="ADAL" clId="{24D189ED-3557-4501-ACFE-1E2F0A62EA70}" dt="2026-02-04T21:51:23.140" v="382"/>
          <ac:inkMkLst>
            <pc:docMk/>
            <pc:sldMk cId="3140887674" sldId="389"/>
            <ac:inkMk id="11" creationId="{9F6A60AF-C71B-9A18-5CD8-F8B17254154D}"/>
          </ac:inkMkLst>
        </pc:inkChg>
        <pc:inkChg chg="add">
          <ac:chgData name="Fariha Hossain" userId="6aa7d125-f4d1-4b59-9e05-e109224d2bd2" providerId="ADAL" clId="{24D189ED-3557-4501-ACFE-1E2F0A62EA70}" dt="2026-02-04T21:50:13.167" v="310"/>
          <ac:inkMkLst>
            <pc:docMk/>
            <pc:sldMk cId="3140887674" sldId="389"/>
            <ac:inkMk id="12" creationId="{D7E2DC9F-E481-F145-19F6-D3B7D8024DC9}"/>
          </ac:inkMkLst>
        </pc:inkChg>
        <pc:inkChg chg="add">
          <ac:chgData name="Fariha Hossain" userId="6aa7d125-f4d1-4b59-9e05-e109224d2bd2" providerId="ADAL" clId="{24D189ED-3557-4501-ACFE-1E2F0A62EA70}" dt="2026-02-04T21:50:13.366" v="311"/>
          <ac:inkMkLst>
            <pc:docMk/>
            <pc:sldMk cId="3140887674" sldId="389"/>
            <ac:inkMk id="13" creationId="{8EE9A003-09FF-56DB-608D-1F7B14CCC6A9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14" creationId="{07DD4DCB-7C32-684B-DF10-8BCE9726E537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15" creationId="{1B56BA3B-6B0A-417E-2495-5FF17AB84785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16" creationId="{60B971E1-321B-C223-4FE6-014F00B1F784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17" creationId="{F3C9E3A5-E5CC-593D-C26E-00772E33CE1F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18" creationId="{206525F2-DC9D-64A0-3734-90820BB92E78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19" creationId="{ABDC659B-90F0-5565-E506-7C3121376BB0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20" creationId="{D794764E-94CB-BBBA-37ED-41EE3EAF0E99}"/>
          </ac:inkMkLst>
        </pc:inkChg>
        <pc:inkChg chg="add">
          <ac:chgData name="Fariha Hossain" userId="6aa7d125-f4d1-4b59-9e05-e109224d2bd2" providerId="ADAL" clId="{24D189ED-3557-4501-ACFE-1E2F0A62EA70}" dt="2026-02-04T21:50:15.636" v="319"/>
          <ac:inkMkLst>
            <pc:docMk/>
            <pc:sldMk cId="3140887674" sldId="389"/>
            <ac:inkMk id="21" creationId="{5486AF16-AB3F-CBF6-D48D-C12DC5E0FF1C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22" creationId="{8322F9D8-EB08-2FC9-E2FA-FBA1A7593170}"/>
          </ac:inkMkLst>
        </pc:inkChg>
        <pc:inkChg chg="add del">
          <ac:chgData name="Fariha Hossain" userId="6aa7d125-f4d1-4b59-9e05-e109224d2bd2" providerId="ADAL" clId="{24D189ED-3557-4501-ACFE-1E2F0A62EA70}" dt="2026-02-04T21:50:16.807" v="322"/>
          <ac:inkMkLst>
            <pc:docMk/>
            <pc:sldMk cId="3140887674" sldId="389"/>
            <ac:inkMk id="23" creationId="{1355958E-578B-9E18-333E-F3366C759098}"/>
          </ac:inkMkLst>
        </pc:inkChg>
        <pc:inkChg chg="add del mod reco modStrokes">
          <ac:chgData name="Fariha Hossain" userId="6aa7d125-f4d1-4b59-9e05-e109224d2bd2" providerId="ADAL" clId="{24D189ED-3557-4501-ACFE-1E2F0A62EA70}" dt="2026-02-04T21:51:23.143" v="384"/>
          <ac:inkMkLst>
            <pc:docMk/>
            <pc:sldMk cId="3140887674" sldId="389"/>
            <ac:inkMk id="24" creationId="{755400AD-DE43-A79E-508C-5ED4205C85CD}"/>
          </ac:inkMkLst>
        </pc:inkChg>
        <pc:inkChg chg="add del">
          <ac:chgData name="Fariha Hossain" userId="6aa7d125-f4d1-4b59-9e05-e109224d2bd2" providerId="ADAL" clId="{24D189ED-3557-4501-ACFE-1E2F0A62EA70}" dt="2026-02-04T21:50:22.354" v="325"/>
          <ac:inkMkLst>
            <pc:docMk/>
            <pc:sldMk cId="3140887674" sldId="389"/>
            <ac:inkMk id="25" creationId="{4E123701-C702-2F4F-D98A-898056FF4F32}"/>
          </ac:inkMkLst>
        </pc:inkChg>
        <pc:inkChg chg="add del">
          <ac:chgData name="Fariha Hossain" userId="6aa7d125-f4d1-4b59-9e05-e109224d2bd2" providerId="ADAL" clId="{24D189ED-3557-4501-ACFE-1E2F0A62EA70}" dt="2026-02-04T21:50:22.354" v="325"/>
          <ac:inkMkLst>
            <pc:docMk/>
            <pc:sldMk cId="3140887674" sldId="389"/>
            <ac:inkMk id="26" creationId="{E73B9BCC-254D-E215-28C0-B2923274C006}"/>
          </ac:inkMkLst>
        </pc:inkChg>
        <pc:inkChg chg="add del reco">
          <ac:chgData name="Fariha Hossain" userId="6aa7d125-f4d1-4b59-9e05-e109224d2bd2" providerId="ADAL" clId="{24D189ED-3557-4501-ACFE-1E2F0A62EA70}" dt="2026-02-04T21:51:20.304" v="371"/>
          <ac:inkMkLst>
            <pc:docMk/>
            <pc:sldMk cId="3140887674" sldId="389"/>
            <ac:inkMk id="27" creationId="{0BAA0737-3897-67F2-F9B8-2B72E4C68BDD}"/>
          </ac:inkMkLst>
        </pc:inkChg>
        <pc:inkChg chg="add del">
          <ac:chgData name="Fariha Hossain" userId="6aa7d125-f4d1-4b59-9e05-e109224d2bd2" providerId="ADAL" clId="{24D189ED-3557-4501-ACFE-1E2F0A62EA70}" dt="2026-02-04T21:50:25.639" v="329"/>
          <ac:inkMkLst>
            <pc:docMk/>
            <pc:sldMk cId="3140887674" sldId="389"/>
            <ac:inkMk id="28" creationId="{9B3EB6F6-7B1D-89D3-B44F-D263B0D9DD58}"/>
          </ac:inkMkLst>
        </pc:inkChg>
        <pc:inkChg chg="add del">
          <ac:chgData name="Fariha Hossain" userId="6aa7d125-f4d1-4b59-9e05-e109224d2bd2" providerId="ADAL" clId="{24D189ED-3557-4501-ACFE-1E2F0A62EA70}" dt="2026-02-04T21:50:25.639" v="329"/>
          <ac:inkMkLst>
            <pc:docMk/>
            <pc:sldMk cId="3140887674" sldId="389"/>
            <ac:inkMk id="29" creationId="{1F675092-DF48-CA9A-7788-16F8AC0D9E7D}"/>
          </ac:inkMkLst>
        </pc:inkChg>
        <pc:inkChg chg="add del">
          <ac:chgData name="Fariha Hossain" userId="6aa7d125-f4d1-4b59-9e05-e109224d2bd2" providerId="ADAL" clId="{24D189ED-3557-4501-ACFE-1E2F0A62EA70}" dt="2026-02-04T21:50:25.639" v="329"/>
          <ac:inkMkLst>
            <pc:docMk/>
            <pc:sldMk cId="3140887674" sldId="389"/>
            <ac:inkMk id="30" creationId="{F0706809-9CE3-575B-6AEF-EEEDA5A2C6D1}"/>
          </ac:inkMkLst>
        </pc:inkChg>
        <pc:inkChg chg="add del reco">
          <ac:chgData name="Fariha Hossain" userId="6aa7d125-f4d1-4b59-9e05-e109224d2bd2" providerId="ADAL" clId="{24D189ED-3557-4501-ACFE-1E2F0A62EA70}" dt="2026-02-04T21:51:20.306" v="372"/>
          <ac:inkMkLst>
            <pc:docMk/>
            <pc:sldMk cId="3140887674" sldId="389"/>
            <ac:inkMk id="31" creationId="{D04B2319-8E90-82B7-5ADB-C8AF8B3C59A6}"/>
          </ac:inkMkLst>
        </pc:inkChg>
        <pc:inkChg chg="add del">
          <ac:chgData name="Fariha Hossain" userId="6aa7d125-f4d1-4b59-9e05-e109224d2bd2" providerId="ADAL" clId="{24D189ED-3557-4501-ACFE-1E2F0A62EA70}" dt="2026-02-04T21:50:37.354" v="332"/>
          <ac:inkMkLst>
            <pc:docMk/>
            <pc:sldMk cId="3140887674" sldId="389"/>
            <ac:inkMk id="33" creationId="{F4E3FE63-D474-9E76-71A1-269FB70AB750}"/>
          </ac:inkMkLst>
        </pc:inkChg>
        <pc:inkChg chg="add del">
          <ac:chgData name="Fariha Hossain" userId="6aa7d125-f4d1-4b59-9e05-e109224d2bd2" providerId="ADAL" clId="{24D189ED-3557-4501-ACFE-1E2F0A62EA70}" dt="2026-02-04T21:50:37.354" v="332"/>
          <ac:inkMkLst>
            <pc:docMk/>
            <pc:sldMk cId="3140887674" sldId="389"/>
            <ac:inkMk id="34" creationId="{4129A9A7-AA93-7374-3FD0-43C935761DC4}"/>
          </ac:inkMkLst>
        </pc:inkChg>
        <pc:inkChg chg="add del reco">
          <ac:chgData name="Fariha Hossain" userId="6aa7d125-f4d1-4b59-9e05-e109224d2bd2" providerId="ADAL" clId="{24D189ED-3557-4501-ACFE-1E2F0A62EA70}" dt="2026-02-04T21:51:20.313" v="378"/>
          <ac:inkMkLst>
            <pc:docMk/>
            <pc:sldMk cId="3140887674" sldId="389"/>
            <ac:inkMk id="35" creationId="{61090721-57DC-9799-52B3-9AAEA5BFD1FC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36" creationId="{F6C43352-1D68-4843-2ADC-BD6602E8D2EA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37" creationId="{323BFEBA-59A7-3E0F-446A-A5EEC3CF849C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38" creationId="{5DD2FB36-0841-F05A-8950-00E6BB03C545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39" creationId="{4E0E749F-0A19-3C31-1246-65B8BF2C3237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40" creationId="{7D20381D-DA8F-2F42-8B88-EF8CCE200595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41" creationId="{AE360361-2367-7477-2E59-715945416178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42" creationId="{C33AAF21-A365-9792-1A60-B0854C938E90}"/>
          </ac:inkMkLst>
        </pc:inkChg>
        <pc:inkChg chg="add del">
          <ac:chgData name="Fariha Hossain" userId="6aa7d125-f4d1-4b59-9e05-e109224d2bd2" providerId="ADAL" clId="{24D189ED-3557-4501-ACFE-1E2F0A62EA70}" dt="2026-02-04T21:50:41.348" v="341"/>
          <ac:inkMkLst>
            <pc:docMk/>
            <pc:sldMk cId="3140887674" sldId="389"/>
            <ac:inkMk id="43" creationId="{516C9CBA-4C25-1B08-726C-EC929B18D142}"/>
          </ac:inkMkLst>
        </pc:inkChg>
        <pc:inkChg chg="add del mod reco modStrokes">
          <ac:chgData name="Fariha Hossain" userId="6aa7d125-f4d1-4b59-9e05-e109224d2bd2" providerId="ADAL" clId="{24D189ED-3557-4501-ACFE-1E2F0A62EA70}" dt="2026-02-04T21:51:23.146" v="386"/>
          <ac:inkMkLst>
            <pc:docMk/>
            <pc:sldMk cId="3140887674" sldId="389"/>
            <ac:inkMk id="44" creationId="{814EBA14-8D01-2814-30B5-F206CBE9893B}"/>
          </ac:inkMkLst>
        </pc:inkChg>
        <pc:inkChg chg="add del">
          <ac:chgData name="Fariha Hossain" userId="6aa7d125-f4d1-4b59-9e05-e109224d2bd2" providerId="ADAL" clId="{24D189ED-3557-4501-ACFE-1E2F0A62EA70}" dt="2026-02-04T21:50:43.313" v="344"/>
          <ac:inkMkLst>
            <pc:docMk/>
            <pc:sldMk cId="3140887674" sldId="389"/>
            <ac:inkMk id="45" creationId="{4293E4E7-F463-ED56-BFC2-4502129E7DB6}"/>
          </ac:inkMkLst>
        </pc:inkChg>
        <pc:inkChg chg="add del">
          <ac:chgData name="Fariha Hossain" userId="6aa7d125-f4d1-4b59-9e05-e109224d2bd2" providerId="ADAL" clId="{24D189ED-3557-4501-ACFE-1E2F0A62EA70}" dt="2026-02-04T21:50:43.313" v="344"/>
          <ac:inkMkLst>
            <pc:docMk/>
            <pc:sldMk cId="3140887674" sldId="389"/>
            <ac:inkMk id="46" creationId="{A6C51246-5C7B-BF3E-A867-E396A0D67D48}"/>
          </ac:inkMkLst>
        </pc:inkChg>
        <pc:inkChg chg="add del reco">
          <ac:chgData name="Fariha Hossain" userId="6aa7d125-f4d1-4b59-9e05-e109224d2bd2" providerId="ADAL" clId="{24D189ED-3557-4501-ACFE-1E2F0A62EA70}" dt="2026-02-04T21:51:20.308" v="374"/>
          <ac:inkMkLst>
            <pc:docMk/>
            <pc:sldMk cId="3140887674" sldId="389"/>
            <ac:inkMk id="47" creationId="{9010F649-C553-8AAF-1C0A-783FD7F8E1BA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48" creationId="{F0B6A48B-AFEA-A159-D278-6C33D945F250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49" creationId="{BDEAC210-FE58-788A-71BE-16892C030701}"/>
          </ac:inkMkLst>
        </pc:inkChg>
        <pc:inkChg chg="add">
          <ac:chgData name="Fariha Hossain" userId="6aa7d125-f4d1-4b59-9e05-e109224d2bd2" providerId="ADAL" clId="{24D189ED-3557-4501-ACFE-1E2F0A62EA70}" dt="2026-02-04T21:50:44.884" v="347"/>
          <ac:inkMkLst>
            <pc:docMk/>
            <pc:sldMk cId="3140887674" sldId="389"/>
            <ac:inkMk id="50" creationId="{0A7EAF80-60B0-9FEA-C876-3319A674B2B0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51" creationId="{85F9A796-5B98-1A48-8E5B-9F3635A06583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52" creationId="{C7EBEE54-9A31-3F4C-1A08-05BA9F6F7920}"/>
          </ac:inkMkLst>
        </pc:inkChg>
        <pc:inkChg chg="add">
          <ac:chgData name="Fariha Hossain" userId="6aa7d125-f4d1-4b59-9e05-e109224d2bd2" providerId="ADAL" clId="{24D189ED-3557-4501-ACFE-1E2F0A62EA70}" dt="2026-02-04T21:50:46.081" v="350"/>
          <ac:inkMkLst>
            <pc:docMk/>
            <pc:sldMk cId="3140887674" sldId="389"/>
            <ac:inkMk id="53" creationId="{9F53DB95-8AE5-8415-A860-F768C860FF34}"/>
          </ac:inkMkLst>
        </pc:inkChg>
        <pc:inkChg chg="add">
          <ac:chgData name="Fariha Hossain" userId="6aa7d125-f4d1-4b59-9e05-e109224d2bd2" providerId="ADAL" clId="{24D189ED-3557-4501-ACFE-1E2F0A62EA70}" dt="2026-02-04T21:50:46.436" v="351"/>
          <ac:inkMkLst>
            <pc:docMk/>
            <pc:sldMk cId="3140887674" sldId="389"/>
            <ac:inkMk id="54" creationId="{2E0B2B98-8F94-AC25-A66F-3EE66EEE187E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55" creationId="{98B79D8D-46EF-56D0-9D5A-905003160E4B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56" creationId="{E9AED951-0849-D82A-3AF2-41E5C41673ED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57" creationId="{8D4C2DA6-D4D7-7F65-D9EB-C5F4F1933966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58" creationId="{EAACB5B7-1BE0-5A86-A27E-8315E7D948D4}"/>
          </ac:inkMkLst>
        </pc:inkChg>
        <pc:inkChg chg="add">
          <ac:chgData name="Fariha Hossain" userId="6aa7d125-f4d1-4b59-9e05-e109224d2bd2" providerId="ADAL" clId="{24D189ED-3557-4501-ACFE-1E2F0A62EA70}" dt="2026-02-04T21:50:47.983" v="356"/>
          <ac:inkMkLst>
            <pc:docMk/>
            <pc:sldMk cId="3140887674" sldId="389"/>
            <ac:inkMk id="59" creationId="{3DAA1064-5C12-214F-EE5A-C0F7D12F4282}"/>
          </ac:inkMkLst>
        </pc:inkChg>
        <pc:inkChg chg="add">
          <ac:chgData name="Fariha Hossain" userId="6aa7d125-f4d1-4b59-9e05-e109224d2bd2" providerId="ADAL" clId="{24D189ED-3557-4501-ACFE-1E2F0A62EA70}" dt="2026-02-04T21:50:48.202" v="357"/>
          <ac:inkMkLst>
            <pc:docMk/>
            <pc:sldMk cId="3140887674" sldId="389"/>
            <ac:inkMk id="60" creationId="{AAE01D1C-EBAF-39CF-49A8-DD5D3F359215}"/>
          </ac:inkMkLst>
        </pc:inkChg>
        <pc:inkChg chg="add del">
          <ac:chgData name="Fariha Hossain" userId="6aa7d125-f4d1-4b59-9e05-e109224d2bd2" providerId="ADAL" clId="{24D189ED-3557-4501-ACFE-1E2F0A62EA70}" dt="2026-02-04T21:50:49.220" v="359"/>
          <ac:inkMkLst>
            <pc:docMk/>
            <pc:sldMk cId="3140887674" sldId="389"/>
            <ac:inkMk id="61" creationId="{07226F41-5AEB-A3E8-6D71-4951A58287BE}"/>
          </ac:inkMkLst>
        </pc:inkChg>
        <pc:inkChg chg="add del mod reco modStrokes">
          <ac:chgData name="Fariha Hossain" userId="6aa7d125-f4d1-4b59-9e05-e109224d2bd2" providerId="ADAL" clId="{24D189ED-3557-4501-ACFE-1E2F0A62EA70}" dt="2026-02-04T21:51:23.145" v="385"/>
          <ac:inkMkLst>
            <pc:docMk/>
            <pc:sldMk cId="3140887674" sldId="389"/>
            <ac:inkMk id="62" creationId="{C48581BB-FF03-7F22-446C-6280FBF1AAE4}"/>
          </ac:inkMkLst>
        </pc:inkChg>
        <pc:inkChg chg="add del">
          <ac:chgData name="Fariha Hossain" userId="6aa7d125-f4d1-4b59-9e05-e109224d2bd2" providerId="ADAL" clId="{24D189ED-3557-4501-ACFE-1E2F0A62EA70}" dt="2026-02-04T21:50:53.670" v="364"/>
          <ac:inkMkLst>
            <pc:docMk/>
            <pc:sldMk cId="3140887674" sldId="389"/>
            <ac:inkMk id="63" creationId="{84AD66F3-4B05-7319-FC89-2DA1913CE3EB}"/>
          </ac:inkMkLst>
        </pc:inkChg>
        <pc:inkChg chg="add del">
          <ac:chgData name="Fariha Hossain" userId="6aa7d125-f4d1-4b59-9e05-e109224d2bd2" providerId="ADAL" clId="{24D189ED-3557-4501-ACFE-1E2F0A62EA70}" dt="2026-02-04T21:50:53.670" v="364"/>
          <ac:inkMkLst>
            <pc:docMk/>
            <pc:sldMk cId="3140887674" sldId="389"/>
            <ac:inkMk id="64" creationId="{D675B08B-C2B3-FDD6-17EE-57F51312AD2F}"/>
          </ac:inkMkLst>
        </pc:inkChg>
        <pc:inkChg chg="add del">
          <ac:chgData name="Fariha Hossain" userId="6aa7d125-f4d1-4b59-9e05-e109224d2bd2" providerId="ADAL" clId="{24D189ED-3557-4501-ACFE-1E2F0A62EA70}" dt="2026-02-04T21:50:53.670" v="364"/>
          <ac:inkMkLst>
            <pc:docMk/>
            <pc:sldMk cId="3140887674" sldId="389"/>
            <ac:inkMk id="65" creationId="{9BA120BA-EAA9-1576-680F-837A93626DF9}"/>
          </ac:inkMkLst>
        </pc:inkChg>
        <pc:inkChg chg="add del">
          <ac:chgData name="Fariha Hossain" userId="6aa7d125-f4d1-4b59-9e05-e109224d2bd2" providerId="ADAL" clId="{24D189ED-3557-4501-ACFE-1E2F0A62EA70}" dt="2026-02-04T21:50:53.670" v="364"/>
          <ac:inkMkLst>
            <pc:docMk/>
            <pc:sldMk cId="3140887674" sldId="389"/>
            <ac:inkMk id="66" creationId="{890B33FC-C983-057A-B375-63A7456AC818}"/>
          </ac:inkMkLst>
        </pc:inkChg>
        <pc:inkChg chg="add del reco">
          <ac:chgData name="Fariha Hossain" userId="6aa7d125-f4d1-4b59-9e05-e109224d2bd2" providerId="ADAL" clId="{24D189ED-3557-4501-ACFE-1E2F0A62EA70}" dt="2026-02-04T21:51:20.312" v="377"/>
          <ac:inkMkLst>
            <pc:docMk/>
            <pc:sldMk cId="3140887674" sldId="389"/>
            <ac:inkMk id="67" creationId="{9F28A2AB-3D52-9458-46A8-F3AA9011CFB0}"/>
          </ac:inkMkLst>
        </pc:inkChg>
        <pc:inkChg chg="add del">
          <ac:chgData name="Fariha Hossain" userId="6aa7d125-f4d1-4b59-9e05-e109224d2bd2" providerId="ADAL" clId="{24D189ED-3557-4501-ACFE-1E2F0A62EA70}" dt="2026-02-04T21:50:55.914" v="367"/>
          <ac:inkMkLst>
            <pc:docMk/>
            <pc:sldMk cId="3140887674" sldId="389"/>
            <ac:inkMk id="68" creationId="{B37065B8-3667-B163-CE57-1EB3E2A0FBA8}"/>
          </ac:inkMkLst>
        </pc:inkChg>
        <pc:inkChg chg="add del">
          <ac:chgData name="Fariha Hossain" userId="6aa7d125-f4d1-4b59-9e05-e109224d2bd2" providerId="ADAL" clId="{24D189ED-3557-4501-ACFE-1E2F0A62EA70}" dt="2026-02-04T21:50:55.914" v="367"/>
          <ac:inkMkLst>
            <pc:docMk/>
            <pc:sldMk cId="3140887674" sldId="389"/>
            <ac:inkMk id="69" creationId="{6989FE7C-BD97-E86B-E422-C1E909A9C8A6}"/>
          </ac:inkMkLst>
        </pc:inkChg>
        <pc:inkChg chg="add del reco">
          <ac:chgData name="Fariha Hossain" userId="6aa7d125-f4d1-4b59-9e05-e109224d2bd2" providerId="ADAL" clId="{24D189ED-3557-4501-ACFE-1E2F0A62EA70}" dt="2026-02-04T21:51:20.307" v="373"/>
          <ac:inkMkLst>
            <pc:docMk/>
            <pc:sldMk cId="3140887674" sldId="389"/>
            <ac:inkMk id="70" creationId="{6F6FB891-C4B5-1103-A550-9A7237D355DC}"/>
          </ac:inkMkLst>
        </pc:inkChg>
        <pc:inkChg chg="add del">
          <ac:chgData name="Fariha Hossain" userId="6aa7d125-f4d1-4b59-9e05-e109224d2bd2" providerId="ADAL" clId="{24D189ED-3557-4501-ACFE-1E2F0A62EA70}" dt="2026-02-04T21:51:15.772" v="370"/>
          <ac:inkMkLst>
            <pc:docMk/>
            <pc:sldMk cId="3140887674" sldId="389"/>
            <ac:inkMk id="71" creationId="{AC259B52-B37F-5AE2-8056-1E2288A406A8}"/>
          </ac:inkMkLst>
        </pc:inkChg>
        <pc:inkChg chg="add del">
          <ac:chgData name="Fariha Hossain" userId="6aa7d125-f4d1-4b59-9e05-e109224d2bd2" providerId="ADAL" clId="{24D189ED-3557-4501-ACFE-1E2F0A62EA70}" dt="2026-02-04T21:51:15.772" v="370"/>
          <ac:inkMkLst>
            <pc:docMk/>
            <pc:sldMk cId="3140887674" sldId="389"/>
            <ac:inkMk id="72" creationId="{EF2EFA9B-8EF6-47DD-F524-D4FADBCDBAE0}"/>
          </ac:inkMkLst>
        </pc:inkChg>
        <pc:inkChg chg="add del reco">
          <ac:chgData name="Fariha Hossain" userId="6aa7d125-f4d1-4b59-9e05-e109224d2bd2" providerId="ADAL" clId="{24D189ED-3557-4501-ACFE-1E2F0A62EA70}" dt="2026-02-04T21:51:20.316" v="381"/>
          <ac:inkMkLst>
            <pc:docMk/>
            <pc:sldMk cId="3140887674" sldId="389"/>
            <ac:inkMk id="73" creationId="{2415F96F-08FC-A54E-BA2D-AE6F9975A84C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15:07.180" v="516"/>
        <pc:sldMkLst>
          <pc:docMk/>
          <pc:sldMk cId="39662474" sldId="392"/>
        </pc:sldMkLst>
        <pc:inkChg chg="add del">
          <ac:chgData name="Fariha Hossain" userId="6aa7d125-f4d1-4b59-9e05-e109224d2bd2" providerId="ADAL" clId="{24D189ED-3557-4501-ACFE-1E2F0A62EA70}" dt="2026-02-04T22:14:33.149" v="506"/>
          <ac:inkMkLst>
            <pc:docMk/>
            <pc:sldMk cId="39662474" sldId="392"/>
            <ac:inkMk id="2" creationId="{E462536B-71A8-91A2-877C-0A1FB2F4DCD9}"/>
          </ac:inkMkLst>
        </pc:inkChg>
        <pc:inkChg chg="add del">
          <ac:chgData name="Fariha Hossain" userId="6aa7d125-f4d1-4b59-9e05-e109224d2bd2" providerId="ADAL" clId="{24D189ED-3557-4501-ACFE-1E2F0A62EA70}" dt="2026-02-04T22:14:33.146" v="504"/>
          <ac:inkMkLst>
            <pc:docMk/>
            <pc:sldMk cId="39662474" sldId="392"/>
            <ac:inkMk id="5" creationId="{7119C12F-ADFE-181A-11C1-883DDCB7A2B4}"/>
          </ac:inkMkLst>
        </pc:inkChg>
        <pc:inkChg chg="add del">
          <ac:chgData name="Fariha Hossain" userId="6aa7d125-f4d1-4b59-9e05-e109224d2bd2" providerId="ADAL" clId="{24D189ED-3557-4501-ACFE-1E2F0A62EA70}" dt="2026-02-04T22:14:33.151" v="507"/>
          <ac:inkMkLst>
            <pc:docMk/>
            <pc:sldMk cId="39662474" sldId="392"/>
            <ac:inkMk id="9" creationId="{1D8D76D7-5FD3-25F9-4438-79FBDDF914EF}"/>
          </ac:inkMkLst>
        </pc:inkChg>
        <pc:inkChg chg="add del">
          <ac:chgData name="Fariha Hossain" userId="6aa7d125-f4d1-4b59-9e05-e109224d2bd2" providerId="ADAL" clId="{24D189ED-3557-4501-ACFE-1E2F0A62EA70}" dt="2026-02-04T22:14:33.148" v="505"/>
          <ac:inkMkLst>
            <pc:docMk/>
            <pc:sldMk cId="39662474" sldId="392"/>
            <ac:inkMk id="11" creationId="{E9AB727F-CFA6-2CB8-9B53-ACA699178C9E}"/>
          </ac:inkMkLst>
        </pc:inkChg>
        <pc:inkChg chg="add del">
          <ac:chgData name="Fariha Hossain" userId="6aa7d125-f4d1-4b59-9e05-e109224d2bd2" providerId="ADAL" clId="{24D189ED-3557-4501-ACFE-1E2F0A62EA70}" dt="2026-02-04T22:14:39.921" v="510"/>
          <ac:inkMkLst>
            <pc:docMk/>
            <pc:sldMk cId="39662474" sldId="392"/>
            <ac:inkMk id="12" creationId="{325AAA7C-EB97-AFF3-8185-1ED279D2DA4C}"/>
          </ac:inkMkLst>
        </pc:inkChg>
        <pc:inkChg chg="add del">
          <ac:chgData name="Fariha Hossain" userId="6aa7d125-f4d1-4b59-9e05-e109224d2bd2" providerId="ADAL" clId="{24D189ED-3557-4501-ACFE-1E2F0A62EA70}" dt="2026-02-04T22:14:39.921" v="510"/>
          <ac:inkMkLst>
            <pc:docMk/>
            <pc:sldMk cId="39662474" sldId="392"/>
            <ac:inkMk id="13" creationId="{BD64BB1C-65B9-F56D-A118-089BA3AA4C7B}"/>
          </ac:inkMkLst>
        </pc:inkChg>
        <pc:inkChg chg="add reco">
          <ac:chgData name="Fariha Hossain" userId="6aa7d125-f4d1-4b59-9e05-e109224d2bd2" providerId="ADAL" clId="{24D189ED-3557-4501-ACFE-1E2F0A62EA70}" dt="2026-02-04T22:14:39.921" v="510"/>
          <ac:inkMkLst>
            <pc:docMk/>
            <pc:sldMk cId="39662474" sldId="392"/>
            <ac:inkMk id="14" creationId="{5A240022-58BF-0188-ABCF-A9A1DE130639}"/>
          </ac:inkMkLst>
        </pc:inkChg>
        <pc:inkChg chg="add del">
          <ac:chgData name="Fariha Hossain" userId="6aa7d125-f4d1-4b59-9e05-e109224d2bd2" providerId="ADAL" clId="{24D189ED-3557-4501-ACFE-1E2F0A62EA70}" dt="2026-02-04T22:14:49.576" v="514"/>
          <ac:inkMkLst>
            <pc:docMk/>
            <pc:sldMk cId="39662474" sldId="392"/>
            <ac:inkMk id="15" creationId="{F7018416-740E-6DAF-9459-4F25FEC1026B}"/>
          </ac:inkMkLst>
        </pc:inkChg>
        <pc:inkChg chg="add del">
          <ac:chgData name="Fariha Hossain" userId="6aa7d125-f4d1-4b59-9e05-e109224d2bd2" providerId="ADAL" clId="{24D189ED-3557-4501-ACFE-1E2F0A62EA70}" dt="2026-02-04T22:14:49.576" v="514"/>
          <ac:inkMkLst>
            <pc:docMk/>
            <pc:sldMk cId="39662474" sldId="392"/>
            <ac:inkMk id="16" creationId="{8CD2E0FF-F4C9-486D-E647-39AD870F5875}"/>
          </ac:inkMkLst>
        </pc:inkChg>
        <pc:inkChg chg="add del">
          <ac:chgData name="Fariha Hossain" userId="6aa7d125-f4d1-4b59-9e05-e109224d2bd2" providerId="ADAL" clId="{24D189ED-3557-4501-ACFE-1E2F0A62EA70}" dt="2026-02-04T22:14:49.576" v="514"/>
          <ac:inkMkLst>
            <pc:docMk/>
            <pc:sldMk cId="39662474" sldId="392"/>
            <ac:inkMk id="17" creationId="{D4C5F424-10AB-A19F-F25E-931DCAE31631}"/>
          </ac:inkMkLst>
        </pc:inkChg>
        <pc:inkChg chg="add reco">
          <ac:chgData name="Fariha Hossain" userId="6aa7d125-f4d1-4b59-9e05-e109224d2bd2" providerId="ADAL" clId="{24D189ED-3557-4501-ACFE-1E2F0A62EA70}" dt="2026-02-04T22:14:49.576" v="514"/>
          <ac:inkMkLst>
            <pc:docMk/>
            <pc:sldMk cId="39662474" sldId="392"/>
            <ac:inkMk id="18" creationId="{1414A0B3-FFAD-ED9F-1B31-EEBC7490B41B}"/>
          </ac:inkMkLst>
        </pc:inkChg>
        <pc:inkChg chg="add del">
          <ac:chgData name="Fariha Hossain" userId="6aa7d125-f4d1-4b59-9e05-e109224d2bd2" providerId="ADAL" clId="{24D189ED-3557-4501-ACFE-1E2F0A62EA70}" dt="2026-02-04T22:15:07.180" v="516"/>
          <ac:inkMkLst>
            <pc:docMk/>
            <pc:sldMk cId="39662474" sldId="392"/>
            <ac:inkMk id="19" creationId="{C3B52DE6-2706-C7A7-D31C-4BF3BEFA06D2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4T22:35:15.176" v="615"/>
        <pc:sldMkLst>
          <pc:docMk/>
          <pc:sldMk cId="3470483012" sldId="393"/>
        </pc:sldMkLst>
        <pc:inkChg chg="add">
          <ac:chgData name="Fariha Hossain" userId="6aa7d125-f4d1-4b59-9e05-e109224d2bd2" providerId="ADAL" clId="{24D189ED-3557-4501-ACFE-1E2F0A62EA70}" dt="2026-02-04T22:33:07.786" v="565"/>
          <ac:inkMkLst>
            <pc:docMk/>
            <pc:sldMk cId="3470483012" sldId="393"/>
            <ac:inkMk id="2" creationId="{267A0738-DE49-0063-21D5-194F69F6EACA}"/>
          </ac:inkMkLst>
        </pc:inkChg>
        <pc:inkChg chg="add">
          <ac:chgData name="Fariha Hossain" userId="6aa7d125-f4d1-4b59-9e05-e109224d2bd2" providerId="ADAL" clId="{24D189ED-3557-4501-ACFE-1E2F0A62EA70}" dt="2026-02-04T22:33:10.935" v="566"/>
          <ac:inkMkLst>
            <pc:docMk/>
            <pc:sldMk cId="3470483012" sldId="393"/>
            <ac:inkMk id="12" creationId="{29945A4C-CA30-9D4F-4B92-7240477212CF}"/>
          </ac:inkMkLst>
        </pc:inkChg>
        <pc:inkChg chg="add">
          <ac:chgData name="Fariha Hossain" userId="6aa7d125-f4d1-4b59-9e05-e109224d2bd2" providerId="ADAL" clId="{24D189ED-3557-4501-ACFE-1E2F0A62EA70}" dt="2026-02-04T22:33:14.105" v="567"/>
          <ac:inkMkLst>
            <pc:docMk/>
            <pc:sldMk cId="3470483012" sldId="393"/>
            <ac:inkMk id="13" creationId="{EC99EC6E-CF57-18BE-8000-E487ACDF1657}"/>
          </ac:inkMkLst>
        </pc:inkChg>
        <pc:inkChg chg="add del">
          <ac:chgData name="Fariha Hossain" userId="6aa7d125-f4d1-4b59-9e05-e109224d2bd2" providerId="ADAL" clId="{24D189ED-3557-4501-ACFE-1E2F0A62EA70}" dt="2026-02-04T22:35:11.847" v="610"/>
          <ac:inkMkLst>
            <pc:docMk/>
            <pc:sldMk cId="3470483012" sldId="393"/>
            <ac:inkMk id="14" creationId="{0B5744BB-60C5-BCD4-B916-311996499358}"/>
          </ac:inkMkLst>
        </pc:inkChg>
        <pc:inkChg chg="add del">
          <ac:chgData name="Fariha Hossain" userId="6aa7d125-f4d1-4b59-9e05-e109224d2bd2" providerId="ADAL" clId="{24D189ED-3557-4501-ACFE-1E2F0A62EA70}" dt="2026-02-04T22:35:13.366" v="613"/>
          <ac:inkMkLst>
            <pc:docMk/>
            <pc:sldMk cId="3470483012" sldId="393"/>
            <ac:inkMk id="15" creationId="{50726965-4E94-9A43-B5F5-8D2C1FD82CC5}"/>
          </ac:inkMkLst>
        </pc:inkChg>
        <pc:inkChg chg="add del">
          <ac:chgData name="Fariha Hossain" userId="6aa7d125-f4d1-4b59-9e05-e109224d2bd2" providerId="ADAL" clId="{24D189ED-3557-4501-ACFE-1E2F0A62EA70}" dt="2026-02-04T22:35:15.176" v="615"/>
          <ac:inkMkLst>
            <pc:docMk/>
            <pc:sldMk cId="3470483012" sldId="393"/>
            <ac:inkMk id="16" creationId="{AA8D0A62-1768-E99F-B345-DC8DA12C1C48}"/>
          </ac:inkMkLst>
        </pc:inkChg>
        <pc:inkChg chg="add del">
          <ac:chgData name="Fariha Hossain" userId="6aa7d125-f4d1-4b59-9e05-e109224d2bd2" providerId="ADAL" clId="{24D189ED-3557-4501-ACFE-1E2F0A62EA70}" dt="2026-02-04T22:35:12.035" v="611"/>
          <ac:inkMkLst>
            <pc:docMk/>
            <pc:sldMk cId="3470483012" sldId="393"/>
            <ac:inkMk id="17" creationId="{62666FEA-0A6A-4F54-020C-263BFEFEA560}"/>
          </ac:inkMkLst>
        </pc:inkChg>
        <pc:inkChg chg="add del">
          <ac:chgData name="Fariha Hossain" userId="6aa7d125-f4d1-4b59-9e05-e109224d2bd2" providerId="ADAL" clId="{24D189ED-3557-4501-ACFE-1E2F0A62EA70}" dt="2026-02-04T22:35:15.174" v="614"/>
          <ac:inkMkLst>
            <pc:docMk/>
            <pc:sldMk cId="3470483012" sldId="393"/>
            <ac:inkMk id="18" creationId="{1B7E1DE7-752C-BA4E-87ED-5810F7592CBA}"/>
          </ac:inkMkLst>
        </pc:inkChg>
        <pc:inkChg chg="add del">
          <ac:chgData name="Fariha Hossain" userId="6aa7d125-f4d1-4b59-9e05-e109224d2bd2" providerId="ADAL" clId="{24D189ED-3557-4501-ACFE-1E2F0A62EA70}" dt="2026-02-04T22:35:11.844" v="605"/>
          <ac:inkMkLst>
            <pc:docMk/>
            <pc:sldMk cId="3470483012" sldId="393"/>
            <ac:inkMk id="19" creationId="{80C35DEE-E1E4-F862-C3C0-89EF835DB954}"/>
          </ac:inkMkLst>
        </pc:inkChg>
        <pc:inkChg chg="add del">
          <ac:chgData name="Fariha Hossain" userId="6aa7d125-f4d1-4b59-9e05-e109224d2bd2" providerId="ADAL" clId="{24D189ED-3557-4501-ACFE-1E2F0A62EA70}" dt="2026-02-04T22:35:11.847" v="609"/>
          <ac:inkMkLst>
            <pc:docMk/>
            <pc:sldMk cId="3470483012" sldId="393"/>
            <ac:inkMk id="20" creationId="{65EE4077-97BB-9022-DDB1-C24605258794}"/>
          </ac:inkMkLst>
        </pc:inkChg>
        <pc:inkChg chg="add del">
          <ac:chgData name="Fariha Hossain" userId="6aa7d125-f4d1-4b59-9e05-e109224d2bd2" providerId="ADAL" clId="{24D189ED-3557-4501-ACFE-1E2F0A62EA70}" dt="2026-02-04T22:35:11.845" v="607"/>
          <ac:inkMkLst>
            <pc:docMk/>
            <pc:sldMk cId="3470483012" sldId="393"/>
            <ac:inkMk id="21" creationId="{11ED50D3-E8E0-74D8-D5C1-011CC6CCA8E0}"/>
          </ac:inkMkLst>
        </pc:inkChg>
        <pc:inkChg chg="add del">
          <ac:chgData name="Fariha Hossain" userId="6aa7d125-f4d1-4b59-9e05-e109224d2bd2" providerId="ADAL" clId="{24D189ED-3557-4501-ACFE-1E2F0A62EA70}" dt="2026-02-04T22:35:11.843" v="604"/>
          <ac:inkMkLst>
            <pc:docMk/>
            <pc:sldMk cId="3470483012" sldId="393"/>
            <ac:inkMk id="22" creationId="{B9944364-C59F-F0F5-A234-11877501C618}"/>
          </ac:inkMkLst>
        </pc:inkChg>
        <pc:inkChg chg="add del">
          <ac:chgData name="Fariha Hossain" userId="6aa7d125-f4d1-4b59-9e05-e109224d2bd2" providerId="ADAL" clId="{24D189ED-3557-4501-ACFE-1E2F0A62EA70}" dt="2026-02-04T22:35:11.842" v="603"/>
          <ac:inkMkLst>
            <pc:docMk/>
            <pc:sldMk cId="3470483012" sldId="393"/>
            <ac:inkMk id="23" creationId="{53BB6123-251F-0539-44A7-99F5B5DE9284}"/>
          </ac:inkMkLst>
        </pc:inkChg>
        <pc:inkChg chg="add del">
          <ac:chgData name="Fariha Hossain" userId="6aa7d125-f4d1-4b59-9e05-e109224d2bd2" providerId="ADAL" clId="{24D189ED-3557-4501-ACFE-1E2F0A62EA70}" dt="2026-02-04T22:35:11.846" v="608"/>
          <ac:inkMkLst>
            <pc:docMk/>
            <pc:sldMk cId="3470483012" sldId="393"/>
            <ac:inkMk id="24" creationId="{22B82988-1417-48B7-16E1-E45B384265FA}"/>
          </ac:inkMkLst>
        </pc:inkChg>
        <pc:inkChg chg="add del">
          <ac:chgData name="Fariha Hossain" userId="6aa7d125-f4d1-4b59-9e05-e109224d2bd2" providerId="ADAL" clId="{24D189ED-3557-4501-ACFE-1E2F0A62EA70}" dt="2026-02-04T22:34:00.769" v="581"/>
          <ac:inkMkLst>
            <pc:docMk/>
            <pc:sldMk cId="3470483012" sldId="393"/>
            <ac:inkMk id="25" creationId="{5ED46D4B-BE30-8538-2C3B-4654ADCE3456}"/>
          </ac:inkMkLst>
        </pc:inkChg>
        <pc:inkChg chg="add del">
          <ac:chgData name="Fariha Hossain" userId="6aa7d125-f4d1-4b59-9e05-e109224d2bd2" providerId="ADAL" clId="{24D189ED-3557-4501-ACFE-1E2F0A62EA70}" dt="2026-02-04T22:34:00.769" v="581"/>
          <ac:inkMkLst>
            <pc:docMk/>
            <pc:sldMk cId="3470483012" sldId="393"/>
            <ac:inkMk id="26" creationId="{3AF46DAC-88A6-A5AC-3864-F4CC2BB3053C}"/>
          </ac:inkMkLst>
        </pc:inkChg>
        <pc:inkChg chg="add del mod reco modStrokes">
          <ac:chgData name="Fariha Hossain" userId="6aa7d125-f4d1-4b59-9e05-e109224d2bd2" providerId="ADAL" clId="{24D189ED-3557-4501-ACFE-1E2F0A62EA70}" dt="2026-02-04T22:35:13.364" v="612"/>
          <ac:inkMkLst>
            <pc:docMk/>
            <pc:sldMk cId="3470483012" sldId="393"/>
            <ac:inkMk id="27" creationId="{AF4E8188-04EF-50E0-9A3E-6B5091A054FB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34:32.127" v="587"/>
        <pc:sldMkLst>
          <pc:docMk/>
          <pc:sldMk cId="2826698516" sldId="394"/>
        </pc:sldMkLst>
        <pc:inkChg chg="add del">
          <ac:chgData name="Fariha Hossain" userId="6aa7d125-f4d1-4b59-9e05-e109224d2bd2" providerId="ADAL" clId="{24D189ED-3557-4501-ACFE-1E2F0A62EA70}" dt="2026-02-04T22:34:32.126" v="586"/>
          <ac:inkMkLst>
            <pc:docMk/>
            <pc:sldMk cId="2826698516" sldId="394"/>
            <ac:inkMk id="2" creationId="{324338BE-61DB-C3AE-2AE2-9ED9BF65D7BA}"/>
          </ac:inkMkLst>
        </pc:inkChg>
        <pc:inkChg chg="add del">
          <ac:chgData name="Fariha Hossain" userId="6aa7d125-f4d1-4b59-9e05-e109224d2bd2" providerId="ADAL" clId="{24D189ED-3557-4501-ACFE-1E2F0A62EA70}" dt="2026-02-04T22:34:32.127" v="587"/>
          <ac:inkMkLst>
            <pc:docMk/>
            <pc:sldMk cId="2826698516" sldId="394"/>
            <ac:inkMk id="3" creationId="{1447D890-9DF5-FCE8-92F5-A877B61C5BF9}"/>
          </ac:inkMkLst>
        </pc:inkChg>
        <pc:inkChg chg="add del">
          <ac:chgData name="Fariha Hossain" userId="6aa7d125-f4d1-4b59-9e05-e109224d2bd2" providerId="ADAL" clId="{24D189ED-3557-4501-ACFE-1E2F0A62EA70}" dt="2026-02-04T22:34:32.124" v="585"/>
          <ac:inkMkLst>
            <pc:docMk/>
            <pc:sldMk cId="2826698516" sldId="394"/>
            <ac:inkMk id="9" creationId="{4B5A0361-DA62-3F8C-7A67-954EF81FE629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35:58.010" v="620"/>
        <pc:sldMkLst>
          <pc:docMk/>
          <pc:sldMk cId="4140068057" sldId="395"/>
        </pc:sldMkLst>
        <pc:inkChg chg="add del">
          <ac:chgData name="Fariha Hossain" userId="6aa7d125-f4d1-4b59-9e05-e109224d2bd2" providerId="ADAL" clId="{24D189ED-3557-4501-ACFE-1E2F0A62EA70}" dt="2026-02-04T22:34:41.222" v="590"/>
          <ac:inkMkLst>
            <pc:docMk/>
            <pc:sldMk cId="4140068057" sldId="395"/>
            <ac:inkMk id="2" creationId="{25165AB8-1D34-EC66-39A3-C2CA0F49016F}"/>
          </ac:inkMkLst>
        </pc:inkChg>
        <pc:inkChg chg="add del">
          <ac:chgData name="Fariha Hossain" userId="6aa7d125-f4d1-4b59-9e05-e109224d2bd2" providerId="ADAL" clId="{24D189ED-3557-4501-ACFE-1E2F0A62EA70}" dt="2026-02-04T22:34:41.222" v="590"/>
          <ac:inkMkLst>
            <pc:docMk/>
            <pc:sldMk cId="4140068057" sldId="395"/>
            <ac:inkMk id="4" creationId="{D1D67BDC-DF6D-0278-CAD3-461CD9B60D30}"/>
          </ac:inkMkLst>
        </pc:inkChg>
        <pc:inkChg chg="add del reco">
          <ac:chgData name="Fariha Hossain" userId="6aa7d125-f4d1-4b59-9e05-e109224d2bd2" providerId="ADAL" clId="{24D189ED-3557-4501-ACFE-1E2F0A62EA70}" dt="2026-02-04T22:35:58.007" v="617"/>
          <ac:inkMkLst>
            <pc:docMk/>
            <pc:sldMk cId="4140068057" sldId="395"/>
            <ac:inkMk id="6" creationId="{70657ECA-9C2D-1D38-4819-1F031D293AA6}"/>
          </ac:inkMkLst>
        </pc:inkChg>
        <pc:inkChg chg="add del">
          <ac:chgData name="Fariha Hossain" userId="6aa7d125-f4d1-4b59-9e05-e109224d2bd2" providerId="ADAL" clId="{24D189ED-3557-4501-ACFE-1E2F0A62EA70}" dt="2026-02-04T22:35:58.010" v="620"/>
          <ac:inkMkLst>
            <pc:docMk/>
            <pc:sldMk cId="4140068057" sldId="395"/>
            <ac:inkMk id="8" creationId="{97599DF1-D017-270F-2EFF-BE04C6D0C0D9}"/>
          </ac:inkMkLst>
        </pc:inkChg>
        <pc:inkChg chg="del">
          <ac:chgData name="Fariha Hossain" userId="6aa7d125-f4d1-4b59-9e05-e109224d2bd2" providerId="ADAL" clId="{24D189ED-3557-4501-ACFE-1E2F0A62EA70}" dt="2026-02-04T22:35:58.009" v="619"/>
          <ac:inkMkLst>
            <pc:docMk/>
            <pc:sldMk cId="4140068057" sldId="395"/>
            <ac:inkMk id="9" creationId="{3F02FB54-BA59-FE11-1CE0-30990762ECAB}"/>
          </ac:inkMkLst>
        </pc:inkChg>
        <pc:inkChg chg="add del">
          <ac:chgData name="Fariha Hossain" userId="6aa7d125-f4d1-4b59-9e05-e109224d2bd2" providerId="ADAL" clId="{24D189ED-3557-4501-ACFE-1E2F0A62EA70}" dt="2026-02-04T22:34:49.755" v="597"/>
          <ac:inkMkLst>
            <pc:docMk/>
            <pc:sldMk cId="4140068057" sldId="395"/>
            <ac:inkMk id="10" creationId="{7C73EA40-EB0A-9EEF-178C-8B46B5A80E30}"/>
          </ac:inkMkLst>
        </pc:inkChg>
        <pc:inkChg chg="add del">
          <ac:chgData name="Fariha Hossain" userId="6aa7d125-f4d1-4b59-9e05-e109224d2bd2" providerId="ADAL" clId="{24D189ED-3557-4501-ACFE-1E2F0A62EA70}" dt="2026-02-04T22:34:49.755" v="597"/>
          <ac:inkMkLst>
            <pc:docMk/>
            <pc:sldMk cId="4140068057" sldId="395"/>
            <ac:inkMk id="11" creationId="{D19C77F6-6337-F4CE-8439-63AC6D7535DF}"/>
          </ac:inkMkLst>
        </pc:inkChg>
        <pc:inkChg chg="add del">
          <ac:chgData name="Fariha Hossain" userId="6aa7d125-f4d1-4b59-9e05-e109224d2bd2" providerId="ADAL" clId="{24D189ED-3557-4501-ACFE-1E2F0A62EA70}" dt="2026-02-04T22:34:49.755" v="597"/>
          <ac:inkMkLst>
            <pc:docMk/>
            <pc:sldMk cId="4140068057" sldId="395"/>
            <ac:inkMk id="12" creationId="{E39132E0-75B5-9849-1951-15259015CBF0}"/>
          </ac:inkMkLst>
        </pc:inkChg>
        <pc:inkChg chg="add del">
          <ac:chgData name="Fariha Hossain" userId="6aa7d125-f4d1-4b59-9e05-e109224d2bd2" providerId="ADAL" clId="{24D189ED-3557-4501-ACFE-1E2F0A62EA70}" dt="2026-02-04T22:34:49.755" v="597"/>
          <ac:inkMkLst>
            <pc:docMk/>
            <pc:sldMk cId="4140068057" sldId="395"/>
            <ac:inkMk id="13" creationId="{99D8C0B0-18A1-E73E-D4CA-4E7B6A8BB681}"/>
          </ac:inkMkLst>
        </pc:inkChg>
        <pc:inkChg chg="add del">
          <ac:chgData name="Fariha Hossain" userId="6aa7d125-f4d1-4b59-9e05-e109224d2bd2" providerId="ADAL" clId="{24D189ED-3557-4501-ACFE-1E2F0A62EA70}" dt="2026-02-04T22:34:49.755" v="597"/>
          <ac:inkMkLst>
            <pc:docMk/>
            <pc:sldMk cId="4140068057" sldId="395"/>
            <ac:inkMk id="14" creationId="{10566980-E85B-799B-513D-557C47C119A1}"/>
          </ac:inkMkLst>
        </pc:inkChg>
        <pc:inkChg chg="add del reco">
          <ac:chgData name="Fariha Hossain" userId="6aa7d125-f4d1-4b59-9e05-e109224d2bd2" providerId="ADAL" clId="{24D189ED-3557-4501-ACFE-1E2F0A62EA70}" dt="2026-02-04T22:35:58.006" v="616"/>
          <ac:inkMkLst>
            <pc:docMk/>
            <pc:sldMk cId="4140068057" sldId="395"/>
            <ac:inkMk id="15" creationId="{6722E84E-C972-11D9-0A92-9A72709ECFD6}"/>
          </ac:inkMkLst>
        </pc:inkChg>
        <pc:inkChg chg="add del">
          <ac:chgData name="Fariha Hossain" userId="6aa7d125-f4d1-4b59-9e05-e109224d2bd2" providerId="ADAL" clId="{24D189ED-3557-4501-ACFE-1E2F0A62EA70}" dt="2026-02-04T22:34:52.717" v="602"/>
          <ac:inkMkLst>
            <pc:docMk/>
            <pc:sldMk cId="4140068057" sldId="395"/>
            <ac:inkMk id="16" creationId="{0F2DC0D0-8D9D-0885-C2CB-683742589A5D}"/>
          </ac:inkMkLst>
        </pc:inkChg>
        <pc:inkChg chg="add del">
          <ac:chgData name="Fariha Hossain" userId="6aa7d125-f4d1-4b59-9e05-e109224d2bd2" providerId="ADAL" clId="{24D189ED-3557-4501-ACFE-1E2F0A62EA70}" dt="2026-02-04T22:34:52.717" v="602"/>
          <ac:inkMkLst>
            <pc:docMk/>
            <pc:sldMk cId="4140068057" sldId="395"/>
            <ac:inkMk id="17" creationId="{B863A3A5-5BD9-0239-C3FE-E368AE14A4C7}"/>
          </ac:inkMkLst>
        </pc:inkChg>
        <pc:inkChg chg="add del">
          <ac:chgData name="Fariha Hossain" userId="6aa7d125-f4d1-4b59-9e05-e109224d2bd2" providerId="ADAL" clId="{24D189ED-3557-4501-ACFE-1E2F0A62EA70}" dt="2026-02-04T22:34:52.717" v="602"/>
          <ac:inkMkLst>
            <pc:docMk/>
            <pc:sldMk cId="4140068057" sldId="395"/>
            <ac:inkMk id="18" creationId="{E24DCC27-36BE-FFAA-2528-DFB258A292B3}"/>
          </ac:inkMkLst>
        </pc:inkChg>
        <pc:inkChg chg="add del">
          <ac:chgData name="Fariha Hossain" userId="6aa7d125-f4d1-4b59-9e05-e109224d2bd2" providerId="ADAL" clId="{24D189ED-3557-4501-ACFE-1E2F0A62EA70}" dt="2026-02-04T22:34:52.717" v="602"/>
          <ac:inkMkLst>
            <pc:docMk/>
            <pc:sldMk cId="4140068057" sldId="395"/>
            <ac:inkMk id="19" creationId="{22896870-62FD-CA30-97CA-10980F693DF2}"/>
          </ac:inkMkLst>
        </pc:inkChg>
        <pc:inkChg chg="add del reco">
          <ac:chgData name="Fariha Hossain" userId="6aa7d125-f4d1-4b59-9e05-e109224d2bd2" providerId="ADAL" clId="{24D189ED-3557-4501-ACFE-1E2F0A62EA70}" dt="2026-02-04T22:35:58.008" v="618"/>
          <ac:inkMkLst>
            <pc:docMk/>
            <pc:sldMk cId="4140068057" sldId="395"/>
            <ac:inkMk id="20" creationId="{216DCA54-DEAC-C8A4-0789-D962D725057C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4T21:40:35.932" v="92"/>
        <pc:sldMkLst>
          <pc:docMk/>
          <pc:sldMk cId="1740244531" sldId="396"/>
        </pc:sldMkLst>
        <pc:inkChg chg="add del">
          <ac:chgData name="Fariha Hossain" userId="6aa7d125-f4d1-4b59-9e05-e109224d2bd2" providerId="ADAL" clId="{24D189ED-3557-4501-ACFE-1E2F0A62EA70}" dt="2026-02-04T21:38:51.161" v="28"/>
          <ac:inkMkLst>
            <pc:docMk/>
            <pc:sldMk cId="1740244531" sldId="396"/>
            <ac:inkMk id="2" creationId="{07E7C2C3-2284-1E04-8FBB-39AB9E90ACED}"/>
          </ac:inkMkLst>
        </pc:inkChg>
        <pc:inkChg chg="add del">
          <ac:chgData name="Fariha Hossain" userId="6aa7d125-f4d1-4b59-9e05-e109224d2bd2" providerId="ADAL" clId="{24D189ED-3557-4501-ACFE-1E2F0A62EA70}" dt="2026-02-04T21:38:51.161" v="28"/>
          <ac:inkMkLst>
            <pc:docMk/>
            <pc:sldMk cId="1740244531" sldId="396"/>
            <ac:inkMk id="3" creationId="{DEA93A26-73E6-399F-2853-F5EC31E73B89}"/>
          </ac:inkMkLst>
        </pc:inkChg>
        <pc:inkChg chg="add del reco">
          <ac:chgData name="Fariha Hossain" userId="6aa7d125-f4d1-4b59-9e05-e109224d2bd2" providerId="ADAL" clId="{24D189ED-3557-4501-ACFE-1E2F0A62EA70}" dt="2026-02-04T21:40:04.994" v="77"/>
          <ac:inkMkLst>
            <pc:docMk/>
            <pc:sldMk cId="1740244531" sldId="396"/>
            <ac:inkMk id="4" creationId="{620CE23B-3C1D-422C-71B9-7519AFF0D3A1}"/>
          </ac:inkMkLst>
        </pc:inkChg>
        <pc:inkChg chg="add del">
          <ac:chgData name="Fariha Hossain" userId="6aa7d125-f4d1-4b59-9e05-e109224d2bd2" providerId="ADAL" clId="{24D189ED-3557-4501-ACFE-1E2F0A62EA70}" dt="2026-02-04T21:38:52.870" v="31"/>
          <ac:inkMkLst>
            <pc:docMk/>
            <pc:sldMk cId="1740244531" sldId="396"/>
            <ac:inkMk id="6" creationId="{790ACB09-2699-7544-8DCE-4A7C7861F9D1}"/>
          </ac:inkMkLst>
        </pc:inkChg>
        <pc:inkChg chg="add del">
          <ac:chgData name="Fariha Hossain" userId="6aa7d125-f4d1-4b59-9e05-e109224d2bd2" providerId="ADAL" clId="{24D189ED-3557-4501-ACFE-1E2F0A62EA70}" dt="2026-02-04T21:38:52.870" v="31"/>
          <ac:inkMkLst>
            <pc:docMk/>
            <pc:sldMk cId="1740244531" sldId="396"/>
            <ac:inkMk id="9" creationId="{4D4761F7-6B93-8CD0-7C18-9B6550A082F7}"/>
          </ac:inkMkLst>
        </pc:inkChg>
        <pc:inkChg chg="add del reco">
          <ac:chgData name="Fariha Hossain" userId="6aa7d125-f4d1-4b59-9e05-e109224d2bd2" providerId="ADAL" clId="{24D189ED-3557-4501-ACFE-1E2F0A62EA70}" dt="2026-02-04T21:40:04.989" v="71"/>
          <ac:inkMkLst>
            <pc:docMk/>
            <pc:sldMk cId="1740244531" sldId="396"/>
            <ac:inkMk id="10" creationId="{9AEE6904-BD29-C4C1-166A-872974A6275B}"/>
          </ac:inkMkLst>
        </pc:inkChg>
        <pc:inkChg chg="add del">
          <ac:chgData name="Fariha Hossain" userId="6aa7d125-f4d1-4b59-9e05-e109224d2bd2" providerId="ADAL" clId="{24D189ED-3557-4501-ACFE-1E2F0A62EA70}" dt="2026-02-04T21:38:56.567" v="36"/>
          <ac:inkMkLst>
            <pc:docMk/>
            <pc:sldMk cId="1740244531" sldId="396"/>
            <ac:inkMk id="11" creationId="{3143226D-2F12-BC36-287C-7F565D79C206}"/>
          </ac:inkMkLst>
        </pc:inkChg>
        <pc:inkChg chg="add del">
          <ac:chgData name="Fariha Hossain" userId="6aa7d125-f4d1-4b59-9e05-e109224d2bd2" providerId="ADAL" clId="{24D189ED-3557-4501-ACFE-1E2F0A62EA70}" dt="2026-02-04T21:38:56.567" v="36"/>
          <ac:inkMkLst>
            <pc:docMk/>
            <pc:sldMk cId="1740244531" sldId="396"/>
            <ac:inkMk id="12" creationId="{9F44F978-FB6B-0A38-BAA4-F6833C8E89D6}"/>
          </ac:inkMkLst>
        </pc:inkChg>
        <pc:inkChg chg="add del">
          <ac:chgData name="Fariha Hossain" userId="6aa7d125-f4d1-4b59-9e05-e109224d2bd2" providerId="ADAL" clId="{24D189ED-3557-4501-ACFE-1E2F0A62EA70}" dt="2026-02-04T21:38:56.567" v="36"/>
          <ac:inkMkLst>
            <pc:docMk/>
            <pc:sldMk cId="1740244531" sldId="396"/>
            <ac:inkMk id="13" creationId="{9F3F7C95-2353-69A8-AD5F-BB718EBEBFF3}"/>
          </ac:inkMkLst>
        </pc:inkChg>
        <pc:inkChg chg="add del">
          <ac:chgData name="Fariha Hossain" userId="6aa7d125-f4d1-4b59-9e05-e109224d2bd2" providerId="ADAL" clId="{24D189ED-3557-4501-ACFE-1E2F0A62EA70}" dt="2026-02-04T21:38:56.567" v="36"/>
          <ac:inkMkLst>
            <pc:docMk/>
            <pc:sldMk cId="1740244531" sldId="396"/>
            <ac:inkMk id="14" creationId="{956DF7B4-2EAC-C18B-760B-24641AE5B965}"/>
          </ac:inkMkLst>
        </pc:inkChg>
        <pc:inkChg chg="add del reco">
          <ac:chgData name="Fariha Hossain" userId="6aa7d125-f4d1-4b59-9e05-e109224d2bd2" providerId="ADAL" clId="{24D189ED-3557-4501-ACFE-1E2F0A62EA70}" dt="2026-02-04T21:40:04.993" v="75"/>
          <ac:inkMkLst>
            <pc:docMk/>
            <pc:sldMk cId="1740244531" sldId="396"/>
            <ac:inkMk id="15" creationId="{C15EEFF6-C855-1E0F-7190-FC7C2D285356}"/>
          </ac:inkMkLst>
        </pc:inkChg>
        <pc:inkChg chg="add del reco">
          <ac:chgData name="Fariha Hossain" userId="6aa7d125-f4d1-4b59-9e05-e109224d2bd2" providerId="ADAL" clId="{24D189ED-3557-4501-ACFE-1E2F0A62EA70}" dt="2026-02-04T21:40:06.359" v="79"/>
          <ac:inkMkLst>
            <pc:docMk/>
            <pc:sldMk cId="1740244531" sldId="396"/>
            <ac:inkMk id="16" creationId="{8ABD4049-E712-726B-486C-12347C54D64C}"/>
          </ac:inkMkLst>
        </pc:inkChg>
        <pc:inkChg chg="add del">
          <ac:chgData name="Fariha Hossain" userId="6aa7d125-f4d1-4b59-9e05-e109224d2bd2" providerId="ADAL" clId="{24D189ED-3557-4501-ACFE-1E2F0A62EA70}" dt="2026-02-04T21:39:14.528" v="41"/>
          <ac:inkMkLst>
            <pc:docMk/>
            <pc:sldMk cId="1740244531" sldId="396"/>
            <ac:inkMk id="17" creationId="{97339B0B-F152-C4EB-14EB-EC77215785AE}"/>
          </ac:inkMkLst>
        </pc:inkChg>
        <pc:inkChg chg="add del">
          <ac:chgData name="Fariha Hossain" userId="6aa7d125-f4d1-4b59-9e05-e109224d2bd2" providerId="ADAL" clId="{24D189ED-3557-4501-ACFE-1E2F0A62EA70}" dt="2026-02-04T21:39:14.528" v="41"/>
          <ac:inkMkLst>
            <pc:docMk/>
            <pc:sldMk cId="1740244531" sldId="396"/>
            <ac:inkMk id="18" creationId="{25F97738-9806-2521-C71D-77196132C19E}"/>
          </ac:inkMkLst>
        </pc:inkChg>
        <pc:inkChg chg="add del">
          <ac:chgData name="Fariha Hossain" userId="6aa7d125-f4d1-4b59-9e05-e109224d2bd2" providerId="ADAL" clId="{24D189ED-3557-4501-ACFE-1E2F0A62EA70}" dt="2026-02-04T21:39:14.528" v="41"/>
          <ac:inkMkLst>
            <pc:docMk/>
            <pc:sldMk cId="1740244531" sldId="396"/>
            <ac:inkMk id="19" creationId="{D2FD9408-4113-A590-A2F4-A4DB72CF8B3E}"/>
          </ac:inkMkLst>
        </pc:inkChg>
        <pc:inkChg chg="add del">
          <ac:chgData name="Fariha Hossain" userId="6aa7d125-f4d1-4b59-9e05-e109224d2bd2" providerId="ADAL" clId="{24D189ED-3557-4501-ACFE-1E2F0A62EA70}" dt="2026-02-04T21:39:14.528" v="41"/>
          <ac:inkMkLst>
            <pc:docMk/>
            <pc:sldMk cId="1740244531" sldId="396"/>
            <ac:inkMk id="20" creationId="{2C911F2B-9E7B-3451-8D1E-BF37B81F96A8}"/>
          </ac:inkMkLst>
        </pc:inkChg>
        <pc:inkChg chg="add del reco">
          <ac:chgData name="Fariha Hossain" userId="6aa7d125-f4d1-4b59-9e05-e109224d2bd2" providerId="ADAL" clId="{24D189ED-3557-4501-ACFE-1E2F0A62EA70}" dt="2026-02-04T21:40:04.990" v="72"/>
          <ac:inkMkLst>
            <pc:docMk/>
            <pc:sldMk cId="1740244531" sldId="396"/>
            <ac:inkMk id="21" creationId="{46673CBE-9C09-BB50-EF1F-FA24BE8AB923}"/>
          </ac:inkMkLst>
        </pc:inkChg>
        <pc:inkChg chg="add del reco">
          <ac:chgData name="Fariha Hossain" userId="6aa7d125-f4d1-4b59-9e05-e109224d2bd2" providerId="ADAL" clId="{24D189ED-3557-4501-ACFE-1E2F0A62EA70}" dt="2026-02-04T21:40:04.990" v="73"/>
          <ac:inkMkLst>
            <pc:docMk/>
            <pc:sldMk cId="1740244531" sldId="396"/>
            <ac:inkMk id="22" creationId="{F5A6DE44-9795-FCA0-1610-00E3B4DCC77C}"/>
          </ac:inkMkLst>
        </pc:inkChg>
        <pc:inkChg chg="add del">
          <ac:chgData name="Fariha Hossain" userId="6aa7d125-f4d1-4b59-9e05-e109224d2bd2" providerId="ADAL" clId="{24D189ED-3557-4501-ACFE-1E2F0A62EA70}" dt="2026-02-04T21:39:15.882" v="44"/>
          <ac:inkMkLst>
            <pc:docMk/>
            <pc:sldMk cId="1740244531" sldId="396"/>
            <ac:inkMk id="23" creationId="{315CA3AB-64FE-4496-073B-AC707BB74E4E}"/>
          </ac:inkMkLst>
        </pc:inkChg>
        <pc:inkChg chg="add del">
          <ac:chgData name="Fariha Hossain" userId="6aa7d125-f4d1-4b59-9e05-e109224d2bd2" providerId="ADAL" clId="{24D189ED-3557-4501-ACFE-1E2F0A62EA70}" dt="2026-02-04T21:39:15.882" v="44"/>
          <ac:inkMkLst>
            <pc:docMk/>
            <pc:sldMk cId="1740244531" sldId="396"/>
            <ac:inkMk id="24" creationId="{12951213-1412-6CDD-7189-87C1EFEB4671}"/>
          </ac:inkMkLst>
        </pc:inkChg>
        <pc:inkChg chg="add del reco">
          <ac:chgData name="Fariha Hossain" userId="6aa7d125-f4d1-4b59-9e05-e109224d2bd2" providerId="ADAL" clId="{24D189ED-3557-4501-ACFE-1E2F0A62EA70}" dt="2026-02-04T21:40:04.993" v="76"/>
          <ac:inkMkLst>
            <pc:docMk/>
            <pc:sldMk cId="1740244531" sldId="396"/>
            <ac:inkMk id="25" creationId="{472850EE-3553-D882-69C0-ED7E85669C9C}"/>
          </ac:inkMkLst>
        </pc:inkChg>
        <pc:inkChg chg="add del">
          <ac:chgData name="Fariha Hossain" userId="6aa7d125-f4d1-4b59-9e05-e109224d2bd2" providerId="ADAL" clId="{24D189ED-3557-4501-ACFE-1E2F0A62EA70}" dt="2026-02-04T21:39:18.116" v="48"/>
          <ac:inkMkLst>
            <pc:docMk/>
            <pc:sldMk cId="1740244531" sldId="396"/>
            <ac:inkMk id="26" creationId="{5FD5F6E7-1845-B760-2C88-FB392B17EEFC}"/>
          </ac:inkMkLst>
        </pc:inkChg>
        <pc:inkChg chg="add del">
          <ac:chgData name="Fariha Hossain" userId="6aa7d125-f4d1-4b59-9e05-e109224d2bd2" providerId="ADAL" clId="{24D189ED-3557-4501-ACFE-1E2F0A62EA70}" dt="2026-02-04T21:39:18.116" v="48"/>
          <ac:inkMkLst>
            <pc:docMk/>
            <pc:sldMk cId="1740244531" sldId="396"/>
            <ac:inkMk id="27" creationId="{7EBF9F6F-20A8-BCB4-153D-609D57046000}"/>
          </ac:inkMkLst>
        </pc:inkChg>
        <pc:inkChg chg="add del">
          <ac:chgData name="Fariha Hossain" userId="6aa7d125-f4d1-4b59-9e05-e109224d2bd2" providerId="ADAL" clId="{24D189ED-3557-4501-ACFE-1E2F0A62EA70}" dt="2026-02-04T21:39:18.116" v="48"/>
          <ac:inkMkLst>
            <pc:docMk/>
            <pc:sldMk cId="1740244531" sldId="396"/>
            <ac:inkMk id="28" creationId="{72FEB427-37AA-3AAD-8BF4-CA2265BF83FF}"/>
          </ac:inkMkLst>
        </pc:inkChg>
        <pc:inkChg chg="add del mod reco modStrokes">
          <ac:chgData name="Fariha Hossain" userId="6aa7d125-f4d1-4b59-9e05-e109224d2bd2" providerId="ADAL" clId="{24D189ED-3557-4501-ACFE-1E2F0A62EA70}" dt="2026-02-04T21:40:06.361" v="80"/>
          <ac:inkMkLst>
            <pc:docMk/>
            <pc:sldMk cId="1740244531" sldId="396"/>
            <ac:inkMk id="29" creationId="{AB998DFF-EBEC-CECC-50FB-D9146E18D11B}"/>
          </ac:inkMkLst>
        </pc:inkChg>
        <pc:inkChg chg="add del">
          <ac:chgData name="Fariha Hossain" userId="6aa7d125-f4d1-4b59-9e05-e109224d2bd2" providerId="ADAL" clId="{24D189ED-3557-4501-ACFE-1E2F0A62EA70}" dt="2026-02-04T21:39:39.685" v="53"/>
          <ac:inkMkLst>
            <pc:docMk/>
            <pc:sldMk cId="1740244531" sldId="396"/>
            <ac:inkMk id="30" creationId="{4035CBA3-CC9D-F227-DD92-6F3EE5A22A43}"/>
          </ac:inkMkLst>
        </pc:inkChg>
        <pc:inkChg chg="add del">
          <ac:chgData name="Fariha Hossain" userId="6aa7d125-f4d1-4b59-9e05-e109224d2bd2" providerId="ADAL" clId="{24D189ED-3557-4501-ACFE-1E2F0A62EA70}" dt="2026-02-04T21:39:39.685" v="53"/>
          <ac:inkMkLst>
            <pc:docMk/>
            <pc:sldMk cId="1740244531" sldId="396"/>
            <ac:inkMk id="31" creationId="{635D9C43-3AF0-6536-C915-68718A99A298}"/>
          </ac:inkMkLst>
        </pc:inkChg>
        <pc:inkChg chg="add del">
          <ac:chgData name="Fariha Hossain" userId="6aa7d125-f4d1-4b59-9e05-e109224d2bd2" providerId="ADAL" clId="{24D189ED-3557-4501-ACFE-1E2F0A62EA70}" dt="2026-02-04T21:39:39.685" v="53"/>
          <ac:inkMkLst>
            <pc:docMk/>
            <pc:sldMk cId="1740244531" sldId="396"/>
            <ac:inkMk id="33" creationId="{6F45FAE2-CEF6-A36A-A087-9E77DA97E943}"/>
          </ac:inkMkLst>
        </pc:inkChg>
        <pc:inkChg chg="add del">
          <ac:chgData name="Fariha Hossain" userId="6aa7d125-f4d1-4b59-9e05-e109224d2bd2" providerId="ADAL" clId="{24D189ED-3557-4501-ACFE-1E2F0A62EA70}" dt="2026-02-04T21:39:39.685" v="53"/>
          <ac:inkMkLst>
            <pc:docMk/>
            <pc:sldMk cId="1740244531" sldId="396"/>
            <ac:inkMk id="34" creationId="{FB86EE38-3C28-E96B-4F92-B841005F81F2}"/>
          </ac:inkMkLst>
        </pc:inkChg>
        <pc:inkChg chg="add del reco">
          <ac:chgData name="Fariha Hossain" userId="6aa7d125-f4d1-4b59-9e05-e109224d2bd2" providerId="ADAL" clId="{24D189ED-3557-4501-ACFE-1E2F0A62EA70}" dt="2026-02-04T21:40:04.995" v="78"/>
          <ac:inkMkLst>
            <pc:docMk/>
            <pc:sldMk cId="1740244531" sldId="396"/>
            <ac:inkMk id="35" creationId="{A909607A-1F07-5371-4F29-7353CB1763CA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36" creationId="{EE590A8C-9434-9023-9C98-F00B34854D8E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37" creationId="{4479F1CF-BC5B-F54C-072A-A2A5C21F280B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38" creationId="{C9828844-60EF-745A-0380-D70AB911EBDA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39" creationId="{EE029F7E-57E1-137A-9E5A-9FAA1AAEC104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40" creationId="{B0A32F4C-7380-A9B1-2F58-846865494C6C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41" creationId="{97822184-A5F8-3B4A-9E40-132D15D6317B}"/>
          </ac:inkMkLst>
        </pc:inkChg>
        <pc:inkChg chg="add del">
          <ac:chgData name="Fariha Hossain" userId="6aa7d125-f4d1-4b59-9e05-e109224d2bd2" providerId="ADAL" clId="{24D189ED-3557-4501-ACFE-1E2F0A62EA70}" dt="2026-02-04T21:39:47.997" v="61"/>
          <ac:inkMkLst>
            <pc:docMk/>
            <pc:sldMk cId="1740244531" sldId="396"/>
            <ac:inkMk id="42" creationId="{64ABAE90-533E-C60A-ABBE-EA1B0D8AD270}"/>
          </ac:inkMkLst>
        </pc:inkChg>
        <pc:inkChg chg="add del reco">
          <ac:chgData name="Fariha Hossain" userId="6aa7d125-f4d1-4b59-9e05-e109224d2bd2" providerId="ADAL" clId="{24D189ED-3557-4501-ACFE-1E2F0A62EA70}" dt="2026-02-04T21:40:04.987" v="69"/>
          <ac:inkMkLst>
            <pc:docMk/>
            <pc:sldMk cId="1740244531" sldId="396"/>
            <ac:inkMk id="43" creationId="{83BD3F70-787F-D4D9-8B6F-33FDD9D683BE}"/>
          </ac:inkMkLst>
        </pc:inkChg>
        <pc:inkChg chg="add del">
          <ac:chgData name="Fariha Hossain" userId="6aa7d125-f4d1-4b59-9e05-e109224d2bd2" providerId="ADAL" clId="{24D189ED-3557-4501-ACFE-1E2F0A62EA70}" dt="2026-02-04T21:39:58.411" v="68"/>
          <ac:inkMkLst>
            <pc:docMk/>
            <pc:sldMk cId="1740244531" sldId="396"/>
            <ac:inkMk id="44" creationId="{7ABF8248-B2F3-4FA9-675C-A8403916EA4C}"/>
          </ac:inkMkLst>
        </pc:inkChg>
        <pc:inkChg chg="add del">
          <ac:chgData name="Fariha Hossain" userId="6aa7d125-f4d1-4b59-9e05-e109224d2bd2" providerId="ADAL" clId="{24D189ED-3557-4501-ACFE-1E2F0A62EA70}" dt="2026-02-04T21:39:58.411" v="68"/>
          <ac:inkMkLst>
            <pc:docMk/>
            <pc:sldMk cId="1740244531" sldId="396"/>
            <ac:inkMk id="45" creationId="{A86716BE-9C04-E429-8460-ABF6CE87E7CF}"/>
          </ac:inkMkLst>
        </pc:inkChg>
        <pc:inkChg chg="add del">
          <ac:chgData name="Fariha Hossain" userId="6aa7d125-f4d1-4b59-9e05-e109224d2bd2" providerId="ADAL" clId="{24D189ED-3557-4501-ACFE-1E2F0A62EA70}" dt="2026-02-04T21:39:58.411" v="68"/>
          <ac:inkMkLst>
            <pc:docMk/>
            <pc:sldMk cId="1740244531" sldId="396"/>
            <ac:inkMk id="46" creationId="{53863B24-5F72-7E5E-503F-70AFB41A9BE1}"/>
          </ac:inkMkLst>
        </pc:inkChg>
        <pc:inkChg chg="add del">
          <ac:chgData name="Fariha Hossain" userId="6aa7d125-f4d1-4b59-9e05-e109224d2bd2" providerId="ADAL" clId="{24D189ED-3557-4501-ACFE-1E2F0A62EA70}" dt="2026-02-04T21:39:58.411" v="68"/>
          <ac:inkMkLst>
            <pc:docMk/>
            <pc:sldMk cId="1740244531" sldId="396"/>
            <ac:inkMk id="47" creationId="{56A55BDC-F0D4-63DA-3C01-B9516A54DBD7}"/>
          </ac:inkMkLst>
        </pc:inkChg>
        <pc:inkChg chg="add del">
          <ac:chgData name="Fariha Hossain" userId="6aa7d125-f4d1-4b59-9e05-e109224d2bd2" providerId="ADAL" clId="{24D189ED-3557-4501-ACFE-1E2F0A62EA70}" dt="2026-02-04T21:39:58.411" v="68"/>
          <ac:inkMkLst>
            <pc:docMk/>
            <pc:sldMk cId="1740244531" sldId="396"/>
            <ac:inkMk id="48" creationId="{749F79EB-3DCA-14DB-B2A6-AB9AF325DECC}"/>
          </ac:inkMkLst>
        </pc:inkChg>
        <pc:inkChg chg="add del">
          <ac:chgData name="Fariha Hossain" userId="6aa7d125-f4d1-4b59-9e05-e109224d2bd2" providerId="ADAL" clId="{24D189ED-3557-4501-ACFE-1E2F0A62EA70}" dt="2026-02-04T21:39:58.411" v="68"/>
          <ac:inkMkLst>
            <pc:docMk/>
            <pc:sldMk cId="1740244531" sldId="396"/>
            <ac:inkMk id="49" creationId="{98B8BC25-000E-2E8C-3C27-702CF18FCB68}"/>
          </ac:inkMkLst>
        </pc:inkChg>
        <pc:inkChg chg="add del reco">
          <ac:chgData name="Fariha Hossain" userId="6aa7d125-f4d1-4b59-9e05-e109224d2bd2" providerId="ADAL" clId="{24D189ED-3557-4501-ACFE-1E2F0A62EA70}" dt="2026-02-04T21:40:04.988" v="70"/>
          <ac:inkMkLst>
            <pc:docMk/>
            <pc:sldMk cId="1740244531" sldId="396"/>
            <ac:inkMk id="50" creationId="{45D1FCEA-6B05-F546-5E63-C1C367AED153}"/>
          </ac:inkMkLst>
        </pc:inkChg>
        <pc:inkChg chg="add del">
          <ac:chgData name="Fariha Hossain" userId="6aa7d125-f4d1-4b59-9e05-e109224d2bd2" providerId="ADAL" clId="{24D189ED-3557-4501-ACFE-1E2F0A62EA70}" dt="2026-02-04T21:40:14.991" v="83"/>
          <ac:inkMkLst>
            <pc:docMk/>
            <pc:sldMk cId="1740244531" sldId="396"/>
            <ac:inkMk id="51" creationId="{5821075F-8770-30C4-0AC2-A7F0B5A733A0}"/>
          </ac:inkMkLst>
        </pc:inkChg>
        <pc:inkChg chg="add del">
          <ac:chgData name="Fariha Hossain" userId="6aa7d125-f4d1-4b59-9e05-e109224d2bd2" providerId="ADAL" clId="{24D189ED-3557-4501-ACFE-1E2F0A62EA70}" dt="2026-02-04T21:40:14.991" v="83"/>
          <ac:inkMkLst>
            <pc:docMk/>
            <pc:sldMk cId="1740244531" sldId="396"/>
            <ac:inkMk id="52" creationId="{FFCFECEF-6FA0-DAE0-5945-202450D0977E}"/>
          </ac:inkMkLst>
        </pc:inkChg>
        <pc:inkChg chg="add del reco">
          <ac:chgData name="Fariha Hossain" userId="6aa7d125-f4d1-4b59-9e05-e109224d2bd2" providerId="ADAL" clId="{24D189ED-3557-4501-ACFE-1E2F0A62EA70}" dt="2026-02-04T21:40:35.930" v="91"/>
          <ac:inkMkLst>
            <pc:docMk/>
            <pc:sldMk cId="1740244531" sldId="396"/>
            <ac:inkMk id="53" creationId="{4ECA1ABA-8E30-FB55-0DFB-F5ABB334E5D8}"/>
          </ac:inkMkLst>
        </pc:inkChg>
        <pc:inkChg chg="add del">
          <ac:chgData name="Fariha Hossain" userId="6aa7d125-f4d1-4b59-9e05-e109224d2bd2" providerId="ADAL" clId="{24D189ED-3557-4501-ACFE-1E2F0A62EA70}" dt="2026-02-04T21:40:19.669" v="86"/>
          <ac:inkMkLst>
            <pc:docMk/>
            <pc:sldMk cId="1740244531" sldId="396"/>
            <ac:inkMk id="54" creationId="{F94D6503-C7D3-70AA-B0E0-2A12E8EE503E}"/>
          </ac:inkMkLst>
        </pc:inkChg>
        <pc:inkChg chg="add del">
          <ac:chgData name="Fariha Hossain" userId="6aa7d125-f4d1-4b59-9e05-e109224d2bd2" providerId="ADAL" clId="{24D189ED-3557-4501-ACFE-1E2F0A62EA70}" dt="2026-02-04T21:40:19.669" v="86"/>
          <ac:inkMkLst>
            <pc:docMk/>
            <pc:sldMk cId="1740244531" sldId="396"/>
            <ac:inkMk id="55" creationId="{D4A44AA0-8222-3027-DAB6-3A572281D6B4}"/>
          </ac:inkMkLst>
        </pc:inkChg>
        <pc:inkChg chg="add del reco">
          <ac:chgData name="Fariha Hossain" userId="6aa7d125-f4d1-4b59-9e05-e109224d2bd2" providerId="ADAL" clId="{24D189ED-3557-4501-ACFE-1E2F0A62EA70}" dt="2026-02-04T21:40:35.932" v="92"/>
          <ac:inkMkLst>
            <pc:docMk/>
            <pc:sldMk cId="1740244531" sldId="396"/>
            <ac:inkMk id="56" creationId="{2DFAD2BB-B781-0B88-6217-6781F102B0F8}"/>
          </ac:inkMkLst>
        </pc:inkChg>
        <pc:inkChg chg="add del">
          <ac:chgData name="Fariha Hossain" userId="6aa7d125-f4d1-4b59-9e05-e109224d2bd2" providerId="ADAL" clId="{24D189ED-3557-4501-ACFE-1E2F0A62EA70}" dt="2026-02-04T21:40:26.537" v="89"/>
          <ac:inkMkLst>
            <pc:docMk/>
            <pc:sldMk cId="1740244531" sldId="396"/>
            <ac:inkMk id="57" creationId="{987FAE7A-4382-15FE-B39D-3B0C1B42BCF9}"/>
          </ac:inkMkLst>
        </pc:inkChg>
        <pc:inkChg chg="add del">
          <ac:chgData name="Fariha Hossain" userId="6aa7d125-f4d1-4b59-9e05-e109224d2bd2" providerId="ADAL" clId="{24D189ED-3557-4501-ACFE-1E2F0A62EA70}" dt="2026-02-04T21:40:26.537" v="89"/>
          <ac:inkMkLst>
            <pc:docMk/>
            <pc:sldMk cId="1740244531" sldId="396"/>
            <ac:inkMk id="58" creationId="{374FCA90-2AD6-0E47-3327-FDBB5BCE6757}"/>
          </ac:inkMkLst>
        </pc:inkChg>
        <pc:inkChg chg="add del reco">
          <ac:chgData name="Fariha Hossain" userId="6aa7d125-f4d1-4b59-9e05-e109224d2bd2" providerId="ADAL" clId="{24D189ED-3557-4501-ACFE-1E2F0A62EA70}" dt="2026-02-04T21:40:35.928" v="90"/>
          <ac:inkMkLst>
            <pc:docMk/>
            <pc:sldMk cId="1740244531" sldId="396"/>
            <ac:inkMk id="59" creationId="{20A4A22B-714E-76C0-7431-DF0B5A50DF36}"/>
          </ac:inkMkLst>
        </pc:inkChg>
      </pc:sldChg>
      <pc:sldChg chg="addSp delSp mod">
        <pc:chgData name="Fariha Hossain" userId="6aa7d125-f4d1-4b59-9e05-e109224d2bd2" providerId="ADAL" clId="{24D189ED-3557-4501-ACFE-1E2F0A62EA70}" dt="2026-02-04T21:38:31.763" v="25"/>
        <pc:sldMkLst>
          <pc:docMk/>
          <pc:sldMk cId="2006556188" sldId="399"/>
        </pc:sldMkLst>
        <pc:inkChg chg="add">
          <ac:chgData name="Fariha Hossain" userId="6aa7d125-f4d1-4b59-9e05-e109224d2bd2" providerId="ADAL" clId="{24D189ED-3557-4501-ACFE-1E2F0A62EA70}" dt="2026-02-04T21:37:30.708" v="0"/>
          <ac:inkMkLst>
            <pc:docMk/>
            <pc:sldMk cId="2006556188" sldId="399"/>
            <ac:inkMk id="2" creationId="{8737207F-04FF-32C8-475E-3CA27E8BB862}"/>
          </ac:inkMkLst>
        </pc:inkChg>
        <pc:inkChg chg="add">
          <ac:chgData name="Fariha Hossain" userId="6aa7d125-f4d1-4b59-9e05-e109224d2bd2" providerId="ADAL" clId="{24D189ED-3557-4501-ACFE-1E2F0A62EA70}" dt="2026-02-04T21:37:35.135" v="1"/>
          <ac:inkMkLst>
            <pc:docMk/>
            <pc:sldMk cId="2006556188" sldId="399"/>
            <ac:inkMk id="10" creationId="{AE1AD035-362E-7D32-304E-734A214E8F65}"/>
          </ac:inkMkLst>
        </pc:inkChg>
        <pc:inkChg chg="add del">
          <ac:chgData name="Fariha Hossain" userId="6aa7d125-f4d1-4b59-9e05-e109224d2bd2" providerId="ADAL" clId="{24D189ED-3557-4501-ACFE-1E2F0A62EA70}" dt="2026-02-04T21:37:37.717" v="5"/>
          <ac:inkMkLst>
            <pc:docMk/>
            <pc:sldMk cId="2006556188" sldId="399"/>
            <ac:inkMk id="11" creationId="{F857176F-5791-0508-D6F3-711BE9F9F1C2}"/>
          </ac:inkMkLst>
        </pc:inkChg>
        <pc:inkChg chg="add del">
          <ac:chgData name="Fariha Hossain" userId="6aa7d125-f4d1-4b59-9e05-e109224d2bd2" providerId="ADAL" clId="{24D189ED-3557-4501-ACFE-1E2F0A62EA70}" dt="2026-02-04T21:37:37.717" v="5"/>
          <ac:inkMkLst>
            <pc:docMk/>
            <pc:sldMk cId="2006556188" sldId="399"/>
            <ac:inkMk id="12" creationId="{A583E786-FFA9-6465-AFEE-CCB39B83BA8D}"/>
          </ac:inkMkLst>
        </pc:inkChg>
        <pc:inkChg chg="add del">
          <ac:chgData name="Fariha Hossain" userId="6aa7d125-f4d1-4b59-9e05-e109224d2bd2" providerId="ADAL" clId="{24D189ED-3557-4501-ACFE-1E2F0A62EA70}" dt="2026-02-04T21:37:37.717" v="5"/>
          <ac:inkMkLst>
            <pc:docMk/>
            <pc:sldMk cId="2006556188" sldId="399"/>
            <ac:inkMk id="15" creationId="{34875AC4-0122-AEE4-66B8-B7DBE7814188}"/>
          </ac:inkMkLst>
        </pc:inkChg>
        <pc:inkChg chg="add reco">
          <ac:chgData name="Fariha Hossain" userId="6aa7d125-f4d1-4b59-9e05-e109224d2bd2" providerId="ADAL" clId="{24D189ED-3557-4501-ACFE-1E2F0A62EA70}" dt="2026-02-04T21:37:37.717" v="5"/>
          <ac:inkMkLst>
            <pc:docMk/>
            <pc:sldMk cId="2006556188" sldId="399"/>
            <ac:inkMk id="19" creationId="{1CA532DC-0049-B65F-55C7-78E3FC037B80}"/>
          </ac:inkMkLst>
        </pc:inkChg>
        <pc:inkChg chg="add del">
          <ac:chgData name="Fariha Hossain" userId="6aa7d125-f4d1-4b59-9e05-e109224d2bd2" providerId="ADAL" clId="{24D189ED-3557-4501-ACFE-1E2F0A62EA70}" dt="2026-02-04T21:37:48.579" v="10"/>
          <ac:inkMkLst>
            <pc:docMk/>
            <pc:sldMk cId="2006556188" sldId="399"/>
            <ac:inkMk id="20" creationId="{B4DEB1F3-870F-4069-166D-A7E4E0DCACD3}"/>
          </ac:inkMkLst>
        </pc:inkChg>
        <pc:inkChg chg="add del">
          <ac:chgData name="Fariha Hossain" userId="6aa7d125-f4d1-4b59-9e05-e109224d2bd2" providerId="ADAL" clId="{24D189ED-3557-4501-ACFE-1E2F0A62EA70}" dt="2026-02-04T21:37:48.579" v="10"/>
          <ac:inkMkLst>
            <pc:docMk/>
            <pc:sldMk cId="2006556188" sldId="399"/>
            <ac:inkMk id="21" creationId="{15F500B2-86E5-D5DF-E293-DAA73E96509D}"/>
          </ac:inkMkLst>
        </pc:inkChg>
        <pc:inkChg chg="add del">
          <ac:chgData name="Fariha Hossain" userId="6aa7d125-f4d1-4b59-9e05-e109224d2bd2" providerId="ADAL" clId="{24D189ED-3557-4501-ACFE-1E2F0A62EA70}" dt="2026-02-04T21:37:48.579" v="10"/>
          <ac:inkMkLst>
            <pc:docMk/>
            <pc:sldMk cId="2006556188" sldId="399"/>
            <ac:inkMk id="22" creationId="{3FAE7B84-0B2F-0362-641E-C02EBF6C7D2E}"/>
          </ac:inkMkLst>
        </pc:inkChg>
        <pc:inkChg chg="add del">
          <ac:chgData name="Fariha Hossain" userId="6aa7d125-f4d1-4b59-9e05-e109224d2bd2" providerId="ADAL" clId="{24D189ED-3557-4501-ACFE-1E2F0A62EA70}" dt="2026-02-04T21:37:48.579" v="10"/>
          <ac:inkMkLst>
            <pc:docMk/>
            <pc:sldMk cId="2006556188" sldId="399"/>
            <ac:inkMk id="23" creationId="{E36F60F7-CB63-C418-89D0-40FD25B88645}"/>
          </ac:inkMkLst>
        </pc:inkChg>
        <pc:inkChg chg="add reco">
          <ac:chgData name="Fariha Hossain" userId="6aa7d125-f4d1-4b59-9e05-e109224d2bd2" providerId="ADAL" clId="{24D189ED-3557-4501-ACFE-1E2F0A62EA70}" dt="2026-02-04T21:37:48.579" v="10"/>
          <ac:inkMkLst>
            <pc:docMk/>
            <pc:sldMk cId="2006556188" sldId="399"/>
            <ac:inkMk id="24" creationId="{BA401F2B-A1F7-3A4F-44E3-10A5AB39352E}"/>
          </ac:inkMkLst>
        </pc:inkChg>
        <pc:inkChg chg="add del">
          <ac:chgData name="Fariha Hossain" userId="6aa7d125-f4d1-4b59-9e05-e109224d2bd2" providerId="ADAL" clId="{24D189ED-3557-4501-ACFE-1E2F0A62EA70}" dt="2026-02-04T21:38:06.460" v="13"/>
          <ac:inkMkLst>
            <pc:docMk/>
            <pc:sldMk cId="2006556188" sldId="399"/>
            <ac:inkMk id="25" creationId="{EF00D984-8799-0CDA-0877-5072B8AA8DD1}"/>
          </ac:inkMkLst>
        </pc:inkChg>
        <pc:inkChg chg="add del">
          <ac:chgData name="Fariha Hossain" userId="6aa7d125-f4d1-4b59-9e05-e109224d2bd2" providerId="ADAL" clId="{24D189ED-3557-4501-ACFE-1E2F0A62EA70}" dt="2026-02-04T21:38:06.460" v="13"/>
          <ac:inkMkLst>
            <pc:docMk/>
            <pc:sldMk cId="2006556188" sldId="399"/>
            <ac:inkMk id="26" creationId="{6376DDF0-3A3B-CCEA-6706-C3937935E66B}"/>
          </ac:inkMkLst>
        </pc:inkChg>
        <pc:inkChg chg="add reco">
          <ac:chgData name="Fariha Hossain" userId="6aa7d125-f4d1-4b59-9e05-e109224d2bd2" providerId="ADAL" clId="{24D189ED-3557-4501-ACFE-1E2F0A62EA70}" dt="2026-02-04T21:38:06.460" v="13"/>
          <ac:inkMkLst>
            <pc:docMk/>
            <pc:sldMk cId="2006556188" sldId="399"/>
            <ac:inkMk id="27" creationId="{A91B99A1-B570-F54C-4493-D29669953D75}"/>
          </ac:inkMkLst>
        </pc:inkChg>
        <pc:inkChg chg="add">
          <ac:chgData name="Fariha Hossain" userId="6aa7d125-f4d1-4b59-9e05-e109224d2bd2" providerId="ADAL" clId="{24D189ED-3557-4501-ACFE-1E2F0A62EA70}" dt="2026-02-04T21:38:08.052" v="14"/>
          <ac:inkMkLst>
            <pc:docMk/>
            <pc:sldMk cId="2006556188" sldId="399"/>
            <ac:inkMk id="28" creationId="{220C6393-0FED-B76B-39CD-BDD9E16E8632}"/>
          </ac:inkMkLst>
        </pc:inkChg>
        <pc:inkChg chg="add del">
          <ac:chgData name="Fariha Hossain" userId="6aa7d125-f4d1-4b59-9e05-e109224d2bd2" providerId="ADAL" clId="{24D189ED-3557-4501-ACFE-1E2F0A62EA70}" dt="2026-02-04T21:38:17.592" v="17"/>
          <ac:inkMkLst>
            <pc:docMk/>
            <pc:sldMk cId="2006556188" sldId="399"/>
            <ac:inkMk id="29" creationId="{6539BB21-5CDE-27B3-C8EC-07B66168CC22}"/>
          </ac:inkMkLst>
        </pc:inkChg>
        <pc:inkChg chg="add del">
          <ac:chgData name="Fariha Hossain" userId="6aa7d125-f4d1-4b59-9e05-e109224d2bd2" providerId="ADAL" clId="{24D189ED-3557-4501-ACFE-1E2F0A62EA70}" dt="2026-02-04T21:38:17.592" v="17"/>
          <ac:inkMkLst>
            <pc:docMk/>
            <pc:sldMk cId="2006556188" sldId="399"/>
            <ac:inkMk id="30" creationId="{04625011-1CAD-68D6-2048-92622CE3F068}"/>
          </ac:inkMkLst>
        </pc:inkChg>
        <pc:inkChg chg="add del reco">
          <ac:chgData name="Fariha Hossain" userId="6aa7d125-f4d1-4b59-9e05-e109224d2bd2" providerId="ADAL" clId="{24D189ED-3557-4501-ACFE-1E2F0A62EA70}" dt="2026-02-04T21:38:20.920" v="18"/>
          <ac:inkMkLst>
            <pc:docMk/>
            <pc:sldMk cId="2006556188" sldId="399"/>
            <ac:inkMk id="31" creationId="{555D32E6-6096-8E85-4CB0-87AB0F3FD190}"/>
          </ac:inkMkLst>
        </pc:inkChg>
        <pc:inkChg chg="add del">
          <ac:chgData name="Fariha Hossain" userId="6aa7d125-f4d1-4b59-9e05-e109224d2bd2" providerId="ADAL" clId="{24D189ED-3557-4501-ACFE-1E2F0A62EA70}" dt="2026-02-04T21:38:24.866" v="21"/>
          <ac:inkMkLst>
            <pc:docMk/>
            <pc:sldMk cId="2006556188" sldId="399"/>
            <ac:inkMk id="33" creationId="{A2486721-D1CD-098F-7175-B9D75058B27F}"/>
          </ac:inkMkLst>
        </pc:inkChg>
        <pc:inkChg chg="add del">
          <ac:chgData name="Fariha Hossain" userId="6aa7d125-f4d1-4b59-9e05-e109224d2bd2" providerId="ADAL" clId="{24D189ED-3557-4501-ACFE-1E2F0A62EA70}" dt="2026-02-04T21:38:24.866" v="21"/>
          <ac:inkMkLst>
            <pc:docMk/>
            <pc:sldMk cId="2006556188" sldId="399"/>
            <ac:inkMk id="34" creationId="{82C87CA9-7C88-4DA1-2EEB-35D37F8C94EE}"/>
          </ac:inkMkLst>
        </pc:inkChg>
        <pc:inkChg chg="add reco">
          <ac:chgData name="Fariha Hossain" userId="6aa7d125-f4d1-4b59-9e05-e109224d2bd2" providerId="ADAL" clId="{24D189ED-3557-4501-ACFE-1E2F0A62EA70}" dt="2026-02-04T21:38:24.866" v="21"/>
          <ac:inkMkLst>
            <pc:docMk/>
            <pc:sldMk cId="2006556188" sldId="399"/>
            <ac:inkMk id="35" creationId="{69CE45FD-ED56-E421-91DB-6716C5DC6AFF}"/>
          </ac:inkMkLst>
        </pc:inkChg>
        <pc:inkChg chg="add del">
          <ac:chgData name="Fariha Hossain" userId="6aa7d125-f4d1-4b59-9e05-e109224d2bd2" providerId="ADAL" clId="{24D189ED-3557-4501-ACFE-1E2F0A62EA70}" dt="2026-02-04T21:38:31.763" v="25"/>
          <ac:inkMkLst>
            <pc:docMk/>
            <pc:sldMk cId="2006556188" sldId="399"/>
            <ac:inkMk id="36" creationId="{ECD4E8F7-66E8-E362-6C4D-B0AC47742DBB}"/>
          </ac:inkMkLst>
        </pc:inkChg>
        <pc:inkChg chg="add del">
          <ac:chgData name="Fariha Hossain" userId="6aa7d125-f4d1-4b59-9e05-e109224d2bd2" providerId="ADAL" clId="{24D189ED-3557-4501-ACFE-1E2F0A62EA70}" dt="2026-02-04T21:38:31.763" v="25"/>
          <ac:inkMkLst>
            <pc:docMk/>
            <pc:sldMk cId="2006556188" sldId="399"/>
            <ac:inkMk id="37" creationId="{1AB537A8-DA96-17B3-1DF2-DD1B4DBEC168}"/>
          </ac:inkMkLst>
        </pc:inkChg>
        <pc:inkChg chg="add del">
          <ac:chgData name="Fariha Hossain" userId="6aa7d125-f4d1-4b59-9e05-e109224d2bd2" providerId="ADAL" clId="{24D189ED-3557-4501-ACFE-1E2F0A62EA70}" dt="2026-02-04T21:38:31.763" v="25"/>
          <ac:inkMkLst>
            <pc:docMk/>
            <pc:sldMk cId="2006556188" sldId="399"/>
            <ac:inkMk id="38" creationId="{0C4000CE-01DC-ABE1-1941-09A4BF0DDA79}"/>
          </ac:inkMkLst>
        </pc:inkChg>
        <pc:inkChg chg="add reco">
          <ac:chgData name="Fariha Hossain" userId="6aa7d125-f4d1-4b59-9e05-e109224d2bd2" providerId="ADAL" clId="{24D189ED-3557-4501-ACFE-1E2F0A62EA70}" dt="2026-02-04T21:38:31.763" v="25"/>
          <ac:inkMkLst>
            <pc:docMk/>
            <pc:sldMk cId="2006556188" sldId="399"/>
            <ac:inkMk id="39" creationId="{E3FBD8FF-E407-9E74-29F1-6E97AEF4C376}"/>
          </ac:inkMkLst>
        </pc:inkChg>
      </pc:sldChg>
      <pc:sldChg chg="addSp delSp mod">
        <pc:chgData name="Fariha Hossain" userId="6aa7d125-f4d1-4b59-9e05-e109224d2bd2" providerId="ADAL" clId="{24D189ED-3557-4501-ACFE-1E2F0A62EA70}" dt="2026-02-04T21:44:39.114" v="163"/>
        <pc:sldMkLst>
          <pc:docMk/>
          <pc:sldMk cId="589906728" sldId="400"/>
        </pc:sldMkLst>
        <pc:inkChg chg="add del">
          <ac:chgData name="Fariha Hossain" userId="6aa7d125-f4d1-4b59-9e05-e109224d2bd2" providerId="ADAL" clId="{24D189ED-3557-4501-ACFE-1E2F0A62EA70}" dt="2026-02-04T21:44:37.536" v="160"/>
          <ac:inkMkLst>
            <pc:docMk/>
            <pc:sldMk cId="589906728" sldId="400"/>
            <ac:inkMk id="4" creationId="{28664767-F4BB-7FF5-3ACA-8C82A81AA6CC}"/>
          </ac:inkMkLst>
        </pc:inkChg>
        <pc:inkChg chg="add del">
          <ac:chgData name="Fariha Hossain" userId="6aa7d125-f4d1-4b59-9e05-e109224d2bd2" providerId="ADAL" clId="{24D189ED-3557-4501-ACFE-1E2F0A62EA70}" dt="2026-02-04T21:44:37.536" v="160"/>
          <ac:inkMkLst>
            <pc:docMk/>
            <pc:sldMk cId="589906728" sldId="400"/>
            <ac:inkMk id="5" creationId="{7B9E38FB-0F05-B33E-3959-F5E9DDB353BA}"/>
          </ac:inkMkLst>
        </pc:inkChg>
        <pc:inkChg chg="add reco">
          <ac:chgData name="Fariha Hossain" userId="6aa7d125-f4d1-4b59-9e05-e109224d2bd2" providerId="ADAL" clId="{24D189ED-3557-4501-ACFE-1E2F0A62EA70}" dt="2026-02-04T21:44:37.536" v="160"/>
          <ac:inkMkLst>
            <pc:docMk/>
            <pc:sldMk cId="589906728" sldId="400"/>
            <ac:inkMk id="6" creationId="{C12D151C-6CAA-DAF3-7A63-D381804D2B96}"/>
          </ac:inkMkLst>
        </pc:inkChg>
        <pc:inkChg chg="add del">
          <ac:chgData name="Fariha Hossain" userId="6aa7d125-f4d1-4b59-9e05-e109224d2bd2" providerId="ADAL" clId="{24D189ED-3557-4501-ACFE-1E2F0A62EA70}" dt="2026-02-04T21:44:39.114" v="163"/>
          <ac:inkMkLst>
            <pc:docMk/>
            <pc:sldMk cId="589906728" sldId="400"/>
            <ac:inkMk id="8" creationId="{B77F1F46-56EA-104A-459A-DDECD3F53747}"/>
          </ac:inkMkLst>
        </pc:inkChg>
        <pc:inkChg chg="add del">
          <ac:chgData name="Fariha Hossain" userId="6aa7d125-f4d1-4b59-9e05-e109224d2bd2" providerId="ADAL" clId="{24D189ED-3557-4501-ACFE-1E2F0A62EA70}" dt="2026-02-04T21:44:39.114" v="163"/>
          <ac:inkMkLst>
            <pc:docMk/>
            <pc:sldMk cId="589906728" sldId="400"/>
            <ac:inkMk id="9" creationId="{1AA4AAB5-59EF-6C18-DAB2-D27A0773AE4D}"/>
          </ac:inkMkLst>
        </pc:inkChg>
        <pc:inkChg chg="add reco">
          <ac:chgData name="Fariha Hossain" userId="6aa7d125-f4d1-4b59-9e05-e109224d2bd2" providerId="ADAL" clId="{24D189ED-3557-4501-ACFE-1E2F0A62EA70}" dt="2026-02-04T21:44:39.114" v="163"/>
          <ac:inkMkLst>
            <pc:docMk/>
            <pc:sldMk cId="589906728" sldId="400"/>
            <ac:inkMk id="10" creationId="{515A06C0-6417-8C9B-FB95-776915BA8C0C}"/>
          </ac:inkMkLst>
        </pc:inkChg>
      </pc:sldChg>
      <pc:sldChg chg="addSp delSp mod">
        <pc:chgData name="Fariha Hossain" userId="6aa7d125-f4d1-4b59-9e05-e109224d2bd2" providerId="ADAL" clId="{24D189ED-3557-4501-ACFE-1E2F0A62EA70}" dt="2026-02-04T21:45:31.124" v="182"/>
        <pc:sldMkLst>
          <pc:docMk/>
          <pc:sldMk cId="1858644425" sldId="401"/>
        </pc:sldMkLst>
        <pc:inkChg chg="add del">
          <ac:chgData name="Fariha Hossain" userId="6aa7d125-f4d1-4b59-9e05-e109224d2bd2" providerId="ADAL" clId="{24D189ED-3557-4501-ACFE-1E2F0A62EA70}" dt="2026-02-04T21:45:28.837" v="178"/>
          <ac:inkMkLst>
            <pc:docMk/>
            <pc:sldMk cId="1858644425" sldId="401"/>
            <ac:inkMk id="2" creationId="{17988151-BBE7-CDB0-5F8A-55E2252B37B5}"/>
          </ac:inkMkLst>
        </pc:inkChg>
        <pc:inkChg chg="add del">
          <ac:chgData name="Fariha Hossain" userId="6aa7d125-f4d1-4b59-9e05-e109224d2bd2" providerId="ADAL" clId="{24D189ED-3557-4501-ACFE-1E2F0A62EA70}" dt="2026-02-04T21:45:28.837" v="178"/>
          <ac:inkMkLst>
            <pc:docMk/>
            <pc:sldMk cId="1858644425" sldId="401"/>
            <ac:inkMk id="3" creationId="{D4A14F69-417C-34C0-1FA1-FD9C3794C11D}"/>
          </ac:inkMkLst>
        </pc:inkChg>
        <pc:inkChg chg="add del">
          <ac:chgData name="Fariha Hossain" userId="6aa7d125-f4d1-4b59-9e05-e109224d2bd2" providerId="ADAL" clId="{24D189ED-3557-4501-ACFE-1E2F0A62EA70}" dt="2026-02-04T21:45:28.837" v="178"/>
          <ac:inkMkLst>
            <pc:docMk/>
            <pc:sldMk cId="1858644425" sldId="401"/>
            <ac:inkMk id="4" creationId="{ACEEA4B6-82A7-2A1C-D525-A7038501A9DB}"/>
          </ac:inkMkLst>
        </pc:inkChg>
        <pc:inkChg chg="add del">
          <ac:chgData name="Fariha Hossain" userId="6aa7d125-f4d1-4b59-9e05-e109224d2bd2" providerId="ADAL" clId="{24D189ED-3557-4501-ACFE-1E2F0A62EA70}" dt="2026-02-04T21:45:28.837" v="178"/>
          <ac:inkMkLst>
            <pc:docMk/>
            <pc:sldMk cId="1858644425" sldId="401"/>
            <ac:inkMk id="8" creationId="{D38C5461-5AEA-6189-3691-19580E01D3B7}"/>
          </ac:inkMkLst>
        </pc:inkChg>
        <pc:inkChg chg="add del">
          <ac:chgData name="Fariha Hossain" userId="6aa7d125-f4d1-4b59-9e05-e109224d2bd2" providerId="ADAL" clId="{24D189ED-3557-4501-ACFE-1E2F0A62EA70}" dt="2026-02-04T21:45:28.837" v="178"/>
          <ac:inkMkLst>
            <pc:docMk/>
            <pc:sldMk cId="1858644425" sldId="401"/>
            <ac:inkMk id="9" creationId="{58DFAEC9-80B7-64D7-F731-1776D5ADCC6D}"/>
          </ac:inkMkLst>
        </pc:inkChg>
        <pc:inkChg chg="add reco">
          <ac:chgData name="Fariha Hossain" userId="6aa7d125-f4d1-4b59-9e05-e109224d2bd2" providerId="ADAL" clId="{24D189ED-3557-4501-ACFE-1E2F0A62EA70}" dt="2026-02-04T21:45:28.837" v="178"/>
          <ac:inkMkLst>
            <pc:docMk/>
            <pc:sldMk cId="1858644425" sldId="401"/>
            <ac:inkMk id="10" creationId="{FEF70936-C94B-4825-B187-E4A777DAC626}"/>
          </ac:inkMkLst>
        </pc:inkChg>
        <pc:inkChg chg="add del">
          <ac:chgData name="Fariha Hossain" userId="6aa7d125-f4d1-4b59-9e05-e109224d2bd2" providerId="ADAL" clId="{24D189ED-3557-4501-ACFE-1E2F0A62EA70}" dt="2026-02-04T21:45:31.124" v="182"/>
          <ac:inkMkLst>
            <pc:docMk/>
            <pc:sldMk cId="1858644425" sldId="401"/>
            <ac:inkMk id="11" creationId="{25F05357-30EA-F097-7679-AAAB398B9626}"/>
          </ac:inkMkLst>
        </pc:inkChg>
        <pc:inkChg chg="add del">
          <ac:chgData name="Fariha Hossain" userId="6aa7d125-f4d1-4b59-9e05-e109224d2bd2" providerId="ADAL" clId="{24D189ED-3557-4501-ACFE-1E2F0A62EA70}" dt="2026-02-04T21:45:31.124" v="182"/>
          <ac:inkMkLst>
            <pc:docMk/>
            <pc:sldMk cId="1858644425" sldId="401"/>
            <ac:inkMk id="12" creationId="{66B4A06D-A884-DDD1-639E-EB49A6D2BC22}"/>
          </ac:inkMkLst>
        </pc:inkChg>
        <pc:inkChg chg="add del">
          <ac:chgData name="Fariha Hossain" userId="6aa7d125-f4d1-4b59-9e05-e109224d2bd2" providerId="ADAL" clId="{24D189ED-3557-4501-ACFE-1E2F0A62EA70}" dt="2026-02-04T21:45:31.124" v="182"/>
          <ac:inkMkLst>
            <pc:docMk/>
            <pc:sldMk cId="1858644425" sldId="401"/>
            <ac:inkMk id="13" creationId="{3E5871D0-343D-A45A-F97B-C98966D3417F}"/>
          </ac:inkMkLst>
        </pc:inkChg>
        <pc:inkChg chg="add reco">
          <ac:chgData name="Fariha Hossain" userId="6aa7d125-f4d1-4b59-9e05-e109224d2bd2" providerId="ADAL" clId="{24D189ED-3557-4501-ACFE-1E2F0A62EA70}" dt="2026-02-04T21:45:31.124" v="182"/>
          <ac:inkMkLst>
            <pc:docMk/>
            <pc:sldMk cId="1858644425" sldId="401"/>
            <ac:inkMk id="14" creationId="{2EE2192E-E236-B7C2-E81F-A8DE9D33C4E1}"/>
          </ac:inkMkLst>
        </pc:inkChg>
      </pc:sldChg>
      <pc:sldChg chg="addSp delSp mod">
        <pc:chgData name="Fariha Hossain" userId="6aa7d125-f4d1-4b59-9e05-e109224d2bd2" providerId="ADAL" clId="{24D189ED-3557-4501-ACFE-1E2F0A62EA70}" dt="2026-02-04T21:46:54.337" v="198"/>
        <pc:sldMkLst>
          <pc:docMk/>
          <pc:sldMk cId="2304312534" sldId="402"/>
        </pc:sldMkLst>
        <pc:inkChg chg="add del">
          <ac:chgData name="Fariha Hossain" userId="6aa7d125-f4d1-4b59-9e05-e109224d2bd2" providerId="ADAL" clId="{24D189ED-3557-4501-ACFE-1E2F0A62EA70}" dt="2026-02-04T21:46:05.831" v="189"/>
          <ac:inkMkLst>
            <pc:docMk/>
            <pc:sldMk cId="2304312534" sldId="402"/>
            <ac:inkMk id="2" creationId="{100BDCF0-35C2-1085-6082-5D49BD9F66D5}"/>
          </ac:inkMkLst>
        </pc:inkChg>
        <pc:inkChg chg="add del">
          <ac:chgData name="Fariha Hossain" userId="6aa7d125-f4d1-4b59-9e05-e109224d2bd2" providerId="ADAL" clId="{24D189ED-3557-4501-ACFE-1E2F0A62EA70}" dt="2026-02-04T21:46:05.831" v="189"/>
          <ac:inkMkLst>
            <pc:docMk/>
            <pc:sldMk cId="2304312534" sldId="402"/>
            <ac:inkMk id="5" creationId="{DA563441-3E41-E1DD-E73A-EADB0A2DC3CD}"/>
          </ac:inkMkLst>
        </pc:inkChg>
        <pc:inkChg chg="add del reco">
          <ac:chgData name="Fariha Hossain" userId="6aa7d125-f4d1-4b59-9e05-e109224d2bd2" providerId="ADAL" clId="{24D189ED-3557-4501-ACFE-1E2F0A62EA70}" dt="2026-02-04T21:46:54.336" v="197"/>
          <ac:inkMkLst>
            <pc:docMk/>
            <pc:sldMk cId="2304312534" sldId="402"/>
            <ac:inkMk id="6" creationId="{73C1C279-B33A-F5EB-A2CC-1901E9839076}"/>
          </ac:inkMkLst>
        </pc:inkChg>
        <pc:inkChg chg="add del">
          <ac:chgData name="Fariha Hossain" userId="6aa7d125-f4d1-4b59-9e05-e109224d2bd2" providerId="ADAL" clId="{24D189ED-3557-4501-ACFE-1E2F0A62EA70}" dt="2026-02-04T21:46:36.833" v="193"/>
          <ac:inkMkLst>
            <pc:docMk/>
            <pc:sldMk cId="2304312534" sldId="402"/>
            <ac:inkMk id="8" creationId="{C94F59FC-782A-5026-0202-C9B3E19596E6}"/>
          </ac:inkMkLst>
        </pc:inkChg>
        <pc:inkChg chg="add del">
          <ac:chgData name="Fariha Hossain" userId="6aa7d125-f4d1-4b59-9e05-e109224d2bd2" providerId="ADAL" clId="{24D189ED-3557-4501-ACFE-1E2F0A62EA70}" dt="2026-02-04T21:46:36.833" v="193"/>
          <ac:inkMkLst>
            <pc:docMk/>
            <pc:sldMk cId="2304312534" sldId="402"/>
            <ac:inkMk id="9" creationId="{23F505C7-9221-3614-4737-4B56D1FB774A}"/>
          </ac:inkMkLst>
        </pc:inkChg>
        <pc:inkChg chg="add del">
          <ac:chgData name="Fariha Hossain" userId="6aa7d125-f4d1-4b59-9e05-e109224d2bd2" providerId="ADAL" clId="{24D189ED-3557-4501-ACFE-1E2F0A62EA70}" dt="2026-02-04T21:46:36.833" v="193"/>
          <ac:inkMkLst>
            <pc:docMk/>
            <pc:sldMk cId="2304312534" sldId="402"/>
            <ac:inkMk id="10" creationId="{4F06D6B3-8FF0-36BB-C621-3346F40E84CE}"/>
          </ac:inkMkLst>
        </pc:inkChg>
        <pc:inkChg chg="add del reco">
          <ac:chgData name="Fariha Hossain" userId="6aa7d125-f4d1-4b59-9e05-e109224d2bd2" providerId="ADAL" clId="{24D189ED-3557-4501-ACFE-1E2F0A62EA70}" dt="2026-02-04T21:46:54.334" v="196"/>
          <ac:inkMkLst>
            <pc:docMk/>
            <pc:sldMk cId="2304312534" sldId="402"/>
            <ac:inkMk id="11" creationId="{86C8556E-DDF1-B108-E50C-071E78F2BC9A}"/>
          </ac:inkMkLst>
        </pc:inkChg>
        <pc:inkChg chg="add del">
          <ac:chgData name="Fariha Hossain" userId="6aa7d125-f4d1-4b59-9e05-e109224d2bd2" providerId="ADAL" clId="{24D189ED-3557-4501-ACFE-1E2F0A62EA70}" dt="2026-02-04T21:46:54.337" v="198"/>
          <ac:inkMkLst>
            <pc:docMk/>
            <pc:sldMk cId="2304312534" sldId="402"/>
            <ac:inkMk id="12" creationId="{F6C72766-C78A-0C56-AD51-73DB586C6E0B}"/>
          </ac:inkMkLst>
        </pc:inkChg>
        <pc:inkChg chg="add">
          <ac:chgData name="Fariha Hossain" userId="6aa7d125-f4d1-4b59-9e05-e109224d2bd2" providerId="ADAL" clId="{24D189ED-3557-4501-ACFE-1E2F0A62EA70}" dt="2026-02-04T21:46:52.646" v="195"/>
          <ac:inkMkLst>
            <pc:docMk/>
            <pc:sldMk cId="2304312534" sldId="402"/>
            <ac:inkMk id="13" creationId="{2C39B0B4-50CC-99A9-E8F9-6891C8E09FD4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12:52.176" v="498"/>
        <pc:sldMkLst>
          <pc:docMk/>
          <pc:sldMk cId="2153170382" sldId="404"/>
        </pc:sldMkLst>
        <pc:inkChg chg="add del">
          <ac:chgData name="Fariha Hossain" userId="6aa7d125-f4d1-4b59-9e05-e109224d2bd2" providerId="ADAL" clId="{24D189ED-3557-4501-ACFE-1E2F0A62EA70}" dt="2026-02-04T22:12:40.025" v="490"/>
          <ac:inkMkLst>
            <pc:docMk/>
            <pc:sldMk cId="2153170382" sldId="404"/>
            <ac:inkMk id="2" creationId="{04A10E3C-2CA9-2B9D-13C0-244361D9F662}"/>
          </ac:inkMkLst>
        </pc:inkChg>
        <pc:inkChg chg="add del">
          <ac:chgData name="Fariha Hossain" userId="6aa7d125-f4d1-4b59-9e05-e109224d2bd2" providerId="ADAL" clId="{24D189ED-3557-4501-ACFE-1E2F0A62EA70}" dt="2026-02-04T22:12:40.025" v="490"/>
          <ac:inkMkLst>
            <pc:docMk/>
            <pc:sldMk cId="2153170382" sldId="404"/>
            <ac:inkMk id="5" creationId="{E9EC9445-F0B6-6102-49ED-F6AD5A68F383}"/>
          </ac:inkMkLst>
        </pc:inkChg>
        <pc:inkChg chg="add reco">
          <ac:chgData name="Fariha Hossain" userId="6aa7d125-f4d1-4b59-9e05-e109224d2bd2" providerId="ADAL" clId="{24D189ED-3557-4501-ACFE-1E2F0A62EA70}" dt="2026-02-04T22:12:40.025" v="490"/>
          <ac:inkMkLst>
            <pc:docMk/>
            <pc:sldMk cId="2153170382" sldId="404"/>
            <ac:inkMk id="6" creationId="{2825B168-A72A-BDAA-8D9E-427101367A08}"/>
          </ac:inkMkLst>
        </pc:inkChg>
        <pc:inkChg chg="add del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8" creationId="{38BFC330-25DC-C2FB-A5C8-0F99397A8938}"/>
          </ac:inkMkLst>
        </pc:inkChg>
        <pc:inkChg chg="add del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9" creationId="{CA3084B7-1F58-5C0C-14AE-F871295871AA}"/>
          </ac:inkMkLst>
        </pc:inkChg>
        <pc:inkChg chg="add del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10" creationId="{B20F6B3D-67EA-7430-F3E9-31DF3AD68790}"/>
          </ac:inkMkLst>
        </pc:inkChg>
        <pc:inkChg chg="add del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11" creationId="{3B35EF59-72E0-42F5-3622-2F069068953C}"/>
          </ac:inkMkLst>
        </pc:inkChg>
        <pc:inkChg chg="add del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12" creationId="{47C65161-A9D1-90D5-F80B-BDFCC1FA2A13}"/>
          </ac:inkMkLst>
        </pc:inkChg>
        <pc:inkChg chg="add del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13" creationId="{987AD406-8508-864B-2A3B-A7607B35F733}"/>
          </ac:inkMkLst>
        </pc:inkChg>
        <pc:inkChg chg="add reco">
          <ac:chgData name="Fariha Hossain" userId="6aa7d125-f4d1-4b59-9e05-e109224d2bd2" providerId="ADAL" clId="{24D189ED-3557-4501-ACFE-1E2F0A62EA70}" dt="2026-02-04T22:12:44.528" v="497"/>
          <ac:inkMkLst>
            <pc:docMk/>
            <pc:sldMk cId="2153170382" sldId="404"/>
            <ac:inkMk id="14" creationId="{79448E86-8042-894E-B950-14B743637BA8}"/>
          </ac:inkMkLst>
        </pc:inkChg>
        <pc:inkChg chg="add">
          <ac:chgData name="Fariha Hossain" userId="6aa7d125-f4d1-4b59-9e05-e109224d2bd2" providerId="ADAL" clId="{24D189ED-3557-4501-ACFE-1E2F0A62EA70}" dt="2026-02-04T22:12:52.176" v="498"/>
          <ac:inkMkLst>
            <pc:docMk/>
            <pc:sldMk cId="2153170382" sldId="404"/>
            <ac:inkMk id="15" creationId="{1A02F0D3-A437-E2F3-5A58-CFC0679DD8ED}"/>
          </ac:inkMkLst>
        </pc:inkChg>
      </pc:sldChg>
      <pc:sldChg chg="addSp mod">
        <pc:chgData name="Fariha Hossain" userId="6aa7d125-f4d1-4b59-9e05-e109224d2bd2" providerId="ADAL" clId="{24D189ED-3557-4501-ACFE-1E2F0A62EA70}" dt="2026-02-04T21:44:48.965" v="164"/>
        <pc:sldMkLst>
          <pc:docMk/>
          <pc:sldMk cId="418282156" sldId="405"/>
        </pc:sldMkLst>
        <pc:inkChg chg="add">
          <ac:chgData name="Fariha Hossain" userId="6aa7d125-f4d1-4b59-9e05-e109224d2bd2" providerId="ADAL" clId="{24D189ED-3557-4501-ACFE-1E2F0A62EA70}" dt="2026-02-04T21:44:48.965" v="164"/>
          <ac:inkMkLst>
            <pc:docMk/>
            <pc:sldMk cId="418282156" sldId="405"/>
            <ac:inkMk id="2" creationId="{6FEFF56B-7C56-226D-7B7E-B93E0444B739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4T22:09:24.898" v="475"/>
        <pc:sldMkLst>
          <pc:docMk/>
          <pc:sldMk cId="820612437" sldId="406"/>
        </pc:sldMkLst>
        <pc:inkChg chg="add del">
          <ac:chgData name="Fariha Hossain" userId="6aa7d125-f4d1-4b59-9e05-e109224d2bd2" providerId="ADAL" clId="{24D189ED-3557-4501-ACFE-1E2F0A62EA70}" dt="2026-02-04T21:47:24.705" v="201"/>
          <ac:inkMkLst>
            <pc:docMk/>
            <pc:sldMk cId="820612437" sldId="406"/>
            <ac:inkMk id="2" creationId="{83441319-0262-B531-2CF5-302CDE2049F2}"/>
          </ac:inkMkLst>
        </pc:inkChg>
        <pc:inkChg chg="add del">
          <ac:chgData name="Fariha Hossain" userId="6aa7d125-f4d1-4b59-9e05-e109224d2bd2" providerId="ADAL" clId="{24D189ED-3557-4501-ACFE-1E2F0A62EA70}" dt="2026-02-04T21:47:24.705" v="201"/>
          <ac:inkMkLst>
            <pc:docMk/>
            <pc:sldMk cId="820612437" sldId="406"/>
            <ac:inkMk id="4" creationId="{2ADD4401-79DC-77C4-F70B-8A4AE272486C}"/>
          </ac:inkMkLst>
        </pc:inkChg>
        <pc:inkChg chg="add del reco">
          <ac:chgData name="Fariha Hossain" userId="6aa7d125-f4d1-4b59-9e05-e109224d2bd2" providerId="ADAL" clId="{24D189ED-3557-4501-ACFE-1E2F0A62EA70}" dt="2026-02-04T21:48:00.112" v="223"/>
          <ac:inkMkLst>
            <pc:docMk/>
            <pc:sldMk cId="820612437" sldId="406"/>
            <ac:inkMk id="5" creationId="{3C55141A-40D0-0834-3C2C-902198EEA56D}"/>
          </ac:inkMkLst>
        </pc:inkChg>
        <pc:inkChg chg="add del">
          <ac:chgData name="Fariha Hossain" userId="6aa7d125-f4d1-4b59-9e05-e109224d2bd2" providerId="ADAL" clId="{24D189ED-3557-4501-ACFE-1E2F0A62EA70}" dt="2026-02-04T21:47:30.588" v="204"/>
          <ac:inkMkLst>
            <pc:docMk/>
            <pc:sldMk cId="820612437" sldId="406"/>
            <ac:inkMk id="6" creationId="{5A8B3F3A-0B66-A432-F999-8696DF7C3E0F}"/>
          </ac:inkMkLst>
        </pc:inkChg>
        <pc:inkChg chg="add del">
          <ac:chgData name="Fariha Hossain" userId="6aa7d125-f4d1-4b59-9e05-e109224d2bd2" providerId="ADAL" clId="{24D189ED-3557-4501-ACFE-1E2F0A62EA70}" dt="2026-02-04T21:47:30.588" v="204"/>
          <ac:inkMkLst>
            <pc:docMk/>
            <pc:sldMk cId="820612437" sldId="406"/>
            <ac:inkMk id="8" creationId="{AF49EA1C-CF83-045F-BF21-BBA03437AC86}"/>
          </ac:inkMkLst>
        </pc:inkChg>
        <pc:inkChg chg="add del reco">
          <ac:chgData name="Fariha Hossain" userId="6aa7d125-f4d1-4b59-9e05-e109224d2bd2" providerId="ADAL" clId="{24D189ED-3557-4501-ACFE-1E2F0A62EA70}" dt="2026-02-04T21:48:00.106" v="220"/>
          <ac:inkMkLst>
            <pc:docMk/>
            <pc:sldMk cId="820612437" sldId="406"/>
            <ac:inkMk id="10" creationId="{B72CD455-A9E9-9EC5-7B06-F41A7EC64C8A}"/>
          </ac:inkMkLst>
        </pc:inkChg>
        <pc:inkChg chg="add del">
          <ac:chgData name="Fariha Hossain" userId="6aa7d125-f4d1-4b59-9e05-e109224d2bd2" providerId="ADAL" clId="{24D189ED-3557-4501-ACFE-1E2F0A62EA70}" dt="2026-02-04T21:47:32.912" v="207"/>
          <ac:inkMkLst>
            <pc:docMk/>
            <pc:sldMk cId="820612437" sldId="406"/>
            <ac:inkMk id="11" creationId="{AF703F67-8DE7-8F29-E99B-8FFAF0E06F25}"/>
          </ac:inkMkLst>
        </pc:inkChg>
        <pc:inkChg chg="add del">
          <ac:chgData name="Fariha Hossain" userId="6aa7d125-f4d1-4b59-9e05-e109224d2bd2" providerId="ADAL" clId="{24D189ED-3557-4501-ACFE-1E2F0A62EA70}" dt="2026-02-04T21:47:32.912" v="207"/>
          <ac:inkMkLst>
            <pc:docMk/>
            <pc:sldMk cId="820612437" sldId="406"/>
            <ac:inkMk id="12" creationId="{2C9B5DE7-9099-AA8B-D627-7562805DBAA1}"/>
          </ac:inkMkLst>
        </pc:inkChg>
        <pc:inkChg chg="add del reco">
          <ac:chgData name="Fariha Hossain" userId="6aa7d125-f4d1-4b59-9e05-e109224d2bd2" providerId="ADAL" clId="{24D189ED-3557-4501-ACFE-1E2F0A62EA70}" dt="2026-02-04T21:48:00.116" v="225"/>
          <ac:inkMkLst>
            <pc:docMk/>
            <pc:sldMk cId="820612437" sldId="406"/>
            <ac:inkMk id="13" creationId="{A9269C03-A17E-B204-C74E-040BE39A42AF}"/>
          </ac:inkMkLst>
        </pc:inkChg>
        <pc:inkChg chg="add del">
          <ac:chgData name="Fariha Hossain" userId="6aa7d125-f4d1-4b59-9e05-e109224d2bd2" providerId="ADAL" clId="{24D189ED-3557-4501-ACFE-1E2F0A62EA70}" dt="2026-02-04T21:47:37.897" v="210"/>
          <ac:inkMkLst>
            <pc:docMk/>
            <pc:sldMk cId="820612437" sldId="406"/>
            <ac:inkMk id="14" creationId="{0A306CCD-8D9C-316A-934E-68B153BADA21}"/>
          </ac:inkMkLst>
        </pc:inkChg>
        <pc:inkChg chg="add del">
          <ac:chgData name="Fariha Hossain" userId="6aa7d125-f4d1-4b59-9e05-e109224d2bd2" providerId="ADAL" clId="{24D189ED-3557-4501-ACFE-1E2F0A62EA70}" dt="2026-02-04T21:47:37.897" v="210"/>
          <ac:inkMkLst>
            <pc:docMk/>
            <pc:sldMk cId="820612437" sldId="406"/>
            <ac:inkMk id="15" creationId="{96BECD54-BACB-2D58-CFC6-07563DA548F6}"/>
          </ac:inkMkLst>
        </pc:inkChg>
        <pc:inkChg chg="add del reco">
          <ac:chgData name="Fariha Hossain" userId="6aa7d125-f4d1-4b59-9e05-e109224d2bd2" providerId="ADAL" clId="{24D189ED-3557-4501-ACFE-1E2F0A62EA70}" dt="2026-02-04T21:49:02.389" v="273"/>
          <ac:inkMkLst>
            <pc:docMk/>
            <pc:sldMk cId="820612437" sldId="406"/>
            <ac:inkMk id="16" creationId="{1B92DD28-306F-E42B-E1EA-DDD1DD711D9C}"/>
          </ac:inkMkLst>
        </pc:inkChg>
        <pc:inkChg chg="add del">
          <ac:chgData name="Fariha Hossain" userId="6aa7d125-f4d1-4b59-9e05-e109224d2bd2" providerId="ADAL" clId="{24D189ED-3557-4501-ACFE-1E2F0A62EA70}" dt="2026-02-04T21:47:42.590" v="213"/>
          <ac:inkMkLst>
            <pc:docMk/>
            <pc:sldMk cId="820612437" sldId="406"/>
            <ac:inkMk id="17" creationId="{FC93279A-EAD6-B784-2787-75AC5F21AFB0}"/>
          </ac:inkMkLst>
        </pc:inkChg>
        <pc:inkChg chg="add del">
          <ac:chgData name="Fariha Hossain" userId="6aa7d125-f4d1-4b59-9e05-e109224d2bd2" providerId="ADAL" clId="{24D189ED-3557-4501-ACFE-1E2F0A62EA70}" dt="2026-02-04T21:47:42.590" v="213"/>
          <ac:inkMkLst>
            <pc:docMk/>
            <pc:sldMk cId="820612437" sldId="406"/>
            <ac:inkMk id="18" creationId="{BED21A3C-457F-8881-476E-8668156D2963}"/>
          </ac:inkMkLst>
        </pc:inkChg>
        <pc:inkChg chg="add del mod reco modStrokes">
          <ac:chgData name="Fariha Hossain" userId="6aa7d125-f4d1-4b59-9e05-e109224d2bd2" providerId="ADAL" clId="{24D189ED-3557-4501-ACFE-1E2F0A62EA70}" dt="2026-02-04T21:48:01" v="227"/>
          <ac:inkMkLst>
            <pc:docMk/>
            <pc:sldMk cId="820612437" sldId="406"/>
            <ac:inkMk id="19" creationId="{B723AE02-2551-88E2-A54E-216DF18ADBA7}"/>
          </ac:inkMkLst>
        </pc:inkChg>
        <pc:inkChg chg="add del">
          <ac:chgData name="Fariha Hossain" userId="6aa7d125-f4d1-4b59-9e05-e109224d2bd2" providerId="ADAL" clId="{24D189ED-3557-4501-ACFE-1E2F0A62EA70}" dt="2026-02-04T21:48:00.110" v="222"/>
          <ac:inkMkLst>
            <pc:docMk/>
            <pc:sldMk cId="820612437" sldId="406"/>
            <ac:inkMk id="20" creationId="{82530821-3999-D703-3CFB-4F3ACCBBE44A}"/>
          </ac:inkMkLst>
        </pc:inkChg>
        <pc:inkChg chg="add del">
          <ac:chgData name="Fariha Hossain" userId="6aa7d125-f4d1-4b59-9e05-e109224d2bd2" providerId="ADAL" clId="{24D189ED-3557-4501-ACFE-1E2F0A62EA70}" dt="2026-02-04T21:48:00.115" v="224"/>
          <ac:inkMkLst>
            <pc:docMk/>
            <pc:sldMk cId="820612437" sldId="406"/>
            <ac:inkMk id="21" creationId="{21302F5A-29EA-1DAB-651B-CB4DA10496FF}"/>
          </ac:inkMkLst>
        </pc:inkChg>
        <pc:inkChg chg="add del">
          <ac:chgData name="Fariha Hossain" userId="6aa7d125-f4d1-4b59-9e05-e109224d2bd2" providerId="ADAL" clId="{24D189ED-3557-4501-ACFE-1E2F0A62EA70}" dt="2026-02-04T21:47:56.854" v="219"/>
          <ac:inkMkLst>
            <pc:docMk/>
            <pc:sldMk cId="820612437" sldId="406"/>
            <ac:inkMk id="22" creationId="{82F372E3-C396-F6C3-8D37-E51AAEC34032}"/>
          </ac:inkMkLst>
        </pc:inkChg>
        <pc:inkChg chg="add del">
          <ac:chgData name="Fariha Hossain" userId="6aa7d125-f4d1-4b59-9e05-e109224d2bd2" providerId="ADAL" clId="{24D189ED-3557-4501-ACFE-1E2F0A62EA70}" dt="2026-02-04T21:47:56.854" v="219"/>
          <ac:inkMkLst>
            <pc:docMk/>
            <pc:sldMk cId="820612437" sldId="406"/>
            <ac:inkMk id="23" creationId="{6A1598EF-9B62-1AA0-43B8-C8C5A68999CB}"/>
          </ac:inkMkLst>
        </pc:inkChg>
        <pc:inkChg chg="add del">
          <ac:chgData name="Fariha Hossain" userId="6aa7d125-f4d1-4b59-9e05-e109224d2bd2" providerId="ADAL" clId="{24D189ED-3557-4501-ACFE-1E2F0A62EA70}" dt="2026-02-04T21:47:56.854" v="219"/>
          <ac:inkMkLst>
            <pc:docMk/>
            <pc:sldMk cId="820612437" sldId="406"/>
            <ac:inkMk id="24" creationId="{46CFE7E7-B2CF-A855-3081-49CEADFC6184}"/>
          </ac:inkMkLst>
        </pc:inkChg>
        <pc:inkChg chg="add del reco">
          <ac:chgData name="Fariha Hossain" userId="6aa7d125-f4d1-4b59-9e05-e109224d2bd2" providerId="ADAL" clId="{24D189ED-3557-4501-ACFE-1E2F0A62EA70}" dt="2026-02-04T21:48:00.118" v="226"/>
          <ac:inkMkLst>
            <pc:docMk/>
            <pc:sldMk cId="820612437" sldId="406"/>
            <ac:inkMk id="25" creationId="{E0180817-0E2E-C308-9F7B-C72C2DFBFA1F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26" creationId="{2F96F76A-DC63-C538-B441-FCCC684300A1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27" creationId="{4CDDAF8A-0C23-22F3-5085-7B8730D20ED7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28" creationId="{27B3E4EA-287C-EA94-E9A7-F1D3AD68A607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29" creationId="{88608638-135F-F2A9-07A2-985523A2989E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30" creationId="{276EAAD3-8E08-11CE-7A19-A9E8B9D616AB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31" creationId="{2ADF6FFE-586D-2609-2663-D2FB8476F99C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32" creationId="{AABAC0B7-AA6C-B275-7C7B-8767739F731B}"/>
          </ac:inkMkLst>
        </pc:inkChg>
        <pc:inkChg chg="add del">
          <ac:chgData name="Fariha Hossain" userId="6aa7d125-f4d1-4b59-9e05-e109224d2bd2" providerId="ADAL" clId="{24D189ED-3557-4501-ACFE-1E2F0A62EA70}" dt="2026-02-04T21:48:20.102" v="236"/>
          <ac:inkMkLst>
            <pc:docMk/>
            <pc:sldMk cId="820612437" sldId="406"/>
            <ac:inkMk id="33" creationId="{E5D4B52E-9C6A-EA6B-519C-5C7F4674B63F}"/>
          </ac:inkMkLst>
        </pc:inkChg>
        <pc:inkChg chg="add del reco">
          <ac:chgData name="Fariha Hossain" userId="6aa7d125-f4d1-4b59-9e05-e109224d2bd2" providerId="ADAL" clId="{24D189ED-3557-4501-ACFE-1E2F0A62EA70}" dt="2026-02-04T21:49:02.392" v="275"/>
          <ac:inkMkLst>
            <pc:docMk/>
            <pc:sldMk cId="820612437" sldId="406"/>
            <ac:inkMk id="34" creationId="{1D1A2C5C-CEA8-0AE4-8F80-FDE02EA23B6C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35" creationId="{ED0D895C-441D-9461-E9E4-7F60C72C1084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36" creationId="{2A18569D-D379-56C1-DAD7-CBAD5151B612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37" creationId="{32D50455-DF49-6B7E-5D5F-3BBCACC1AC12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38" creationId="{FF60C9D9-164C-A9E0-8503-BF8566210A22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39" creationId="{E4DDB244-6B33-4F4B-0C56-3D47A57764D4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40" creationId="{EBE6E0DD-FA71-AE3E-DC67-A22E3CF1138B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41" creationId="{2B941F93-0461-F012-6043-44AD9E977FCD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42" creationId="{AE48E986-4029-4670-8011-1D926F056816}"/>
          </ac:inkMkLst>
        </pc:inkChg>
        <pc:inkChg chg="add del">
          <ac:chgData name="Fariha Hossain" userId="6aa7d125-f4d1-4b59-9e05-e109224d2bd2" providerId="ADAL" clId="{24D189ED-3557-4501-ACFE-1E2F0A62EA70}" dt="2026-02-04T21:48:25.830" v="246"/>
          <ac:inkMkLst>
            <pc:docMk/>
            <pc:sldMk cId="820612437" sldId="406"/>
            <ac:inkMk id="43" creationId="{4F1BC17E-0F72-7176-A889-F685B1418D10}"/>
          </ac:inkMkLst>
        </pc:inkChg>
        <pc:inkChg chg="add del reco">
          <ac:chgData name="Fariha Hossain" userId="6aa7d125-f4d1-4b59-9e05-e109224d2bd2" providerId="ADAL" clId="{24D189ED-3557-4501-ACFE-1E2F0A62EA70}" dt="2026-02-04T21:49:02.393" v="276"/>
          <ac:inkMkLst>
            <pc:docMk/>
            <pc:sldMk cId="820612437" sldId="406"/>
            <ac:inkMk id="44" creationId="{BF871EBF-FED8-EFEC-3A95-4589C6551B86}"/>
          </ac:inkMkLst>
        </pc:inkChg>
        <pc:inkChg chg="add del">
          <ac:chgData name="Fariha Hossain" userId="6aa7d125-f4d1-4b59-9e05-e109224d2bd2" providerId="ADAL" clId="{24D189ED-3557-4501-ACFE-1E2F0A62EA70}" dt="2026-02-04T21:48:30.247" v="252"/>
          <ac:inkMkLst>
            <pc:docMk/>
            <pc:sldMk cId="820612437" sldId="406"/>
            <ac:inkMk id="45" creationId="{A51DC359-20BF-0A70-EABA-D7CC7A7A9E75}"/>
          </ac:inkMkLst>
        </pc:inkChg>
        <pc:inkChg chg="add del">
          <ac:chgData name="Fariha Hossain" userId="6aa7d125-f4d1-4b59-9e05-e109224d2bd2" providerId="ADAL" clId="{24D189ED-3557-4501-ACFE-1E2F0A62EA70}" dt="2026-02-04T21:48:30.247" v="252"/>
          <ac:inkMkLst>
            <pc:docMk/>
            <pc:sldMk cId="820612437" sldId="406"/>
            <ac:inkMk id="46" creationId="{D27D40E2-72CB-E157-9A55-E0AE64AB01C9}"/>
          </ac:inkMkLst>
        </pc:inkChg>
        <pc:inkChg chg="add del">
          <ac:chgData name="Fariha Hossain" userId="6aa7d125-f4d1-4b59-9e05-e109224d2bd2" providerId="ADAL" clId="{24D189ED-3557-4501-ACFE-1E2F0A62EA70}" dt="2026-02-04T21:48:30.247" v="252"/>
          <ac:inkMkLst>
            <pc:docMk/>
            <pc:sldMk cId="820612437" sldId="406"/>
            <ac:inkMk id="47" creationId="{F6EBB3CE-2CA3-790B-424D-2B631A404D27}"/>
          </ac:inkMkLst>
        </pc:inkChg>
        <pc:inkChg chg="add del">
          <ac:chgData name="Fariha Hossain" userId="6aa7d125-f4d1-4b59-9e05-e109224d2bd2" providerId="ADAL" clId="{24D189ED-3557-4501-ACFE-1E2F0A62EA70}" dt="2026-02-04T21:48:30.247" v="252"/>
          <ac:inkMkLst>
            <pc:docMk/>
            <pc:sldMk cId="820612437" sldId="406"/>
            <ac:inkMk id="48" creationId="{D4C62708-D2ED-F7EB-2FAE-E51D14225B92}"/>
          </ac:inkMkLst>
        </pc:inkChg>
        <pc:inkChg chg="add del">
          <ac:chgData name="Fariha Hossain" userId="6aa7d125-f4d1-4b59-9e05-e109224d2bd2" providerId="ADAL" clId="{24D189ED-3557-4501-ACFE-1E2F0A62EA70}" dt="2026-02-04T21:48:30.247" v="252"/>
          <ac:inkMkLst>
            <pc:docMk/>
            <pc:sldMk cId="820612437" sldId="406"/>
            <ac:inkMk id="49" creationId="{C4A15591-B536-2FF5-F978-ACAC4EED2AA4}"/>
          </ac:inkMkLst>
        </pc:inkChg>
        <pc:inkChg chg="add del reco">
          <ac:chgData name="Fariha Hossain" userId="6aa7d125-f4d1-4b59-9e05-e109224d2bd2" providerId="ADAL" clId="{24D189ED-3557-4501-ACFE-1E2F0A62EA70}" dt="2026-02-04T21:49:02.398" v="281"/>
          <ac:inkMkLst>
            <pc:docMk/>
            <pc:sldMk cId="820612437" sldId="406"/>
            <ac:inkMk id="50" creationId="{0795D3E1-4070-6E70-8D1F-A3FD4257AF5E}"/>
          </ac:inkMkLst>
        </pc:inkChg>
        <pc:inkChg chg="add del">
          <ac:chgData name="Fariha Hossain" userId="6aa7d125-f4d1-4b59-9e05-e109224d2bd2" providerId="ADAL" clId="{24D189ED-3557-4501-ACFE-1E2F0A62EA70}" dt="2026-02-04T21:48:36.986" v="255"/>
          <ac:inkMkLst>
            <pc:docMk/>
            <pc:sldMk cId="820612437" sldId="406"/>
            <ac:inkMk id="51" creationId="{878B99D2-E1F8-145B-C6AA-2CC48F75F9BB}"/>
          </ac:inkMkLst>
        </pc:inkChg>
        <pc:inkChg chg="add del">
          <ac:chgData name="Fariha Hossain" userId="6aa7d125-f4d1-4b59-9e05-e109224d2bd2" providerId="ADAL" clId="{24D189ED-3557-4501-ACFE-1E2F0A62EA70}" dt="2026-02-04T21:48:36.986" v="255"/>
          <ac:inkMkLst>
            <pc:docMk/>
            <pc:sldMk cId="820612437" sldId="406"/>
            <ac:inkMk id="52" creationId="{6044AB55-14FC-BB0A-0A70-069A932ECEA0}"/>
          </ac:inkMkLst>
        </pc:inkChg>
        <pc:inkChg chg="add del reco">
          <ac:chgData name="Fariha Hossain" userId="6aa7d125-f4d1-4b59-9e05-e109224d2bd2" providerId="ADAL" clId="{24D189ED-3557-4501-ACFE-1E2F0A62EA70}" dt="2026-02-04T21:49:02.397" v="280"/>
          <ac:inkMkLst>
            <pc:docMk/>
            <pc:sldMk cId="820612437" sldId="406"/>
            <ac:inkMk id="53" creationId="{F8FE732E-F7E5-B2F3-70C3-278222F22FA0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54" creationId="{DB30C40E-3F0D-4F6F-A821-4D54669EB6F9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55" creationId="{BCE5210D-828F-5F97-BD84-36FA81A4D584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56" creationId="{42868AEA-2147-2A42-5ADD-856310456C33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57" creationId="{2A99B56A-A973-B70D-743D-07009A56B0F8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58" creationId="{7C669BD3-DABE-3974-D0AB-21C65259F30A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59" creationId="{3CFD0546-2E02-2146-91D4-C0B0ED4EA91C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60" creationId="{7AEE8D85-36FE-E3EF-711C-3FF065F04CA3}"/>
          </ac:inkMkLst>
        </pc:inkChg>
        <pc:inkChg chg="add del">
          <ac:chgData name="Fariha Hossain" userId="6aa7d125-f4d1-4b59-9e05-e109224d2bd2" providerId="ADAL" clId="{24D189ED-3557-4501-ACFE-1E2F0A62EA70}" dt="2026-02-04T21:48:43.293" v="264"/>
          <ac:inkMkLst>
            <pc:docMk/>
            <pc:sldMk cId="820612437" sldId="406"/>
            <ac:inkMk id="61" creationId="{13A45B68-62A8-E2FA-1148-0BDFCC4B2235}"/>
          </ac:inkMkLst>
        </pc:inkChg>
        <pc:inkChg chg="add del reco">
          <ac:chgData name="Fariha Hossain" userId="6aa7d125-f4d1-4b59-9e05-e109224d2bd2" providerId="ADAL" clId="{24D189ED-3557-4501-ACFE-1E2F0A62EA70}" dt="2026-02-04T21:49:02.396" v="279"/>
          <ac:inkMkLst>
            <pc:docMk/>
            <pc:sldMk cId="820612437" sldId="406"/>
            <ac:inkMk id="62" creationId="{2EE617DA-89EC-E37F-C4DC-38DA6FFD3DA7}"/>
          </ac:inkMkLst>
        </pc:inkChg>
        <pc:inkChg chg="add del">
          <ac:chgData name="Fariha Hossain" userId="6aa7d125-f4d1-4b59-9e05-e109224d2bd2" providerId="ADAL" clId="{24D189ED-3557-4501-ACFE-1E2F0A62EA70}" dt="2026-02-04T21:48:46.547" v="267"/>
          <ac:inkMkLst>
            <pc:docMk/>
            <pc:sldMk cId="820612437" sldId="406"/>
            <ac:inkMk id="63" creationId="{8ABA1A8C-999E-B3B7-358F-972AA8F877CC}"/>
          </ac:inkMkLst>
        </pc:inkChg>
        <pc:inkChg chg="add del">
          <ac:chgData name="Fariha Hossain" userId="6aa7d125-f4d1-4b59-9e05-e109224d2bd2" providerId="ADAL" clId="{24D189ED-3557-4501-ACFE-1E2F0A62EA70}" dt="2026-02-04T21:48:46.547" v="267"/>
          <ac:inkMkLst>
            <pc:docMk/>
            <pc:sldMk cId="820612437" sldId="406"/>
            <ac:inkMk id="64" creationId="{7FED3613-BF2D-47D2-05F9-D8EE6FFFAC07}"/>
          </ac:inkMkLst>
        </pc:inkChg>
        <pc:inkChg chg="add del reco">
          <ac:chgData name="Fariha Hossain" userId="6aa7d125-f4d1-4b59-9e05-e109224d2bd2" providerId="ADAL" clId="{24D189ED-3557-4501-ACFE-1E2F0A62EA70}" dt="2026-02-04T21:49:02.391" v="274"/>
          <ac:inkMkLst>
            <pc:docMk/>
            <pc:sldMk cId="820612437" sldId="406"/>
            <ac:inkMk id="65" creationId="{DFBE1276-BACA-D879-5057-85A1DE350A3F}"/>
          </ac:inkMkLst>
        </pc:inkChg>
        <pc:inkChg chg="add del">
          <ac:chgData name="Fariha Hossain" userId="6aa7d125-f4d1-4b59-9e05-e109224d2bd2" providerId="ADAL" clId="{24D189ED-3557-4501-ACFE-1E2F0A62EA70}" dt="2026-02-04T21:48:49.280" v="270"/>
          <ac:inkMkLst>
            <pc:docMk/>
            <pc:sldMk cId="820612437" sldId="406"/>
            <ac:inkMk id="66" creationId="{2615F65D-F7F1-58C4-79AF-DD281421AEA7}"/>
          </ac:inkMkLst>
        </pc:inkChg>
        <pc:inkChg chg="add del">
          <ac:chgData name="Fariha Hossain" userId="6aa7d125-f4d1-4b59-9e05-e109224d2bd2" providerId="ADAL" clId="{24D189ED-3557-4501-ACFE-1E2F0A62EA70}" dt="2026-02-04T21:48:49.280" v="270"/>
          <ac:inkMkLst>
            <pc:docMk/>
            <pc:sldMk cId="820612437" sldId="406"/>
            <ac:inkMk id="67" creationId="{78BBB013-E25D-4132-1D6B-485484A47539}"/>
          </ac:inkMkLst>
        </pc:inkChg>
        <pc:inkChg chg="add del reco">
          <ac:chgData name="Fariha Hossain" userId="6aa7d125-f4d1-4b59-9e05-e109224d2bd2" providerId="ADAL" clId="{24D189ED-3557-4501-ACFE-1E2F0A62EA70}" dt="2026-02-04T21:49:02.399" v="282"/>
          <ac:inkMkLst>
            <pc:docMk/>
            <pc:sldMk cId="820612437" sldId="406"/>
            <ac:inkMk id="68" creationId="{BA1DEFF9-C5E8-A3A5-CC9E-037BA318A149}"/>
          </ac:inkMkLst>
        </pc:inkChg>
        <pc:inkChg chg="add del">
          <ac:chgData name="Fariha Hossain" userId="6aa7d125-f4d1-4b59-9e05-e109224d2bd2" providerId="ADAL" clId="{24D189ED-3557-4501-ACFE-1E2F0A62EA70}" dt="2026-02-04T21:49:02.394" v="277"/>
          <ac:inkMkLst>
            <pc:docMk/>
            <pc:sldMk cId="820612437" sldId="406"/>
            <ac:inkMk id="69" creationId="{351D82A3-FABA-477A-6361-F4CECE73A959}"/>
          </ac:inkMkLst>
        </pc:inkChg>
        <pc:inkChg chg="add del">
          <ac:chgData name="Fariha Hossain" userId="6aa7d125-f4d1-4b59-9e05-e109224d2bd2" providerId="ADAL" clId="{24D189ED-3557-4501-ACFE-1E2F0A62EA70}" dt="2026-02-04T21:49:02.395" v="278"/>
          <ac:inkMkLst>
            <pc:docMk/>
            <pc:sldMk cId="820612437" sldId="406"/>
            <ac:inkMk id="70" creationId="{D70EA027-B676-A80B-B3DF-BA759582576D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71" creationId="{45976F0B-35A4-BAE7-FE00-8C3EC20C608E}"/>
          </ac:inkMkLst>
        </pc:inkChg>
        <pc:inkChg chg="add">
          <ac:chgData name="Fariha Hossain" userId="6aa7d125-f4d1-4b59-9e05-e109224d2bd2" providerId="ADAL" clId="{24D189ED-3557-4501-ACFE-1E2F0A62EA70}" dt="2026-02-04T21:49:11.749" v="284"/>
          <ac:inkMkLst>
            <pc:docMk/>
            <pc:sldMk cId="820612437" sldId="406"/>
            <ac:inkMk id="72" creationId="{6ECA2F9D-545A-FCF4-74D3-4957C842C850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73" creationId="{933963AB-B8AF-6DAF-8D61-03625D5E8DF0}"/>
          </ac:inkMkLst>
        </pc:inkChg>
        <pc:inkChg chg="add">
          <ac:chgData name="Fariha Hossain" userId="6aa7d125-f4d1-4b59-9e05-e109224d2bd2" providerId="ADAL" clId="{24D189ED-3557-4501-ACFE-1E2F0A62EA70}" dt="2026-02-04T21:49:12.433" v="286"/>
          <ac:inkMkLst>
            <pc:docMk/>
            <pc:sldMk cId="820612437" sldId="406"/>
            <ac:inkMk id="74" creationId="{45826802-9182-5DEF-2EBD-812FB15F497C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75" creationId="{5D297E85-28F6-4860-9176-8BAB8DBCD34C}"/>
          </ac:inkMkLst>
        </pc:inkChg>
        <pc:inkChg chg="add">
          <ac:chgData name="Fariha Hossain" userId="6aa7d125-f4d1-4b59-9e05-e109224d2bd2" providerId="ADAL" clId="{24D189ED-3557-4501-ACFE-1E2F0A62EA70}" dt="2026-02-04T21:49:13.347" v="288"/>
          <ac:inkMkLst>
            <pc:docMk/>
            <pc:sldMk cId="820612437" sldId="406"/>
            <ac:inkMk id="76" creationId="{FC0A4C97-C904-A194-58AD-CE482EA7A372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77" creationId="{9419D84E-C9E2-277D-273E-7CF727DE887B}"/>
          </ac:inkMkLst>
        </pc:inkChg>
        <pc:inkChg chg="add">
          <ac:chgData name="Fariha Hossain" userId="6aa7d125-f4d1-4b59-9e05-e109224d2bd2" providerId="ADAL" clId="{24D189ED-3557-4501-ACFE-1E2F0A62EA70}" dt="2026-02-04T21:49:14.396" v="290"/>
          <ac:inkMkLst>
            <pc:docMk/>
            <pc:sldMk cId="820612437" sldId="406"/>
            <ac:inkMk id="78" creationId="{8D955115-41B5-CAE9-2667-F1814AE1AC3C}"/>
          </ac:inkMkLst>
        </pc:inkChg>
        <pc:inkChg chg="add">
          <ac:chgData name="Fariha Hossain" userId="6aa7d125-f4d1-4b59-9e05-e109224d2bd2" providerId="ADAL" clId="{24D189ED-3557-4501-ACFE-1E2F0A62EA70}" dt="2026-02-04T21:49:14.763" v="291"/>
          <ac:inkMkLst>
            <pc:docMk/>
            <pc:sldMk cId="820612437" sldId="406"/>
            <ac:inkMk id="79" creationId="{086B17CB-5495-CDE0-30D4-E6229B0442AA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80" creationId="{119BF1B1-FBB6-1556-2A7D-DA2AAB37B081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81" creationId="{6B37D8C5-8572-7EEC-3EA2-0CB9FF7E478B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82" creationId="{0CE54EDE-F048-68BC-C114-814BFDA14E7A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83" creationId="{6855E73C-64C9-7B7B-D0A6-9CA225D9B77C}"/>
          </ac:inkMkLst>
        </pc:inkChg>
        <pc:inkChg chg="add del">
          <ac:chgData name="Fariha Hossain" userId="6aa7d125-f4d1-4b59-9e05-e109224d2bd2" providerId="ADAL" clId="{24D189ED-3557-4501-ACFE-1E2F0A62EA70}" dt="2026-02-04T21:49:18.559" v="297"/>
          <ac:inkMkLst>
            <pc:docMk/>
            <pc:sldMk cId="820612437" sldId="406"/>
            <ac:inkMk id="84" creationId="{E04A3201-1E7B-C0E2-32FD-8729C043406A}"/>
          </ac:inkMkLst>
        </pc:inkChg>
        <pc:inkChg chg="add mod reco modStrokes">
          <ac:chgData name="Fariha Hossain" userId="6aa7d125-f4d1-4b59-9e05-e109224d2bd2" providerId="ADAL" clId="{24D189ED-3557-4501-ACFE-1E2F0A62EA70}" dt="2026-02-04T22:08:07.844" v="464"/>
          <ac:inkMkLst>
            <pc:docMk/>
            <pc:sldMk cId="820612437" sldId="406"/>
            <ac:inkMk id="85" creationId="{08A1ABCB-D35D-7C4C-4C47-5D34EFC44F59}"/>
          </ac:inkMkLst>
        </pc:inkChg>
        <pc:inkChg chg="add del">
          <ac:chgData name="Fariha Hossain" userId="6aa7d125-f4d1-4b59-9e05-e109224d2bd2" providerId="ADAL" clId="{24D189ED-3557-4501-ACFE-1E2F0A62EA70}" dt="2026-02-04T21:49:25.706" v="302"/>
          <ac:inkMkLst>
            <pc:docMk/>
            <pc:sldMk cId="820612437" sldId="406"/>
            <ac:inkMk id="86" creationId="{BB58D547-2CE1-FF96-6414-5A6C4BF2C420}"/>
          </ac:inkMkLst>
        </pc:inkChg>
        <pc:inkChg chg="add del">
          <ac:chgData name="Fariha Hossain" userId="6aa7d125-f4d1-4b59-9e05-e109224d2bd2" providerId="ADAL" clId="{24D189ED-3557-4501-ACFE-1E2F0A62EA70}" dt="2026-02-04T21:49:25.706" v="302"/>
          <ac:inkMkLst>
            <pc:docMk/>
            <pc:sldMk cId="820612437" sldId="406"/>
            <ac:inkMk id="87" creationId="{4F81B38C-D9A9-1F76-0546-00784A5F38CF}"/>
          </ac:inkMkLst>
        </pc:inkChg>
        <pc:inkChg chg="add del">
          <ac:chgData name="Fariha Hossain" userId="6aa7d125-f4d1-4b59-9e05-e109224d2bd2" providerId="ADAL" clId="{24D189ED-3557-4501-ACFE-1E2F0A62EA70}" dt="2026-02-04T21:49:25.706" v="302"/>
          <ac:inkMkLst>
            <pc:docMk/>
            <pc:sldMk cId="820612437" sldId="406"/>
            <ac:inkMk id="88" creationId="{71C8A86B-5067-3222-AA76-9650752DAC00}"/>
          </ac:inkMkLst>
        </pc:inkChg>
        <pc:inkChg chg="add del">
          <ac:chgData name="Fariha Hossain" userId="6aa7d125-f4d1-4b59-9e05-e109224d2bd2" providerId="ADAL" clId="{24D189ED-3557-4501-ACFE-1E2F0A62EA70}" dt="2026-02-04T21:49:25.706" v="302"/>
          <ac:inkMkLst>
            <pc:docMk/>
            <pc:sldMk cId="820612437" sldId="406"/>
            <ac:inkMk id="89" creationId="{5BEC4C6B-D5A6-792D-AEB9-2B1052B4D716}"/>
          </ac:inkMkLst>
        </pc:inkChg>
        <pc:inkChg chg="add del reco">
          <ac:chgData name="Fariha Hossain" userId="6aa7d125-f4d1-4b59-9e05-e109224d2bd2" providerId="ADAL" clId="{24D189ED-3557-4501-ACFE-1E2F0A62EA70}" dt="2026-02-04T22:08:07.846" v="465"/>
          <ac:inkMkLst>
            <pc:docMk/>
            <pc:sldMk cId="820612437" sldId="406"/>
            <ac:inkMk id="90" creationId="{17D5771D-77D7-CB81-9B7B-2619D1CF85E3}"/>
          </ac:inkMkLst>
        </pc:inkChg>
        <pc:inkChg chg="add del reco">
          <ac:chgData name="Fariha Hossain" userId="6aa7d125-f4d1-4b59-9e05-e109224d2bd2" providerId="ADAL" clId="{24D189ED-3557-4501-ACFE-1E2F0A62EA70}" dt="2026-02-04T22:08:07.840" v="463"/>
          <ac:inkMkLst>
            <pc:docMk/>
            <pc:sldMk cId="820612437" sldId="406"/>
            <ac:inkMk id="91" creationId="{F620A45E-11E2-CBD4-C9A7-C3C3250A59E9}"/>
          </ac:inkMkLst>
        </pc:inkChg>
        <pc:inkChg chg="add del">
          <ac:chgData name="Fariha Hossain" userId="6aa7d125-f4d1-4b59-9e05-e109224d2bd2" providerId="ADAL" clId="{24D189ED-3557-4501-ACFE-1E2F0A62EA70}" dt="2026-02-04T22:09:24.896" v="474"/>
          <ac:inkMkLst>
            <pc:docMk/>
            <pc:sldMk cId="820612437" sldId="406"/>
            <ac:inkMk id="92" creationId="{4F62C767-9ACC-7481-B44B-97F197F96F13}"/>
          </ac:inkMkLst>
        </pc:inkChg>
        <pc:inkChg chg="add del">
          <ac:chgData name="Fariha Hossain" userId="6aa7d125-f4d1-4b59-9e05-e109224d2bd2" providerId="ADAL" clId="{24D189ED-3557-4501-ACFE-1E2F0A62EA70}" dt="2026-02-04T22:09:24.898" v="475"/>
          <ac:inkMkLst>
            <pc:docMk/>
            <pc:sldMk cId="820612437" sldId="406"/>
            <ac:inkMk id="93" creationId="{15F481C1-232F-4306-D3F2-E40BFB4F7005}"/>
          </ac:inkMkLst>
        </pc:inkChg>
      </pc:sldChg>
      <pc:sldChg chg="addSp delSp mod">
        <pc:chgData name="Fariha Hossain" userId="6aa7d125-f4d1-4b59-9e05-e109224d2bd2" providerId="ADAL" clId="{24D189ED-3557-4501-ACFE-1E2F0A62EA70}" dt="2026-02-04T22:09:27.875" v="476"/>
        <pc:sldMkLst>
          <pc:docMk/>
          <pc:sldMk cId="97177736" sldId="407"/>
        </pc:sldMkLst>
        <pc:inkChg chg="add del">
          <ac:chgData name="Fariha Hossain" userId="6aa7d125-f4d1-4b59-9e05-e109224d2bd2" providerId="ADAL" clId="{24D189ED-3557-4501-ACFE-1E2F0A62EA70}" dt="2026-02-04T21:45:02.953" v="167"/>
          <ac:inkMkLst>
            <pc:docMk/>
            <pc:sldMk cId="97177736" sldId="407"/>
            <ac:inkMk id="2" creationId="{F33A3712-0802-456B-DF54-74A9692A4749}"/>
          </ac:inkMkLst>
        </pc:inkChg>
        <pc:inkChg chg="add del">
          <ac:chgData name="Fariha Hossain" userId="6aa7d125-f4d1-4b59-9e05-e109224d2bd2" providerId="ADAL" clId="{24D189ED-3557-4501-ACFE-1E2F0A62EA70}" dt="2026-02-04T21:45:02.953" v="167"/>
          <ac:inkMkLst>
            <pc:docMk/>
            <pc:sldMk cId="97177736" sldId="407"/>
            <ac:inkMk id="4" creationId="{A1AF7DC7-411B-F0C4-71BB-E910F34E40D3}"/>
          </ac:inkMkLst>
        </pc:inkChg>
        <pc:inkChg chg="add reco">
          <ac:chgData name="Fariha Hossain" userId="6aa7d125-f4d1-4b59-9e05-e109224d2bd2" providerId="ADAL" clId="{24D189ED-3557-4501-ACFE-1E2F0A62EA70}" dt="2026-02-04T21:45:02.953" v="167"/>
          <ac:inkMkLst>
            <pc:docMk/>
            <pc:sldMk cId="97177736" sldId="407"/>
            <ac:inkMk id="6" creationId="{01F0A2ED-DD73-3074-FC49-7856380844FF}"/>
          </ac:inkMkLst>
        </pc:inkChg>
        <pc:inkChg chg="add del">
          <ac:chgData name="Fariha Hossain" userId="6aa7d125-f4d1-4b59-9e05-e109224d2bd2" providerId="ADAL" clId="{24D189ED-3557-4501-ACFE-1E2F0A62EA70}" dt="2026-02-04T22:08:31.955" v="469"/>
          <ac:inkMkLst>
            <pc:docMk/>
            <pc:sldMk cId="97177736" sldId="407"/>
            <ac:inkMk id="8" creationId="{5257A9A6-7D12-CA37-4837-DC5304164101}"/>
          </ac:inkMkLst>
        </pc:inkChg>
        <pc:inkChg chg="add del">
          <ac:chgData name="Fariha Hossain" userId="6aa7d125-f4d1-4b59-9e05-e109224d2bd2" providerId="ADAL" clId="{24D189ED-3557-4501-ACFE-1E2F0A62EA70}" dt="2026-02-04T22:08:31.957" v="470"/>
          <ac:inkMkLst>
            <pc:docMk/>
            <pc:sldMk cId="97177736" sldId="407"/>
            <ac:inkMk id="9" creationId="{D6FC3D6C-856F-E47E-A0B8-B41B0AF312CC}"/>
          </ac:inkMkLst>
        </pc:inkChg>
        <pc:inkChg chg="add del">
          <ac:chgData name="Fariha Hossain" userId="6aa7d125-f4d1-4b59-9e05-e109224d2bd2" providerId="ADAL" clId="{24D189ED-3557-4501-ACFE-1E2F0A62EA70}" dt="2026-02-04T21:45:17.435" v="172"/>
          <ac:inkMkLst>
            <pc:docMk/>
            <pc:sldMk cId="97177736" sldId="407"/>
            <ac:inkMk id="10" creationId="{75B7ABD7-1537-D471-F6AE-7C3BE7B4A97B}"/>
          </ac:inkMkLst>
        </pc:inkChg>
        <pc:inkChg chg="add del">
          <ac:chgData name="Fariha Hossain" userId="6aa7d125-f4d1-4b59-9e05-e109224d2bd2" providerId="ADAL" clId="{24D189ED-3557-4501-ACFE-1E2F0A62EA70}" dt="2026-02-04T21:45:17.435" v="172"/>
          <ac:inkMkLst>
            <pc:docMk/>
            <pc:sldMk cId="97177736" sldId="407"/>
            <ac:inkMk id="11" creationId="{C49A77A6-C356-DCBB-DEDA-60E1D62E268F}"/>
          </ac:inkMkLst>
        </pc:inkChg>
        <pc:inkChg chg="add del reco">
          <ac:chgData name="Fariha Hossain" userId="6aa7d125-f4d1-4b59-9e05-e109224d2bd2" providerId="ADAL" clId="{24D189ED-3557-4501-ACFE-1E2F0A62EA70}" dt="2026-02-04T22:08:31.953" v="468"/>
          <ac:inkMkLst>
            <pc:docMk/>
            <pc:sldMk cId="97177736" sldId="407"/>
            <ac:inkMk id="12" creationId="{9237D8D6-3495-1386-F726-998D92EB0F6B}"/>
          </ac:inkMkLst>
        </pc:inkChg>
        <pc:inkChg chg="add del">
          <ac:chgData name="Fariha Hossain" userId="6aa7d125-f4d1-4b59-9e05-e109224d2bd2" providerId="ADAL" clId="{24D189ED-3557-4501-ACFE-1E2F0A62EA70}" dt="2026-02-04T22:09:27.875" v="476"/>
          <ac:inkMkLst>
            <pc:docMk/>
            <pc:sldMk cId="97177736" sldId="407"/>
            <ac:inkMk id="13" creationId="{114240F9-79C7-C55B-AB75-E91DA63EE0E1}"/>
          </ac:inkMkLst>
        </pc:inkChg>
      </pc:sldChg>
      <pc:sldChg chg="addSp delSp modSp mod">
        <pc:chgData name="Fariha Hossain" userId="6aa7d125-f4d1-4b59-9e05-e109224d2bd2" providerId="ADAL" clId="{24D189ED-3557-4501-ACFE-1E2F0A62EA70}" dt="2026-02-04T22:11:17.975" v="478"/>
        <pc:sldMkLst>
          <pc:docMk/>
          <pc:sldMk cId="1517156090" sldId="408"/>
        </pc:sldMkLst>
        <pc:inkChg chg="add del">
          <ac:chgData name="Fariha Hossain" userId="6aa7d125-f4d1-4b59-9e05-e109224d2bd2" providerId="ADAL" clId="{24D189ED-3557-4501-ACFE-1E2F0A62EA70}" dt="2026-02-04T22:09:02.155" v="473"/>
          <ac:inkMkLst>
            <pc:docMk/>
            <pc:sldMk cId="1517156090" sldId="408"/>
            <ac:inkMk id="2" creationId="{55344968-9C35-F93E-DDEF-155087B911AA}"/>
          </ac:inkMkLst>
        </pc:inkChg>
        <pc:inkChg chg="add del">
          <ac:chgData name="Fariha Hossain" userId="6aa7d125-f4d1-4b59-9e05-e109224d2bd2" providerId="ADAL" clId="{24D189ED-3557-4501-ACFE-1E2F0A62EA70}" dt="2026-02-04T21:45:57.469" v="186"/>
          <ac:inkMkLst>
            <pc:docMk/>
            <pc:sldMk cId="1517156090" sldId="408"/>
            <ac:inkMk id="4" creationId="{CE37D1DB-25F8-641D-BDA5-4194C082DF55}"/>
          </ac:inkMkLst>
        </pc:inkChg>
        <pc:inkChg chg="add del">
          <ac:chgData name="Fariha Hossain" userId="6aa7d125-f4d1-4b59-9e05-e109224d2bd2" providerId="ADAL" clId="{24D189ED-3557-4501-ACFE-1E2F0A62EA70}" dt="2026-02-04T21:45:57.469" v="186"/>
          <ac:inkMkLst>
            <pc:docMk/>
            <pc:sldMk cId="1517156090" sldId="408"/>
            <ac:inkMk id="6" creationId="{E6D5220E-5E86-640E-F0C1-AB1E3813EB50}"/>
          </ac:inkMkLst>
        </pc:inkChg>
        <pc:inkChg chg="add mod reco modStrokes">
          <ac:chgData name="Fariha Hossain" userId="6aa7d125-f4d1-4b59-9e05-e109224d2bd2" providerId="ADAL" clId="{24D189ED-3557-4501-ACFE-1E2F0A62EA70}" dt="2026-02-04T22:09:02.153" v="472"/>
          <ac:inkMkLst>
            <pc:docMk/>
            <pc:sldMk cId="1517156090" sldId="408"/>
            <ac:inkMk id="8" creationId="{E3059DD3-2B30-6F10-C025-4B69E2C01750}"/>
          </ac:inkMkLst>
        </pc:inkChg>
        <pc:inkChg chg="add">
          <ac:chgData name="Fariha Hossain" userId="6aa7d125-f4d1-4b59-9e05-e109224d2bd2" providerId="ADAL" clId="{24D189ED-3557-4501-ACFE-1E2F0A62EA70}" dt="2026-02-04T22:11:16.376" v="477"/>
          <ac:inkMkLst>
            <pc:docMk/>
            <pc:sldMk cId="1517156090" sldId="408"/>
            <ac:inkMk id="9" creationId="{364DD47A-8193-92E4-B1C6-9D0D653F8224}"/>
          </ac:inkMkLst>
        </pc:inkChg>
        <pc:inkChg chg="add">
          <ac:chgData name="Fariha Hossain" userId="6aa7d125-f4d1-4b59-9e05-e109224d2bd2" providerId="ADAL" clId="{24D189ED-3557-4501-ACFE-1E2F0A62EA70}" dt="2026-02-04T22:11:17.975" v="478"/>
          <ac:inkMkLst>
            <pc:docMk/>
            <pc:sldMk cId="1517156090" sldId="408"/>
            <ac:inkMk id="10" creationId="{52FE3CDE-CBF1-32DA-47EF-380096A905C1}"/>
          </ac:inkMkLst>
        </pc:inkChg>
      </pc:sldChg>
    </pc:docChg>
  </pc:docChgLst>
  <pc:docChgLst>
    <pc:chgData name="Fariha Hossain" userId="6aa7d125-f4d1-4b59-9e05-e109224d2bd2" providerId="ADAL" clId="{907321D6-D07A-494C-A977-7A7DC7C5B0B5}"/>
    <pc:docChg chg="undo custSel addSld delSld modSld">
      <pc:chgData name="Fariha Hossain" userId="6aa7d125-f4d1-4b59-9e05-e109224d2bd2" providerId="ADAL" clId="{907321D6-D07A-494C-A977-7A7DC7C5B0B5}" dt="2026-02-04T21:08:51.617" v="172" actId="115"/>
      <pc:docMkLst>
        <pc:docMk/>
      </pc:docMkLst>
      <pc:sldChg chg="modSp mod">
        <pc:chgData name="Fariha Hossain" userId="6aa7d125-f4d1-4b59-9e05-e109224d2bd2" providerId="ADAL" clId="{907321D6-D07A-494C-A977-7A7DC7C5B0B5}" dt="2026-02-04T20:05:32.040" v="4" actId="14100"/>
        <pc:sldMkLst>
          <pc:docMk/>
          <pc:sldMk cId="589906728" sldId="400"/>
        </pc:sldMkLst>
        <pc:spChg chg="mod">
          <ac:chgData name="Fariha Hossain" userId="6aa7d125-f4d1-4b59-9e05-e109224d2bd2" providerId="ADAL" clId="{907321D6-D07A-494C-A977-7A7DC7C5B0B5}" dt="2026-02-04T20:05:16.741" v="3" actId="404"/>
          <ac:spMkLst>
            <pc:docMk/>
            <pc:sldMk cId="589906728" sldId="400"/>
            <ac:spMk id="2" creationId="{19A69688-7801-2E83-891C-F08B842A3862}"/>
          </ac:spMkLst>
        </pc:spChg>
        <pc:picChg chg="mod">
          <ac:chgData name="Fariha Hossain" userId="6aa7d125-f4d1-4b59-9e05-e109224d2bd2" providerId="ADAL" clId="{907321D6-D07A-494C-A977-7A7DC7C5B0B5}" dt="2026-02-04T20:05:32.040" v="4" actId="14100"/>
          <ac:picMkLst>
            <pc:docMk/>
            <pc:sldMk cId="589906728" sldId="400"/>
            <ac:picMk id="3" creationId="{7AA49D93-3C66-BA6B-2E1C-5D2A337CB9EC}"/>
          </ac:picMkLst>
        </pc:picChg>
      </pc:sldChg>
      <pc:sldChg chg="add">
        <pc:chgData name="Fariha Hossain" userId="6aa7d125-f4d1-4b59-9e05-e109224d2bd2" providerId="ADAL" clId="{907321D6-D07A-494C-A977-7A7DC7C5B0B5}" dt="2026-02-04T20:06:01.720" v="5"/>
        <pc:sldMkLst>
          <pc:docMk/>
          <pc:sldMk cId="3406271890" sldId="403"/>
        </pc:sldMkLst>
      </pc:sldChg>
      <pc:sldChg chg="addSp delSp modSp add del mod">
        <pc:chgData name="Fariha Hossain" userId="6aa7d125-f4d1-4b59-9e05-e109224d2bd2" providerId="ADAL" clId="{907321D6-D07A-494C-A977-7A7DC7C5B0B5}" dt="2026-02-04T20:07:16.643" v="27" actId="2890"/>
        <pc:sldMkLst>
          <pc:docMk/>
          <pc:sldMk cId="38682045" sldId="404"/>
        </pc:sldMkLst>
        <pc:spChg chg="add del mod">
          <ac:chgData name="Fariha Hossain" userId="6aa7d125-f4d1-4b59-9e05-e109224d2bd2" providerId="ADAL" clId="{907321D6-D07A-494C-A977-7A7DC7C5B0B5}" dt="2026-02-04T20:07:16.143" v="26" actId="6549"/>
          <ac:spMkLst>
            <pc:docMk/>
            <pc:sldMk cId="38682045" sldId="404"/>
            <ac:spMk id="2" creationId="{8E6CA531-7EB8-9147-0914-D0E9A439E811}"/>
          </ac:spMkLst>
        </pc:spChg>
        <pc:spChg chg="add del">
          <ac:chgData name="Fariha Hossain" userId="6aa7d125-f4d1-4b59-9e05-e109224d2bd2" providerId="ADAL" clId="{907321D6-D07A-494C-A977-7A7DC7C5B0B5}" dt="2026-02-04T20:07:15.213" v="24" actId="478"/>
          <ac:spMkLst>
            <pc:docMk/>
            <pc:sldMk cId="38682045" sldId="404"/>
            <ac:spMk id="3" creationId="{A21A171C-581A-DF59-3512-6243815781E1}"/>
          </ac:spMkLst>
        </pc:spChg>
        <pc:spChg chg="add del mod">
          <ac:chgData name="Fariha Hossain" userId="6aa7d125-f4d1-4b59-9e05-e109224d2bd2" providerId="ADAL" clId="{907321D6-D07A-494C-A977-7A7DC7C5B0B5}" dt="2026-02-04T20:07:15.213" v="24" actId="478"/>
          <ac:spMkLst>
            <pc:docMk/>
            <pc:sldMk cId="38682045" sldId="404"/>
            <ac:spMk id="5" creationId="{9B7C9EAC-920C-0B93-4507-BC99A995DC0A}"/>
          </ac:spMkLst>
        </pc:spChg>
        <pc:spChg chg="add del">
          <ac:chgData name="Fariha Hossain" userId="6aa7d125-f4d1-4b59-9e05-e109224d2bd2" providerId="ADAL" clId="{907321D6-D07A-494C-A977-7A7DC7C5B0B5}" dt="2026-02-04T20:07:15.213" v="24" actId="478"/>
          <ac:spMkLst>
            <pc:docMk/>
            <pc:sldMk cId="38682045" sldId="404"/>
            <ac:spMk id="7" creationId="{E184DFFD-25C8-BDD4-2285-91D08B61A11B}"/>
          </ac:spMkLst>
        </pc:spChg>
        <pc:spChg chg="add del mod">
          <ac:chgData name="Fariha Hossain" userId="6aa7d125-f4d1-4b59-9e05-e109224d2bd2" providerId="ADAL" clId="{907321D6-D07A-494C-A977-7A7DC7C5B0B5}" dt="2026-02-04T20:07:13.997" v="22" actId="22"/>
          <ac:spMkLst>
            <pc:docMk/>
            <pc:sldMk cId="38682045" sldId="404"/>
            <ac:spMk id="9" creationId="{F6312A0B-A7F1-F551-62C0-1EE57EC74269}"/>
          </ac:spMkLst>
        </pc:spChg>
        <pc:spChg chg="add del">
          <ac:chgData name="Fariha Hossain" userId="6aa7d125-f4d1-4b59-9e05-e109224d2bd2" providerId="ADAL" clId="{907321D6-D07A-494C-A977-7A7DC7C5B0B5}" dt="2026-02-04T20:07:15.213" v="24" actId="478"/>
          <ac:spMkLst>
            <pc:docMk/>
            <pc:sldMk cId="38682045" sldId="404"/>
            <ac:spMk id="32" creationId="{BDBD605B-0C63-E416-CF70-241DD63A594D}"/>
          </ac:spMkLst>
        </pc:spChg>
      </pc:sldChg>
      <pc:sldChg chg="add">
        <pc:chgData name="Fariha Hossain" userId="6aa7d125-f4d1-4b59-9e05-e109224d2bd2" providerId="ADAL" clId="{907321D6-D07A-494C-A977-7A7DC7C5B0B5}" dt="2026-02-04T20:08:56.826" v="28"/>
        <pc:sldMkLst>
          <pc:docMk/>
          <pc:sldMk cId="2153170382" sldId="404"/>
        </pc:sldMkLst>
      </pc:sldChg>
      <pc:sldChg chg="addSp delSp modSp add mod">
        <pc:chgData name="Fariha Hossain" userId="6aa7d125-f4d1-4b59-9e05-e109224d2bd2" providerId="ADAL" clId="{907321D6-D07A-494C-A977-7A7DC7C5B0B5}" dt="2026-02-04T20:21:36.920" v="87" actId="207"/>
        <pc:sldMkLst>
          <pc:docMk/>
          <pc:sldMk cId="418282156" sldId="405"/>
        </pc:sldMkLst>
        <pc:spChg chg="add mod">
          <ac:chgData name="Fariha Hossain" userId="6aa7d125-f4d1-4b59-9e05-e109224d2bd2" providerId="ADAL" clId="{907321D6-D07A-494C-A977-7A7DC7C5B0B5}" dt="2026-02-04T20:21:36.920" v="87" actId="207"/>
          <ac:spMkLst>
            <pc:docMk/>
            <pc:sldMk cId="418282156" sldId="405"/>
            <ac:spMk id="6" creationId="{8A6F46A3-9768-4D0E-4281-228FCB4649D6}"/>
          </ac:spMkLst>
        </pc:spChg>
        <pc:graphicFrameChg chg="add del mod modGraphic">
          <ac:chgData name="Fariha Hossain" userId="6aa7d125-f4d1-4b59-9e05-e109224d2bd2" providerId="ADAL" clId="{907321D6-D07A-494C-A977-7A7DC7C5B0B5}" dt="2026-02-04T20:19:41.414" v="61" actId="478"/>
          <ac:graphicFrameMkLst>
            <pc:docMk/>
            <pc:sldMk cId="418282156" sldId="405"/>
            <ac:graphicFrameMk id="2" creationId="{1F595CFC-AE68-31A1-3FAD-705139D2B297}"/>
          </ac:graphicFrameMkLst>
        </pc:graphicFrameChg>
        <pc:picChg chg="del">
          <ac:chgData name="Fariha Hossain" userId="6aa7d125-f4d1-4b59-9e05-e109224d2bd2" providerId="ADAL" clId="{907321D6-D07A-494C-A977-7A7DC7C5B0B5}" dt="2026-02-04T20:18:44.249" v="30" actId="478"/>
          <ac:picMkLst>
            <pc:docMk/>
            <pc:sldMk cId="418282156" sldId="405"/>
            <ac:picMk id="4" creationId="{FF4DCCF6-A31D-38CD-694D-301EE9C7EDD1}"/>
          </ac:picMkLst>
        </pc:picChg>
      </pc:sldChg>
      <pc:sldChg chg="addSp delSp modSp add mod">
        <pc:chgData name="Fariha Hossain" userId="6aa7d125-f4d1-4b59-9e05-e109224d2bd2" providerId="ADAL" clId="{907321D6-D07A-494C-A977-7A7DC7C5B0B5}" dt="2026-02-04T21:05:59.479" v="142" actId="1076"/>
        <pc:sldMkLst>
          <pc:docMk/>
          <pc:sldMk cId="820612437" sldId="406"/>
        </pc:sldMkLst>
        <pc:spChg chg="del">
          <ac:chgData name="Fariha Hossain" userId="6aa7d125-f4d1-4b59-9e05-e109224d2bd2" providerId="ADAL" clId="{907321D6-D07A-494C-A977-7A7DC7C5B0B5}" dt="2026-02-04T20:22:54.349" v="89" actId="478"/>
          <ac:spMkLst>
            <pc:docMk/>
            <pc:sldMk cId="820612437" sldId="406"/>
            <ac:spMk id="6" creationId="{A23ACA29-75C3-87AF-CFFC-35BD7471E3DB}"/>
          </ac:spMkLst>
        </pc:spChg>
        <pc:spChg chg="add mod">
          <ac:chgData name="Fariha Hossain" userId="6aa7d125-f4d1-4b59-9e05-e109224d2bd2" providerId="ADAL" clId="{907321D6-D07A-494C-A977-7A7DC7C5B0B5}" dt="2026-02-04T21:05:59.479" v="142" actId="1076"/>
          <ac:spMkLst>
            <pc:docMk/>
            <pc:sldMk cId="820612437" sldId="406"/>
            <ac:spMk id="9" creationId="{71831545-37E3-0650-995E-75F7E9D6D2DE}"/>
          </ac:spMkLst>
        </pc:spChg>
        <pc:graphicFrameChg chg="add mod">
          <ac:chgData name="Fariha Hossain" userId="6aa7d125-f4d1-4b59-9e05-e109224d2bd2" providerId="ADAL" clId="{907321D6-D07A-494C-A977-7A7DC7C5B0B5}" dt="2026-02-04T20:22:54.999" v="90"/>
          <ac:graphicFrameMkLst>
            <pc:docMk/>
            <pc:sldMk cId="820612437" sldId="406"/>
            <ac:graphicFrameMk id="2" creationId="{FF79E0CA-FE5B-9C11-EEF5-1594AA13C915}"/>
          </ac:graphicFrameMkLst>
        </pc:graphicFrameChg>
        <pc:graphicFrameChg chg="add mod">
          <ac:chgData name="Fariha Hossain" userId="6aa7d125-f4d1-4b59-9e05-e109224d2bd2" providerId="ADAL" clId="{907321D6-D07A-494C-A977-7A7DC7C5B0B5}" dt="2026-02-04T20:22:59.006" v="91"/>
          <ac:graphicFrameMkLst>
            <pc:docMk/>
            <pc:sldMk cId="820612437" sldId="406"/>
            <ac:graphicFrameMk id="4" creationId="{E0F08FFD-4E9B-1417-D84F-4471D118CF15}"/>
          </ac:graphicFrameMkLst>
        </pc:graphicFrameChg>
        <pc:graphicFrameChg chg="add mod">
          <ac:chgData name="Fariha Hossain" userId="6aa7d125-f4d1-4b59-9e05-e109224d2bd2" providerId="ADAL" clId="{907321D6-D07A-494C-A977-7A7DC7C5B0B5}" dt="2026-02-04T20:23:02.393" v="92"/>
          <ac:graphicFrameMkLst>
            <pc:docMk/>
            <pc:sldMk cId="820612437" sldId="406"/>
            <ac:graphicFrameMk id="5" creationId="{06117B0F-7B35-22A2-67AC-2526F5C2911E}"/>
          </ac:graphicFrameMkLst>
        </pc:graphicFrameChg>
      </pc:sldChg>
      <pc:sldChg chg="addSp delSp modSp add mod">
        <pc:chgData name="Fariha Hossain" userId="6aa7d125-f4d1-4b59-9e05-e109224d2bd2" providerId="ADAL" clId="{907321D6-D07A-494C-A977-7A7DC7C5B0B5}" dt="2026-02-04T21:06:20.933" v="148" actId="207"/>
        <pc:sldMkLst>
          <pc:docMk/>
          <pc:sldMk cId="97177736" sldId="407"/>
        </pc:sldMkLst>
        <pc:spChg chg="add mod">
          <ac:chgData name="Fariha Hossain" userId="6aa7d125-f4d1-4b59-9e05-e109224d2bd2" providerId="ADAL" clId="{907321D6-D07A-494C-A977-7A7DC7C5B0B5}" dt="2026-02-04T21:06:20.933" v="148" actId="207"/>
          <ac:spMkLst>
            <pc:docMk/>
            <pc:sldMk cId="97177736" sldId="407"/>
            <ac:spMk id="5" creationId="{D6237A71-D707-6B00-CD0D-AFBD67E6D4BC}"/>
          </ac:spMkLst>
        </pc:spChg>
        <pc:spChg chg="del">
          <ac:chgData name="Fariha Hossain" userId="6aa7d125-f4d1-4b59-9e05-e109224d2bd2" providerId="ADAL" clId="{907321D6-D07A-494C-A977-7A7DC7C5B0B5}" dt="2026-02-04T20:23:31.222" v="99" actId="478"/>
          <ac:spMkLst>
            <pc:docMk/>
            <pc:sldMk cId="97177736" sldId="407"/>
            <ac:spMk id="9" creationId="{896905C5-48F9-1849-C458-A68EAD202D61}"/>
          </ac:spMkLst>
        </pc:spChg>
        <pc:graphicFrameChg chg="add mod">
          <ac:chgData name="Fariha Hossain" userId="6aa7d125-f4d1-4b59-9e05-e109224d2bd2" providerId="ADAL" clId="{907321D6-D07A-494C-A977-7A7DC7C5B0B5}" dt="2026-02-04T20:23:31.762" v="100"/>
          <ac:graphicFrameMkLst>
            <pc:docMk/>
            <pc:sldMk cId="97177736" sldId="407"/>
            <ac:graphicFrameMk id="2" creationId="{F5838742-13FE-4141-DF6F-95F7E58FD5C0}"/>
          </ac:graphicFrameMkLst>
        </pc:graphicFrameChg>
      </pc:sldChg>
      <pc:sldChg chg="addSp delSp modSp add mod">
        <pc:chgData name="Fariha Hossain" userId="6aa7d125-f4d1-4b59-9e05-e109224d2bd2" providerId="ADAL" clId="{907321D6-D07A-494C-A977-7A7DC7C5B0B5}" dt="2026-02-04T21:08:51.617" v="172" actId="115"/>
        <pc:sldMkLst>
          <pc:docMk/>
          <pc:sldMk cId="1517156090" sldId="408"/>
        </pc:sldMkLst>
        <pc:spChg chg="add mod">
          <ac:chgData name="Fariha Hossain" userId="6aa7d125-f4d1-4b59-9e05-e109224d2bd2" providerId="ADAL" clId="{907321D6-D07A-494C-A977-7A7DC7C5B0B5}" dt="2026-02-04T21:08:51.617" v="172" actId="115"/>
          <ac:spMkLst>
            <pc:docMk/>
            <pc:sldMk cId="1517156090" sldId="408"/>
            <ac:spMk id="5" creationId="{2ACA5096-A6BB-AA9D-C067-1E1FA525F926}"/>
          </ac:spMkLst>
        </pc:spChg>
        <pc:spChg chg="del">
          <ac:chgData name="Fariha Hossain" userId="6aa7d125-f4d1-4b59-9e05-e109224d2bd2" providerId="ADAL" clId="{907321D6-D07A-494C-A977-7A7DC7C5B0B5}" dt="2026-02-04T20:23:44.164" v="103" actId="478"/>
          <ac:spMkLst>
            <pc:docMk/>
            <pc:sldMk cId="1517156090" sldId="408"/>
            <ac:spMk id="9" creationId="{B0930B57-377F-7DC5-169A-7EA9136AAD0B}"/>
          </ac:spMkLst>
        </pc:spChg>
        <pc:graphicFrameChg chg="add mod">
          <ac:chgData name="Fariha Hossain" userId="6aa7d125-f4d1-4b59-9e05-e109224d2bd2" providerId="ADAL" clId="{907321D6-D07A-494C-A977-7A7DC7C5B0B5}" dt="2026-02-04T20:23:44.837" v="104"/>
          <ac:graphicFrameMkLst>
            <pc:docMk/>
            <pc:sldMk cId="1517156090" sldId="408"/>
            <ac:graphicFrameMk id="2" creationId="{11179206-316B-0A93-DABF-EDA457CE2476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34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0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1.6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2261 24575,'24'-16'0,"13"-24"0,-4-6-492,6-9 0,8-10 164,-8 14 0,3-4 0,3-3 82,2-1 0,3-5 0,3-2 0,2 0 49,-3 6 0,3-1 1,2 0-1,-1 0 0,-2 1-49,6-7 0,-2 1 0,1 1 0,5-2 49,4 1 0,5-4 1,3 1-1,-2 2 0,-5 5-49,-6 6 0,-4 4 0,0 1 0,0-1 0,7-7 0,1-1 0,0 1 0,-3 5-82,10 1 0,-3 6 0,-10 4-164,-18 8 0,-3 4 295,13 3 0,-8 7 1,-28 12-1,-2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4.55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1442 21284,'92'0'0,"-30"-6"0,9-3 0,4 0 0,12 0 0,5 0 0,8-4-197,-17-1 0,5-3 1,4-1-1,2 0 0,1 1 33,-8 5 0,0 2 0,3 0 0,0 0 0,2 0 0,2-3 23,-3-2 1,2-2-1,1-1 1,2-1-1,0 1 1,-1 2-1,1 1 0,-1 3 1,1 1-1,0 2 1,0 0-1,0 0 1,0 0-1,-1-2 0,-2-1 1,0-1-1,0-1 1,-1 0-1,1 0 1,1 2-1,0 0 18,-5 3 0,1 0 0,1 1 0,0 1 0,0-1 0,-1 1 0,-3 0 0,-2-1-41,9-2 0,-3 0 0,-3 0 0,0 0 0,0 0 0,2 0 0,5 0 0,3 0 0,-1 0 0,0 0 0,-5 0 0,-5 2-82,11-1 0,-5 2 0,-6-1 0,-11 1-246,8-9 0,-19 9-492,-19 23 864,-93 6 0,-38 1 447,16-7 1,-8-1 0,-3 3-219,8 3 1,-3 4-1,-2 0 1,-4-2 86,3-5 1,-2-2-1,-3 0 1,-3 1 0,-5 4-176,13-1 1,-4 3 0,-3 2 0,-2 1 0,-1 0 0,1 0 0,1-1 0,4-3 124,-13 3 1,4-3 0,2 0 0,-2-1 0,-2 2 0,-5 2-147,14-3 0,-8 2 0,-3 1 0,-2 2 0,1-1 0,2-1 0,5-1 0,7-2 0,9-2 0,-10 2 0,10-4 0,5 0 0,-3 0 0,-16 3 0,-7 2 0,12-2 0,28-6 0,31-6 0,21-2 0,28-7 0,39-9 0,20-5-328,-3-2 0,8-3 0,8-3 191,-26 5 0,4-1 1,4-1-1,4-2 0,6-1 1,4-1 46,-13 4 1,4-1-1,6-2 1,2 0 0,4-1-1,2 0 1,1-1 0,0 1-1,0-1 1,-2 1-1,-1 0 85,-2 0 0,-1 0 0,1 0 1,-1 0-1,0 0 0,1 1 1,0-1-1,1 0 0,0 0 1,2 0-1,1 1-43,-6 1 0,1 0 1,2 0-1,0 0 0,2 0 1,0 0-1,0 0 0,-1 0 1,0 1-1,-1 1 0,-2 0 1,-1 0-1,-3 2 48,11-2 0,-3 0 0,0 2 0,-2 0 0,-1 0 0,-1 1 0,-1 1 0,-1-1 0,-1 1 0,-1 0-123,11-1 0,0-1 0,-1 1 0,-2 0 0,-2 1 0,-3 1 0,-4 1 0,-5 1-74,10 0 0,-6 1 1,-5 1-1,-2 1 0,-1-1 181,24-6 1,7-2 0,-22 5 0,-52 9 15,-39 6 0,-41 16 0,-41 15 0,-9 2 0,13-3 0,-9 2 0,-6 3 0,-3 0 0,-1-1 0,17-8 0,-1 0 0,-2-1 0,-2 1 0,-2 0 0,-2 1 0,-2 0 0,8-2 0,-1 1 0,-2 0 0,-1 0 0,-2 0 0,-3 1 0,-3 0 0,-4 0 0,-3-1 0,23-6 0,-3 0 0,-4 1 0,-3 0 0,-2 0 0,-2 0 0,-2 0 0,0 0 0,0 0 0,0-1 0,0 1 0,1-2 0,2 1 0,2-2 0,3 0 0,2-1 0,-15 2 0,4-1 0,2-1 0,3-1 0,0-1 0,1 0 0,-1 0 0,-1 1 0,-2 1 0,-4 1 0,-3 1 0,16-2 0,-3 1 0,-5 2 0,-2 0 0,-2 1 0,-2 1 0,-1 1 0,0-1 0,0 0 0,2 0 0,2-1 0,2-1 0,3-1 0,5-1 0,4-2 0,6-1 0,5-3 0,-35 5 0,9-4 0,8-3 0,6-1 0,3 1 0,0 4 245,-36 12 1,-6 7 0,26-7 0,58-17 81,83-27 1,57-17 0,10-1-318,-40 13 1,5 0-1,5-2 1,3 0 0,4-1-1,4-1-10,-11 2 0,4-1 0,3 0 0,3-1 0,2-1 0,2-1 0,1 0 0,2 0 0,1-1 0,-9 2 0,2-1 0,2 0 0,2-2 0,1 1 0,1-1 0,1 0 0,0 0 0,1 0 0,-1 1 0,0 1 0,-2 0 0,-7 4 0,0-1 0,-1 1 0,0 1 0,1 0 0,-1 0 0,1 0 0,0 0 0,1 0 0,1 1 0,0-1 0,1 0 0,1 0 0,-5 1 0,1 0 0,0 1 0,0-1 0,1 0 0,0 0 0,1 1 0,1-1 0,0 0 0,1 1 0,1-1 0,1 0 0,1 0 0,1 1 0,1-1 0,-8 2 0,1-1 0,3 0 0,2 0 0,1 0 0,1 0 0,0-1 0,2 1 0,-1 0 0,0 0 0,0 0 0,-1 0 0,0 1 0,-2 0 0,-2 1 0,-1 1 0,-2 0 0,-3 1 0,-2 0-82,18-1 0,-4 0 0,-3 2 0,-2 1 0,-2 1 0,-1 0 0,0 0 0,-1 0 0,0-1 0,2 0 0,1-1 0,2-1 11,-4 0 1,4-1 0,3-2 0,2 0-1,1-1 1,0-1 0,-1 1 0,-2 1 0,-3 0-1,-4 1 1,-6 2 0,-6 1 0,-8 2-1,-8 3 147,56-5 1,-23 6 0,-19 1-77,14-5 0,-131 36 0,-49 18 0,-1-1 0,15-6 0,-2 0 0,-10 4 0,11-5 0,-9 6 0,-5 1 0,-3 1 0,-1-1 0,4-3 0,4-4 0,2-2 0,-1-1 0,-1-1 0,-2 1 0,-3 0 0,10-3 0,-3 0 0,-2 1 0,-1 0 0,-1-1 0,-2 0 0,1 0 0,-1-2 0,-5 1 0,-2-1 0,0-1 0,-1 0 0,0-1 0,-1 1 0,0-1 0,-1 1 0,9-2 0,-1 0 0,-1 0 0,1 0 0,-1 0 0,-1-1 0,1 1 0,-1-1 0,1 0 0,-3 1 0,-1-1 0,-2 0 0,1 0 0,0 0 0,1-1 0,3 0 0,2 0 0,5-1 163,-17 3 1,4 1 0,3-2 0,3 0 0,4-1 0,4-2 81,-19 9 1,0 2 0,14-10 0,29-22-40,22-59-43,67 24 1,16-1 0,-7-9 0,-1 3 0,13-4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38:57.2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7:30.7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349 270 7750,'-15'-15'-57,"0"1"0,-2 1 1,-1 1-1,-4 2-68,-1 0 0,0 2 0,-3 1 1,-1 2 99,0 0 0,4 3 1,1-1-1,3 0 37,4 1 0,2-2 1,1 3-1,2-2 432,0 1 1,5 2-141,0 0 0,4 3 0,1 1-200,4 0 0,3 2 1,3-3-1,3 1-36,1-1 0,4 2 0,3-2 0,4 1-104,5-1 0,1 0 0,4-3 0,1 0 40,0 0 0,3 0 1,3 0-1,4 0 79,2 0 0,5-3 0,4 0 0,0-1 63,1 1 1,-3-2 0,2 3 0,0 0-56,0 1 1,-1 1-1,-4 0 1,1 0-125,-1 0 1,1 3 0,0-1 0,2 0-93,-1-1 1,-6 1 0,4 1 0,-2-2 6,3 0 1,0-1-1,-4 0 1,-4 1 18,-4 1 0,4-1 0,1 2 0,3-2 135,-2-1 0,-5 0 0,-2 0 0,-1 0 84,1 0 0,6 0 0,5 0 0,0-1-66,-5-2 0,0 2 0,-3-1 0,6 0-44,5 0 0,-4 0 1,3-2-1,-6 0 21,-2 0 1,4 1 0,3-1 0,2 1 38,0 1 0,-7-1 1,-2 0-1,1 1-4,3-2 0,1 3 0,4-2 0,-3 1-79,-4-1 1,1 0 0,1 1 0,3 0-14,2 0 0,-1-1 0,-2-1 0,2 1 60,2 0 1,-3-1 0,7 3 0,-3-2-2,-4 2 1,1-3 0,-1 2-1,2-1 11,3 0 0,-4 2 0,1-2 1,-3 0-11,2 1 0,3-3 0,2 1 0,-3 1 2,-5 0 1,1-1 0,1 3 0,5-3-20,2 0 0,-5 3 1,-2-3-1,-1 2-30,3-1 1,-1-2 0,5 3 0,-3-1 35,-3 0 0,-3 1 0,6-2 0,2 1 27,0 1 1,-1 1 0,-5-1-1,0-1 26,5 2 0,0-1 0,4 0 0,-4 0-34,-3 0 1,1 1 0,3 1 0,2 0-68,-1 0 1,-2 0-1,-5 0 1,2 0 29,6 0 1,-4 0-1,1 0 1,-6 0 15,-5 0 1,3 0 0,4 0-1,4 0 84,0 0 0,-3 0 0,-6 0 0,1 0-95,5 0 1,-2 1-1,8 1 1,-5 0-32,-5 0 1,2 1 0,3 0-1,5-1 43,-1-2 0,-1 1 0,-4 1 0,3 0 24,3 0 0,1 0 1,-1-1-1,-2 2 46,-1-2 0,2 0 1,5 0-1,1 1-23,-3 0 0,-2 1 0,-1-3 0,5 1 12,5 1 1,-6-1 0,-2 1-1,-1-1-53,4-1 1,1 3-1,3-1 1,-4 0-17,-6-1 0,2 0 0,4 0 0,0 2-10,-3-2 1,-4 0 0,4 0 0,3 1-51,0 0 0,-2 1 0,-4-2 0,2 0 11,3 2 1,0-1 0,1-2 0,-2 0 20,1 0 1,0 0 0,2 0 0,-4 0 5,-4 0 0,1 0 0,2 0 0,2 0 30,-2 0 0,-3 0 0,-5 0 0,0 0-10,5 0 1,-4 0-1,3 0 1,-6 0-34,-6 0 0,3-2 0,0-1 0,6 1 26,1-2 0,-6 4 0,-2-3 1,-2 1 54,1 0 0,0 0 0,5-2 0,-1 1-38,-1 1 0,-5-1 1,-2-1-1,-1 1 6,1 0 0,2-1 0,2 3 0,-1-3 19,-4 0 1,-4 3 0,-5-3-1,-1 2-8,-1-1 0,5 0 1,3 1-1,1 0-38,0 0 1,-4 1-1,-1-1 1,-2-1-110,-3 2 1,3 0 0,-3 1 0,3 0 15,2 0 1,2 0 0,2 0 0,-2 0 70,-4 0 1,-6 0 0,-2 0 0,-3 0 76,0 0 1,-1 0 0,3 1-1,-1 0-17,0 2 1,2 0 0,1-1 0,-2 1 36,-1 1 0,-2-1 1,-3 2-1,1 0-30,2-1 0,-5 2 0,1-3 0,-1 0-67,-2 1 1,1 1 0,1-2 0,0 0 42,0 1 0,1-1 0,1-1 0,0 1 73,0 1 0,0-1 0,0 1 0,0 0-27,0 0 1,-2-1 0,-2 2 149,0 1 0,-1 0 1,-3 2-217,1-1 1,-4 1 0,-1-1 0,-3 1-100,0 2 1,1-1 0,1 2 0,0-1 75,0 0 0,-1 3 0,-1-1 1,0 3 36,0 3 1,0-2-1,1 4 1,0-1-1,2 0 1,-1 1 0,-2 2 0,0 1-89,0-1 0,1 1 0,1 0 0,1 2 45,1 2 1,-2 3-1,1 2 1,0 1 12,-1 1 0,3-1 0,-2 2 0,-1 0 34,2-1 1,-3 3 0,4 1 0,-1 4-10,0 5 0,-2-2 1,2 0-1,1-1-18,-1-1 0,-2 5 1,2 4-1,0 2 4,-3 0 1,3-1 0,-2 1-1,0 2-10,-1 7 1,0-5-1,0 4 1,3-2-121,0-1 0,-3 5 1,3 0-1,-2-1-46,1-7 1,-1-3 0,-2-1-1,1 1 262,2-1 1,-3-4-1,3-4 1,-2-5 149,-1-3 1,0-3 0,0 1 0,0-2-25,0-3 0,-3-3 0,0-6 0,-1-2 12,-2 1 0,-1-7 0,0 1 0,-2-4-276,-1-2 0,-5 1 1,-5-1-1,-4-3-89,-4-1 1,-9 0 0,-4 0 0,-7-2-99,-3 0 0,3-1 0,-6 0 1,-3 0-14,-5 0 1,-7 0 0,-2 0-1,-3 0 74,-4 0 0,1 0 0,-10-1 0,-2 0 162,-5-2 0,0 1 0,-3 2 1,0 0 25,-3 0 1,46 0-1,0 1 1,1-1-1,0 1 1,-2 1-1,-1 0-47,1 0 1,0 0 0,0-1 0,0 0 0,-2 2 0,-1-1 0,0 1 0,-1-1 46,-3 0 1,0 0-1,2 2 1,1-1 0,-1 0-1,-1-1 1,1 1 0,-1 1 3,2-1 1,-2 1 0,-2 0 0,-1 0 0,0-1-1,-1 1 1,0 0 0,0 0 22,0-1 0,0 1 0,0 1 0,1 0 0,-1 0 0,1 0 0,-2 0 0,0-1 17,-1 1 1,0-1 0,4-1-1,0 1 1,-2 0 0,1 0 0,1-1-1,-1 1-37,1 0 1,-1 0 0,-2-1-1,0 1 1,0 0 0,1 0-1,0-1 1,0 1-23,2 0 1,-1 0 0,2-2 0,0 1 0,-1-1 0,0 0 0,0 0 0,0 0-1,0 0 0,0 0 0,3-1 0,0 1 0,0 0 1,0 0-1,1-1 0,1 1 34,-2-1 0,1 0 0,0-1 0,1 1 0,1-1 0,0 0 0,1 1 1,1 0-4,2 0 1,1 0 0,-3 1-1,1-1 1,0-1 0,1 0-1,0 0 1,0 0-59,-1 0 1,1 0-1,-46-1 1,48 0 0,1 0-1,-49-2-22,48 1 1,1 0 0,-48-2-1,48 1 1,0 0 0,-49-1 32,3 1 0,46 0 0,0 0 0,-44-1 0,-4-1-27,-1 3 1,1-1-1,1 0 1,1 1 1,-1 2 0,-1 0 0,-1 0 1,4 0 46,1 0 1,6 0 0,-6 0 0,3 0 42,-3 3 0,8-2 0,-1 2 0,1 0-21,-3-1 1,2 3 0,3-2-1,0 1 14,1-1 0,2 0 0,1 0 0,-4 1-35,-2 0 1,8 2 0,2-3-1,-2 1-8,-2 2 1,1-2-1,2 1 1,1 1 19,0 1 0,3-2 1,2 0-1,-2 1 0,-5 0 1,8 1-1,5-1 1,4-1 19,0 1 1,-1-2 0,-1 1 0,5 1 4,7 0 0,-2 4 0,-2 0 0,-2 0 26,-1 1 1,10-2 0,7 4 0,2-1-131,1 0 0,-4 1 0,1-2 0,2 0 69,4 0 1,10-1-1,5-3 1,4 0 110,3-2 1,3 1-1,2-3 1,1 0 99,-1 1 0,1-2 0,-1-2-66,1 0 1,2 0-101,0 0 1,1-1 0,-2 0-1,1-4-1,-1-1 0,-1-1 1,0-5-1,-1-1-16,1 1 0,-1-2 0,1-1 0,-1-1-13,-2-1 1,1-1 0,-2-1-1,1 1 14,0 0 1,0-4-1,0 1 1,0-4 44,1 1 0,0-2 0,0-2 0,-1-2 21,1-2 1,1 1-1,1-1 1,1 2-60,1 2 1,1-2-1,-2 2 1,2-3-27,1 0 0,0 1 1,2-5-1,0 1-5,-2 0 1,0 3 0,1-2-1,0 2 5,0 1 1,-1-3-1,0-2 1,1-1 9,2 1 0,-3 0 0,1 2 0,0 1-8,1-1 1,0 2-1,0-2 1,-2 2-37,2 2 1,0-5 0,1 0-1,0 0-46,0 2 0,0 1 1,0 1-1,0 0 64,0 0 0,0 0 0,0 0 0,-1 0 48,-2 0 0,2-1 0,-3 1 1,-1 0 17,1 3 1,2 2-1,-2 1 1,-1-2-52,1-1 0,2 2 0,-2-1 0,-1-1-57,1 1 0,-1-2 0,-1-1 0,0 1 46,1 0 1,2 4-1,-2-2 1,-1 1 55,0-3 0,-2 1 1,1 1-1,-1-1-40,1 1 0,-1-2 0,1-1 0,-1 2 6,1 2 0,-1 1 0,1 3 1,-1-1-40,1 0 1,0 3-1,1-3 1,1 0-19,0 0 1,1-1 0,1 0-1,0 0 54,1 1 0,-3 4 0,3-1 0,0 0-3,1 3 1,1 1 0,0 1-1,0 2-17,0-2 1,0 3 0,0-1 0,1 1 24,1-1 0,0 3 1,2-2-1,0 0 41,0-1 1,1 0-1,0-1 1,-2 1 112,0 0 0,-1-1 0,3 3-201,1 1 0,-2 4 0,1 2 1,1 4-819,0 4 1,5 4-1,3 6 844,2 0 0,53-37 0,16-9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7:35.1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74 7757,'0'-7'0,"0"-1"240,0 1 1,0 2-1,0 0 1,0-1 337,0-1 1,2 0 0,1-1 1089,-2 1-1315,4 3 0,-2 1 1,2 6-1,-3 3-130,-1 6 1,-1 8 0,0 11-1,1 7-124,2 8 1,-3 8-1,4 11 1,-1 7-168,2 10 1,4 7-1,1 0 1,0-3-346,1-4 1,-3-10 0,2-11 0,-1-14 274,-2-12 0,1-8 1,-1-7-1,1-4 31,-1-2 0,-2-7-347,0-4 1,-4-3 0,0-4-638,-3-3 1091,-4-4 0,-5-27 0,-4-6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7:35.7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5774 509 7732,'-6'-11'0,"0"0"55,1 0 0,1 3 0,-2-2 0,1 2 1091,-1 3 1,-1-1-695,0 1 1,3 2 0,1 4-1,0 6-136,1 4 0,-1 10 0,4 5 1,1 5-126,0 7 1,4 6 0,-1 7 0,1 4-55,2 5 0,3-1 1,1 6-1,2-2-263,-2-1 0,1-2 1,-3-11-1,-1-5-280,-3-5 0,-3-7 0,-3-8 0,-1-6-427,-1-7 0,-3-2 1,-2-3 832,-1-1 0,-2-11 0,-2-7 0</inkml:trace>
  <inkml:trace contextRef="#ctx0" brushRef="#br0" timeOffset="567">2929 1213 7727,'-5'-11'29,"0"-1"0,0-1 850,1 0 1,-2 2-311,3 4 1,-2 6 0,3 5 0,0 7-221,1 6 0,1 8 0,1 6 0,2 7-123,2 9 1,2 6-1,2 6 1,2 2-268,1 2 1,-1 1 0,3 4 0,-3-1-1264,0-2 0,-1-7 1304,-2-10 0,-8-2 0,0-1 0</inkml:trace>
  <inkml:trace contextRef="#ctx0" brushRef="#br0" timeOffset="1151">46 0 7764,'4'28'0,"-2"-1"216,-1 1 1,-3 5 0,-1 3 0,2 2 1241,3 2 1,3 5-1,4 1 1,2 3-1167,0 1 1,1 4-1,1 2 1,-2 0-426,-2 0 1,-1-1 0,-6 0-1,0 2-224,-1-1 0,-2 0 0,-2-4 0,-5-1-399,-3-2 0,-4 1 1,0-1-1,0-2 756,1-4 0,-15 41 0,-2 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7:45.4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10063 876 7890,'-3'-8'557,"-1"1"1,0-1-1,4-3 1,0 0 122,0 0 1,10-2 0,5-2 0,8-3-497,6-4 0,19-4 1,20 0-1,16 1-173,11 1 1,-41 13-1,3 0 1,3 0 0,2 1-1,4 0 1,2 1-182,5 1 1,-1 1 0,-2 3 0,-2 1-1,-2 0 1,-1 2 0,-2 0 0,-1 2-59,-2 0 1,0 2 0,-1 0 0,0 2-1,-1 4 1,-1 1 0,0 2 0,0 2 160,0 1 1,-3 1 0,-2 5 0,-1 2 0,-4 1-1,-1 2 1,1 3 0,-2 2 46,3 3 1,-2 3 0,-3 1 0,-3 2-1,0 5 1,-4 1 0,-4 0 0,-4-1-23,-3 0 1,-2 0 0,-4 4 0,-1 1 0,1-2 0,-2 0-1,-1 2 1,-1 1-47,-1-1 1,-1-1 0,9 49 0,-5-4 0,-10-44 0,-2 1-18,-1 3 1,-3 0 0,-5-4 0,-2 1 0,-3-1 0,-2-1 0,-4 1-1,-1-1-21,-4 1 1,0 1 0,-2 1 0,-1-1 0,-1-1 0,-1-1 0,-1-2 0,-1-1-21,-2-2 0,-1-2 0,-5 2 0,-4-2 0,-2 1 0,-2-1 0,-2 0 0,-1-1 91,0-1 0,-1-1 1,4-2-1,-1-2 1,0-2-1,0-1 1,-3 0-1,-1-2 61,-3 1 0,-2 0 0,2-1 0,0-2 0,-1-2 1,-1-2-1,0-2 0,-1-3 72,0-2 1,-1-3 0,0-2 0,0-1 0,1-2 0,-1-2 0,1-1 0,-1-2 270,-5 0 1,1-2-1,4 0 1,1-3-1,-2-1 1,1-3-1,2-2 1,1-2 15,-1-2 1,0-2 0,-3-4 0,0-2 0,0-4 0,2-3 0,2-3 0,3-4-181,2-4 0,2-2 0,-2-3 0,2-3 0,-3-7 0,2-4 0,1-2 0,2-3-205,1-6 1,5-3-1,7-3 1,4-3 0,3-7-1,3-3 1,4-2 0,3-1 47,2-3 0,3-1 0,3-4 1,2 0-1,3 0 0,3 2 1,3 2-1,3 2-14,4 6 1,3 2-1,1 11 1,3 3-1,2 5 1,2 2-1,0 7 1,3 3 48,1 4 0,4 4 0,2 5 0,4 4 0,4 4 0,2 4 0,44-19-160,-2 11 0,-2 7 0,0 10 0,4 3-577,5 2 0,-2 7 674,-9 2 0,1 3 0,-4 1 0,5 0 0</inkml:trace>
  <inkml:trace contextRef="#ctx0" brushRef="#br0" timeOffset="681">6596 281 8067,'5'-33'0,"4"-1"161,5 0 1,8 2 0,9 2 0,6 4 139,4 2 1,4 3-1,5 2 1,6 5 45,6 6 0,9 3 1,3 6-1,2 4-190,2 6 1,2 10 0,12 11 0,-43-15 0,-1 2-142,1 1 0,0 1 1,2 3-1,0 2 1,-1 1-1,0 1 1,1 1-1,1 1-209,0 1 0,0 1 1,-5 3-1,-1 3 1,-1 2-1,0 1 1,0 1-1,0 1 81,1 0 1,0 0-1,-3-4 1,0-1-1,-1 2 1,-1 0-1,-3 0 1,-2 1-35,-3 1 1,-3 1 0,0 1 0,-1 0 0,-1 1 0,-1 0-1,-1 0 1,0 0 87,-1-1 1,-1 2-1,-3 2 1,-1 2-1,-2 0 1,-1 1-1,-3 1 1,-2 1 23,-3 2 1,-3 0-1,-1-3 1,-2 0 0,-4 4-1,-1 1 1,-1-2 0,-3-1-50,-1 0 1,-4-1-1,-6 4 1,-4-1-1,-3-2 1,-4 0-1,-2 0 1,-1-1 29,-1-2 1,-2-2-1,-2-2 1,-1 0-1,0-2 1,-3-1-1,-3 2 1,-2-2-17,-7 2 0,-1-2 0,2-4 1,0-2-1,-5-1 0,-2-3 1,3-1-1,-1-2 168,-1 0 0,-2-1 1,-2-1-1,-1-1 1,-4 2-1,-1-1 1,0-2-1,0-2 81,0-1 1,0-3-1,1-3 1,1-2 0,-4-4-1,0-2 1,1-1 0,-1-1-55,-3-1 1,1-2 0,6-2-1,0-2 1,0-2 0,1-3-1,2-4 1,2-4 63,-1-3 1,2-5 0,3-4-1,3-6 1,6-5 0,2-6-1,3-3 1,3-4 3,2-3 0,2-3 1,0-10-1,2-4 0,1-4 1,2-3-1,1-7 0,3-4-253,1-8 0,4-2 0,5 2 0,3-2 0,7 26 0,2 0 0,2-1 0,1 1 0,3-1 0,1 1 31,2 0 1,2 0 0,2 0 0,1 0 0,2 1 0,2 1 0,3 3 0,2 1 0,2 1 0,14-29 0,3 3-95,4 6 0,2 3 1,-2 4-1,2 2 1,1 4-1,1 2 1,0 1-1,3 3-187,1-1 1,3 4 0,-2 9 0,3 4-1,0 5 1,0 4 0,-4 7 0,-1 4-301,-3 4 1,0 3-1,49-8 1,-2 12 608,-4 7 0,-3 4 0,-15 9 0,0 6 0</inkml:trace>
  <inkml:trace contextRef="#ctx0" brushRef="#br0" timeOffset="1398">3399 562 7983,'12'-24'71,"3"-2"1,10-3 0,14-3-1,12 3 435,10 7 0,9 0 0,1 9 1,-3 2-175,-3 2 0,3 6 1,0 1-1,11 4-169,9 6 0,3 3 0,8 5 0,-48-5 0,0 1-85,2 1 0,1 2 1,1 4-1,0 1 1,-1 2-1,-1 1 1,-1 2-1,0 2-148,-1 2 1,0 1-1,-5-1 1,0 2-1,0 1 1,-1 3 0,-5 1-1,-4 3-126,-4 1 1,-3 3-1,-2 4 1,-3 1 0,-2 3-1,-3 1 1,0-1 0,0-1 80,-2 0 1,1-1 0,0 0 0,1-1-1,0 3 1,-1-1 0,1 1 0,-1-1 28,0 1 1,-1-1 0,-4 1 0,-2-1 0,0 1 0,-2-1 0,0 1 0,-3-1-72,0 0 0,-2 1 0,-2 0 0,-1 0 0,-1 1 0,-1 0 1,-4 1-1,-2 0 45,-2 1 0,-3-1 1,-3-3-1,-2 0 0,-3 0 1,-3 1-1,0-1 0,-2-1 92,-3 2 1,0-2 0,2-3 0,-1-2 0,-29 38 0,1-10 100,0-7 1,-12 0-1,-8-5 1,-7-4 118,-3-6 0,3-6 1,5-12-1,-6-2-52,-11-4 0,-1-7 0,42-12 1,0-1-1,3-1 0,0-1 123,-48 0 1,44-8-1,-1-2 1,0-3-1,1-2 1,0-4-1,2-4 60,2-3 1,1-3-1,-1-5 1,2-4-1,-3-6 1,2-3-1,-3-5 1,2-1-157,-1-5 0,2-2 0,2-4 1,3-4-1,2-2 0,2-2 1,0-2-1,2-1-251,2-1 0,1-1 1,2-2-1,3 0 1,5 0-1,2 1 1,4 3-1,2 1 15,4 6 1,1 1 0,3 3 0,2 0-1,3 5 1,1 0 0,1 2 0,1 2 82,4-45 1,13 9-1,13 2 1,12 3-157,15 4 1,-22 41-1,4 1 1,5 2 0,1 2-1,0 0 1,0 1-144,37-25 1,-4 7 0,-1 7 276,10 5 0,-1 7 0,5 4 0,-3 2 0</inkml:trace>
  <inkml:trace contextRef="#ctx0" brushRef="#br0" timeOffset="2285">145 1033 8065,'1'-18'0,"4"-4"-238,6-7 0,8 1 0,11-2 1,9-1 885,7-2 1,5 0-1,4 0 1,-3 2-94,-3 1 0,2 4 0,4-3 0,8 1-326,12-1 0,2 3 1,6-3-1,-2 2-192,1 2 1,10 5 0,-42 11 0,1 1 0,1 2 0,-1 0-145,43 0 1,3 8 0,-3 8 0,-45-2 0,0 2-105,3 2 1,-3 2 0,37 17 0,-6 4 0,-4 2-42,3 4 0,-1 3 0,1 1 0,-9 0 99,-10 0 1,-11 10-1,0 6 1,-3 9 166,-1 8 1,-5-4 0,-4 3 0,-6 0 32,-8 5 0,-4 7 0,-7 3 0,-1 0-91,-2-3 1,-3 9 0,-7 0 0,1-48 0,-1 1-106,-2 0 0,0 0 0,-7 45 0,-4-3 0,-5-2-63,-5-1 1,-5-5 0,-7-4 0,-3-5 149,0-5 0,-4-2 0,4-3 0,-1-3 114,0-3 1,4-9-1,-6-6 1,-4-5 34,-8-1 1,-11-4 0,-7 2 0,0-2 93,6-1 1,-3-7-1,-1-6 1,-13-8 71,-10-8 1,10-8 0,-1-8 0,6-13 76,-2-9 0,-4-17 0,36 20 1,1 0-1,0-2 0,1-1-166,3 0 1,1-1 0,-4-5-1,0-1 1,-1-2 0,0-2 0,-3-4-1,1-1-161,0-4 0,0-1 0,4 2 0,1 0 0,4-3 0,0-1 0,1 2 1,0-1-80,0-1 0,2-1 0,3 2 0,1-1 0,3 3 0,2 0 0,4 2 0,3-1-226,3 2 1,4 0 0,-1-43-1,9 2 1,5 5-130,6 3 1,9 10 0,12-4-1,11 3 146,11 4 0,23 0 1,-30 35-1,1 1 0,3-2 1,0 1 284,1 0 0,-1 0 0,1-1 0,0-1 0,-2 2 0,0-1 0,1 1 0,0-1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8:05.4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1167 4859 7904,'-5'6'18,"3"4"1,-6-4-1,0 2-51,-2-1 1,-1-4 0,-2 1 0,-1-3 273,-1-1 1,-1 0 0,1-1 0,-2-3 322,-1-4 1,-2-5 0,4-4-1,-1 0-63,-3-3 0,0-1 0,0-2 0,2 0-228,2-3 1,0-8-1,1-7 1,-2-4-127,-1-4 1,-2 2 0,4-5-1,-1-2 2,-3-1 0,-2 4 1,0 2-1,-2 3-2,-2 1 0,0-5 1,-5-1-1,-2-1 63,2 0 0,0 3 1,-1-3-1,0-3-10,3-4 0,4-3 0,-2-5 1,4 0 34,0 4 0,1-2 0,1 5 0,1 3-68,1 3 0,2-1 0,-2 3 1,3-3-70,-1-1 1,5 4-1,-3 1 1,3 1 20,0 2 1,0-4 0,-1-3 0,1-5-61,2-2 0,1 0 0,-1-2 0,2 3-46,0 0 1,6-1 0,-2-6 0,3 1 44,1 0 0,1 3 1,1 2-1,3 1-42,2 2 0,0 2 1,5 1-1,3-2-27,4-2 0,-1 3 0,0-3 0,3 3-2,4 1 0,0-2 0,4-1 0,-2-5 65,-2-2 0,-1 4 1,-1 2-1,0 2-16,3 2 1,-1 2-1,5 0 1,3 2 39,3-2 0,4 4 1,3 3-1,-2 4-16,-3 6 1,-3 3 0,-2 3 0,1 1-18,0-1 0,-4 0 0,-2 0 0,2 2 22,3 2 1,0-3-1,11 3 1,2 3-20,0 0 1,-3 5 0,-2 2 0,0-1-33,-1 1 1,-2 7-1,-4-1 1,1 1 16,2 0 0,5 2 1,5 2-1,2 1 48,-2 2 1,2-2-1,-3 0 1,-3 1 47,1-1 1,-5 1-1,-2 4 1,-1 0-113,2 0 1,6 0-1,9 0 1,0 0 12,0 0 0,-5 0 0,-7 1 0,-3 3-42,-3 3 1,-5 1 0,-2 2 0,1 2 88,0 1 1,2 3 0,5 0-1,1 1 94,0 3 1,-6 2 0,-1 0 0,0 2-47,-2 2 0,0-2 0,-7 3 1,-1-1-93,-1 0 0,-6 2 1,2-3-1,-1 1-114,1-1 0,-3-1 0,5-2 0,-2 2 25,-1 2 1,3-2-1,-4 2 1,2-3 50,-1 0 1,2-1 0,-1 1 0,-1-2 54,-2-2 1,0 1 0,-1-5 0,0-2-55,0 0 1,1-6 0,-1-1-531,0-1 1,-4-1-1365,1-4-261,-6 0 1380,3 0 1,-8 1-1,-1 3 293,1 4 0,1-2 1,-1 1-1,0 2-758,0 1 1,2-2 0,1-1-1942,0 2 3187,0 1 0,0 6 0,0 1 0</inkml:trace>
  <inkml:trace contextRef="#ctx0" brushRef="#br0" timeOffset="485">2772 797 7942,'-11'-13'503,"-1"1"1,1 5 2104,0-1-2030,5 4 1,6 8-1,7 5 1,3 4-103,1 2 0,4 5 1,2-2-1,0 2-114,3-1 1,1 1 0,2-4 0,-1 0 9,1 1 0,-1-3 0,-1-2 0,-1-2 191,-1-3 0,-2 2 0,3-5-53,-1-2 1,-5-6 0,1-3-1,-4-4-91,-4-4 1,0-3 0,-5-5 0,3-4-187,1-3 0,-2-6 0,2-2 0,0-2-159,1-3 1,0 3 0,3 1 0,-1 0-208,-2 3 0,1 6 0,2 5 0,-1 4-756,-2 2 1,-5 9-1,2-1-2847,-3 1 1668,4 5 1,-2 0 774,4 5 0,-3 6 1293,4 5 0,9 55 0,7 19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8:08.0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156 595 8099,'-29'-18'0,"3"-3"20,2-4 1,7 0 0,2 7 602,2 3 0,2 2-530,0 2 0,5 4-133,2-1 0,4 6 0,4-3 63,3 0 0,4 3 0,4-1 0,4 0-33,2-1 0,7 2 0,4-4 0,8-1 25,9 1 0,9-1 1,6-4-1,3-1 86,4 1 1,8-1 0,9-2 0,7-1 2,-45 8 1,1 0 0,47-1-1,-3 1 1,1 1-43,-46 3 0,1 0 0,3 1 0,-1 0 0,1-1 0,0 0 0,44-3 22,-4-1 1,2 4 0,-44 0 0,2-1-1,-2 1 1,-1 0-33,47-3 1,-46 4-1,0 0 1,44-4 0,-46 3-1,1 1-25,49-1 0,-4 1 1,-5-1-1,2 0-24,4 0 0,-7 2 1,-1 1-1,-2 0 25,3 0 0,1-4 0,-5-1 0,-4-1-1,-2-3 0,7-1 0,3-1 0,0 0 6,-3 0 1,-7 1 0,-4 1 0,2 2-71,3-2 0,-1-1 0,-9 0 1,-7 1 20,-6 2 0,-2 3 1,2-2-1,0 1 30,2 2 1,-1-2 0,-8 1 0,-6 2 134,-7 1 1,-8-1 0,-2 0 0,-2-2 45,0 2 1,4-3 0,-4 1-1,-1 2-158,-1 0 0,-2 2 0,-1 0-79,-2 0 1,-4 2-39,-7 1 0,-3 0 100,-5 4 0,-2-3 0,-1 2 1,-5 0 230,-2 1 1,-1-4 0,0 4 0,-1-1-25,1 0 1,0 2 0,0 3-197,0 0 0,3 0 1,1 0-1,-1 1 29,2-1 1,-3 4 0,4 1 0,0 2-87,0 1 0,-4 3 1,3 1-1,-1 4-32,-1 2 1,6 5-1,-3 4 1,1 3 48,0 2 0,-3 3 0,3 3 0,0 3 64,-1 3 0,0 10 1,-3 4-1,0 3 0,-1 4 0,3 3 0,-1 4 1,-2 6-56,-1 3 1,-1 6-1,-2-2 1,0 2-42,-2-1 1,7-47 0,2 1 0,1 1 0,1-1 0,-2 48 26,1-8 1,1-2 0,4-3-1,2 2 11,1-2 1,4-4-1,4-8 1,0-7 153,0-6 0,-1-5 0,-1-5 0,-2-6 236,2-6 0,-4-7 0,0-4 0,-1-6 126,0-1 0,-1-8 0,-3-2-204,0-1 1,-5-5-1,-2-1-178,-3-3 0,-3-1 0,-2 0 1,-3 0-195,-3 0 1,-7-4 0,-4-1 0,-8 0-141,-9 0 1,-6 0 0,-3 3 0,-2-2 22,1 1 1,1 1-1,-5-1 1,-6 0 60,-9 0 0,-7-3 0,3 0 0,0-2 150,-2 1 1,-9 4-1,-7 0 1,0 1 10,2 2 1,-2 3-1,46-1 1,0 2-1,-3 2 1,0 1-115,1 0 0,-1 2 0,-2-2 0,1 1 0,2 1 0,-1 0 0,0 1 0,-1 0 8,0 1 1,1 0 0,-3 0-1,1 0 1,4 1 0,1 0 0,-1 0-1,1 1 9,0-1 1,1 2 0,2 1 0,1 1 0,1-1 0,0 0 0,-1 1 0,0 0 36,0 1 1,0 0 0,2 0 0,0 0 0,-34 15 0,6-1 30,2-1 0,-2-5 0,-2 1 0,7-2 5,8-2 1,6 1 0,10-1-1,2 1 86,1-1 0,-2-3 1,6-2-1,1-1-25,6-2 0,2-3 0,8-2 0,6-3 229,3-1 0,6-1-48,1-4 1,4-1 0,0-3 37,2-3 0,1-3 0,0-2 1,0 1-167,0 0 1,0-5 0,0-2 0,0 0-90,0-1 1,0-1 0,0-5 0,0-2-168,0-2 0,-4-2 1,0-7-1,0-3 76,-1-2 0,3-9 1,-4-4-1,-1-5 33,1-1 0,2-4 0,-2 1 0,0-6 13,0-8 0,2-3 1,-4-5-1,1 1 50,1-1 0,-4-11 0,6 47 0,0-1 0,0-2 0,-2 1-21,1-2 0,-1 0 0,0-2 1,1-1-1,-1 3 0,1-1 0,-1-1 1,0-2-95,1 0 1,-1 0 0,1-2 0,0 0-1,1-1 1,1 2 0,0 2 0,1 2-1,-1 4 0,1 1 0,-1-42 0,-3 7 0,0 0 185,0 2 1,3 6 0,-2 11 0,1 6-304,1 4 1,-5 2 0,4 2 0,2 5-356,1 2 0,1 7 0,0 5 1,0 8-1157,0 6 0,0 11-458,0 13 2154,5 2 0,1 11 0,5-6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8:23.8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4769 3288 7732,'-11'-55'208,"1"-1"0,2-7 0,4 5 844,3 8 0,1 8 0,0 11 0,-1 2-836,-3 2 0,2-5 1,-7 1-1,-4-5-668,-4-5 0,-9-9 1,-4-5-1,-2-3 246,-2-1 1,0-2 0,1 0 0,0-1 208,3-3 0,7 2 1,4 1-1,0 1 10,2 2 0,-5 5 0,4 4 0,-2 6 164,1 4 1,-2 3 0,2 2 0,-2 0-109,-1 1 0,-1-1 1,1 10-1,-1 4 41,1 5 0,3 1 0,2 3-78,0 2 0,3 6 0,2 0 0,1 3-22,0 1 1,0 0 0,-1 0 0,1 0-94,0 0 1,-4 4 0,-1 1 0,-2 0 95,-2 0 0,-6 2 0,-5-2 1,-5 0 32,-5 0 0,-8 3 0,-3-5 1,-3 0 68,-1-2 0,0 0 0,0 2 0,-3 1 40,-5-2 1,-5 4 0,-15 2 0,-2 2-122,1 1 1,-7 0 0,5 0 0,-10 2-70,45-6 1,0 1 0,0-1 0,-1 0 0,2 1 0,-1 1-1,-1-1 1,-1 0-53,-2-1 0,0 0 0,1 1 0,0 0 1,1 0-1,-1 0 0,1 0 0,-1 1 59,-1-1 0,-1 0 1,1-1-1,0 1 0,6-3 1,1 1-1,-1 0 0,0 0-5,-1 2 0,1-1 1,0 0-1,0-1 1,-1 1-1,1 0 0,-40 2-18,8-1 0,0-2 0,-3 2 0,2-3 46,3 0 0,7-4 0,20 3 0,-1-3 10,-3-1 0,-2 0 0,-1 0 1,9 0 59,8 0 0,7 0 0,8-1 0,7-2 81,3-1 1,1-1 0,5 3 0,2-3 166,0-1-185,0 3-211,3-2 18,2 5 1,7 0-1,0 1 1,2 3-108,-2 4 1,3 2 0,0 2 0,2 2 154,1 1 1,-1 1-1,-1-1 1,0 4 96,0 2 0,-3 6 1,2 2-1,-2 1-16,1 0 0,0 1 0,-4 5 1,0 2-17,0-2 1,-4 0 0,-1 0 0,0 3-24,0 1 0,-2 1 0,3 4 0,0-1-157,-1 1 1,4-4 0,-3-1 0,3-1-115,1-3 0,0-7 1,0-6-1,1-4-16,3-3 0,-1-1 0,3-3 0,0-1-357,0 0 1,-2 0 618,3 0 0,6-29 0,4-8 0</inkml:trace>
  <inkml:trace contextRef="#ctx0" brushRef="#br0" timeOffset="484">1751 1930 7818,'-18'-56'161,"7"-6"1,7-7 0,3-5 696,1-4 0,4-1 1,-2 9-1,-3 2-412,-5 4 0,-9-5 0,-5-7 0,-4-3-228,-2 1 1,0-3 0,3 5 0,2-5-87,2-5 1,0 0-1,4 5 1,1 8-166,1 7 0,2 7 0,-1-4 0,-2 3-282,-1 6 1,0 9 0,4 11 0,0 9-415,-1 9 1,-3 2-1,1 12 729,0 3 0,-24-6 0,-4 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38:29.6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8549 301 7743,'68'-3'122,"0"0"0,11 2 0,2 1 0,7-2 0,1 1 0,1 2 0,0 4 12,1 2 1,-1 4 0,0 4-1,-1 3 1,3 7 0,-1 2 0,-5 1-1,-1 2-227,-5 1 0,-2 2 0,-6 1 0,-4 2 0,-8 2 0,-5 2 0,-6 4 0,-5 4 181,-6 4 0,-5 2 1,-3 4-1,-3 2 1,-3 6-1,-2 2 0,-4 0 1,-3 0-131,-3 3 0,-2 1 0,-3 3 0,-4 1 0,-4 5 1,-4 1-1,-1-1 0,-3-2-194,-3 0 0,-2-2 0,-2-4 0,-2-1 1,-2-3-1,-2-2 0,-1-4 0,0-1-43,-1-4 1,-2 0 0,-3-3 0,-2-2-1,0-3 1,-3-3 0,-2-4 0,-3-3 282,-3-5 0,-3-3 0,-1-5 0,-3-2 0,-4-2 1,0-1-1,1-1 0,1-2-28,3-2 1,-1-2 0,-9 2 0,-2-2 0,1-3 0,-1-2-1,-4 0 1,-1 1 76,-1-1 1,-1-2 0,-8-2 0,-1-3-1,1 0 1,-1-3 0,-1-1 0,0-4 104,0-2 0,0-4 1,-1-2-1,-1-3 0,-1-6 1,0-3-1,0-2 1,1-1 103,3-2 0,1-3 0,-2-6 0,2-4 0,6-3 0,2-4 0,0-5 0,3-3-110,2-3 0,4-3 0,4-3 0,5-3 0,7-4 0,5-2 0,3-3 0,4-2-134,4-4 1,5-4-1,6-5 1,5-2-1,7 27 1,1 0-1,3-1 1,1-1-1,2-1 1,2 0-106,2-1 0,3 0 1,2 1-1,3 2 1,2 1-1,3 1 1,12-27-1,4 4 1,0 6-1,2 4 93,1 6 0,4 5 0,4 5 0,5 8 0,3 10 0,4 7 0,1 6 1,3 7 133,1 5 1,2 4 0,2 4-1,1 4 1,4 4 0,2 3 0,3 0-1,2 1-174,1 0 0,2 2 0,4 5 1,-1 1-1,-3 2 0,-1 1 1,3 2-1,0 1-357,0 1 1,-1 3 0,0 2 0,-1 2-1,-4 0 1,-3 1 390,-6 2 0,-2 3 0,-1 0 0,-3 1 0,-9 0 0,-2 1 0,-2 0 0,0-1 0</inkml:trace>
  <inkml:trace contextRef="#ctx0" brushRef="#br0" timeOffset="680">3553 466 7740,'20'-55'144,"6"0"0,11 2 359,13 2 1,9 6-1,12 8 1,0 5-53,2 3 0,13 2 1,2 1-1,-40 14 1,2 1-266,2 1 1,1 1 0,0 4 0,1 1 0,1 1 0,0 2 0,1 1 0,1 3-128,2 2 0,2 4 0,3 1 1,0 4-1,-2 8 0,-2 5 1,-2 2-1,-2 3-97,-1 4 0,-1 4 1,3 8-1,0 3 1,2 5-1,0 2 1,-3 3-1,-3 0-226,-2 3 1,-3 1-1,1 2 1,-1 3 0,-1 3-1,0 0 1,3 1-1,1-1-202,2-3 1,-1 1 0,-5 2 0,-3 1 0,-6-6-1,-4 1 1,-4 0 0,-3 1 187,-4-1 1,-4 1 0,-3 2 0,-4 2 0,-4-1 0,-3 0 0,-1-1 0,-1 0 186,-2-2 0,-1 0 1,-3 0-1,-2-1 1,-1 0-1,-1-1 1,-3-2-1,-2-1-9,1-5 1,-4-2 0,-1-9 0,-3-2 0,-23 34 0,-15-5 88,23-39 1,-3-2 0,-9-2 0,-3-2 0,-6-1 0,-3-2 0,0-2 0,-1-1 147,0-1 1,-1-2-1,-6 0 1,-2-3 0,-5 0-1,-1-3 1,-3-1 0,0-4 102,1-2 1,0-2 0,-3-3 0,1-2 0,-3-4 0,0-2-1,-3-3 1,0-2 81,-2-2 1,0-4 0,4-3-1,1-5 1,-4-3 0,2-4-1,5-3 1,2-4-150,3-4 0,3-4 0,2-4 0,4-5 0,3-7 1,3-4-1,7-2 0,5-4-110,8-4 1,6-4 0,4-8 0,8-5 0,12 26 0,4-3 0,1 0 0,2-5 0,1 0-1,3-2-244,1-5 1,3-1-1,2-1 1,2 0-1,4-1 1,1 0-1,4-3 1,2 0-1,3 1 1,3 3-1,3 0 1,3 2-158,3 1 1,3 1-1,2 3 1,0 7-1,1 3 1,3 3-1,2 6 1,1 2-1,2 4 1,23-15 0,3 8-6,0 11 1,0 8-1,-3 9 1,0 8-1,-4 6 1,-1 4 342,-2 4 0,0 4 0,-3 4 0,-1 3 0,2 1 0,-1 0 0</inkml:trace>
  <inkml:trace contextRef="#ctx0" brushRef="#br0" timeOffset="1263">1796 356 7775,'13'-69'7,"10"15"1,18 8 0,11 12 702,10 10 0,2 6 1,8 8-1,-8 6 51,-9 2 1,4 10 0,-1 7 0,6 14-506,6 15 1,1 20 0,-38-22 0,-2 3 0,-1 5 0,-2 3-302,-1 3 1,-3 3-1,1 8 1,-4 4-1,-1 7 1,-2 4-1,0 5 1,-1 1-369,0 3 0,0 0 1,2 0-1,2 1 0,-2 1 1,1 0-1,2-4 0,2-1-125,1-4 1,-1-2 0,-5-8 0,-2-3-1,0-8 1,-2-1 0,-4-7 0,-2-2 26,2 40 1,-17-12 0,-16-3 0,-13-1 435,-15 0 0,-16-3 0,29-39 0,-2-3 0,0 1 0,-1-1 80,-1-2 1,0-1-1,-3-3 1,-2-2-1,-8 0 1,-2-2-1,-5-1 1,-2-1 75,-2-1 1,-2-1 0,-6-1 0,-1-2 0,-2-3 0,-2-3 0,-2-1-1,0-2 158,2-1 0,-1-4 0,-3-5 1,-1-4-1,5-3 0,-1-3 0,-2-4 1,-1-3 112,0-4 0,1-4 0,5-1 0,2-4 0,0-3 0,2-5 0,3-4 1,2-4-170,4-6 1,3-4 0,0-7 0,5-6 0,7-10 0,3-3-1,16 26 1,0-1 0,2-1-248,1-2 0,1-1 0,3 0 0,1 0 0,3-1 0,2 0 1,2-1-1,2 0 0,3 0 0,-1-32 0,6 1 110,6 4 0,7 4 0,3 12 1,8 5-1,9 7 0,7 5 0,2 5 1,2 2 21,3 5 0,3 2 0,2 4 0,3 2 0,3 4 0,3 3 0,6 0 0,4 4-107,5 1 0,2 3 1,4-2-1,1 2 0,4 3 1,0 1-1,2 0 0,1 1-220,4 0 0,-1 4 0,-8 4 0,-1 4 0,1 4 0,0 3 0,-3 2 0,-1 3 259,1 3 0,-2 2 0,0-1 0,-2 4 0,-3 4 0,0 2 0,-2 2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2:26.89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4396 9153 7833,'44'-16'184,"0"-4"0,10 9 0,11-3 1,17 10 487,12 10 1,0 10 0,-8 20 0,-11 7 76,-9 4 1,-8 14 0,-5-3 0,-9 4-519,-8 4 1,-17 2 0,-6 12 0,-8 5-465,-11 2 0,-11-2 0,-17-13 0,-5-4-25,-4-4 0,-6-5 1,-1-5-1,-2-7 161,-4-6 1,-16-5-1,-13-8 1,-11-4 416,45-13 1,1-2 0,-48 0-1,13-4 1,1-5 434,-1-5 0,-1-4 0,1-13 1,7-7-267,9-9 0,13-4 0,9-5 1,9-6-324,14-5 1,9-13-1,17-5 1,3-14-210,-2 40 1,4-1 0,5-7-1,3 0 1,4 1 0,3 1-1,5 1 1,3 0-324,5 1 1,2 2 0,2 4 0,2 3 0,3 2 0,2 3 0,-1 5 0,2 3-1249,-1 4 1,1 4 0,44-6 1613,-8 20 0,4 10 0,-4 10 0,4 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4:34.9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295 2191 7717,'-30'7'0,"1"1"0,-1 2 382,1-1 0,4 0 1,3 2-1,0-3 2487,4-1-2297,2 4 0,16-9 1,10 1-1,11-6-139,7-7 0,14-10 1,9-4-1,13-4-199,14-1 1,10-7-1,-37 16 1,1 1 0,1-3-1,0-1-128,3-1 0,1-1 0,11-4 0,3-2 0,10-5 0,3-1 0,5-4 1,1 0-152,-26 12 0,-1 0 0,2 0 0,0 2 0,1-1 0,0 2 0,-2 0 0,-1 0 0,0 1 0,28-11 0,1 2 150,-2 2 0,-1 0 0,-2-1 1,-1 1-1,1 0 0,-2 0 1,-7 1-1,-1 0 25,-2 1 0,-1-1 0,-3 0 0,0 0 1,3 1-1,0 0 0,-4 2 0,-2 0-44,-7 2 0,0 0 1,-4 3-1,-1 2 1,-5 2-1,-1 0 1,-1 1-1,-2 1 98,42-16 0,-16-1 1,-14 3-1,-7 3-169,-1 0 0,1 5 0,7 0 0,-4 2-34,-6 3 1,-8 3-1,-16 6-526,-6 4 1,-11 3-401,-8 2 1,-8 2 0,-11 3 0,-6 4-303,-3 4 1,-3 4 0,-3 2 0,-5 4 1246,-4 0 0,-7 11 0,-3-3 0</inkml:trace>
  <inkml:trace contextRef="#ctx0" brushRef="#br0" timeOffset="2066">324 2353 7758,'-20'5'42,"1"0"0,1-2 443,1-2 0,3-1-60,-1 0 1,7-1-1,3-4-46,3-5 1,11 2 0,4-2-1,6-1 122,4-2 1,3-2 0,9 0-1,4-1 4,3-4 0,9 4 0,4-5 0,6 0-103,2-4 0,13-3 0,-1-3 1,8-3-239,-36 15 1,1-1-1,5-2 1,2 0-1,6-2 1,2-1-1,-1-2 1,1 0-61,2-2 1,-1 1 0,2-2 0,1 1 0,0-1 0,1 1 0,1 0 0,-1 1-48,0 1 0,0 0 1,-1-1-1,0 0 0,-1 3 1,0 1-1,0 1 0,-1-1 43,-1 1 0,-1 0 0,-4-1 1,-2-1-1,-4 1 0,-1-1 1,-4 2-1,0-1 54,-3 1 1,0 0 0,45-19 0,-13 1 0,-7 3 48,-10 2 0,-4 4 0,-12 7 0,-5 6-35,-1 2 0,-6 3 1,7-1-1,1 0-151,-3 1 1,-1 4 0,-8 2 0,-2-1-29,-1 1 0,-7 5 0,3-4 1,-2 3-105,1-1 1,0 0-1,-6 3 1,1-1-384,0-2 1,-1 0 0,1 5 220,0 0 1,-5 0 0,-1 0 64,3 0 1,-4 0 0,0-2 25,-1-2 135,4 2 0,-8-5 649,7 7 79,-7 0 1,4-1-64,-7-4 1,0 2-439,0-7 0,0 0 1,-2-5-112,-3 1 0,4-1 0,-4-1 0,2-2-177,-2-2 1,3-5 0,-4 4 0,-1-2-25,-3-3 0,2-2 0,0-1 0,0 0 61,0-1 0,-2 1 0,-5-1 0,2 1-24,3 0 1,-3-1 0,5 3 0,0 0 41,3 3 0,-2 6 1,1-2-76,-2 4-50,4 1 135,-2 7 0,6 3 0,0 10 113,0 5 0,-2-4 0,-3 1 0,-4-2 8,-5 0 0,-7 5 0,-5-4 0,-8 2-27,-10 4 0,-2-1 1,-10 1-1,-2-3-90,-4 3 1,-9 1 0,1 2 0,-7-1-56,-6 1 0,-13 0 1,-2 1-1,3 2-135,4 2 0,1 6 0,-7-2 0,46-10 0,-2 0 1,-3 1 1,1-1 0,1 1 0,2 0 0,-41 14 0,1 1 82,-1-1 0,45-13 1,0 1-1,-4-2 1,1 1-1,0-2 1,0-1 1,2 1 0,0 0 0,-40 12 1,5 0-1,-1-1 27,-1 1 1,-2 2-1,-1 1 1,3 1-12,3-1 0,4 2 1,9 2-1,0 3-28,-5 1 0,3-4 0,-2 1 0,11-3 103,7-1 0,12-8 0,11-2 0,5-5 225,4-5 0,6 3 1,-2-5 175,4 0 0,1 3 183,1-6 50,6 0-10,1-5 22,7 0 460,0 0-776,-7 7 0,6 1-135,-4 7 0,-2-1 0,3 1 0,0 0 78,3-1 0,1 1 0,0 1 0,1 2 77,4 2 0,-2 6 0,7 0 1,2 7-22,1 6 1,1 4 0,3 2 0,1 4 9,1 5 0,1-2 0,-4 1 0,2-3-96,2-2 1,-1-3 0,-4-2-1,0-4-59,-1-5 1,1-7 0,0-5 0,-2 0-89,-3-4 0,1-7 0,-4-3-106,1-1 1,-3-2 125,5-5 1,-7-2 38,2-3 1,-4 2 0,-1-7-66,0-1 1,2-2-181,3-2 0,-2 0-22,7 0 0,-5 6 1,3-1 36,-1-2 0,4 4 0,-1 0 113,3 2 1,6-6-1,3 2 1,1-3 101,3-1 1,3-1-1,5 0 1,6-1-5,2-4 1,15-4 0,9-9 0,10-3-69,13-1 1,-40 15 0,3-1 0,4-2-1,0 0 1,2-1 0,-1 0-31,-1-2 0,0 0 0,-1 2 0,0 1 0,-3 1 0,0 1 0,1 1 0,1 2 31,-1-1 1,1 2 0,-1 3 0,-1 0 0,39-19 0,-12 6 47,-12 5 0,0-3 1,3 8-1,5 1 19,3 2 0,-7-1 0,-11-1 1,-8 0-50,-6 5 0,1-5 0,-7 7 0,2-1-24,2-1 0,7 0 1,3-1-1,3-1-99,2 0 1,-2 4-1,-3-2 1,-5-4-46,-3 1 0,2-5 0,1 1 0,0 2-2,2 2 0,1-4 1,7 1-1,-2 1 105,-3 1 1,-10 4 0,-9 2-1,-4 1 84,-2-1 0,-6 2 1,-3 1 177,-4 2 0,-8-1 594,-3 2 221,-3 4-83,-2-6-807,0 7-153,0 0 0,0-6 0,0 2 0,0-5 0,0-3 0,0-6 0,0-3 0,-2 0 0,-3-1 0,2-9 0,-7 0 0,0-5-1,2-4 0,-5-3 1,3-3-1,-5-1-599,-4-2 0,3 0 1,-4 7-1,4 2-519,1 6 0,0 5 0,0 3 0,1 4-583,-1 6 0,5 0 0,2 9 1702,2-1 0,1-54 0,5-18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4:38.1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 1486 7777,'-21'-20'0,"5"0"91,4 2 0,9 2 0,-2 1 1,5 2 597,5 4 0,3 2 0,7 7 0,1 2-112,4 3 1,3 9-1,8 11 1,2 4-49,1 5 1,0 9-1,-4 9 1,-3 4-346,-2 4 1,-4 7 0,-6-2 0,-1 2-715,1 4 0,-7-11 1,-3-4-1,-3-7-756,-2-7 1,0-9-321,0-4 1606,0-13 0,6-68 0,2-21 0</inkml:trace>
  <inkml:trace contextRef="#ctx0" brushRef="#br0" timeOffset="454">190 1280 7847,'-20'10'352,"1"-2"118,1-2 1,11-1 0,12-5 161,13 0 1,15-8-1,6-5 1,5-7-145,5-2 0,10-8 0,12-6 0,11-1-329,-36 17 0,1-1 1,6-3-1,0-1 0,5-2 1,2 0-1,4-2 1,1 1-60,5-2 1,2 1-1,2 2 1,-1 0 0,-1 0-1,-2 0 1,-2 0 0,0 0-85,-4 1 0,1 0 0,4 0 0,1 1 0,-4 2 0,-2 1 0,-2-2 0,-3 0 145,-4 0 1,-2-1 0,-7 1 0,-1 1 0,40-18-1,2 4 174,-1 1 1,4 6 0,-13 7 0,-7 0-81,-9 1 0,-9 4 1,-6-2-1,1 4-92,2 1 0,11 0 1,1 1-1,1 1-90,-2 3 1,-1-3 0,-13 4 0,-5 0-84,-4-1 0,-4 2 0,-7-2 0,-3 3 72,-2 1 0,0 4 0,-3-4 0,2 1 216,-2 0 1,-2 0 900,-1 5-1048,-7 0 1,-1 2-1,-7 3-292,0 4 0,-7-1 0,-3 2-703,-3 2 1,3-4 0,1 2 0,-3 1-1686,-1 2 2549,5 2 0,-18-7 0,1-1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5:23.44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250 381 8069,'-14'-21'80,"0"0"0,5-5 1,4 1 336,3-1 1,4-2 0,4-1-1,7 0 45,5-1 0,8 2 0,1 4 0,4 4-13,3 4 0,7-2 0,-2 2 0,3 4-196,3 4 1,-3 5-1,-1 8 1,-2 6-250,2 7 0,-5 7 1,-2 9-1,-3 5-56,-1 4 1,4 7 0,-2 2 0,-2 2-25,-4 0 1,-10-6 0,-1 2 0,-8-1 154,-6 0 0,-9-1 1,-7-8-1,-9-2 53,-9-2 0,-9 5 0,-7-2 0,0 2-50,-2-2 0,4 3 0,-7-4 0,-2 0-10,-1-4 0,-2-10 0,2-6 0,2-6 71,1-7 1,1-5 0,1-7-1,8-8 122,8-7 1,12-8 0,2-6-1,4-8 101,4-8 1,2-7 0,12-3 0,0-2-170,0 2 0,7-5 0,3 0 0,4 2-148,6 6 0,9 2 1,11 6-1,4 1-123,5-1 1,5 9 0,8 9 0,3 9-1182,2 9 1,0 3 0,1 14 1254,-4 9 0,-5 10 0,13 7 0,1 2 0,7 4 0,-1 0 0,1 1 0</inkml:trace>
  <inkml:trace contextRef="#ctx0" brushRef="#br0" timeOffset="982">5454 5555 8054,'-15'-6'82,"0"3"1,2-7 0,3-3 459,6-5 1,2 1 0,2-4-1,2 2 131,2-1 0,13-1 0,11 3 0,6-2-97,3 2 1,3 2-1,4 3 1,0 1-65,0 3 1,0 5 0,2-1 0,1 5-114,2 5 1,5 10-1,-3 10 1,-1 2-274,1 3 0,-2 1 0,-7 1 0,-2 4-169,-6 2 0,-5 1 1,-4 4-1,-7-3-155,-7 0 0,-4-3 1,-7 4-1,-2-2 145,-3 2 0,-5-3 0,-8-1 1,-3 1 205,-2-1 1,-1-4 0,-7 1 0,-4-4 71,-4-6 0,-3 2 1,-4-4-1,-1-1-35,-2 0 0,-5-3 0,5-7 0,3-2 155,5-3 1,0-3-1,7-8 1,0-4 67,-2-4 1,5-9 0,-5-2 0,2-4-34,-1-1 0,3-7 1,6-5-1,3-6-113,1-7 1,3-3-1,6-2 1,3 2-65,5 3 1,10 3-1,5 7 1,4 1-141,6 4 0,3 8 0,6 8 0,1 2-780,-1 3 0,1 3 0,-1 4 0,0 3-241,1 1 1,-6 2 0,1 5 0,-1 0-245,-1 0 1202,-2 0 0,7-6 0,3-2 0</inkml:trace>
  <inkml:trace contextRef="#ctx0" brushRef="#br0" timeOffset="3331">691 587 13985,'2'15'585,"1"0"0,4-1-427,1 1 1,2 6 0,6 4 0,4 2 17,4 3 0,4 4 0,3 2 0,2 2 6,1 2 1,7 3-1,-4 1 1,2 0-37,1 0 1,-8-5 0,3 1 0,-4-1-54,-2-2 0,0 1 0,1-5 0,-2 1-109,-4-1 0,9 2 0,-4 1 0,2 2 55,0 3 1,5-4 0,5 3 0,5 0 42,3 3 0,5-4 0,-4-1 0,1-1 17,-1 1 0,-1 1 0,-6 3 0,-4-1-9,-5-2 1,2 1-1,2 5 1,3 3-14,4 1 0,4 0 1,0-4-1,4 1-17,-1-2 0,4 7 0,-7-10 0,-4 0 27,-4 1 0,0 1 1,-7 1-1,-1 1-3,-2 4 0,3-1 0,2 4 0,2 0-2,3 0 1,-1-4 0,1-1 0,-3-4-6,-2-4 0,3-5 1,-5 5-1,-1 1-37,-2-3 0,-3 4 0,-2-5 1,-2 1-15,2 4 1,1 0 0,-1-2 0,0-4 15,5-4 0,-2 3 0,9 0 0,-1-1 13,3-2 0,4-2 0,-8 1 0,-1-1-89,1 1 1,4-1 0,-8 0 0,-2 1-28,-4-1 0,-7 1 0,4 1 0,-1 1 70,-5 3 1,5-1-1,-3-5 1,1 1 16,1-1 1,2 4-1,6-2 1,1-5 63,-1-3 0,7 1 1,2-3-1,1 2-40,0 3 1,-6-3 0,3 0 0,-4 0 23,-2 0 1,6 1 0,-10 4 0,-2-2 55,-1-1 1,-3-1 0,-4 6 0,2-1-47,2 0 1,-1 1 0,-4-2-1,0-2 1,-1-2 1,1-1-1,0 3 1,-1-3-17,1-2 0,5 4 0,1-4 1,0 0-5,0 1 0,1-1 0,-4-3 0,3 1-3,2-1 1,0-1-1,3-3 1,-3 1 25,-2 0 0,0 4 0,-3 1 0,2-4-34,-2-4 1,-2 1-1,-1-3 1,-1 1 21,1-1 0,0 3 0,-1-3-68,1 3 0,0 0 1,-2-2-1,-2-1 37,-1 1 0,-5-2 1,3 0-1,0 1-10,1-2 0,-5 4 1,5-6-1,-1 3 20,0 2 0,-3-3 0,5 2 1,-1 3 17,0 5 1,4-7-1,-4 4 1,3-2-40,-2 0 1,3 2 0,-5 0 0,2-1-67,0 1 0,-2 0 1,3-1-1,-3 1 246,-1 0 1,3-5 0,-4-1-249,2 3 0,-3 1 0,3 2 0,1-2 53,-1-4 0,-3 5 0,3-5-89,-2 4 0,4-3 0,-3 0-170,1 1 0,-3 1 0,3-1-708,-2-1-1277,-1-7-2658,-5 4 2567,0-7 1,-1 0 0,-4 0-1513,-5 0 3828,3 0 0,-38-26 0,-4-7 0</inkml:trace>
  <inkml:trace contextRef="#ctx0" brushRef="#br0" timeOffset="3666">5072 5585 8346,'-15'0'2259,"8"0"1,7 1-1423,8 4 1,10-1 0,4 4 0,-1 0-150,0 0 0,10-3 1,-1 3-1,1-1-90,0-4 0,3-1 0,0-2 0,-1 0-16,-2 0 1,-2-2 0,1-3 0,-3-5 14,-2-3 0,1-8 0,-6-2 0,-4-1-152,-5-1 1,1-4-1,-7-7 1,-2-2-313,-1-3 0,-2-1 0,-2-2 0,-3 0-556,-5 0 0,2 3 1,-2 5-1,1 8-4924,0 5 3413,-4 4 1,12 12-1,-4 7 1,3 8 1933,2 5 0,-26 22 0,-7 4 0</inkml:trace>
  <inkml:trace contextRef="#ctx0" brushRef="#br0" timeOffset="4396">824 675 7784,'-14'-9'0,"3"0"1044,1 3 1,5 1-287,-4 5 0,4 8 1,-4 8-1,3 12-274,3 10 0,-1 16 0,1 6 0,-2 5-358,2 6 1,1-1 0,2 0 0,0-5-381,0-4 0,0-12 0,2-16 0,1-7-925,2-7 1,7-11 422,-3-8 0,-2-6 0,-1-10 0,-1-4 558,0-5 0,0-4 0,-5-5 0,0-5 298,0-4 0,5-3 0,0-3 0,-2-5 443,-1-3 0,-2 3 0,0 2 0,0 2 1028,0 2 0,0 11 0,1 7-618,4 9 1,4 11-1,7 9 1,3 7-332,6 9 1,3 14 0,3 2 0,1 5-269,3 5 1,1-3-1,-4 1 1,3 2-941,-3 1 0,-1-3 0,-1-1 0,-3-1 586,-2 1 0,-10 1 0,-9 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5:29.57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44 581 7733,'-10'-15'-414,"1"0"889,-3 0 1,6 1 240,1-1 0,3 5 0,4 2-291,3 2 1,3 1 0,8 5 0,4 0 6,4 0 0,11-5 0,4 0 1,3 2-77,2 1 1,2 2-1,3 0 1,5 0-162,3 0 0,8 5 1,7 0-1,8-2-97,8-1 0,10-2 0,2 0 1,-49 0-1,1 0-50,-1 0 0,1 0 0,2-1 0,0 0 0,-3 0 1,1-1-1,1-1 0,1-1-59,-1 0 0,1 0 0,1 2 0,-1-1 0,39-5 0,-6 0 56,-4 0 1,5 4 0,10-2 0,0 1 44,-5 0 0,-5-5 0,-9 5 0,4 0 29,4-1 1,9 4 0,-3-4 0,-10 1-26,-9 0 1,-7-2 0,-3 4 0,4-3-17,4-3 0,6 5 0,-1-5 1,-5 1-51,-7 0 0,-6 3 1,-5-3-1,-5 0 63,-3 0 1,3 0 0,3-2 0,2 3 48,1 1 1,4 2-1,-10-4 1,-3 2-26,-5 2 1,0-2 0,-7-1-1,-1 1 10,-2-1 1,0 2 0,1 5 0,4 0-1,2 0 0,-4 0 0,5 0 0,2 0-66,2 0 0,-4 0 0,-2 0 1,-1 0 46,-3 0 1,0 0-1,-2 0 1,0 0 1,-4 0 0,-5 0 0,2 0 1,2 0-12,2 0 1,0 0 0,0 0-1,-1 0 23,4 0 0,2 0 0,-4 0 1,1 0-48,-1 0 1,6 0-1,-3 0 1,-1 0 30,0 0 0,-6 0 1,6 0-1,-7 0 36,-2 0 0,2 0 0,-4 0 0,-2 0 0,-2 0 1,-1 0 0,-1 0 0,1 0-49,0 0 0,-1 0 0,1 0 0,0 0-71,0 0 1,-1 0 0,1 0 0,0 0 29,-1 0 1,-4 0 0,0 0-76,1 0 1,-2 0-149,0 0-378,-5 0 0,1 0-449,-10 0 0,1 0 0,-5 0-343,-3 0 1,-1 0 0,-2 0 0,1 0-543,-1 0 1,5 0 1883,0 0 0,-6-26 0,-7-6 0</inkml:trace>
  <inkml:trace contextRef="#ctx0" brushRef="#br0" timeOffset="223">5498 22 8036,'-15'0'1610,"7"0"1,8 0-1,11 0 1,5 0-727,4 0 0,6 7 1,-3 2-1,2 4-143,-1 2 0,-6 5 1,0 1-1,-7 3-229,-6 7 1,-5 2 0,-6 10 0,-11 4-453,-10 4 1,-13 4 0,-13 7-1,-13 4-633,30-32 0,-3-2 0,-43 26 0,39-29 0,-2-1 573,4 0 0,-6-4 0,-14-11 0,-11-8 0,-1 0 0,-5-1 0,0 0 0,-1-1 0</inkml:trace>
  <inkml:trace contextRef="#ctx0" brushRef="#br0" timeOffset="851">441 7 10668,'0'-6'1529,"0"6"1,-5 6 0,-1 12 0,-4 7-777,-6 9 1,-4 7 0,-8 5 0,0 3-47,-3 5 1,-1-2 0,2 0 0,3-1-142,2-4 1,4-6-1,8-5 1,3-4-167,5-4 1,5-10 0,5-1 0,6-6-144,7 0 0,5-4 0,8-2 1,4-4-126,4-1 0,5 2 0,3 1 0,2 2-202,-1-1 1,-4-3 0,-4-1-1,0 0-396,1 0 0,-7-1 1,-5-3-1,-8-1-3060,-4 2 2551,-9 1 0,-8 2 975,-10 0 0,-36 0 0,-9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6:52.64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102 203 7832,'-29'-49'287,"1"1"0,5 7-236,8 10 0,9 10 0,12 11 1,9 7-411,8 6 359,5 12 0,-25 54 0,-6 17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2:38.4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368 1172 7809,'25'8'0,"-1"-3"0,-4-3 758,4-2 1,6 5-336,4 0 1,9-1 0,-1-4-1,9 0-146,6 0 0,2 0 0,14 0 1,9 2-261,8 3 1,1 5-1,5 9 1,-2 6-6,-8 3 1,-39-10-1,1 1 1,-1 2 0,1 1-1,4 2 1,2 1-47,5 0 0,-1 2 0,-5-1 0,-1 2 0,0 1 0,0 1 0,-2-1 0,0 0 45,1 1 1,1-1 0,5 2-1,0 0 1,3 2 0,-1 1-1,-2 3 1,-2 1 39,-5 2 0,-1 0 0,1 2 1,0 0-1,1 1 0,2 0 0,4 1 1,1-1-2,2 1 0,0 0 0,-4-4 0,-2 0 0,-4 4 0,-2 2 0,-1-1 0,1 0 70,1 0 0,0 1 0,-1 4 1,2 0-1,1-3 0,0 0 1,-4 0-1,-4 1 5,-4-2 0,-4 1 0,-5 0 1,-1 1-1,-3 4 0,0 2 1,0 1-1,-1 0-66,-1 0 0,-1 1 1,-1-6-1,-2 1 1,-1 1-1,-3 0 0,-4 1 1,-2 1-29,-2 1 0,-2 1 1,-3-1-1,-2 1 1,-2-1-1,-2-1 1,-3-1-1,-2-1-64,-14 44 0,7-46 1,-3 0-1,-5 0 1,-1 1-1,-1 1 1,-1 0-47,0 0 1,0-2 0,-1-2-1,0-2 1,-3-3 0,-1-2 0,-1-1-1,-1 0 8,-3 0 1,-1 0 0,-6-1 0,-3-1-1,-3 2 1,-1 0 0,-1-3 0,0-1 40,3-4 0,0-2 1,2-2-1,-1-2 1,1-4-1,-1-1 1,-4-1-1,-1-1 31,-6-1 0,0-2 1,4-3-1,0-3 0,-4-2 1,0-1-1,5-3 1,0-2 123,2 0 1,-1-2 0,-4-3 0,-2-2-1,-5-2 1,-1-1 0,1-4 0,1-2 9,6-4 0,1-2 0,1 0 0,1-2 0,1-6 0,1-3 0,-5-2 0,-1-3-145,-4-3 0,1-2 1,7 0-1,2-3 1,0-4-1,2-2 1,4 1-1,2-1 68,0 0 1,1-1 0,-4-5 0,-1 0 0,-2-1 0,1-2 0,0-1 0,2-2-23,1-1 1,1 0 0,6 2 0,1 0 0,5-3 0,1-1 0,-1-2 0,2 0-6,-2-3 1,0-1-1,1 2 1,0 1-1,-2 2 1,-1 0-1,1 2 1,1 0 6,0 0 1,1-1 0,1 2 0,2-1 0,1-3 0,3 0-1,3 5 1,1 0-69,4 5 0,1 1 0,3 0 0,0 0 0,-1 0 0,0 1 0,1-2 1,1 1-242,0-1 1,0 1 0,-2-39 0,8 2 0,4 5-670,1 2 1,6-3-1,6 3 1,6 4 939,6 9 0,4 1 0,5 8 0,6 2 0,7 2 0</inkml:trace>
  <inkml:trace contextRef="#ctx0" brushRef="#br0" timeOffset="697">4910 466 7765,'5'-29'610,"3"0"0,5-2-223,9-4 0,12-9 0,10-8 0,12 0-148,11 3 1,11 10 0,-30 20-1,2 3 1,4 1 0,1 1-36,5 1 0,0 1 0,-4 4 0,0 2 1,1 3-1,1 4 0,-1 2 0,0 2-173,4 4 1,0 2 0,1 2 0,1 2 0,2 1 0,0 2-1,-5 1 1,-2 1-117,-5 0 1,-2 3-1,4 2 1,-2 2-1,-1 1 1,-1 1 0,1 2-1,-1 2 42,0 0 1,-2 1-1,-6-3 1,-1 1-1,28 39 1,-10 4 59,-3 6 0,-28-37 0,0 0 0,-1 1 0,1 0 1,-2 0-1,0-1 308,22 37 0,-12-2 0,-9-1 1,-12 9-140,-9 9 0,-9-10 0,-8 8 0,-13-6-192,-12-2 1,12-41 0,-2-2 0,-5 2 0,-2-1 0,0 0 0,-1 0-42,0 0 1,-1 0 0,0-3 0,-1-2 0,-2-1 0,-1-1 0,-2-2-1,-2-1 58,-3-1 1,-3-1 0,0 0 0,-2-2 0,-5-1 0,-2-2 0,0-1 0,1 0 64,1 0 0,-1-1 0,-3-2 0,0-2 1,1-2-1,-1-2 0,-3-1 0,0-3 103,-1-3 1,0-2-1,4-2 1,0-4 0,4-3-1,1-4 1,-2-3 0,1-2-10,-4-5 1,0-3 0,2-1 0,0-3 0,0-5 0,1-3 0,6 0 0,2-2-68,4 0 0,2-1 0,0-2 1,2-1-1,1-1 0,1-2 1,0 0-1,-1-1-7,3 2 1,1 0 0,-1-3-1,1 0 1,5 0 0,2-1 0,1-1-1,3-1 97,-19-44 0,16 8 1,12 5-1,8 6-170,6 4 1,9-9 0,7-1 0,9-7-300,9 2 0,13 2 0,14 1 0,-25 38 0,2 0-306,3 0 1,1 1 0,2 4 0,-1 1 0,0 3 0,0 1 0,36-21-245,-3 4 0,7 13 0,6 7 0,8 10 826,-45 13 0,0 3 0,1-1 0,0 3 0,2 5 0,0 1 0,2 1 0,-1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2:41.92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1132 8468,'21'-10'2097,"10"0"1,20-1-1852,27-2 1,-22 0-1,6 0 1,12-3 0,3 1-1,10-4 1,3 0-196,-23 4 0,2 0 1,1-1-1,-2 2 1,0-1-1,1 0 1,5-1-1,1-1 1,0 0-1,-2 0 1,0 0-1,0 0-263,0-1 0,1 0 1,0 0-1,3-1 1,1 0-1,0 0 1,0-1-1,0 1 1,0-1-1,1 1 1,0 0-1,-1 0 223,0 1 1,-1 0-1,0 0 1,0 1-1,0 0 1,0 0 0,0 2-1,1 1 1,0-1-1,-1 1 1,-1-1-1,0 0 97,1 1 1,1-1-1,-3 0 1,-8 1-1,-2 0 1,-1 0-1,30-7 1,-2 1-1,-6 0 1,-2 1 92,-6-2 1,-2 1 0,-9 2 0,-5 0 0,26-16-1,-21 4-279,-21 6 0,-20 2 0,-13 9 0,-12 4-16,-9 4 0,-13 3 1,-7 2-1,-6 2-647,-4 3 1,-1 4 0,-6 11-1,-4 4-1351,-5 4 1,-10 7 2091,-5-1 0,-4 5 0,-6-5 0,-2 1 0</inkml:trace>
  <inkml:trace contextRef="#ctx0" brushRef="#br0" timeOffset="416">1177 1558 7877,'1'13'327,"4"-3"347,5-5 1,5-3 0,6-2-1,12-2-80,14-3 0,30-11 1,-25 2-1,3-2 0,9-2 1,2-3-348,3-2 0,4-1 0,10-5 1,3-1-1,5-4 0,1-1 1,-26 11-1,1 0 0,0 0-302,1 0 1,2-1 0,-1 1 0,-1 2 0,-1 2 0,1 0 0,0 1-1,0 0 1,0 1 0,-3 1 0,0 0 0,-1 1 139,30-8 0,0 0 0,-2 3 1,0 0-1,0-3 0,-2-1 0,-6 2 1,-2 0-85,-6 1 0,-3 0 1,-3 2-1,-1 1 1,-5 0-1,-2 0 0,-7 1 1,-3 0-453,37-14 0,-31 4 1,-25 7-190,-15 6 0,-13 10 0,-13 0 0,-9 5-26,-4 5 0,-10 3 0,-8 9 0,-7 4-820,-8 8 0,-8 1 1486,-16 4 0,-4-3 0,-6-2 0</inkml:trace>
  <inkml:trace contextRef="#ctx0" brushRef="#br0" timeOffset="784">647 2558 7876,'15'0'117,"2"-2"0,5-3 316,13-5 0,14-16 0,27-10 0,-28 13 1,2-1-10,8-5 0,2-1 0,8-2 0,3-1 0,5-4 0,1 0 0,7 0 0,1-1-439,3-1 1,2 0 0,-29 11 0,1-1 0,-1-1 0,1-1 0,0-1 0,0 1 0,3-2 0,1 1 0,-1 0 145,2-1 1,1-1-1,0 2 1,2 1-1,1 2 1,0 0 0,0 1-1,0 0 1,0 1-1,-1 1 1,1 0 0,0 1-97,-1 1 1,1 0 0,-1-1-1,-3-1 1,-1 0 0,0-1 0,-1 2-1,0-1 1,-1 1 0,24-11 0,-1 1-6,-5 4 1,-2 2-1,-10 2 1,-2 2 0,-3 3-1,-4 1 1,-9 1 0,-4-1 83,30-18 1,-24 13 0,-15 0-917,-6 3 1,-18 13 237,-10 0 1,-10 7-1,-12 5 1,-2 3-324,-6 5 0,-3 4 0,-3 6 0,-1 4-798,-3 4 1685,-5 2 0,4 4 0,-4 0 0,5 0 0</inkml:trace>
  <inkml:trace contextRef="#ctx0" brushRef="#br0" timeOffset="1283">2014 2999 7834,'38'-30'0,"0"-1"0,4-5 85,12-8 0,18-8 0,-29 20 0,0-1 0,3-3 1,-2-2 380,-1-2 0,1-2 0,3-1 0,2 0 0,0-1 0,2 0 0,5-1 0,4 2-256,5-2 0,0 1 1,-5 3-1,-2-1 0,0 1 1,0-1-1,-3-1 1,-1-1 94,3-1 1,1-1 0,0-2 0,0 1 0,1-1 0,-1 1 0,-5 5 0,-3 1-32,-7 5 1,-3 2 0,31-27 0,-13 6 0,1 3-100,0 1 1,-13 8 0,-9 9-1406,-9 3 688,-13 8 1,-10 15 0,-10 15 0,-7 11-756,-6 11 1,-4 9-1,-11 11 1,-5 4 1296,-6 5 0,-15 4 0,1 6 0,-4 7 0</inkml:trace>
  <inkml:trace contextRef="#ctx0" brushRef="#br0" timeOffset="1550">1868 3763 7816,'-18'23'556,"3"-4"1,23-28 0,8-17 0,15-19 97,13-13 1,22-4 0,-24 24 0,4-1 0,8-6 0,3-2-395,9-6 1,4-3 0,-20 14 0,2-2 0,1-1 0,4-2 0,1 0 0,2-1 0,0 1 0,1-1 0,0 1-342,0 1 0,0 1 0,-1 1 0,-2 0 0,0 1 0,-1-1 1,-3 0-1,0 1 0,0-1 0,0 1 0,1 1 0,-1 0 101,-1 0 1,0 1-1,-1 1 1,19-13-1,-3 2 1,-10 3-1,-2 1 1,0 3-1,-1 2-114,2-1 1,-1 1 0,-7 2 0,-3 1 0,-4 3-1,-2 0 1,20-22-78,-19 12 0,-7 10 0,-14 11 0,-4 6-1754,-4 2 1204,-6 9 0,-6 10 0,0 13 0,-2 8-1121,-2 4 1842,-11 9 0,5-5 0,-3 5 0</inkml:trace>
  <inkml:trace contextRef="#ctx0" brushRef="#br0" timeOffset="1783">2411 3837 7751,'20'-46'289,"14"-16"0,-7 20 0,5-3-10,10-8 1,4-3 0,13-10 0,5-1 0,-15 18 0,3 0 0,0-1-1,1-2 1,1 0 0,-1-1-102,1 0 1,-1 0 0,0 1 0,-1 2 0,0 1 0,0 1-1,0-1 1,0-1 0,0 2 0,-1 0 0,0 1 0,-1 0-438,20-21 1,-1 0 0,-2 2 0,-2 1 0,-4 8 0,-1 2 0,0 1 0,-2 1 163,-4 4 0,-4 0 1,-9 9-1,-3 0 0,21-36 1,-17 14-341,-9 11 1,-12 12 0,-6 6-1,-9 7-527,-4 6 1,-9 4 961,-3 1 0,-9 1 0,-4-1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2:52.1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169 3014 7669,'-38'-59'0,"-3"0"0,9-2 0,4 1 425,7 1 0,13-3 1,8 8-1,9-1 24,9 1 0,10-8 1,10 3-1,4-3-403,9-3 0,8-11 1,-25 32-1,3-1 1,7-4-1,2 0-35,7-2 0,4 0 0,5-3 0,3 1 0,4 1 0,2 1 0,3-4 0,1-1-146,-21 17 0,0 0 0,1 1 0,3-3 0,1 1 0,1 0 0,2 0 0,2 2 0,-1 0 1,0 1-1,-1 0 0,1 1 72,2 1 0,0-1 0,1 1 0,0 0 0,1 1 0,1-1 0,5-3 0,2 0 0,1 1 0,0 1 0,1 1 0,0 2-29,0 0 0,0 1 0,1 2 0,4 0 0,1 2 1,0 1-1,-4 3 0,-1 1 0,0 1 0,4 0 0,1 1 1,1 1 112,2-1 0,0 1 0,1 0 0,0 1 0,-1 0 0,1 2 0,1-1 0,1 2 0,0 1 0,-2 1 0,0 1 0,1 2-13,-2 1 1,1 1 0,-1 0 0,-1 2-1,0 0 1,0 2 0,4 1 0,1 1-1,-1 2 1,-2 0 0,-1 2 0,1 2-9,-3 1 1,-1 2-1,1 2 1,1 0-1,1 3 1,-2 1-1,-5 3 1,-2 1-1,0 2 1,2-1-1,-1 1 1,1 1 35,0-1 0,0 1 0,-1 1 0,-2 1 0,0 0 0,-1 1 0,2-1 0,-1 1 0,0 0 0,-3 0 0,-2 1 0,1 0-47,-2 2 1,1-1 0,-2 3 0,0 1 0,-1 1 0,-1 2 0,1 2 0,-1 1 0,-1 2 0,0-1 0,-1 2-1,-1 0 42,-4 0 1,0 0 0,-1 0 0,2 2 0,-1 0-1,-3 1 1,20 19 0,-3 3 0,-24-19 0,0 2 0,-2 1-24,22 25 0,-3 3 0,-22-22 0,-1 2 1,-2 0-1,15 26 0,-3 2 0,-17-27 1,1 0-1,-2 1-16,1 2 1,0 0 0,-3 1 0,-4 2 0,-2 1 0,-3 1 0,0 1 0,-3 0 0,-2 1 0,-2 1 0,-2 0 0,-2 1 9,-2-1 0,-2 0 0,-1 1 0,-2 4 0,-2 0 0,-1 0 0,-2-4 0,-1 0 1,-1 0-1,0 2 0,-1 1 0,-1 0 42,0 2 0,-1 0 0,-2 1 0,-1-1 0,-1 0 0,-1 1 0,-1 2 0,-1 1 0,-2-1 0,-1-2 0,-2 0 0,-1-1-16,-1 2 0,-2-1 0,-2 1 0,-5 3 0,-3-1 0,-1 1 0,-4 2 0,-1-1 0,-1 0 0,-1 2 0,-1 0 0,1-1-176,-1-1 0,1 0 1,-1-1-1,-2-1 1,-1 0-1,-1-2 1,3-5-1,0 0 0,-2-1 1,-3 1-1,-3-1 1,-1 0 126,-2 1 0,-1 0 0,-1-1 1,0 0-1,1-1 0,-1-1 0,-1 0 1,-1-2-1,-1 0 0,-1-1 1,0-2-1,-2 0 60,-1 0 0,0 0 1,-3-2-1,-1-1 0,-2-1 1,1 0-1,0-2 1,1 0-1,-1-2 0,-1-1 1,0-2-1,0 0 61,3-2 1,-1-2-1,-1-1 1,-2-3 0,-2-1-1,1-3 1,4-6-1,0-3 1,-1-1 0,-1 0-1,-1-1 1,0-2 29,-1 0 0,1-2 1,-2-2-1,-1-3 1,0-2-1,0-1 1,-1-2-1,0-1 0,0-1 1,2-2-1,0-1 1,-1-2-62,-2-1 0,0-2 1,0-1-1,1-4 1,0-2-1,0-2 0,-6-1 1,0-1-1,-1-1 1,0-3-1,0 0 0,1-2-56,0-1 1,2-1 0,-2 0 0,-1 0 0,-1 1 0,1-2 0,3 0 0,1-2 0,0 0 0,-1 0 0,-1-1 0,0 0-62,-1 0 1,0 0 0,1-2 0,4-2 0,0-1 0,1-1-1,0 1 1,1 0 0,0-2 0,4 0 0,1-1 0,1-2-9,0 0 1,2-2-1,0-1 1,2 1 0,0-1-1,1-1 1,0-1 0,0 1-1,1-2 1,-1 1-1,1-1 1,0 0-27,-26-20 1,1-1 0,4-5-1,4-4 1,9 0 0,1-2 0,-2-2-1,0-2 40,20 22 0,1-1 1,0-1-1,3-2 1,2-2-1,2-1 1,1-2-1,2-2 1,2 0-1,1 0 1,1 0-1,1 0 33,-1-1 1,1-1 0,0 0 0,0 0 0,1-1-1,-1-1 1,-1-4 0,1-1 0,0-1 0,1 1 0,2-1-1,1 0 77,2 0 1,0-1-1,4 0 1,1-3-1,2 0 1,4-1 0,2 2-1,2 0 1,2-2-1,1-2 1,2-1-1,0 0 82,0-3 1,1 0 0,2-1 0,2 0-1,2-1 1,2-1 0,2-2 0,3-1-1,1 1 1,3-2 0,3 1 0,3 0-2,2-2 1,4-1-1,3 1 1,4-3 0,3-1-1,4 2 1,-7 20-1,2 2 1,2-1 0,0 1-1,1 0 1,1 0 0,1 1-1,1 0-191,2 0 1,0 1-1,1 0 1,1 1-1,2 0 1,0 1 0,2 1-1,1 1 1,3 2-1,2 1 1,1 1 0,0 0-1,2-1 1,0 1-1,0 0 1,2 1-68,1 0 1,1 0-1,1 1 1,1 0-1,1 0 1,1 1 0,0 0-1,1 2 1,0 2-1,0 2 1,0 0 0,0 2-1,0 2 1,-1 2-1,2 1 1,-1 0-176,1 3 1,0 0 0,0 2 0,-1 0 283,19-7 0,-1 1 0,1 1 0,3-1 0,2 2 0,-2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4:48.96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133 2852 7635,'8'15'1051,"-3"0"0,-4-5 0,-1-1-211,0 3 1,2 1 0,1 2-1,4-1-630,1 1 0,-3 0 0,5-1 1,1 3-280,2 2 0,-3-2 0,0 2 0,3-2 39,5-3 1,0 6 0,6-1 0,4-1-74,5-1 0,4-4 1,9-2-1,1-3 199,2-1 1,7-2-1,-2-5 1,5 0 88,4 0 1,12 0-1,14 0 1,7 0 43,-45 0 1,-1 0-1,47-2 1,-3-1 0,3-2-151,-46 3 0,1 1 0,0 0 1,0 0-1,4 0 0,-1 0 0,-1 0 1,0-1-67,-3 0 0,-1-1 0,3 1 0,0-1 1,-1 2-1,1 1 0,3-2 0,1 0-53,0 0 1,0 0 0,-3-2-1,0 1 1,0 1 0,1 1-1,1-2 1,1-1 9,4 0 0,0 0 0,0 2 1,1 1-1,2-2 0,1-1 1,-4 1-1,-1 0 50,0-2 0,1 0 1,2-1-1,1-1 1,4 0-1,1 1 0,0 0 1,-1 0 8,-3 1 0,-1 1 0,2-1 1,1 0-1,-1-2 0,2-1 0,2 1 1,0-1 45,0 1 0,-1 0 0,-3 1 0,-1 2 0,-2 0 0,1 0 0,0 0 0,1 1 33,0 1 0,1 1 0,-5 0 0,0 0 1,0 1-1,-1 0 0,1 0 0,0 0-20,1 0 1,1 0 0,-1 0 0,0 0 0,0 0 0,0 0-1,-2 0 1,-1-1-33,1-2 0,1 1 0,0 1 1,0 0-1,3-1 0,0-1 0,-3 2 1,0-1-59,-1 0 1,-1-1-1,2 2 1,-1-1-1,2-2 1,0 0-1,2 0 1,0 1-4,-2 1 1,0 1 0,-6-1 0,-1 1 0,0-1 0,-1 0-1,4 0 1,0-1 65,4 2 0,1-1 0,-3 1 0,0-1 1,-2 0-1,-1 1 0,-4-2 0,0 1-38,0 0 1,0 0 0,5-1 0,0 0 0,3 0 0,1 1-1,-4 0 1,-1 1-16,-5 0 0,-1 0 0,49-4 0,0 0 0,-47 3 0,1 1 40,5 0 1,0 0 0,-7 1 0,-1 0 0,49 0 0,-11 0 56,1 0 1,-40 0-1,1 0 1,3 0 0,0 0-1,-2 0 1,-1 0 16,42 0 1,-11 0 0,3 0 0,6 0-73,-40 1 0,0-2 0,48 0 0,1-2 0,-10-4-36,-4-1 0,4 5 0,6-2 1,-45 3-1,0 0 41,48-3 0,-9 4 1,-10-4-1,0 3-23,3 2 0,4 2 0,1 1 0,0 2-15,1-2 0,-13 1 0,-2-1 36,-2 2 0,1 5 0,6-4 0,4 1 0,3 1-32,3 0 0,-13-5 1,-2 4-1,-1-2-55,4 0 1,11 4 0,9-4 0,-3-1 27,-5-3 1,-8 4 0,-4 2 0,6-1 82,10 1 0,1 4 1,-1-3-1,-5 2 40,-5 0 1,-1 0 0,-5 3 0,3-2 19,1-1 0,6 0 0,1 5 0,-6-2-18,-6-4 1,-2 4 0,1-4 0,5 0-124,8 1 1,0-2-1,4 4 1,-7-4 53,-7-2 1,-1 4 0,1-3 0,9-1 49,9 1 0,-11-1 0,3-2 0,-9 1 38,-6-2 0,11 3 1,5-1-1,9-1-45,2-3 0,-12 4 1,-1 0-1,-2-2-97,1-1 1,6-2-1,-42 0 1,1 2-1,47 1-25,-5 2 1,-3 0 0,-2-5-1,2 0 16,3 0 1,7 4 0,-49-1 0,1-1 0,46 2 19,-2-3 1,-6-1-1,6 0 1,2 0 74,-47 0 0,1 0 0,-1 0 1,-1 0-1,45 0 0,-4 0 27,-4 0 0,4 0 1,7 0-1,-47 0 1,0 0-61,1 0 1,-1 0-1,38 0 1,-2-1-1,0-3-33,6-1 0,-41 2 0,0 0 1,1 1-1,-1-1 0,46-5-50,-8 0 1,-4-4-1,7 6 1,7-1 3,-47 4 0,0 0 1,43-7-1,-1 3 1,-8 1 26,-2-1 1,-36 2 0,1 0-1,2 2 1,1 0 0,-1 0-1,-1-1 14,42-2 1,-3-4 0,-6 5-1,10 0 40,-43 2 0,0 0 0,0 2 0,0 0 0,0-2 0,-1 0 0,41-2 29,-6 0 0,7-2 1,7 4-1,-47 1 1,-1-1-35,0 1 0,0 1 1,40-2-1,1-1 1,-3-1-47,6 2 0,5 0 0,-50 1 0,1 1 0,47-4 0,-5 1 0,3-2 0,2-1 0,-47 4 0,0 0 0,0 0 0,1-1 0,-2 1 0,1 0 0,47 0 0,-2-2 0,4 1 0,-7-2 0,-42 3 0,1 1 0,47-1 0,-2 1 0,-2 2 0,-7 0 0,0 0 0,0 0 0,5 0 0,0 0 0,-1 0 0,-2 0 0,-7 2 0,2 1 0,3 3 0,3 3 0,7-6 0,-6 3 0,-7-1 102,-10 0 1,0 5 0,-3-3 0,6-1-103,4 1 0,-12 2 0,-1-2 0,-9 1 46,-6 4 1,-3-4 0,-7 0 0,0 0-47,0 0 0,7-3 0,3 3 0,3 0 0,2 1 0,-9-5 0,-4 5 0,-7-1-9,-3 0 1,-2-3 0,-6 5-1,-2-1-74,-1 0 1,-6-1-1,6-5 1,1 2 0,2-2 1,-4 4 0,1-2 0,-1-2 119,-1-1 0,5-2 0,-4 0 1,3 0-152,-3 0 0,2 0 1,-6-2-1,-1-1 27,3-2 1,-6-7 0,4 4-1,-4-2 145,-1 1 0,-4-1 0,0-7 0,2-1 96,-1-1 1,-6-2 0,4 1 0,0-4-63,-2-4 0,4 3 0,-7-1 1,-1-3-70,3-4 0,-5-3 0,4 2 1,-1-5-25,0-4 0,1-6 0,-2 0 0,1 0 0,-2-1 0,3 2 0,-1-4 0,0 0 0,2-1 0,-6 3 0,4-6 0,-1-1-23,0 2 1,-2-6-1,3-3-29,-3 2 1,-2 2 0,0 3 0,0 1 0,0 4 33,0 1 0,-2-4 0,-1 1 0,-4-3 32,-1-2 0,-2 5 1,-4 2-1,-1 0 0,0-1 1,0 8 0,1-1 0,1 5-24,3 0 0,-3 4 0,3-3 0,-3 1-10,-2 2 0,2-4 0,2 7 0,1-1 33,-1-1 1,-1 10-1,1-2 1,2 6 82,3 4 0,-1 1 0,4 3-83,-2-1 0,-5 5 1,4 2-15,-2 1 0,3 2 0,-5 5 0,-1 0 0,-4 0 0,-3 0 0,-3 0 0,-2 0 0,-7 0 0,-5 0 0,-5 0 0,-5 0 0,0 5 0,-5 0 0,-2 0 0,-7 2 0,-10-6 0,-14 4 0,-10-2 0,-7 2 0,49-4 0,-1 0 0,0 1 0,-2 1 0,-2-2 0,-2 0 0,-5-1 0,-2 0 0,0 0 0,0 0 0,-4 0 0,1 0 0,0 0 0,2 0-73,0 0 0,-1 0 0,-6 0 0,-1 0 0,-1 0 0,-2 0 0,0-1 0,-1 0 73,3-2 0,0 1 0,-3 1 0,-1 0 0,-1-2 0,-1 0 0,-2 0 0,-1 1 0,-2 0 0,-1-1 0,2-2 0,0 0 0,-3 2 0,0 0 0,2-1 0,0 1-111,0 0 0,-1 0 0,1-2 1,-1 0-1,-4 1 0,-1 1 1,1 0-1,-1-2 111,0-1 0,-1 1 0,5 1 0,0 0 0,-6-1 0,-1 0 0,0-1 0,0 0 0,-3 0 0,0-1 0,5 2 0,0 0 0,-1 1 0,0-1 0,0-1 0,0 0 0,1 0 0,-1-1 0,-5 0 0,0-1 0,4 1 0,0 0 0,0-1 0,-1 1 0,5 0 0,-1-1 0,-1 1 0,-1 0 0,-2-1 0,1 1 0,-2 0 0,-1-1 0,-1 1 0,1 0 0,3-1 0,0 1 0,0-1 0,1 0 0,1-1 0,1 0 0,-3-1 0,1 0 0,1-1 0,-1 1 0,-2 1 0,-2 0 0,2-1 0,-1 0 0,3 1 0,1 0 0,-1-1 0,0-1 0,1 1 0,0 0 0,-4 1 0,-1-1 0,0-1 0,-1 1 0,-1 1 0,0 1 0,4-2 0,0 1 0,-1 0 0,-1 1-97,1 1 0,0 0 0,-1 1 0,0 2 0,31 1 0,-1-1 0,0 1 0,1-1 0,0 1 0,1-1 97,-2-1 0,1 1 0,1-1 0,-31 0 0,1 1 0,27 1 0,0 0 0,-1 1 0,1-1 0,0 0 0,0 0 0,-1 0 0,0 1 0,1-1 0,1 2 0,1 0 0,-1 0 0,-31-2 0,-1 1 0,33 1 0,-1 0 0,1 0 0,0-1 0,0 0 0,0 1 0,-4 0 0,0 1 0,1-1 0,1 0 0,0-1 0,1 0 0,-1 1 0,-1 1 0,1 0 0,0 0 0,1 0 0,0 0 0,-31 0 0,0 0 0,29 0 0,0 0 0,-1 0 0,1 0 0,0 0 0,0 0 0,-3 0 0,0 0 0,1 0 0,3 0 0,0 0 0,0 0 0,0 0 0,1 1 0,-1-1 0,0 1 0,0 0 0,0 1 0,0-1 0,1 1 0,-1-1 0,-5 2 0,0-1 0,0 0 0,3 0 0,0-1 0,0 1 0,0 0 0,0 1 0,-1 0 0,1 0 0,1-1 0,-1 1 0,3 1 0,0 0 0,0 0 0,-2-2 0,-1 0 0,0 0 0,0 1 0,0-1 0,0 1 0,-1 1 0,0 0 0,1 0 0,3-1 0,0-1 0,1 1 0,0 0 0,0-1 0,0 1 0,-32 1 0,1 0 0,2 0 0,-1 0 0,29 0 0,0-1 0,0 0 0,-30 4 0,2-1 0,-3 0 0,2 0 0,2-1 0,0 0 0,1-1 0,0 1 0,-1 2 0,-1 1 0,2-1 0,-1 1 0,-3-1 0,1 0 0,7 1 0,1-1 0,-7 1 0,1 1 0,2-1 0,1 1 0,-2 1 0,0 0 0,3 0 0,1 0 0,2-3 0,0 0 0,1 1 0,0-1 0,2 0 0,1 1 0,-1-1 0,1 0 0,2 1 0,-1-1 0,-1 1 0,-1-1-83,-4 0 0,1 1 0,6-1 0,1 0 0,1 1 0,1-1 1,0 0-1,0 1 83,0-1 0,0 0 0,1-1 0,0-2 0,5 1 0,1 0 0,-1 0 0,-1 0 4,2-1 1,0 0-1,3 2 1,0-1 0,2-1-1,1-1 1,-1 1 0,-1 0-5,-4 2 0,0-1 0,4 0 0,2-1 0,4 0 0,2 0 0,2 0 0,1 0 0,0 0 0,0 0 0,1-2 0,1-1 0,-3 2 0,1-1 0,-42 0 180,14-2 1,8-2-1,2-1 1,-5-3-181,-8-3 0,13 4 0,1-4 0,12-1 245,8 2 1,4-5-1,7 3 1,2-2-246,2 3 0,2-4 0,-4 3 0,2-3 206,-2-2 0,5 2 0,1 1 1,4 3-207,2-3 0,5 1 0,1-1 0,1 3 133,4-3 0,-3 6 1,2-1-1,-1 2-133,-1 0 0,4-1 0,-2 2 0,3 0 1,1 0 0,-6 3 0,-2 1 0,0 0-1,3 0 0,-3 0 0,-3 1 0,-5 3 0,-3 0 0,-5 6 0,4-5 0,-5 7 0,0-3 0,-2 4 0,0 2 0,4-2 0,9-3 0,1 3 0,7-5 0,-1 2 0,1 0 0,1-2 0,6 2 0,4 1 0,0-6 0,7 0 0,-4-5 0,7 0 0,2 0 0,3 0 0,-3 7 0,2 2 0,-2 4 0,-2 2 0,0 0 0,0 0 0,0 1 0,0 3 0,0 6 0,0 4 0,0 6 0,0 4 0,0 3 0,0 16 0,0 5 0,0 9 0,0 6 0,0 6 0,0 7 0,0 6 0,0-47 0,0 1 0,0 48 0,0-45 0,0 0 0,0-1 0,0-1 0,0-1 0,0 1 0,0 46 0,0 0 0,0 0 0,0-2 0,2-1 0,3-7 0,4 0 0,4 0 0,2-11 0,-2-3 0,-1-3 0,-3 1 0,1-3 0,3-2 0,-1-3 0,-2-7 0,-1-5 0,4-8 0,-1 2 0,-2 3 0,-1-5 0,5 2 0,-3-7 0,-1-3 0,-2-2 0,2-5 0,-4-1 0,1-3 0,-4-6 0,5-7 0,-1-2 0,-4 1 0,0-3 0,2 2 0,-3-5 0,4 3 0,1-1 0,-5-3 0,4-4 0,-6 0 0,0 0 0,-6 0-618,-4 0 0,-3 0 0,-2 0 618,0 0 0,-26-6 0,-6-2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9:15.3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5437 3276 7895,'-15'-2'205,"1"-3"0,-1 4 0,0-6 0,1 2 511,-1 0 0,0-1 0,1 2 643,-1-1 0,7-1-726,3 1 0,11-1 0,9-6 0,9 2-37,9-1 0,11-7 0,12-3 0,7-2-254,11-3 1,3-2 0,13-2 0,-41 16-1,1-1-221,5 1 1,0-1 0,0-2 0,1-1 0,-2 1-1,-1 0 1,-3 1 0,-2 1-16,34-11 0,-18 5 0,-18 6 0,-9 2-485,-7 3 1,-17 2-531,-4 3 0,-12 3 0,-7-1 0,-4 5-207,-6 3 0,2 5 0,-6-4 0,-3 2 303,0 4 0,2 1 0,1 1 813,-2 1 0,-22 13 0,-6 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5:01.4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890 206 8051,'-88'0'334,"0"0"1,4 0 0,1 0 0,12 0 0,2 0 0,9 0-1,2 0 1,-41-1 131,12-4 1,28 1 0,25-4 210,24 2 0,30-4 0,34 3 0,19 1-419,16-1 0,-35 2 0,4 0 0,9 3 0,3 0 0,11 0 0,3 0-184,11 1 1,3 1-1,-30 0 1,1 0 0,0 0-1,4 0 1,0 0 0,1 0-1,3 0 1,1 0 0,1 0-276,4-1 1,1 1 0,0 1 0,4 2 0,0 2 0,1 0 0,6 0 0,2 1 0,-2 1 0,-2 0 0,-1 0 0,-2 0 157,-6 0 0,-2-1 0,-2 1 0,-4-2 0,-2 0 0,-3 1 1,20 1-1,-4 1 0,-6-1 0,-2 0 29,-7 1 0,-3-1 0,-12 0 1,-2-1-1,42 5 0,-9-2 28,-3-3 1,-9-1-1,-17-7 1,-15-2-699,-19-6 0,-14 2 1,-11-4-1,-1-3-735,-4-3 0,-5-3 1419,-10 2 0,-3 9 0,-6-3 0</inkml:trace>
  <inkml:trace contextRef="#ctx0" brushRef="#br0" timeOffset="950">361 30 7682,'-19'-2'233,"-1"-1"0,4-4 2770,4-1-3123,6 5 1,12-4-1,4 9 1,3 1-145,2 2 1,5 5 0,-1-4 0,1 1 283,1 0 0,2 2 1,8-2-1,3-1 240,5 1 1,12-2 0,9-5-1,14 1-20,12 4 0,-33-4 1,2 0-1,11 1 1,2 1-1,10-2 1,3 0-79,5-1 0,2 0 0,7-3 0,1 1 1,1-1-1,1 1 0,-31 0 0,2 1 1,-1 0-198,1 1 1,1-1-1,-2 1 1,31 0-1,-2 0 1,-2-1-1,-2 0 1,-2 0-1,-2-1 163,-4 0 1,0-1 0,-1 0-1,0 1 1,-2 2 0,-1 0 0,-2 0-1,-3 0 14,-8 0 1,-2 0-1,-4 2 1,-1 1 0,-7 0-1,0-1 1,-1 0 0,0-1-43,0 0 1,-2 0-1,31-1 1,-13 0-1,-16 1-321,-7 4 1,-7-3 0,-1 3 0,-4-3-738,-6-2 0,-5 0 270,-8 0 1,-14 0-1,-9 0 1,-13 0 687,-14 0 0,-12 0 0,-5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1:45:56.9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59 830 7765,'2'-13'-52,"2"3"1,-2 2 0,3 3 1040,-3-4 1,-2 0 0,0 0 4,0-3 1,0-1 0,0-2-119,0 1 1,0-1 0,0-1-1,0-2-223,0-2 0,-5-6 0,0 2 0,0-6-348,-2-4 0,6-4 1,-6-6-1,2-2-201,0-3 1,-1 2-1,3-5 1,-2 1-89,1 4 0,3 3 0,1 5-403,0 4-372,0 11 1,0 11 0,0 13 0,0 9-876,0 9 0,5 5 1,1 7 1633,2-1 0,22 27 0,9 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1:16.3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68 442 11855,'-40'-17'365,"13"-2"-505,33 17 1,35-3 113,23 10 0,-7 3 36,-3 7 0,-14 0 33,9-1 0,-4 6-30,8-1 1,14 1 0,9-5-26,-1-1 1,5-5-12,3-4 1,4-5 15,-32-2 1,2-1 0,-1-1 0,-1-1-1,-2-1 1,-1-2-4,-2 0 1,-1 1 0,38-1 5,-33 5 0,0 1 1,44-5-1,-44 4 0,0 0 13,37-5 1,1 3-1,-11-3 52,11 1 1,-6 1 0,-22 1-12,-4-5 0,15-3 0,2-2 1,-2 2 52,-3 3 0,2-1-38,14 6 0,-5 0-25,10 5 0,-6 2 0,-7 1-66,6 2 0,-1 5 19,-32-7 0,2-1 0,-1 0 0,0 0 6,4-1 1,2-2-1,-1 1 1,-1 0-1,-3 0 1,-2 0-1,38 0-22,-11 0 0,-8 0 32,7 0 0,7 0 0,-35 1 0,0 0 2,42 4 0,-10-2 0,-24 7 5,0 2 0,24 2-10,10 6 1,5-4-1,-7 2 1,-9-5 28,-4-3 1,4-7-9,6 2 0,9 2 0,-43-5 0,1 1 11,43 0 0,-15 0 0,-14 0 26,1 2 1,20 5-37,8-5 1,-43 0 0,1 0 0,-2-2-1,0-1 19,-3-1 1,-1 1-1,50 0-35,-7-2 1,2 0 0,-39 0-1,0 0-8,-5 0 0,0 0 0,47 0 1,-17 0-1,1 0-12,-4 0 1,-8 0 0,-1 0 4,1 0 0,23 0 1,4 0-1,-4 0 58,-5 0 0,-6-5 18,11 0 0,2 0 1,-43 5-1,0 0 0,41 0 16,-5 0 0,-8 0 0,-1-2 0,-4-1-32,-2-2 0,7-1 0,4 2 1,2-1-47,2 2 0,-1 1 0,-2 1 0,-3-2-30,-2-2 1,5 0 0,-1 5 0,6 0-67,3 0 1,-1 0 0,-1 1 66,-39 2 1,-1-1 0,41 0 0,-36 0 0,0 1 0,-4-2 0,-2-1 21,41 0 0,-4 0 1,-14 0-1,2 2 40,4 3 0,9-3 0,7 3 0,-2-4 0,-5-1 1,-15 0 0,3 0 0,0 0 10,6 0 1,9 0-1,2 0 1,-3 0 4,-5 0 0,-5-1 0,-5-3 0,5-1-26,9 2 0,4 0 0,6 0-40,-1-2 1,-43 1 0,1 1 0,2 1-1,0 1 1,-2-2 0,-1 1 8,0 0 1,0 1-1,-3-1 1,-1 0-1,42-1 1,-8-2-7,-4 2 1,9 1 0,-39 2-1,1 0 1,2 0 0,0 0 1,-1 1 0,0-2 0,43-4 0,-11 1 0,5 0 0,7 3 0,-43-2 0,1 1 0,-1-1 0,-2 1 1,45-3-1,-9-2 0,2 6 0,9-6 0,-47 5 1,-1-1 9,1 1 1,-1-1 0,47-1 0,-13 4 0,-2-2 42,2-3 0,13 3 0,-47 0 0,-1 0 0,50-2-15,-5-1 1,-5 4 0,1-6-1,7 2-31,-44 3 0,0-1 0,-1-1 0,0-1 0,-1 1 0,-1 1 0,44-5 10,-6-4 1,11 4 0,-49 4 0,1 0 0,-1 0 0,1 0 13,47-4 1,-4 3 0,-7-3 0,2 1-22,3 4 0,5-4 0,-46 4 0,1 0 0,-1-1 0,-1 0 11,45-8 0,-45 7 1,1-1-1,0 0 0,0 0 1,3 1-1,0 1-12,2-2 1,0 0 0,-4 0 0,-1-1 0,-1 0 0,1 1 0,-2 0 0,1 1-13,-1-1 1,1 2 0,1 0 0,1 0 0,-1-1-1,0 0 1,0 1 0,-1 1-4,45-3 0,-2 4 1,-1-4-1,5 1 10,-48 2 0,1 1 0,0-1 1,-1 1-1,48 2 0,-5 0 1,-3 0 1,5-5-1,3 0 1,1 2 17,-1 1 1,-4-3-1,-10-1 1,0-1 53,1 1 0,8-4 1,3 3-1,-1 1 20,-7-1 1,-10 1 0,-4 3 0,6-4-25,5-1 1,11 3 0,-3-3-73,-8 1 1,-35 2 0,0 0 0,50 1-1,-1 0-24,-1 3 0,-6 1 1,-9 0-18,-5 0 1,22 0-1,0 0 1,-6 1-5,-2 4 1,-7-2 0,-2 6-3,-5-3 0,19 6 0,-46-8 0,1 0 32,1 0 1,1 0-1,2 2 1,-2-1-1,37 2 18,-2 1 0,-6-1 15,-10 7 1,9-2 0,-28-3-1,1 1 56,0-1 0,-2-1 0,37 6-50,-36-6 0,0-1 1,39 8-1,3-1 1,-14 1-10,-9 0 1,3-1-1,-10 1 1,1 0-48,-3 0 1,1 1-1,4 2 8,5 1 1,2 1 0,-9-7 0,7-1 8,1-3 1,0 1 4,8 5 1,-34-8-1,2 1 1,10-1-1,0-1 31,-2-1 0,-2-1 1,-4 1-1,-3-1 0,32-1 36,-2 2 1,18 5 0,-3-6-1,-4 0-64,-1-3 1,-5 1 0,3 1-25,5 2 1,-19 2-1,7-4 76,-5 2 0,12 0 1,10-4 16,-10 4 1,-37-4 0,1 0-33,-1 1 0,1 1 1,4-2-1,0-1 0,-4 1 1,-2-2-1,41 1-6,-9 0 0,-7 0-92,8 0 0,7 0 43,-32 0 1,2 0-1,-1 1 1,1-2 0,-1 1-1,-1-1-8,39-4 1,-2 3 28,-2-3 0,-41 4 0,2-1 9,2 0 1,0-1 0,2 2 0,0 1 2,2-3 0,-2 1 0,40 0 9,-10 2 1,-1 0 0,-4-2 95,-1-2 0,1 2 146,-5-3 1,2-2-162,-29 5 1,1 0-1,-1-3 1,0 0-112,3 2 0,-1 1 0,45-3-433,0 5-538,-26 0 0,-2 0 843,-43 13 1,-63-60-1,-33-27 1,15 27-1,-1-1 1,1 1-1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1:17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1 147 11859,'37'-39'983,"19"5"-940,3 19 0,14 2 1,6 3-1,-3 5 29,0 4 0,-3 1 1,5 0-160,11 0 1,-18 6-1,14 4-14,0 3 1,-13 2-1,16 0 1,-8-1 104,-1 1 0,-11 0 0,3-1 0,-6 1 34,-1 0 1,14-1 0,2 1 0,7 0-7,-1 0 1,-7-2 0,-1-2 0,-1-3 31,1-1 0,5-1 0,9-2 0,3 0-1,1 0 0,-8-8 1,2-2-1,0-1-31,0 1 1,3-4 0,-43 7 0,1-1 0,47-2 20,-5-1 1,-8-4-1,-2 3 1,4-2 8,4 0 0,4 0 0,1-4 0,-7-1 28,-9 0 0,-5 6 0,0 0 0,5 1 60,8 0 1,-11 5 0,0-4-30,-9 1 0,17 2 1,0-4-1,2 0 16,1 0 1,-3 3-1,-2-3 1,-3 0-80,0 0 1,-10 3 0,6-4 0,0 3-37,6 3 1,4 1 0,-1 0 7,-6-3 1,16 4-1,-2-4 13,-42 4 1,1 0 0,46 1 0,-14 0 86,11 0 1,-20 0-105,23 0 1,-8 0-1,-38 0 1,-1 0-1,39 0-73,-7 0 0,-8 0-46,13 0 1,-3 5 0,13 0 0,-13-2 16,-8-1 1,-3-2 0,4 0 19,10 0 0,-18 2 68,14 3 0,-6 3 1,10 6 40,-1 1 0,-20-5 69,11 0 0,-8 4 111,14 6 0,-21-7-5,6-8 0,1-2-118,23 2 0,2-3-127,3 3 0,-10-4-81,-9-1 1,-9-1 5,-2-4 1,8 3 48,7-3 1,7 2 34,-2-2 0,-2 2 81,-7-7 1,-22 2 43,7-2 0,-17 2-86,22 3 1,-4 3 13,9-3 55,-1 4 198,7 1 101,-11 0 0,9 0 34,-9 0 0,-12 0-175,2 0 0,-1-5-101,16 0 0,-1 0-163,1 5 0,-6 0-32,1 0 0,-17 2 177,2 3 1,3-2 63,12 7 0,3-7 189,1 2 1,-4-5 163,0-5-276,-27-3-663,12-7-601,-36 0 0,10 1 787,-14 12 0,8 76 1,-11-22-1,0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3:16.4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89 147 7917,'-15'-21'70,"1"5"1,1-5 0,1 1 716,2 0 1,5 1 148,-4 4-679,5 0 0,-2 19 0,6 9 1,0 11 127,0 12 0,1 7 0,4 7 0,4 9-189,-1 8 1,5 13 0,-3 8 0,-4-39 0,1 2-155,0 4 1,0 1 0,1 4 0,-1 1 0,0 7 0,1 1 0,-1 3 0,0 1-94,1 5 1,-1-1 0,-2-4 0,0-2-1,-1 3 1,0-1 0,0-4 0,0-2 26,1-3 1,-2-1 0,0 0 0,-1-2 0,3-4 0,0-1 0,1-4-1,0-1-21,7 37 0,1-18 0,1-11 0,0-10 184,-1-8 1,-4-5-1,-2-8 1,-1-4-123,-4-4 0,0-4 41,2-1 0,-3-14 0,3-6 0,-3-8-1383,-2-6 0,0 1 1325,0-7 0,0-45 0,0-16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03.9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408 148 7762,'-9'-2'-111,"-1"-1"-32,-2-2 0,-1-5 0,-1 4 363,-1-3 1,5 6 0,0-2 0,-1 2-1,-2 0 231,-2-2 0,-5 0 0,-1 5 0,-2 0 181,-3 0 1,-2 1 0,-1 4-1,0 4 540,-1-1 1,3 5-630,2-3 1,14 1 0,17-1-1,19-5 56,15-4 1,24-1 0,16-1 0,12-4-384,-42 0 1,3 0 0,1-1 0,3-1 0,3 0 0,2-1 0,2 1 0,-1 0-160,3-1 1,-1 1-1,0 0 1,-1-1 0,-3 1-1,-1-1 1,-7 1 0,-1 0 75,34-8 0,-16 7 1,-21 3-257,-9 3 1,-22 2 0,-15 0-1097,-15 0 1,-4 0-1,-7 0 1,0 0 38,0 0 0,-1 5 1,-4 0-1,2-2 1180,2-1 0,6-15 0,-4-3 0</inkml:trace>
  <inkml:trace contextRef="#ctx0" brushRef="#br0" timeOffset="347">56 500 7762,'-15'0'0,"0"0"2095,1 0-1238,5 0 1,6-1 0,13-2 0,11-2 31,10 1 0,15-4 0,13 0 0,8-2-499,4 0 0,5 1 0,5-6 1,11 0 128,-42 8 1,1 0 0,1-1 0,1 1 0,45-8-1,-7 0-286,-6 1 0,-15 1 1,-18 3-1,-16 5-231,-13 3-593,-6 2 1,-9-1 0,-2-3-3719,1 0 1850,-6-1 2459,6 5 0,6-27 0,3-5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05.8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57 367 8063,'-14'-9'659,"-1"-1"0,2 0-915,3-5 1,5 2-1,12 4 902,7 4 0,8 1 0,7 1 1,4-2 535,6 2 0,3 0 0,19-2 1,11-3-806,12-1 0,-33 2 0,1 0 0,5 0 0,1 1 0,0-3 1,1 0-272,-1 0 0,0 0 1,-1 0-1,1 1 0,0 1 1,0 0-1,-3-1 0,1 1 6,-4-1 0,-2 1 0,31-1 1,-23 3-1,-17 4-641,-13 1-821,-7 0 1,-14-2 163,-7-3 1,-7 3-1,-8-2 1,1 0-647,-1-1 1,0 4 1831,1-4 0,-27-36 0,-7-8 0</inkml:trace>
  <inkml:trace contextRef="#ctx0" brushRef="#br0" timeOffset="317">160 676 7760,'-37'21'911,"2"-9"1,11 1-148,4-5 1,12-3-1,8-5 1,10-2-165,8-3 0,11 2 0,12-8 0,10-4 53,12-3 0,11-6 0,17 2 0,6 1-330,-47 11 0,3-1 0,5-3 0,3 0 0,0 1 0,0 0 0,3-2 0,1 1-55,2-1 0,-1 2 1,-4 2-1,-2 1 0,-4-2 1,-3 1-1,37-9 51,-18 7 0,-29 0 0,-14 8 12,-9 2 1,-11 1-499,1 2-1528,-7 0 0,2 0-4062,-10 0 3568,4 0 0,-6-1 2189,7-4 0,18-34 0,10-15 0,1-7 0,-1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05.2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118 148 7758,'-15'-2'164,"1"-3"1,-1 4 0,0-4 1152,0 3 0,1 2 1087,-1 0-1920,7 0 0,1 2 1,9 1-1,3 2-67,5-2 1,11 4 0,8-2 0,12 0-256,11 1 1,10-4 0,18 3 0,9-4-162,7-1 0,-46 0 0,1 0 1,2 0-1,0 0 0,3 0 0,0-1-55,2-1 0,1-1 0,5 0 0,0-1 0,-3-1 0,0-1 0,-2 2 0,-2 0 102,-5 1 1,-1-1 0,40-6-1,-7 5 1,-6 1-18,-3-3 1,-16 5-1,-12-3 1,-14 4 50,-12 1 0,-11 1-575,-5 4 0,-10-3 0,-5 5 0,-3-3-785,-2 1 0,-1 0 1,-2-5 1277,-1 0 0,-14-6 0,2-2 0</inkml:trace>
  <inkml:trace contextRef="#ctx0" brushRef="#br0" timeOffset="1867">2587 89 7769,'-22'-6'258,"-1"4"0,5-3 0,-2 3 247,2 2 1,2 0-1,1 0 1,0 0 212,1 0 0,4 0 0,2 2-343,1 3 1,4 3 0,9 5-1,9-1 62,8-3 0,6-4 0,7 4 0,12-1-178,14 0 1,13-5 0,20 2 0,-45-4 0,1 0-160,1-1 1,2 0 0,7-3 0,1-1 0,1 0 0,1-2 0,5 0 0,1-1 4,2 0 0,1 0 0,-3-1 0,-1 1 0,-4 0 0,-1-1 0,-5 1 1,-2-1 105,-4 1 1,-2 0-1,36-3 1,-4 2-1,-9 0-145,-10-1 0,-4 6 1,-18-3-1,-9 1-1734,-10 0 574,-13 0 1,-5 5 0,-12 0 0,-6 0-224,-5 0 1,-15 5-1,-1 0 1,-8 0 1316,-7 1 0,3-4 0,-5 4 0</inkml:trace>
  <inkml:trace contextRef="#ctx0" brushRef="#br0" timeOffset="2302">2587 442 7769,'-22'5'186,"2"0"1,2 0 1184,-2 1 1,4-4 1013,-4 3-1114,4-4 1,10-1-706,6 0 0,8 0 0,10 0 0,3 0 21,2 0 0,1-1 0,7-3 0,4-2-178,4-2 0,5 3 0,7-3 1,7-1-128,9 1 0,7 3 1,6-3-1,8 0-181,8 0 1,-39 3 0,2 0-1,4-1 1,0-1 0,4 1-1,0 1-91,1-1 0,0 2 1,-4 1-1,-1 1 1,-2-2-1,0 0 1,-1 0-1,0 0 115,-1-1 1,-1 1-1,-5 2 1,-3 0 0,42-7-1,-17 3 92,-15 3 1,-16 1-1,-14 2 552,-9 0-766,-11 0 0,-5 0 0,-10 0-652,-5 0 1,-3 0 0,-2 0 0,0 2-618,1 2 1,-1-2 0,0 3-1,1-3-3227,-1-2 4581,0 0 1,14-20 0,2-4-1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25.6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1106 603 7938,'-57'-19'0,"7"-1"0,12 2 740,17 2 1,29 8-1,31 3 1,33 3-321,-23 2 1,5 0 0,18 0 0,6 0 0,14 0 0,6 0-1,-22 1 1,3-1 0,3 1-374,11 0 0,5 1 1,1 0-1,-18-2 1,2 1-1,1-1 1,1 0-1,9 2 1,1 0-1,1-1 1,0 1-1,0-1 1,1 1-1,-1-1 1,0 0-309,-1 0 1,-1 0-1,0 0 1,-1 1 0,-1 0-1,0 2 1,-1-1-1,0 1 1,-4-1 0,-1 1-1,0-1 1,-1 2-1,-1 0 1,-2 0 0,0 1-1,0 0 257,-1 1 0,0-1 0,-1 1 0,-1 1 0,16 3 0,-1 0 1,-3 1-1,-5 0 0,-1 0 0,-2 0 0,-8 0 0,-1 1 1,-3 0-39,24 7 1,-4 1 0,-12-3 0,-6 1-1,-14 0 1,-5 2 0,26 18 338,-39-2 0,-49 4 0,-45-7 1,9-16-1,-6-3-136,-16 1 1,-6-1 0,-16 0 0,-7 0 0,24-6 0,-2 0 0,-3 0 0,-8 0 0,-2 0 0,-2-1-100,-7 1 1,-2-1 0,-2 0 0,21-3 0,-2-1 0,0 1 0,-2-1 0,-5 1 0,-1 0 0,-1 0 0,0-1 0,0 1 0,-1-1 0,1 0 0,0 0-126,2 0 0,0 0 1,1-1-1,1 1 1,4-2-1,1 0 1,1 0-1,1 0 1,-21 0-1,2-1 1,2 1-1,7-2 1,2 1-1,3-1 122,9 1 1,3-1-1,4-1 1,-6-3 0,11-3-1,-7-10 1,48-4-181,39-5 1,39-8 0,-6 14-1,7 1 1,12-4 0,6 2-15,15-4 0,5 1 1,-20 6-1,3 1 1,2-1-1,11-1 1,3-1-1,2 0 0,-20 6 1,1-1-1,2 1 1,0 0 158,6 0 1,1 0 0,0 1 0,1 0 0,0 1 0,0 1-1,1 0 1,2 1 0,6 1 0,1 1 0,2 0 0,-1 1-1,-1 0 1,0 0 0,1 1 0,-1 1 67,1 1 1,-1 0-1,1 1 1,-1-1 0,-1 1-1,1 1 1,-2 0 0,0 0-1,-7 0 1,0 2-1,-2-1 1,-1 0 0,-8 0-1,-1 0 1,-3 0 0,-1-1 235,12 1 1,-4 1-1,-5-2 1,9-1 0,-10 0-1,15-4 1,-49-1-368,-45-3 1,-46-3 0,-3 7 0,-9 1-1,-20 0 1,-7 1 97,15 1 1,-3 1 0,-4 0 0,8 2-1,-2 0 1,-2 1 0,-2-1 0,-7 0 0,-2-1-1,-2 1 1,0 0 0,-6 1 0,-1-1-1,-1 2 1,0-1-62,17 0 0,0 1 1,-1 0-1,0 0 1,0 1-1,-4 0 0,0 1 1,-1 0-1,0 1 1,0 0-1,-2 1 0,0 0 1,-1 1-1,1 0 1,0 0-1,1 0 0,-1 1 1,1 0-1,0 0 1,0 0-33,1 1 1,0-1-1,0 1 1,2 0 0,2-1-1,-9 1 1,2-1 0,2 1-1,3 0 1,-14 2 0,4 0-1,5-1 1,16-2-1,4 0 1,3-1-73,-10 1 0,7-3 1,-16-4-1,63-9 1,44-6-60,48-5 1,-16 7 0,8-2 0,23-2 0,7-1 0,-20 4 0,4 1 0,2 0 202,13-2 0,2-1 1,2 2-1,-16 2 1,2 2-1,1 0 0,1-1 1,5 0-1,3-1 1,0 1-1,0 1 0,3 0 1,1 1-1,0 0 1,1 1 96,2 0 0,1 0 0,1 0 0,1 1 0,-18 2 0,0 0 0,1 1 0,1-1 0,-1 1 0,3 0 0,1 0 0,0 1 0,0-1 0,-1 1 0,-2 0 0,0 1 0,0 0 0,-1 0 0,-1 0-33,15 0 1,-1 1 0,-1 0 0,-3 0 0,-9 1-1,-1-1 1,-3 2 0,-3-1 0,8 1 0,-4 0 0,-5 0-1,14 2 1,-8-1-69,17 1 0,-64-1 0,-59-2 0,-38 0-35,12 0 1,-6 0 0,-24 0 0,-8 0 0,15 0 0,-5 1 0,-1 0 0,-9 0 0,-1 0 0,-3 2 3,19-2 0,-1 2 0,-2-1 0,0 1 0,-7 1 0,0 1 0,-2-1 0,0 1 0,-6 0 0,0 1 0,-2-1 0,0 1 0,15-2 0,-1 1 0,0 0 0,-1 0 0,0 0-104,-3 1 1,-2 0 0,0 0 0,1 1 0,0-1 0,-16 1 0,2 0 0,-1 1 0,2-1 0,0 2 0,0-1 0,2 1 0,2 0 0,10-1 0,1-1 0,2 1 0,3 0-4,-16 2 0,2 0 0,6-1 0,-15 2 0,10-1 0,29-2 0,9-1-451,4 0 1,62-7 0,84-7-1,-30 1 1,6-3 360,19-2 1,6 0 0,-23 2 0,3 0 0,2 0-1,11 0 1,2 1 0,1-1 0,-19 3 0,0 0-1,2 0 1,0 0 189,3-1 1,2 0 0,0 1 0,2 0 0,5 0-1,2 0 1,0 0 0,1 1 0,2-1 0,2 1-1,0 0 1,0 0 0,1 0 0,0 0 0,1 1-1,-2 0 225,-1 0 1,0 0-1,-1 1 1,-2 1-1,-8 0 1,-2 1-1,-2 0 1,-1 0-1,15-1 1,-3-1-1,-5 1 1,18 0-1,-10-1-17,-26 1 1,-12-1 0,-12-3 0,-78-1 0,-50-7-52,23 2 1,-8 1-1,5 3 1,-5 1-1,-4 0 1,-14 1-1,-5 0 1,-2 0-1,16 3 1,-2 0-1,-1 0 1,-1 1-67,-7 0 1,0 1-1,-2 0 1,-1 0-1,13 1 1,-1 0-1,0 0 1,-1 1-1,-1 0 1,-5 0-1,-1 0 1,-1 1-1,-1 0 1,0 0-1,-6 1 1,0 0-1,-1 0 1,-1 1 0,-1-1-81,13 1 1,-1-1-1,-1 0 1,1 1-1,0 0 1,1-1-1,-9 2 1,1-1 0,1 1-1,1 0 1,1-1-1,4 1 1,1 0-1,0 0 1,2-1-1,2 0 1,-7 0 0,2 0-1,3 0 1,3-1-15,-10 0 0,4-1 0,5-1 0,-14 0 1,11-2-1,31 0 0,7-2 0,-7-6-272,49 1 0,56-6 0,-1 6 0,9 1 1,18-5-1,6-2 167,-13 2 0,4-1 0,3 0 1,9-1-1,4-1 0,3 0 0,-9 2 1,3-1-1,2 1 0,1 1 1,4 0-1,1 0 0,2 2 0,0 0 133,-16 2 1,1 0-1,-1 0 1,2 2-1,0 0 1,5 1-1,1 0 1,0 2-1,1-1 1,0 1 0,2 0-1,-1 0 1,1 0-1,0 1 1,0 0-1,1 0 1,1 1-1,-1 0 1,0 0-1,0 1 6,-3 1 1,0 0 0,0 0 0,-1 1 0,-1 0 0,-4 0 0,0 0 0,-1 0 0,0 1 0,-2 1 0,14 1-1,-2 2 1,-1-1 0,-1 0 0,-8-1 0,-2 0 0,0 0 0,-3 0 199,17 1 1,-2-1-1,-8 0 1,6 0 0,-12-2-1,2 2-40,-71-3 0,-92-9 0,8 3 0,-10 0 0,13 1 0,-4 0 0,-3-1-154,-12 1 1,-5-1 0,-2 2 0,15 0 0,-2 2 0,-2-1 0,-2 0 0,9 0 0,-2 0 0,-2 0 0,0 0 0,-1 0 0,-5 1 0,-1 0 0,-1 0 0,0 0 0,-2 0-97,11 1 1,-1-1-1,-1 1 1,0 0-1,-1 0 1,0 0-1,-2 1 1,-1 0-1,1 0 1,-2 1-1,0 0 1,0 0-1,-5 1 1,-2 0-1,0 0 1,0 0-1,0 1 1,1 0 0,1 0-1,1 1 1,0-1-1,0 1 1,0 0-1,2 0-116,2 1 0,0 1 0,0-1 0,2 1 1,0-1-1,2 1 0,-9-1 0,1 0 1,2 0-1,1 0 0,4 0 0,-6 2 0,2 0 1,4-1-1,3-1 0,-8 0 0,4-1 1,7-1-380,-9 0 1,13-3-1,-4-7 1,63-7 0,47-6 323,50-6 1,-13 7-1,9 0 1,-8 3-1,5 1 1,4 0-1,12-1 1,5 0 0,4 0 218,-16 3 1,2-1-1,2 1 1,3 1 0,-10 1-1,3 0 1,0 1-1,2-1 1,0 1 0,7 0-1,1 0 1,1 0-1,0 0 1,1 1 0,2 0-1,1 1 1,0-1-1,0 2 1,1-1 95,0 1 0,0 0 0,1 1 0,0 0 0,0 1 0,-15 0 1,1 0-1,0 1 0,1 0 0,-1 0 0,1 1 0,2 0 0,0 1 1,1 0-1,-1 1 0,0 0 0,0-1 0,-1 1 0,0 0 0,-1-1 1,1 1-1,-1 0 0,-1 0 114,15 1 0,-1 0 0,0 0 0,-2 0 0,-4 0 0,8 1 1,-2 0-1,-4 0 0,-3 0 0,-11-1 0,-3 1 0,-2-1 0,-3 0 1,6 0-1,-4 0 0,-6-1 150,7 0 0,-10 0 1,6-1-1,-75 0 1,-46-2-255,1 0 1,-9-1-1,-3 1 1,-8 0-1,-4 0 1,-21-1-1,-5-1 1,-4 1-1,15 1 1,-2 1-1,-2 0 1,-3 0-60,11 1 1,-3-1 0,0 1 0,-2 0-1,0 0 1,-4 0 0,0 0 0,-1 0-1,-1 0 1,-2 1 0,9 0 0,-1 0-1,-1 0 1,-1 0 0,0 0 0,0 1-1,-4 0 1,1 0 0,-2 1 0,0-1 0,0 2-1,-1-1-122,9 0 0,-1 1 0,1-1 0,-2 1 0,1 0 1,-2 1-1,1 0 0,-3 1 0,-1 0 0,0 1 0,-1 0 1,0 1-1,1 0 0,-1 0 0,-1 1 0,-1 0 1,1 1-1,-1 0 0,1 0 0,1 0 0,0 1 0,5-1 1,1 1-1,0 0 0,1 0 0,1 1 0,1 0 0,1-1-21,-6 3 0,0-1 1,2 1-1,2 0 1,1 0-1,3-1 1,-4 1-1,2-1 0,2 0 1,3 0-1,3-1 1,-26 5-1,5-2 1,7-1-1,19-3 1,3-2-1,8-1-59,-1-1 0,12-3 0,20-2 0,73-10 0,4-1 0,8-2 13,27-4 0,9-2 0,-12 1 0,5-1 0,5 1 1,-8 1-1,4 0 0,2 1 0,2-1 0,-12 2 1,2 0-1,1-1 0,1 1 0,1 0 148,5 0 0,2-1 1,1 0-1,1 1 1,1 0-1,-11 3 1,0-1-1,2 1 1,0 1-1,1-1 0,1 2 1,4-1-1,1 1 1,1 0-1,0 1 1,1 0-1,1 0 1,2 0-1,2 1 0,-1-1 1,2 2-1,-1-1 1,2 1 61,-12 1 1,2 0 0,0 0-1,0 0 1,0 1 0,0 0-1,-1 0 1,-3 1 0,0 0 0,0 1-1,0-1 1,-1 1 0,1 0-1,0 1 1,0-1 0,1 1 0,0 0-1,0 0 1,-1 0 0,0 0-1,-1 1 1,10 0 0,-1 0-1,0 0 1,-1 0 0,-1 1 0,0 0 67,-3 0 0,-1 0 0,0 0 0,-1 0 0,-2 0 0,-1 1 0,8 0 1,-2 0-1,-2 0 0,-1 0 0,-3 0 0,9 0 0,-3 0 0,-2 0 1,-4 1-1,9-1 0,-4 1 0,-7 0 217,9 1 0,-13 0 1,0 0-1,-80 3 1,-52-2-242,3-3 1,-10-2 0,-32-2 0,-12-1-1,12 0 1,-6 0 0,-3 1 0,15 0-1,-2 0 1,-3 0 0,-1 0-89,12 1 1,-2-1 0,-1 1 0,-1 0 0,-2 0 0,-9 0 0,-2 0 0,-2 0 0,0 1 0,-2-1 0,11 1 0,0-1 0,-2 1 0,0 0 0,0 0 0,-1 0 0,-4 1 0,0 0 0,0 0 0,-1 0-1,0 0 1,-1 1-50,14 0 1,-1 0-1,1 0 1,-1 0 0,0 0-1,0 1 1,0 0 0,-1 1-1,0 0 1,0 0 0,0 0-1,0 1 1,0 1 0,0-1-1,0 2 1,0-1-1,-1 2 1,1-1 0,1 1-1,-1 0 1,2 0 0,-10 1-1,0 1 1,1 0 0,1 0-1,0 0 1,2 0 42,6 0 0,1 1 0,0-1 0,1 1 0,3-1 1,2-1-1,-19 4 0,4-1 0,3-1 0,4 0 0,-6 0 1,6 0-1,5-2 0,-13 2 0,11-2-254,27-4 1,9-1 0,7-5 0,82-11-1,5 1 1,10 0 107,23-4 0,10-1 1,-9 1-1,6 0 0,4-1 1,-10 2-1,2-1 1,3 1-1,1-1 0,10 0 1,2-1-1,2 1 1,2 0 128,-13 2 1,3 0 0,0 0 0,2 0 0,-1 1-1,3 1 1,0 0 0,1 1 0,1 1 0,0 0 0,-11 1-1,1 0 1,0 1 0,1 0 0,0 1 0,-1 0-1,2 0 1,0 1 0,0 0 0,0 0 0,0 1 0,1 0 95,2 0 0,0 1 0,0 1 1,1-1-1,-1 1 0,1 0 1,1 0-1,0 1 0,0-1 0,0 1 1,0 0-1,0 0 0,-1 1 1,0 0-1,-1 0 0,1 0 0,-2 0 1,0 1-1,-6 0 0,1-1 1,-2 2-1,0-1 0,-1 0 0,-2 1 30,8 0 1,0 1 0,-3-1 0,-1 1 0,-3 0 0,8 0 0,-2 1 0,-3 0 0,-4-1-1,9 0 1,-5 0 0,-5-1 0,17 1 0,-10 0 126,-25 0 1,-13-1-1,-17 2 1,-77-7 0,-6 0-1,-10-1-187,-24-1 1,-10-1 0,12 0 0,-7 1 0,-3-1 0,11 2 0,-3-1 0,-3 0 0,0 1 0,-9-1 0,-1 1 0,-2 0 0,-1 0-96,14 0 0,-1 1 0,0 0 1,-2 1-1,0-1 0,-5 0 0,-1 1 1,-1-1-1,-1 1 0,-1 0 0,11 1 1,0 0-1,-1 0 0,-1 1 0,0-1 1,0 1-1,-3 0 0,0 0 0,-1 0 1,0 0-1,0 0 0,-1 1-53,-4-1 0,-1 1 1,0 0-1,0 1 1,0 0-1,1 0 1,5 1-1,1 1 1,-1 1-1,2-1 1,-1 1-1,1 1 1,2 0-1,0 0 1,-1 0-1,2 1 1,1 0-1,1 1 1,-7 0-1,1 0 1,2 1-1,1 0 1,2 1 19,-10 1 1,2 1 0,3 0-1,4-1 1,-7 3 0,5-1 0,6 0-1,-14 2 1,11-1 0,25-4-1,10 1-330,1 2 1,58-9 0,43-1 0,-3-6 0,8-1 268,21-4 1,9-1-1,-14 1 1,3-1-1,5 0 1,-6 0-1,5-1 1,1 1-1,1-1 1,7-1-1,2 1 1,2-1-1,0 1 148,-13 1 1,1 1 0,1-1-1,1 1 1,1 0 0,5-1-1,1 1 1,1 0 0,1 0-1,0 1 1,6 1 0,0 0-1,2 0 1,0 1 0,-1 0 0,3 1-1,-1 0 1,1 0 0,0 0-1,0 1 81,-2 0 0,0 0 0,0 0 1,0 2-1,0-1 0,-3 2 1,0 0-1,-1 0 0,0 1 1,0 0-1,-5 0 0,0 0 0,-1 1 1,-1 0-1,-1 0 0,14 1 1,0 0-1,-2 1 0,-3 0 115,-6-1 1,-2 1 0,-2-1 0,-4 1 0,7 0 0,-4 0 0,-6-1 0,9 2 0,-9-2 171,-18-1 0,-16-1 1,-34 0-1,-82-4 0,6 1 1,-8-1-309,10 0 1,-3 1-1,-5-1 1,-17 0-1,-6 0 1,-3 1 0,14 1-1,-2 0 1,-1 0-1,-3 0 1,12 0-1,-2 0 1,0 0 0,-2 0-1,-1 0-104,-7 0 0,-1 0 1,-1-1-1,-1 1 0,0 1 1,-1 0-1,-1 1 0,0 0 1,-1 0-1,-1 1 0,10-1 1,-1 1-1,-2 0 1,1 0-1,-1 1 0,0 0 1,-1 1-1,1 1 0,-1 0 1,0 0-1,0 0 0,0 1-37,-1 1 0,-1 0 1,1 1-1,0-1 1,0 1-1,2 0 1,4-1-1,1 1 1,0-1-1,1 1 1,2 0-1,1 0 1,-6 2-1,2 1 1,1 1-1,2-1 1,2-1-1,-8 1 1,3 0-1,2 0 1,4-1 199,-6 2 0,3-1 1,7-1-1,-7 4 1,11-2-1,-3-1-609,43-7 0,71-9 0,14-5 0,11-3 0,21-2 0,9-1 330,-16 2 0,5 1 1,3-1-1,-8 2 0,4 0 1,3 0-1,1 0 0,-9 1 1,3 1-1,1-1 0,0 1 1,2 0-1,3-1 1,1 0-1,0 1 0,2-1 1,-1 1 109,3 0 0,-1 0 0,2 1 0,0 0 0,0 0 1,5 0-1,1 1 0,0 0 0,1 0 0,1 1 1,-14 2-1,1 0 0,1 1 0,0 0 0,1 0 1,-1 1-1,3 0 0,0 0 0,1 0 0,0 0 1,0 1-1,0 0 21,0 0 0,2 0 1,-1 1-1,0-1 1,-1 1-1,-1 0 1,-6 0-1,-1 0 1,0 0-1,-2 1 1,0-1-1,-2 0 1,11 1-1,-2-1 1,0 1-1,-2 0 1,-2 0-1,13 0 1,-2 1-1,-2-1 1,-2 1 493,-9 0 0,-2 0 0,-2 1 0,-4-2 0,7 1 0,-3-2 0,-6 2 0,5 0 0,-10 1 18,5-2 0,-87-1 1,-36 0-1,-18-1 0,-22-1 1,-10 0-432,16 1 0,-6-1 1,-2 0-1,13 0 0,-1-1 1,-3 1-1,-2 0 0,6 0 1,-2 1-1,-1 0 0,-1 0 1,-1 1-1,-5-1 0,-1 0 1,-1 1-1,0-1 0,-2 0-81,-5 1 0,-1-1 1,-1 1-1,-1-1 1,-1 2-1,12-1 1,0 1-1,-1 1 1,-1-1-1,0 1 1,-1 0-1,-3 0 1,-1 0-1,0 1 1,0 0-1,-1 0 1,0 0-1,-1 1 1,-1 1-1,0-1 1,0 1-1,0 1 1,1 0-95,-1 0 1,1 0-1,0 1 1,0 1-1,1-1 1,0 1-1,4 0 1,0 0-1,1 0 1,1 1-1,0 0 1,1 0-1,4 0 1,1 0-1,1 1 1,1 0-1,0-1 1,2 1 0,-7 0-1,2 1 1,0 0-1,3-1 1,2 0-188,-8 2 0,2-1 0,4 0 0,5-1 0,2 0 0,4-2 0,8-1 0,0-1 0,10-2 0,7-1-55,59-3 0,71-8 0,-12 1 0,8-1 1,-12 1-1,3-2 0,4 1 286,12-3 1,5 0 0,3 0 0,-12 2-1,2-1 1,2 1 0,3-1 0,-8 2-1,3-1 1,0 0 0,2 0 0,1 0 0,4 0-1,0 0 1,2 0 0,1 1 0,0-1 90,-10 1 0,1 1 0,0-1 0,1 1 1,0 0-1,0 0 0,0 1 0,1 0 1,-1 1-1,1 0 0,1 0 0,0 1 0,6-1 1,0 1-1,1 0 0,0 1 0,0-1 1,1 1-1,-1 0 0,1 1 0,0-1 0,-1 1 1,1 1-1,1-1 124,0 1 0,0 0 1,1 0-1,-1 0 1,0 1-1,0-1 0,-4 1 1,1 0-1,-1 0 1,0 0-1,-1 0 0,0 0 1,-6 0-1,-1 1 1,0-1-1,0 1 0,-2 0 1,-1-1-1,9 1 1,-2 1-1,0-1 0,-2 0 1,-2 1 175,9 0 1,-2 0-1,-2 0 1,-4 0-1,12-1 1,-5 0-1,-6 0 1,9 2 0,-7-1 29,-15 0 1,-15-2 0,-26-2 0,-105-3 0,2 1 0,-10-1-240,11 0 1,-5 1-1,-3-1 1,4 2 0,-2 0-1,-3-1 1,-2 1-1,-11 0 1,-4 0 0,-1 1-1,-2-1 1,13 1-1,-2 0 1,0 1 0,-2-1-1,1 1-133,-5-1 1,-1 1 0,0-1 0,-2 1 0,1 0 0,11 1 0,-1-1 0,0 0-1,0 1 1,-1 0 0,-1 1 0,-2-1 0,-1 2 0,-1-1 0,1 1 0,-2 0-1,0 0 1,-3 1 0,-1 1 0,0-1 0,-1 1 0,0 1 0,-1-1-57,10 1 0,0-1 1,-1 1-1,0 0 1,0 1-1,0-1 1,2 1-1,-11 1 1,0 0-1,2 1 0,-1-1 1,2 1-1,-1 1 1,2 0-1,0 0 1,0 1-1,1 0 1,1 1-1,2-1 0,-9 1 1,2 0-1,1 1 1,2-1-1,1 1-17,9-1 0,1-1 1,2 1-1,2 0 0,3 0 1,-28 5-1,5 0 0,6-1 1,20-3-1,5 0 0,4-1-293,-12 1 1,14 0 0,23-1 0,85-9 0,4-5 0,9-2 243,25-4 1,9-2-1,-16 1 1,5-1 0,4 0-1,-7 1 1,4 0 0,3 0-1,1 0 1,6 0 0,3 0-1,0 0 1,2 0 137,-14 1 0,0 1 0,1 1 0,0-1 0,2 0 0,5 1 0,0-1 0,2 1 0,0 0 0,1 0 0,-12 2 1,0 1-1,2-1 0,-1 1 0,1 0 0,0 0 0,2 1 0,0-1 0,0 0 0,1 1 0,0 0 0,-1 1 92,0-1 1,0 1-1,1 1 1,-1-1 0,0 1-1,0 0 1,-1 0 0,0 1-1,0-1 1,-1 1 0,1 0-1,-1 0 1,16 1 0,-1 0-1,0 0 1,0 0 0,-1 0-1,-4 1 1,1 0 0,-2 0-1,0 0 1,-1 0 24,-4 0 0,-1 1 1,0-1-1,-2 1 1,-3 0-1,9 0 1,-3 1-1,-3 0 1,-3 0-1,8 0 1,-4 1-1,-5 0 1,13 2-1,-11 1 22,-27-1 1,-11 1 0,-8 0 0,-71-3 0,-55-5-54,15-2 0,-9-1 0,11 2 0,-5 0 0,-4 0 0,4-1 0,-3-1 0,-2 1 0,-2-1 0,-7 0 0,-3 1 0,-1-1 0,-1 1-100,12 0 0,-2 1 0,-1-1 1,0 0-1,-1 1 0,-2-1 0,-1 1 1,-1-1-1,0 1 0,-2 0 1,11 1-1,0 1 0,-2-1 0,0 1 1,0 0-1,-1 0 0,-2 0 1,-1 0-1,1 1 0,-2-1 0,0 1 1,0 1-48,-5-1 1,0 1-1,-1 0 1,0 0-1,0 1 1,0 0-1,-1 1 1,0 1-1,1 1 1,-1 0-1,1 0 1,-1 0-1,2 1 1,-2-1-1,2 1 1,-1 0-1,2 0 1,2 1-1,-10 0 1,2 1-1,1 0 1,2 1-1,3-1 67,-10 2 1,3 1 0,3-1 0,3 0 0,-9 2-1,4-1 1,6 0 0,22-2 0,4 0 0,4-1 0,-9 3-1,8-1-254,-9 2 1,55-7 0,47-12-1,48-8 127,-16 2 0,9-1 1,-4 2-1,6 0 1,4-1-1,-5 1 1,3-1-1,3 0 1,1 1-1,8-1 0,2 1 1,1 0-1,1 0 127,6-1 0,1 1 1,1 1-1,1 0 0,-14 2 1,1 0-1,0 1 0,2 0 1,0 1-1,6-2 0,1 1 1,0 0-1,2 0 0,-1 1 1,-13 1-1,0 1 0,0-1 1,1 1-1,0 0 0,0 1-22,4-1 0,0 1 0,0 0 0,1 0 0,-1 1 0,-1-1 0,-2 1 0,-1 0 1,-1 0-1,1 0 0,0 0 0,-1 1 0,17 1 0,0 0 0,0 0 0,-1 1 0,-1 0 1,-7 0-1,-1 0 0,0 1 0,-1 0 0,-2 0 182,-5 0 1,0 0 0,-1 1 0,-2 0 0,-3 0 0,7 1 0,-3 0-1,-3 0 1,-2-1 0,11 1 0,-4 0 0,-5 0 16,20 2 0,-14 1 0,-6 0 0,-97-5 0,-75-4-107,20-2 1,-10 1 0,11-1 0,-5-1 0,-4 1-1,9 1 1,-3 1 0,-2 0 0,-2 0 0,-8 0-1,-2 0 1,-2 0 0,-1 1-113,11-1 0,-1 1 0,-1-1 0,-1 1 0,-1 0 0,-6 0 1,-2 0-1,-1 1 0,-1-1 0,0 1 0,9-1 0,0 1 0,-1-1 1,-1 1-1,0 0 0,1 1 0,-3-1 0,0 1 0,-1 0 0,1 0 1,-1 1-1,1 0-15,0 0 0,-1 0 0,1 1 1,0-1-1,0 2 0,1 0 1,2 0-1,0 0 0,0 1 0,1 1 1,1 0-1,0 0 0,-14 3 1,1 0-1,0 1 0,1 1 1,2-1-1,6 0 0,1 0 0,1 0 1,1 0-1,2 1 128,-13 1 0,1 0 0,3 1 0,5-1 0,-5 4 0,5-1 0,7 0 0,-12 3 0,10-2-174,24-4 0,13-1 0,23-1 0,73-22 1,3-1-1,9-2 78,25-6 0,9-1 1,-12 5-1,4-1 1,4 1-1,-8 2 1,4 0-1,2 0 1,1 0-1,-12 3 1,2 1-1,0-1 1,2 1-1,0 0 61,7 0 1,1-1-1,2 1 1,0 0 0,-1 0-1,1 1 1,-1 0 0,1 1-1,0 0 1,2 0 0,3 1-1,2 0 1,0 0 0,1 1-1,0 0 1,-16 1 0,1 1-1,0-1 1,0 1 0,1 0-1,-1 0-2,4 0 0,-1 1 1,1-1-1,1 1 0,-1 0 1,0 1-1,0-1 1,1 1-1,0 1 0,-1-1 1,1 1-1,-1 0 1,-1 0-1,-1 0 0,1 0 1,-1 0-1,0 0 1,-2 1-1,11-1 0,-2 1 1,0 0-1,-1-1 1,-3 1 45,12 0 1,-2 0-1,-2 0 1,-4 0-1,-12 1 1,-2 0-1,-3 1 1,-5-1-1,2 1 1,-5-1 0,-4 1-1,7 0 1,-10-1 10,-1 1 1,-89-4 0,-19 0-1,-12-1 1,-27-1 0,-9-1-77,17 0 1,-6 1 0,-2 0 0,9 1 0,-3 1-1,-2 0 1,-2 0 0,7 1 0,-2 0 0,-2 0-1,-1 0 1,-1 1 0,-6-1 0,-1 1 0,-1-1-1,-1 1 1,-1 0-72,12 0 1,-1-1-1,-1 1 1,1 0 0,-2 0-1,0 1 1,-3 0-1,0 1 1,-1 0 0,-1 0-1,0 1 1,0 0-1,-4 0 1,1 0 0,-2 1-1,1 0 1,-1 0-1,1 1 1,-2 0 0,0 0-1,0 1 1,0 0 0,0 1-1,1 0 19,-1 0 1,-1 1 0,0 0 0,1 0-1,1 1 1,2 0 0,-7 1 0,2 0-1,1 1 1,2 0 0,2 1 0,9-2 0,1 1-1,1 0 1,3 0 0,2 0 0,-4 0-1,2 1 1,3-1 0,3 0 152,-8 2 1,4-2-1,7 1 1,-3 2 0,15-2-1,17-5-222,69-12 0,24-2 0,13-2 0,-3-2 0,4-1 0,4 0 1,12-1-1,4-1 0,3 0 85,-12 3 1,2-1-1,2 0 1,2 0 0,6 0-1,1 1 1,3 0-1,0-1 1,-11 3 0,2-1-1,0 0 1,1 1-1,0 0 1,4 0 0,0 1-1,0 0 1,1 0-1,1 0 79,2 1 0,1-1 0,1 1 0,0 1 1,1 0-1,-11 1 0,1 1 0,0 0 1,1 1-1,0-1 0,0 1 0,3 0 1,-1 0-1,2 1 0,-1-1 0,0 1 1,1 0-1,-1 1 0,1-1 0,0 1 1,-1 0-1,0 1 0,0-1 3,-4 0 1,1 1 0,-2-1 0,1 1 0,-2 0 0,-1 0 0,10 1 0,-1 0 0,-2 0 0,-1 0 0,-2 0 0,9 1 0,-1-1-1,-3 1 1,-3 0 0,-10-1 0,-3 1 0,-1-1 0,-4 1-47,7 0 0,-3 0 0,-8 1 0,0 0 1,-19-1-1,-34-4 0,-58-5 19,-3 0 1,-9 0-1,-31-1 1,-12 1-1,13 1 1,-5 0-1,-3 0 1,16 2-1,-2 1 1,-2 1-1,-1 0-53,-8 0 0,-1 0 1,-2 2-1,0-1 0,14 0 1,0 1-1,-2-1 1,0 1-1,-1 0 0,-6 0 1,-1 0-1,-1 1 0,0-1 1,0 1-1,-1-1 1,-1 1-1,0 0 0,0 0 1,0 1-13,-3-1 1,-1 1 0,0-1 0,1 2 0,2-1-1,8 2 1,2-1 0,0 1 0,2 1 0,0-1-1,-18 2 1,1-1 0,2 2 0,2 0 0,11-1 0,1 1-1,3 1 1,1 0-347,-15 3 1,4 1 0,1-1 0,8-1 0,2 0 0,2 1 0,-22 6-1,5 1 1,11-3 0,3 1 373,13-2 0,3 1 0,8-1 0,1 1 0,4 0 0,-1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31.82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660 471 8065,'-14'-15'-20,"-1"0"1,0 1 0,1-1 0,0 0 1598,5 1-1429,-4 6 0,6 3 0,-3 10 0,5 6-116,4 7 1,-6 6 0,-1 9 0,-2 5 86,0 4 0,2 5 1,-3 16-1,3 5-108,1 11 0,2-31 0,0 3 0,2 6 0,1 2 0,1 8 1,-1 2-81,1 7 1,1 3-1,-1 11 1,2 3-1,-1 4 1,0 2-1,0-1 1,0 1-155,-1 1 0,2 0 0,1-2 0,2 0 0,2 1 0,1 1 0,3-4 0,1-1 186,3-2 0,2-2 0,0-1 0,0-1 0,-1-8 0,0-1 0,-1 1 0,0 0 64,-1 0 1,-2 0 0,-2 1 0,-3 1 0,-3-2 0,-1-1 0,-1-1 0,-1-1-20,1 0 1,-2-1-1,1 0 1,-1 0-1,-1 4 1,-1 1 0,-2 1-1,-2 1 56,-1 2 1,-2 1 0,0 1 0,-2 0-1,-3-4 1,0-1 0,1 2 0,0 1-34,2 2 0,0-1 1,1-4-1,1-1 1,2-4-1,3-1 1,-1-5-1,2-2 81,1-1 1,1-1-1,0 0 1,1 0-1,-1-2 1,-1 0-1,-2 0 1,0 0-133,-1 1 0,-1-1 1,0-3-1,1 0 1,0-3-1,0 0 1,1-1-1,1-2 194,-2 0 1,0-1 0,0-1 0,-1-1 0,0 1 0,-1-2 0,-6 45 123,-1-6 0,2-6 0,1-1 0,4-3-150,2-2 1,1-2 0,5-3 0,0 1 160,0-3 1,5-4 0,1-15 0,2-5-388,4-4 0,-1-2 0,1-2 0,-4-5 278,-2-5 0,4-5-555,-5-12 1,0-9-1,-5-11 1,-2-17-614,-3-13 1,4-20 965,-4-7 0,3-1 0,2-1 0</inkml:trace>
  <inkml:trace contextRef="#ctx0" brushRef="#br0" timeOffset="2216">102 633 7987,'-38'-30'638,"7"2"1,10 4-136,11 4 1,8 11 0,7 4 0,8 5-537,10 5 0,3 3 0,15 6 0,3 1-379,4 0 1,1-1 0,-5 1 0,2 0 388,3 0 0,11-1 0,15 1 0,12-2 210,9-3 0,-42-4 0,1-1 1,5-2-1,1-1 0,6 0 0,2-1-11,5 0 0,2 0 0,3-1 0,1 0 0,2 0 0,1-2 1,2 0-1,1 0-146,4-3 0,1 0 0,2-1 0,-1-1 0,0-1 1,-1 1-1,-2 0 0,0-1 54,1 1 1,-1 0-1,-3-1 1,0-1 0,4 0-1,1 0 1,1-1-1,-1 1-73,1-1 1,1 2-1,-2-1 1,-1 1 0,-7 0-1,1 0 1,3-1-1,2 0 17,1-1 1,1 0 0,5 0-1,1 1 1,-4 2 0,0 1 0,-2 0-1,-1 0 31,-2 1 0,-1 1 0,5 2 0,1 0 0,-2-1 1,-1 0-1,0 0 0,0 1 22,-3-1 0,0 1 0,0-1 0,-2 1 0,-4 2 0,0 0 0,-3 0 0,-1 0 6,-2 0 1,0 0 0,3 3 0,1 1-1,-2-1 1,-1 2 0,-2 0 0,-2 0-66,-4-1 1,-1 1 0,3 0 0,1 0 0,2 2 0,1 1 0,-2-1 0,-1 1 7,-3-1 0,-2 0 0,4 0 0,-1-1 0,-4 0 0,-1 0 1,5-1-1,-1 0 3,0 0 0,-2 1 1,2-2-1,-2 0 1,-2 0-1,0 0 1,0 0-1,1 1-68,-1-1 1,-1 0 0,-3-3 0,-1 1 0,-2 0-1,1 1 1,1-2 0,1-1 144,3 1 1,0-2 0,-2 1 0,0 0 0,-1 0-1,-1 0 1,-1 0 0,-1 0-5,-1 1 1,2-2 0,5 1 0,1-1-1,1-1 1,-1-1 0,-1-1 0,-1 0-20,-5 0 1,0 0-1,0-3 1,0 1-1,2 1 1,1 0-1,3-2 1,0 1-25,0-2 1,0 1 0,-2 0 0,-1-1 0,-8 2 0,0-1 0,2 1 0,0 1-56,2-1 1,1 2-1,2 2 1,-1 1-1,-1-2 1,-3-1-1,44-1-12,-9 0 1,7 0 0,-43 5 0,2 0 0,1 0 0,1 0 35,-1 1 0,0-2 1,-4-1-1,-1 0 1,45-3-1,-45 3 1,0 0 3,4 1 1,2 1-1,3-1 1,0 0 0,0-1-1,0-1 1,-4-1 0,-2 0 18,-3 0 1,-1 0-1,5-3 1,1 1 0,4 1-1,1 0 1,0-1 0,-1-1 64,-3-1 1,-1 1-1,-3 2 1,0 0-1,45-3 1,-45 4-1,2 0-77,2 0 1,0 0 0,0 0-1,0 0 1,-2-2 0,-2 0-1,47-2-35,-4 2 0,-45 0 0,1 0 0,4 1 1,1 0-1,-1 0 0,0-1-31,-1 1 0,-2 0 1,-1-1-1,-1-1 1,45-3-1,-43 5 1,1-1 44,3 1 0,1 0 0,1-1 0,0-1 1,-4 2-1,-1 0 0,0 0 0,-1-1 36,2 1 1,1 0-1,-2-1 1,1 1-1,4 1 1,0 1-1,-5 0 1,-2 0 32,43-4 1,-2-4 0,-8 2-1,4 0-7,5-1 0,0 5 0,-12-3 0,-13 1-74,-11 4 0,-9-4 0,5 3 1,0-1-168,-2-2 1,4 5-1,-7-4 1,-2 1 328,-1 0 0,-5 0 1,-5 5-1,-8 0-151,-6 0 0,-2 0 0,-5 0 189,-1 0 1,-1-1 0,-1-3 156,-2-1-119,-7 1-380,4 4-108,-7 0-259,0 0 751,-7 0 328,5 0-159,-4 0 0,6 1 115,0 4-595,0-3 1,0 11-1,0-3-37,0 3 0,0 8 1,0 3-1,-2 7-9,-3 9 0,2 9 0,-7 19 0,-1 12 93,-2 10 1,5-36 0,-1 1 0,0 7 0,-1 2 0,-2 4 0,-1 1 17,0 4 1,-1 1-1,-1 4 1,0 1-1,0 1 1,1 0-1,-1 2 1,2 1-137,1 1 1,-1-1 0,0-1 0,0-1 0,3-6 0,1-1-1,0 1 1,0 2 136,0 1 0,1 0 1,1-1-1,0-2 1,-1 0-1,-1-1 1,0-2-1,-1 0 97,-2-1 0,-1 1 1,2 3-1,-1-1 0,0 0 1,0 1-1,0-3 1,-1 1-41,2-1 0,0 1 1,-1 2-1,1 1 1,2-1-1,0 0 1,-1-1-1,0 0 40,1 1 0,0-1 1,1 2-1,0 2 0,0 2 1,1 1-1,0-2 0,-1-1-250,1 0 0,0-1 0,0 0 0,1 0 1,0 3-1,0 0 0,2 0 0,0 0 198,1 2 0,0-1 0,0-1 0,1-1 0,1-3 0,2 0 0,-1-1 1,0 0-38,0 1 0,0 0 0,0 0 0,1 0 0,1 0 0,1-1 0,2-3 0,0-1-205,1-3 1,1-1-1,-2 1 1,0 0 0,0-1-1,0 0 1,0-3 0,1-1 277,0-2 1,1-1 0,0-2 0,1 0 0,0-3 0,0-1-1,1 3 1,0 1-89,1-1 1,0 2 0,0-1-1,-1-1 1,-1-6 0,-1-2 0,6 44-112,-3 0 0,3-5 1,-3 4-1,1-7 75,-1-7 0,-2-9 0,-5-5 0,2-2-59,-1 1 0,-3-2 0,-1 1 0,0-7 76,0-6 1,-6-5-1,-4-4 1,-3-8 221,-2-6 0,-1-4 0,-4-9 0,-4-2-107,-4-1 1,-8-7 0,-3 2 0,-5-3 70,-5-2 0,-13-2 0,-18-3 0,-17-5-235,43 4 0,-1-1 1,-3 0-1,0 0 1,-1 0-1,-1 1 1,-3 0-1,-2 0 2,-5 1 0,-2 0 0,-2 1 0,-2 0 0,-7-1 0,-1 0 0,3 2 0,-1 0-127,-3-1 1,-1 1 0,-4 2 0,0 1 0,-7-3 0,-2 1 0,32 1-1,-1 0 1,0 1 116,-1 0 1,-2 0 0,1 0 0,-3 0 0,1 0 0,-1 0 0,2 0 0,0 0 0,-1 0 0,-2 0 0,0 0 0,-1 0-53,-2 0 1,0 0 0,-1 0-1,-1 0 1,-1 0 0,0 0-1,-1 0 1,-1 0 0,0 0-1,4 0 1,-1 1 0,1 0 133,1 0 1,0 1 0,-1 0 0,-1-1 0,0-1 0,0 2 0,1 1 0,0 0 0,-1 1 0,-1-1 0,0 0 0,0 1-16,1-2 1,-1 1 0,1 0 0,0 0 0,2 0 0,-1-1 0,4-1 0,0 0 0,0 0 0,0 1 0,-1 0 0,0 1 16,0-1 0,0 1 1,0 0-1,-2-2 1,0 0-1,1 0 1,1 1-1,0 0 0,1 1 1,1-2-1,0 1 1,0 0 14,2-1 0,0 0 1,1 1-1,-1 1 1,0 1-1,0-1 1,1 0-1,0-1 1,0 0-1,0 0 0,1 0 1,0 0-164,1 1 1,1-1-1,0 0 1,-30 1-1,1-1 1,6-2-1,2 0 1,4 0 0,0 0 82,0 0 1,1 0 0,5-1 0,1 0 0,2-1 0,1-1-1,8-1 1,0 0 9,1 0 1,1 0-1,1-3 1,0 1 0,-4 2-1,-1 0 1,4-1 0,2 0 37,6 0 1,-1 0 0,-4 3 0,0 1-1,2-2 1,0-1 0,-3 2 0,0-1 54,1 1 1,0-1 0,-3 1 0,0 0 0,4 1 0,-1 2 0,-2-1 0,-1 0 29,-3-1 1,0 2 0,5 1 0,0 0 0,2 2 0,-1-1 0,-1 1-1,0 0-15,-3 2 1,-1 0 0,0 0-1,0 1 1,3 0 0,2 0 0,2 1-1,0-1-24,2 0 0,-2 1 0,-3 1 0,-1 0 0,-1 0 0,0 0 1,3-1-1,0 0-43,3 1 1,0 0 0,-2 0-1,1-2 1,-2-1 0,-1 0-1,-3-1 1,-1 0 33,2 0 0,-1 1 0,3 0 0,0 1 0,7 0 0,1 1 0,-4-1 1,-2 0 56,-2 1 0,-2-1 0,1 0 1,1 1-1,2 0 0,0 0 0,5 1 1,-1 0-40,0 1 1,0 0 0,0 2 0,1 0 0,-6-1 0,1-1 0,3 1 0,3 0-4,4-1 0,2 1 1,-49 13-1,9-2 1,-8-1-136,45-11 1,1 1-1,-1 1 1,2 1 0,-43 8-1,11 0 141,4 0 1,0-1-1,-11-4 1,2 2-90,2 2 0,12-1 1,12-4-1,4 1 191,1 4 0,-2-4 0,-2 4 0,0-4-227,0-1 1,7 0 0,5-1 0,7-1 719,11-3 1,6-3-102,9-7 135,5 0-383,3 0-144,6 0-6,0 0 1,5-2 37,0-3 1,0-3-1,-5-8 1,0-2-5,0-2 1,0-4 0,0 2 0,0-2-178,0-7 1,-2-2-1,-3-11 1,-5-6-95,-3-6 1,-6-16 0,-3-6 0,1-9-65,0-6 1,-4-3-1,15 45 1,1-1-1,0 0 1,0-1-84,0-1 1,1 1 0,3 1 0,1 1 0,-1-2 0,1 1 0,-2-44-356,3 6 0,1 5 0,2 13 0,0 4-64,0 4 0,0 7 0,2 8 1,3 9-166,4 8 1,4 9 0,2 2 0,0 1 822,0 1 0,19-66 0,-15 36 0,1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37.5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58 280 7627,'0'-15'128,"0"0"507,0 1 0,0-1 188,0 0 1,0 1 0,2 1-224,2 3 1,0-2 0,6 6 0,1-2 211,2-4 1,3 4 0,4-2 0,4-1-291,4-2 0,3 3 0,5 0 0,7-1-130,4-2 0,9 0 1,-4 3-1,2 3-34,0 1 1,-7 4-1,0-1 1,-6 4-93,-7 4 0,2 12 0,-1-3 0,-3 4-49,-1 4 0,-1 0 0,-1 8 0,1-1-19,-1 1 0,-6 4 1,-4 2-1,-2 1-32,-3 4 1,0 2 0,-3-1-1,-3-1-187,-1-2 0,-2-1 0,-7 3 1,-1-2-19,-2 2 0,-7-4 1,1 1-1,-5-2 68,-4-4 1,-5 4-1,4 0 1,-2 0 45,-3 0 1,0-2-1,0-4 1,1-1-26,-1 1 1,0-3-1,0-2 1,3-6 17,2-2 1,0-3-1,3-1 1,-2-1 35,2-2 1,-3-7-1,1 2 1,1-3 16,-2-2 1,-1-2-1,-4-3 1,2-5-4,-2-3 1,-7-2 0,-3-1 0,0-2-12,0-1 1,0-8 0,4 1-1,-4-5-27,-2-3 0,7-5 0,0 3 0,6-2-17,4-3 0,-3-1 0,4-2 0,4 0-63,4 0 0,4 4 0,5 1 0,-2-2 0,2-1 0,6 3 0,4 0 0,2-2 0,8-2 0,-1-2 0,9-1 0,1 0 0,1 4 0,3 7 0,1 3 0,3 4 0,5 3 0,-1 9 0,1 0 0,2 6-906,1 3-1,2 3 1,1 4 0,-3 1-2194,-3 4 0,-8 5 3100,-6 9 0,-27 37 0,-1 14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38.6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88 427 7657,'-14'-5'0,"-1"-1"414,0-3 1,2 4-1,3-4 234,6-3 1,2 4-1,2-2 1,0-1 100,0-2 1,6-2-1,3 0 1,0-1 71,1-4 0,2 4 1,6-3-1,1 1-19,-1-2 0,0 2 0,0-5 0,3 2-245,2 3 1,2 0 0,4 0 0,1-2 13,-1 2 0,7 4 0,3 4 0,4 3-166,1 1 0,1 4 0,3-1 0,-1 6-102,-4 7 0,-1 3 0,-8 3 0,-1 4-219,-2 5 1,-3 2 0,-4 3 0,-4-1-85,-4 0 0,1 3 0,0 0 0,1 2 0,-4-1 0,0 3 0,-4 0 0,3 2 0,2 2 0,-1-4 0,1-1 0,0-4 0,0-2 0,-1 2 0,-1 0 0,-1 0 0,-2-3 0,-6-2 0,5 3 0,-3 1 0,-3-1 0,4 1 0,-2-1 0,-4 0 0,-4 1 0,0-1 0,-7-1 0,-1-2 0,-2-1 0,-4-3 0,-1 3 0,-1-4 0,1 0 0,1-4 0,3 2 0,-3-2 0,-2-3 0,3 1 0,-6 0 0,3-2 0,-1-3 0,0 1 0,4-6 0,-2-2 0,-1-1 0,-6-2 0,4 0 0,-2 0 0,-3 0 0,-2 0 0,-1 0 0,-2 0 0,-4 0 0,3 0 0,-7-2 0,-2-1 0,-2-2 0,4-5 0,1 5 0,3 1 0,2-3 0,7 4 0,3-5 0,2-1 0,3 1 0,1 3 0,3-4 0,-1-3 0,0-1 0,5-2 0,1 1 0,-1-3 0,2-2 0,-5 2 0,3-4 0,-2 2 0,3-1 0,-5-6 0,6 1 0,-1-4 0,-1-5 0,5 3 0,-3-5 0,1 1 0,4 1 0,1-2 0,2 3 0,0-1 0,0 1 0,7 2 0,3 2 0,3-2 0,1-3 0,3 3 0,1-4 0,1 4 0,-1 2 0,0 3 0,0-2 0,2-1 0,-2 3 0,3-4 0,0 7 0,2-1-1425,3-1 0,2 7 0,3-1 0,5 2-7106,8 3 8531,7-1 0,4-12 0,7-6 0,4-3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44.7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283 264 12023,'-54'0'491,"-2"-7"1,40 4-165,16-7 1,28 0 0,35-4-83,-1-1 1,9 0 0,9 0 0,16 1-124,-42 6 1,1 1 0,1 0 0,-1-1 0,1 1 0,-1 0 0,1-1 0,0 1 40,-1-1 1,1 1 0,-3 2 0,0 0 0,-1 1 0,0 0 327,43-2 1,0-1 491,-17 2 0,-29 4-1185,-36-6-290,-68 1 0,-6 4 164,-32-3 0,3 8 0,4 4 82,9 1 0,-11 2 0,9 5 0,6-1 0,3 1 0,4 0 0,-4-1 0,3 3-82,2 2 0,1-2 0,5 4 972,1 0-399,18-11 0,39 6 0,43-14-79,30-4 1,20-8 0,2 1 0,-44 2 0,0 1-92,0-1 0,-1-1 1,46-12-1,-45 10 1,0 1-1,2-1 1,0 0 64,4-1 0,-1 1 1,0 2-1,0 0 1,-2-3-1,-2 0 1,42-8 842,-14-1-492,-11 0 1,-32 7-201,-36 4 0,-32 4 0,-63 10-387,7 4 1,39-2-1,-2 1 1,-4 1 0,-1 0-1,-3 1 1,-1 1-18,0 1 1,-1-1 0,1 1-1,-1 1 1,-1 1 0,0 1 0,-4 0-1,0-1 24,-5 1 0,1 0 0,4-1 0,2 1 0,2 0 0,3 0 0,6-1 0,1-1 2,-38 12 0,15-2 191,12-4 1,43-9 0,33 0-68,38-7 0,21-4 0,3-4 0,5-5 6,8-3 0,-39 3 0,2 0 0,5 0 0,2 1 1,3-1-1,0 0 5,1-1 0,-1 1 0,-4 2 0,0 0 1,-2-2-1,0 0 0,0 1 0,1 0 148,3-1 1,-1 0-1,-6 3 1,-1 0 0,47-10 786,-15 6-761,-14 1 0,-51 10 0,-39 8-315,-38 9 0,-23 2 0,-3-4 0,-13 1 50,44-6 1,-1 0-1,-1-1 1,-1 0 0,-1 3-1,0 0-11,-1 1 0,-1 0 0,0 0 0,-1 1 1,3-1-1,0 0 0,2-1 0,1 0 0,5 0 1,1 1-399,-36 10 348,24 4 1,45-14 83,35-3 0,42-11 1,-13-7-1,4-2 0,2-1 1,1 0 22,4 0 1,1-1 0,-1 1 0,0 0-1,3-2 1,0-1 0,0 2 0,0 0 1,1-1 0,1 0 0,3-1 1,0 0-1,-1 0 0,-1 0 1,-5 2-1,-1 0 231,-5 2 0,-2 0 0,37-6 1,-16 1 254,-8 0 1,-34 2-165,-31 4 1,-44 14 0,-45 9-293,0 3 1,0-1 0,39-8-1,0 0 1,-4 1 0,-2 0-104,-1 1 1,0 0 0,0 2 0,1 0-1,7-1 1,0 0 0,-42 10 20,6 0 0,7-1 35,9-6 1,38-6-296,36-3 1,37-10-22,47-4 0,-14-4 0,-2-2 187,-9 0 1,23-9-1,15-6 1,-28 9-1,0 0 1,0 0-1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1:49.48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1735 3117 7823,'-13'-19'-164,"2"-3"0,1-1 50,-1-3 0,3-1 0,-1-3 0,1 1 407,0-1 0,3 1 0,-3 0 0,1-1 132,4 1 0,-3-1 1,1-1-1,1-1-14,3-3 1,2 1 0,4 3-1,4-3 1,-1-5 0,6 1 0,-1-1 0,7 0-23,3 1 0,1-8 0,6 5 0,1 2 36,3 2 1,10 1 0,10 3 0,5-1-7,5 1 0,-4 2 0,4 2 0,-4-2-57,-1-4 0,5 4 0,-1-3 0,1 5-70,1 4 1,7-1 0,7 5 0,-3 0-112,0-1 0,-14 4 0,-4 7 1,1 1-20,3-1 1,5 4 0,7 2-1,-1 2-42,1-2 0,-7 3 1,-4-2-1,-4 2-57,-5 2 1,3 2-1,-3 1 1,5 3 51,5 3 1,3-5 0,4 5 0,-4-1 3,-8 0 1,-2 2 0,-6 4-1,1 1-73,4 0 1,1 4 0,3 3 0,2-1-31,2 0 0,-2 5 0,-8-1 1,-5 3 126,-3 1 0,-9 0 0,-2 1 0,-4-1 48,-2 0 1,-4 6-1,-3 1 1,1 1-139,0 4 1,-5 2-1,2 2 1,-2 4-147,1 5 1,-2 3 0,4 2-1,-1-2 51,-1-3 0,1-3 0,-7-9 0,-2-1 70,-1-2 1,-2-1 0,2 3 0,-5-2 29,-3 2 0,-2 1 0,0 4 1,-2 1-3,-3 2 1,-3-1-1,-9-7 1,0-4 74,-3-1 0,-6 3 0,1-4 0,-2-3 76,-3-1 1,6-1 0,-1 1 0,-1 0-16,-2-2 1,-1 4 0,1-9 0,2 4 30,1 1 1,1 1-1,-5-2 1,1-2-224,3-2 0,-2-4 0,2 3 0,-3-2 0,-1-3 0,-2 3 0,-3-1 0,-6-2 0,-2-2 0,-2-1 0,0-1 0,0 3 0,-1 2 0,-4-2 0,0 2 0,2-2 0,1-3 0,-4 3 0,-6 1 0,-4 1 0,-4-1 0,-11-2 0,3-1 0,2 0 0,5 0 0,4-1 0,-1 1 0,-3 0 0,-4-1 0,-11 1 0,7 0 0,-3-2 0,1-3 0,3 1 0,4-4 0,4-1 0,4 1 0,-4-2 0,-3-5 0,-1-2 0,-3-3 0,3-3 0,11-7 0,3-1 0,5-4 0,5-3 0,3-6 0,3 0 0,2-1 0,-5 1 0,2-2 0,-3-2 0,-2-1 0,1-7 0,2 2 0,4-4 0,1-1 0,3-5 0,9-1 0,4-1 0,4 0 0,6 1 0,0 2 0,-1-1 0,-2 2 0,3 6 0,2 2 0,0-2 0,-1-1 0,1-2 0,-3-1 0,3 1 0,1 0 0,2 0 0,5-2 0,0 1 0,0 1 0,0-4 0,0 9 0,0-2 0,0 2 0,2-8 0,1 4 0,4 1 0,1 1 0,0 3 0,3-3 0,-1 2 0,2-2 0,1 1 0,1-1 0,1 3 0,0 2 0,-1-8 0,3 3 0,1 1 0,1-3 0,7 5 0,-1-1 0,3 0 0,1 2 0,5-4 0,2 6 0,2 1 0,3-2 0,0 0 0,-1-3 0,-2 5 0,-2 3 0,3 1 0,-3 1 0,0 1 0,0 4 0,0 2 0,0 8 0,9-1-1090,13 0 1,9 2-1,9 2 1,4 1-1546,2-1 1,-4 2 2634,6 0 0,-19-7 0,5-4 0,7-4 0,0 0 0</inkml:trace>
  <inkml:trace contextRef="#ctx0" brushRef="#br0" timeOffset="2266">1544 2882 7646,'-14'10'116,"-3"-2"0,-1-2 362,-1-2 1,-2 2-1,1 1 1,-6-1 92,-7 1 0,2 3 0,-5-5 0,0-1-98,-3 3 1,-3-5 0,-3 3 0,3-4-75,3-1 1,-4 0-1,3-1 1,-6-4-16,-3-5 1,-3-3 0,-1-2 0,-6-1-47,-1-4 1,-4-3 0,6-8-1,5-3 28,6-5 0,3-5 0,0-5 0,1-5-135,4-3 0,3-7 1,5 0-1,-2 2-6,-1 2 1,0 1 0,6 2 0,4 3 30,4 5 1,9 3 0,2 0 0,3-1 83,3-2 0,1-7 1,2 3-1,0-3-12,0 2 0,0-1 0,0 6 0,0 1-24,0 3 0,5 0 0,1 1 1,3 0 52,2 0 1,2 0 0,3 0 0,4 0-216,4 0 0,4 1 0,2 4 1,-1 5-143,0 3 0,2-2 0,2 0 0,3 4 0,2 1 0,-6-1 0,4 9 0,0 2 0,3 2 0,4 1 0,3 1 0,3-1 0,4 0 0,5 5 0,0 2 0,0 2 0,-5 2 0,-2 3 0,-7 1 0,0 0 0,0 0 0,5 0 0,0 0 0,0 0 0,2 0 0,-4 1 0,7 3 0,-1 1 0,-6-2 0,0 3 0,-12-1 0,-4 0 0,-5 2 0,0-4 0,-7 7 0,-5-7-743,-8 4 1,-8-7 0,-3 0-1236,-4 0 0,1 0 1,-2 0 1977,-2 0 0,-14-20 0,-5-5 0</inkml:trace>
  <inkml:trace contextRef="#ctx0" brushRef="#br0" timeOffset="2750">1353 883 7708,'-10'5'219,"1"1"0,-3 1 2800,-1-1 41,-2-1-1209,1-5 0,12 0 1,7 0-1,6 0-915,4 0 0,6 0 1,4 0-1,4 0-431,6 0 0,-3 0 1,6 0-1,-1 0-211,1 0 0,0 0 0,2 0 0,-2 0-270,-2 0 1,3-1 0,-5-3 0,-3-2-25,-5-2 0,1 4 0,-8-2-320,-1-1 1,-8-1-245,-5-7 1,-10 2 0,-5 2 0,-3 1-752,-2-1 0,1-1 1,-1 1-1,0 1-653,1-1 0,-1-2 0,0-2 1968,1 0 0,-1-19 0,0-5 0</inkml:trace>
  <inkml:trace contextRef="#ctx0" brushRef="#br0" timeOffset="3052">1574 266 7712,'-15'-7'580,"0"0"0,1-4 1413,-1 1 0,2 5 0,1-3 3974,3 2-5052,5 1 0,-2 6 0,7 4 0,4 7-237,5 6 1,3 0 0,4 8 0,1 3-310,1 4 1,6 3-1,-4-2 1,0 4-370,0-1 0,4 6 0,-4-6 0,0 2 0,1 1 0,-3-8 0,-4 3 0,0-6-36,-1-5 0,-6-2 0,-1-9-6494,-1-3 4695,-4-4 0,5-8 0,-7-2 0,-2-5 1835,-3 1 0,-10-18 0,-7 2 0</inkml:trace>
  <inkml:trace contextRef="#ctx0" brushRef="#br0" timeOffset="3383">1383 986 7712,'-25'0'154,"2"1"0,2 3 1431,3 1 1,2-1 977,1-4 1,10 0-1501,10 0 1,5-1 0,16-4 0,3-5-184,4-3 1,8 3 0,-2 0 0,2 1-362,-2 0 1,4-4-1,-4 5 1,2-2-384,-2 1 0,2 4 0,-7-3 0,0-1-287,2 1 0,-6 5 1,-1-2-1,-8 2-670,-4-2 1,-8 3-656,1-3 0,-8 4 0,-2-1 0,-8-1-393,-5-2 0,3-6 0,-2 1 1869,-4-3 0,-18-28 0,-12-7 0</inkml:trace>
  <inkml:trace contextRef="#ctx0" brushRef="#br0" timeOffset="3699">1544 177 7712,'-14'-14'353,"-1"-1"1,7-5-1,1 1 1,2 1 1636,0 1 0,1 8 2725,4-1-3464,0 7 1,4 4 0,3 14-1,1 8-397,4 5 1,6 7-1,1 5 1,1 4-379,1 5 1,-3-2 0,5 7-1,0 0-346,0-2 0,-4 5 0,4-4 0,0 0-130,0 1 0,-4-8 0,4-2 0,-2-8-534,-3-5 0,-6-8 0,-4-3-5297,-1-4 4531,-3-8 0,-4-3 1,0-10-1,0-6-422,0-7 1,-1-5 1721,-4-7 0,-10-38 0,-8-11 0</inkml:trace>
  <inkml:trace contextRef="#ctx0" brushRef="#br0" timeOffset="4083">1162 942 7721,'-13'6'0,"3"4"1834,-3-3 1,18-1-1,2-6 1,9-2 430,8-2 0,11-3 0,4-6 0,3 1-1238,3 1 0,4-10 1,1 6-1,1 0-917,-1 4 1,-2-2 0,-7 3 0,-4-1-348,-1 1 0,-2-2 0,-6 8 0,-3 0-1304,-6 3 0,-2-4 1,-3 0-5531,1 2 2012,-7 1 5059,-1 2 0,-27-20 0,-4-4 0</inkml:trace>
  <inkml:trace contextRef="#ctx0" brushRef="#br0" timeOffset="4334">1471 119 7721,'-30'-30'245,"3"7"0,4 4 1,8 2 1637,9 3 0,6 5 0,4 5 56,6 2 0,10 5 0,4 7 0,4 10-660,2 6 0,5 5 0,3 1 1,0 4-857,-4 2 0,-3-1 0,-2 4 0,1-1-423,-1 0 0,-4 3 0,-3-1 0,0-1-217,-4-2 1,-4-4 0,-2 2-1,-4-3-1572,-1-6 1,-3 0 0,-4-8 0,0-2-6115,0-2 7903,0-8 0,-26-54 0,-6-19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00.4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36 750 11851,'-24'-53'273,"13"20"-390,35 33 1,4 2 76,35 12 1,1-7 0,18 1 104,-4-2 0,-16-1 108,7-5 1,3 0-69,11 0 1,2-5 0,3-1 100,5-2 1,-18 4-1,15-2-126,5-1 0,-22 6 0,16-6 0,-11 2-65,-1 0 1,6 1 0,7 2-58,-2-3 1,-33 4-1,1-1 1,-2-2 0,0 0 42,2 0 1,-1 1 0,-1 0 0,-2 1 0,31 2 78,-4 0 0,11 0 0,4 0 45,-42 0 0,-1 0 0,39 0 0,8 0 1,-13 0-7,-5 0 0,-5 5 0,9 0-108,2-2 0,2 4 1,-9-2-1,2-2 19,1-1 1,3-2-1,-2 0-53,5 0 0,1 0 1,-16 0-1,1 0 147,-1 0 0,1-5 1,2-2-3,8-1 0,-11 5 0,14-2-86,3 3 0,-1 2 0,-10 0 3,9 0 1,-11 0-63,16 0 1,-2 0 0,-39 1 0,1 0 25,1 1 0,-2 1 0,31-2 41,15 4 0,-10 2-33,-37-5 1,1 1-1,-1-1 1,0 1 0,3-3-1,1 0 31,0 0 0,-2 0 1,28 0 85,13 0 1,-5 0 13,9 0 0,-44 0 0,2 0-75,2 0 1,1 0-1,-1 0 1,0 0-56,1 0 0,0 0 0,-2 0 0,-1 0 0,42-2 0,-12-1-55,-7-2 1,-6 0-1,6 3 45,9-3 0,-16 4 0,12-6 96,-2 1 0,-7 4 0,0-3 55,15 3 1,-18-2-104,21-1 0,-3-5 1,-37 7-1,0 1-51,-1 0 0,-1 1 0,1-2 1,-1-1-1,29-2-18,-3-3 0,-28 5 0,1-1 0,48-8 33,-45 8 1,1 0 0,-4-1 0,-1 0 0,30 0 56,-4-2 1,11 3 0,4-3-35,3 1 1,-14 2 0,10 4-1,-5-3 32,-1-1 1,4-1-84,11 1 1,-45 3 0,1 1 0,8-3 0,-1-1 0,-7 2-1,-2 0 39,43 0 1,-14-4-1,-4 1 1,-5-3 58,-3-2 1,1 3 0,8-2 0,4 0 20,0 2 1,2-5-1,-5 5 1,-4-2-33,-5 0 1,9 0 0,1-4 0,9-1-16,9 0 0,-14 6 1,-1-1-25,5-2 1,-21 1-1,10-1 53,-10 3 0,6 4-258,1-5-308,-4 7-505,-11-10 0,-28 11 820,-11-11 0,-52-17 0,-21-7 0,0-7 0,-1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02.1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1 105 11907,'0'-48'983,"0"1"-388,13 37-507,10 10 0,8 30 15,3 19 0,-14 8 10,-6 6 1,-9 11 62,0 9 1,-3 4 79,-2 1 0,0-6-16,0-4 0,6 5-155,4 6 1,0 0 14,5 9 1,-6-1-124,6 1 1,-2-2 159,-8-3 1,5 2 42,-5 3 0,1 2-92,-1-7 1,-2-5-30,7-5 1,0 2-35,5 8 0,-7-3 100,-3 3 1,-4-13-44,-1-2 0,-4-11 116,-1 7 0,0 1-50,5 3 0,6 2-127,4-1 0,3-6-29,2 1 0,-1-2 74,1-9 0,0 8-31,0-3 1,-6 2-9,1-1 0,-5 1 41,5-6 0,-5 0-42,5-6 0,-2 3 34,2 3 0,1 4-15,-6 11 0,1-4 11,-1 3 0,-3-1-11,3 1 0,-4-9-37,-1 9 0,-4-22 106,-1 17 1,0-4 35,5 14 0,0 4-35,0-4 1,0-6-27,0 1 0,1-4-43,4 9 0,-3-1 32,3 1 1,-4-3 65,-1-7 0,2-1-18,3-3 1,-3 3-53,3-4 0,1 11-51,-1 4 1,0-3-57,-5-2 0,-2-4 5,-3-5 1,4 2 88,-4-2 0,3 3 41,2 1 1,0 6-83,0-1 0,0-4-80,0-6 1,2-6 1,3 2 1,-4 3 7,4 2 0,2 4 38,-2 5 0,4 1 70,-4 9 0,5-24-20,-5 4 1,0-9-88,-5 15 1,0-9 21,0 8 1,0-7-165,0 2 263,0-19 306,0 13-149,-7-29-41,6 10-273,-12-21-159,11 0-740,-11-1 0,11-5 0,-4 5 820,-14-12 0,-33-28 0,-16-15 0,-14-2 0,-1-1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15.9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118 163 12103,'-16'-97'-984,"3"42"1035,13 45 0,-7 41 0,-2 55 95,-4-4 0,3 0 1,2 11-1,-1 5-97,5-48 0,0 1 1,2 8-1,1 3 0,-2 5 1,1 2-1,1 8 0,0 2-40,1 6 1,0 2 0,0 6 0,0 3 0,0-27 0,0 2-1,0 0 1,0 4 0,0 0 0,0 2-30,0 3 0,0 1 0,0 0 0,1-2 0,-1 0 0,-1 1 1,1 2-1,0 1 0,-1-1 0,0-1 0,0 0 0,0 0-6,-1 1 0,0-1 0,1 1 0,-1 1 0,0 1 0,1-1 1,0 0-1,2 1 0,-1-1 0,0-1 0,0 0 0,0-1 12,0-3 0,0 0 0,0-1 1,0 0-1,0 0 0,0 0 1,0-2-1,1 1 0,-1 0 1,1 0-1,0 0 0,1 0 24,-1 2 1,1 0 0,0-2 0,1-3 0,0-1-1,0 1 1,0-1 0,-1-1 0,0 1 0,0-1-1,1 0 1,0-1 32,1 0 0,0-2 0,0 2 0,-1 2 1,1 1-1,0-1 0,-1-3 0,1-1 1,-1-1-1,0 33 0,-1-1 18,-2-5 0,1-1 1,2-5-1,-1-2 1,1 0-1,-1 0 0,0-2 1,-1 0 49,0 1 0,0-2 1,1-4-1,1-2 1,0-2-1,0-2 1,1-6-1,-1-2 29,0-4 0,0-2 1,3-4-1,0-1 1,-1 0-1,0 0 1,8 44 267,1-16 1,1-9-123,0-4 0,6-2-64,4 6-214,-4-19-326,7-12-51,-12-32 0,4-26-123,-11-33 0,-4 8-492,-10-8 0,-3 23 0,-13-21 757,-2 22 0,-6-63 0,-1-7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16.5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1176 12133,'87'-39'23,"-42"19"0,3 1 0,11 1 1,5 2-1,13-4 0,4 0 0,10 0 1,4-1 28,-26 7 1,2 0 0,1 0 0,8-3 0,2 0 0,1 0-1,9 0 1,1-1 0,2 1 0,-21 4 0,1-1 0,0 1 0,1-1-42,3 1 0,1-1 0,0 1 0,1-1 0,4 1 0,-1 0 0,2-1 0,1 0 0,5 0 0,1-1 0,1-1 0,1 1 0,-17 2 0,2 1 1,0-1-1,0 0 0,0 0-9,3 0 1,1-1 0,-1 0-1,1 1 1,0-1 0,1 0-1,1 0 1,-1 0 0,1-1 0,0 1-1,3 0 1,1 0 0,0 0-1,0 0 1,0 0 0,1 1 0,-1 0-1,0-1 1,1 2 0,0-1 15,0 0 0,1 1 0,-1 0 0,1 0 0,1 1 0,1-1 0,0 2 0,1 0 0,0 0 0,0 1 1,2 1-1,1 0 0,-1 1 0,1 1 0,-1-1 0,-1 0 0,0 1 0,0 0 0,-1 0 0,1 0 15,-3 1 0,0 0 0,0 0 0,0 1 0,0 0 0,0 0 0,-1 0 0,0 1 0,1-1 0,-1 1 1,2 0-1,-1 0 0,1 0 0,-1 0 0,0 0 0,-1 1 0,0-1 0,-1 0 0,1 1 0,-1-1 9,-1 1 1,0 0-1,1 0 1,-2 1-1,0-1 1,-5-1-1,0 1 1,-1-1-1,-1 1 1,1 0-1,0 1 1,-1 0-1,0 0 1,0 0-1,-1 0 1,17 0-1,-2 0 1,0 1-1,0-1 0,-4 0 0,-1 1 0,1 0 0,-1-1 0,-1 1 0,1 0 0,-2 0 1,0 0-1,-7 0 0,-1 0 0,-2 0 0,1 0 0,-4 0 0,-1 0 1,0 0-1,-1 0-3,19 0 0,0 0 0,-3 0 0,-5 0 0,-2 0 0,-1 0 0,-8 0 0,-2 0 0,-1 0 0,29 0 1,-4 0 0,-10 0 0,-5 0 0,-13 0 1,-4 0-1,-10 0 0,-2 0 275,40 0-68,-4 0-309,-39 0 0,-26 0-234,-53 0 1,-28 7-1,-27 3-196,0 3 0,16-2-492,1 4 984,-48 24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17.0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146 464 12133,'0'-62'-34,"0"0"1,0 9 0,1 1 0,4-44-459,5 18 0,11 32 373,9 31 0,-9 33 0,-2 51 0,-10 22 215,-8-35 1,-1 3 0,0 10 0,0 4 0,0 6 0,-1 2 0,-2 7 0,-1 2-52,-2 5 1,-3 4 0,3-22-1,-1 2 1,-1 2 0,-2 5 0,0 2-1,-1 1 1,0 7 0,0 2-1,0 2-38,3-21 0,-1 1 0,1 1 1,-1 1-1,0 4 0,-1 1 0,1 1 1,0 0-1,0 5 0,1 1 1,1 0-1,0 1 0,0-1 0,1 1 1,0-1-1,0 0-7,1-2 0,0 0 0,1 0 0,0 0 0,1-3 0,0 1 0,0-2 0,2-1 0,1-8 0,2-2 0,-1-1 0,1 1 0,0-2 0,1 0 0,-1 0 0,1 0 10,1 23 0,0-1 0,1 0 0,0-1 0,0 0 0,0-2 1,0-3-1,0-2 0,-1-1 0,1-4 0,0 0 0,0-2 62,0-2 1,0-1 0,0-1 0,0-4 0,0-1 0,0 0-1,-1 1 1,1-1 0,0-1 0,0-2 0,0-1 0,0 0 49,2 30 1,1 1 0,-1 0 0,0-1 0,1-6 0,-1-1 0,0-1 0,1-1-1,-1-4 1,0-1 0,0-1 0,0-3 0,-1-6 0,-1-1 0,-1-1 0,0-1-48,-1 1 1,1 0-1,1-5 1,1-1 0,-1-3-1,0-2 1,1-7 0,-1-2-186,5 38 1,2-19-16,-8-8-152,1-20-707,-50-101 984,2-43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37.85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3792 815 7911,'-28'-7'265,"3"-2"0,6-16 0,9-6 0,7-6 483,6-9 0,12-5 1,11-8-1,6 1-256,8-1 1,4 5 0,5 0 0,6 0 82,7 2 0,17-2 0,9 12 1,2 9-7,0 10 0,-9 15 1,-2 9-1,-4 14-406,-2 13 0,1 14 1,-1 14-1,-1 4-94,-3 4 0,-34-27 1,-2 1-1,25 36 1,-11 1-137,-10 0 0,-7 5 1,-6 5-1,-6 5-10,-6 3 1,-9-7-1,-14-9 1,-12-5 123,-8-3 0,-15 2 1,0 5-1,-4-6 80,-6-3 0,-8-4 0,-6-4 0,-7-3 10,-6-7 0,5-7 0,4-14 1,9-5-29,4-8 0,4-7 0,3-12 1,2-5 87,-3-11 1,-1-13-1,-11-7 1,3-9 137,7-10 0,7-8 0,10-13 0,8-7-243,6-4 0,15 39 0,2-1 0,3 2 0,2-1 1,1 0-1,1 0-24,0 0 0,3-1 0,4-1 0,3 1 0,1-2 0,3 0 0,2 2 0,3 0 88,1 2 0,3 2 0,5 1 1,4 2-1,35-30 0,-28 41 1,3 0 2,3 1 0,2 1 0,-1 2 0,0 2 0,2 3 1,0 3-1,39-15-378,-7 10 1,5 14 0,7 11 0,8 9-704,-47 2 0,-1 4 0,3 1 1,-1 5-1,-4 5 0,-1 4 0,2 3 1,0 1 881,0 2 1,6 6 0,16 15 0,9 10 0,3 2 0,-15-11 0,0 0 0,0-1 0,0 1-1</inkml:trace>
  <inkml:trace contextRef="#ctx0" brushRef="#br0" timeOffset="1480">1146 4064 7810,'-20'0'506,"1"0"1,-1-2 0,4-3 0,-4-5-8,-4-3 1,-4-3 0,-3-2 0,-3-3-205,-6-2 1,3-2 0,-2-6-1,-2-1 62,-2-3 0,4-1 0,1 4 1,1-4 6,-1-2 0,-1-1 1,-7-4-1,-1 3-121,-2 0 1,0 0 0,5-9-1,0-4-97,0 1 1,6-5 0,6 5 0,4-2 35,3 0 0,7 0 1,-1-5-1,2 0-184,3 1 1,6-9 0,1-7 0,2-6-62,0-2 1,2 7-1,6 7 1,4-3 88,1 0 0,3-9 1,7-2-1,2-1 18,-2-1 1,5 6 0,1-5 0,4-1-61,1 3 1,7 1-1,4 5 1,4-2 101,5-2 0,6 3 1,6 9-1,-4 6 35,0 6 1,-5 7-1,2-2 1,2 1-55,1 0 1,10 5 0,6 6 0,9 2-39,4 3 0,1 4 0,-5 5 0,-6 4-46,0 4 1,0 1 0,16 0 0,1 2-24,0 3 1,-5-1 0,-18 6 0,-1 0 77,1-1 1,2 4 0,2-3 0,-3 3-145,-2 2 0,-12 5 0,-13 2 1,-9 1 75,-9 3 0,-10 3 0,-8 0-452,-1 1 0,-2 0 0,-5-1 0,0 3-4778,0 2 5260,0-2 0,-7-9 0,-1-10 0</inkml:trace>
  <inkml:trace contextRef="#ctx0" brushRef="#br0" timeOffset="1865">1954 227 7978,'-14'0'340,"4"0"0,2 2 0,1 3-146,4 4 0,8 6 0,6 6 0,5 9 175,4 7 1,11 7 0,0 5 0,5 5-202,5 3 1,8 2 0,5 0-1,3-2-82,2-3 1,3-5 0,-3-11 0,-7-11 294,-5-10 0,-11-9 0,-6-11 1,-11-7 219,-7-10 1,-4-12-1,-5-9 1,2-5-22,-2-3 0,-3-2 1,-3 2-1,-4-5-491,-1-3 1,0-1-1,-3-1 1,1-2-425,-2-2 1,-6 2 0,-1-1 0,1 8-891,2 10 0,6 15 1,2 16-2489,1 11 3713,9 9 0,12 34 0,6 17 0,4 3 0,-1-1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11.9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236 88 11906,'-57'-20'-246,"1"-1"0,-5-2 0,0-1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13.1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45 148 11903,'-15'33'983,"0"-1"0,7-24-820,2 1 1,42-45 0,26-26 0,-1-4 0,0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24.438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.63915E6"/>
      <inkml:brushProperty name="anchorY" value="-3.79414E6"/>
      <inkml:brushProperty name="scaleFactor" value="0.5"/>
    </inkml:brush>
  </inkml:definitions>
  <inkml:trace contextRef="#ctx0" brushRef="#br0">394 337 7940,'-13'-17'0,"1"-1"459,3-1 1,5-7 0,-1 1 0,7-3 312,8-1 0,8 1 0,16 2 0,7 3-248,6 2 1,10-3 0,9 4 0,2 4-98,8 4 0,-1 7 0,11 12 0,6 8-235,4 7 0,-46-3 1,-2 3-1,37 27 0,-8 7-168,-14 3 0,-12 6 0,-17 4 0,-11 4-78,-10 5 0,-6 4 0,-7 8 0,-2 0-92,-3-2 0,-8-8 1,-8-11-1,-2-1 61,-3-1 1,-7 8-1,-3-8 1,-1-5 175,-4-5 0,-11-11 0,-12 0 0,-11-9 66,-5-6 1,-5-1 0,7-15 0,1-7 146,2-5 1,-4-6-1,-1-7 1,0-10 16,0-6 1,3-10 0,7-5 0,7-6 11,7-7 1,9-11 0,17-9 0,2-7 96,4-6 0,4-6 1,11-2-1,5-1-300,8-4 0,15 4 1,-4 47-1,1 2 0,20-43 41,5 13 0,3 12 1,7 21-1,9 1-510,12 4 1,15 5 0,9 9 0,0 7-781,-3 7 0,-4 4 0,-3 9 1,1 6-3925,2 12 5009,-40-11 1,0 4 0,18 25 0,2 6 0,7-1 0,0 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25.253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.66231E6"/>
      <inkml:brushProperty name="anchorY" value="-3.80675E6"/>
      <inkml:brushProperty name="scaleFactor" value="0.5"/>
    </inkml:brush>
  </inkml:definitions>
  <inkml:trace contextRef="#ctx0" brushRef="#br0">395 472 8013,'0'-27'364,"0"-2"1,8-5 0,10 1-1,15-1 381,14 1 0,15 2 0,7 2 0,3 1-50,1 3 1,9 4-1,4 8 1,7 3-231,4 5 1,-12 12 0,-2 9 0,-5 14-381,1 12 1,-2 12 0,-37-22 0,0 3 0,-3 2 0,-1 1-105,-3 1 0,-4 2 1,-3 3-1,-4 2 0,-5 2 1,-2 2-1,-1 1 0,-3 1-109,-3 2 0,-2 0 0,3 42 0,-11-1 0,-3-9 38,-5-1 0,-4 0 0,-8-2 0,-7-6 210,-9-7 1,-12-6-1,-11-10 1,-11-3 77,-9-1 1,-4-4 0,2 1 0,3-6-60,-1-7 1,-8-4-1,39-18 1,0-1 0,-1-3-1,-1-2 110,1-1 0,1-3 0,-38-13 1,-1-11-1,1-9 171,-3-8 0,46 15 0,2-1 1,-1-1-1,1-2 0,-30-32-169,12-9 1,15-9 0,29 30 0,3-2 0,2-4 0,3-2-161,3-3 1,2-1 0,3-2 0,2-2 0,3-2-1,4-2 1,3-1 0,4 0-241,3-5 0,5 1 0,7 3 0,5 2 0,5 1 1,5 4-1,3 6 0,4 4-205,2 6 1,3 3 0,-2 5 0,1 3 0,-1 4 0,1 3 0,-1 3 0,1 2-843,-1 3 0,1 3 0,3 4 0,1 3 1196,3 3 0,2 1 0,-1 2 0,1 2 0,-2 3 0,1 0 0,-2 0 0,0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2:29.205"/>
    </inkml:context>
    <inkml:brush xml:id="br0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.6813E6"/>
      <inkml:brushProperty name="anchorY" value="-3.82155E6"/>
      <inkml:brushProperty name="scaleFactor" value="0.5"/>
    </inkml:brush>
    <inkml:brush xml:id="br1">
      <inkml:brushProperty name="width" value="0.08571" units="cm"/>
      <inkml:brushProperty name="height" value="0.08571" units="cm"/>
      <inkml:brushProperty name="color" value="#AE198D"/>
      <inkml:brushProperty name="inkEffects" value="galaxy"/>
      <inkml:brushProperty name="anchorX" value="-5.6937E6"/>
      <inkml:brushProperty name="anchorY" value="-3.83511E6"/>
      <inkml:brushProperty name="scaleFactor" value="0.5"/>
    </inkml:brush>
  </inkml:definitions>
  <inkml:trace contextRef="#ctx0" brushRef="#br0">824 3396 7948,'-15'0'0,"-1"0"356,-4 0 0,-1-2 1,-5-1-1,1-5 80,-1-5 1,-5-2-1,-6-13 1,-7-4-197,-2-4 0,-6-5 0,-1-8 0,-1-7-202,0-6 0,7-5 0,0-9 0,6-8-109,7-9 0,18 44 1,1-1-1,0-1 0,2 0 1,1 2-1,1 0 43,-4-44 1,1 3-1,5 2 1,1-2 123,3-3 0,4 12 1,1 1-1,1 8 44,4 1 1,5 3 0,10-6 0,4-4-10,4-2 1,8 0 0,5 6 0,8 3-156,9 2 0,9 10 1,10 10-1,2 3-18,-3 2 1,1 0-1,0 0 1,3 0 76,2 0 0,-36 22 0,2 1 1,3 1-1,0 0 0,-1 1 1,-1 0 79,-1 1 1,-1 0 0,35-10 0,-6 10 0,-1 5 148,5 4 1,1 5-1,-1 1 1,-9 5-152,-13 3 0,-14 11 0,-20-1 1,-4 1-89,-4 0 1,-8-1 0,-3 0 0,-3-1-33,-2 1 0,0 0 1,0-1-1,0 3-386,0 2 1,-7-2-1,-1 4 1,-2-1-1297,0-1 1,1 1 1688,-6-6 0,-13-12 0,-3-4 0</inkml:trace>
  <inkml:trace contextRef="#ctx0" brushRef="#br1" timeOffset="2117">1515 30 8296,'-20'-10'232,"1"0"0,-1 7 1,5-2-1,1 3 592,-1 2 1,0 0-1,0 2 1,1 3 256,-1 5 0,2 3 0,2 3 0,2 2-415,3 2 0,1 1 0,5-1 0,2 2-256,2 1 1,6 5 0,10-5 0,6 1-219,7 1 1,6-7 0,10 1 0,5-2-132,3-3 0,7 0 0,-1-3 0,-1-3-132,-1-1 1,-9 2 0,-5-4 0,-6 0-96,-6 2 1,-6-4 0,-5 7 0,-4 0 27,-4-2 0,-6 0 0,-2-3 0,1 3 103,-1 0 0,-5 5 124,2-3 0,-4 3 0,-2 2 1,-4 0 172,-5-1 1,-5 3 0,-3 2 0,-3 6 79,-2 2 1,1 4 0,-5 2 0,3 3 10,-2 2 0,-2 2 0,-1 6 0,-1 0-69,1-4 0,-1-2 0,1-1 0,0-3-36,-1 0 1,7-12 0,4 1-1,4-7 63,5-4-424,4-6 0,7-1-299,4-7 1,-1 0 154,5 0 1,1-5 0,5 0-287,0 2 0,-6 0 0,1-1-877,2 0 0,1-1 1,1 5 1419,1 0 0,32-46 0,9-11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03:03.7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396 1 7757,'-30'15'-60,"-6"-6"1,-1 1 0,-1 0 111,4-2 0,1 5 1,2-1-1,-2 4 335,1 4 1,11-1 0,-4-4-1,7 0 234,3-1 0,7 1 1,3 0-1,5-1-145,5 1 0,18 0 0,18-2 0,18-3-238,17-5 0,13-4 1,-38-1-1,2 0 0,2 0 1,1 0-88,5 0 1,1 0-1,4 0 1,3-1-1,9-1 1,1-1 0,5-2-1,2 0-224,5-1 0,1-1 1,3-3-1,3 0 0,-30 3 1,2 1-1,1 0 1,0-1-1,2 1 0,0 1 150,3-1 1,2 0 0,-2 1 0,-4 1 0,0-1-1,0 1 1,0 0 0,1 0 0,-1 1 0,-2-1-1,1 1 1,-1 0 16,-1-1 0,1 0 0,0 1 0,1 0 0,0 1 0,1 0 0,-3 0 0,0 0 0,0 1 1,-1 0-1,0 1 0,-1-1 8,27 1 1,-1 0 0,-1 0-1,-1 0 1,-1 0 0,-2 0-1,-1 0 1,-2 0-59,-3 0 1,-1 0 0,-7 0 0,-2 0 0,-3 0 0,-1 0 0,-7 1 0,-1 0 85,-8 1 1,-2 1 0,45 0 0,-3 5 0,-1 1-102,-4-1 0,-12-5 0,-15 4 1,-9-3-158,-12 1 1,-13 0 0,-6-5-305,-4 0 372,-1 0 1139,-7 0-1357,-1 0 127,-7 0-3628,0 0 2698,-7 0 0,-1 0 0,-7 0 0,0 0 1081,1 0 0,-40-45 0,-10-13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03:04.7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4170 1016 24575,'-33'7'0,"-5"-6"0,21 6 0,-7-7 0,-50 0 0,36 8 0,-46-7 0,52 6 0,0-7 0,0 0 0,-17 11 0,-46-9 0,32 9 0,-21-11 0,61 0 0,7 0 0,14 0 0,25 0 0,22 0 0,5 0 0,16 0 0,-13 0 0,13 1 0,4-2 0,17-10 0,-29 10 0,-5 0 0,-5-10 0,-24 4 0,1 5 0,-2-5 0,-7 7 0,0 0 0,-8-7 0,14 5 0,-12-5 0,13 7 0,-7 0 0,0 0 0,0 0 0,0 0 0,-1 0 0,8 0 0,2-7 0,0 5 0,-2-5 0,-7 7 0,-1 0 0,1 0 0,0 0 0,0 0 0,0 0 0,0 0 0,0 0 0,0 0 0,-8-7 0,7 5 0,-7-5 0,8 7 0,0 0 0,-7-7 0,-9-2 0,-9-7 0,-7 7 0,0-5 0,0 12 0,0-5 0,0 0 0,0 5 0,0-5 0,0 7 0,0 0 0,0 0 0,0 0 0,0-7 0,0 5 0,0-5 0,0 7 0,-1 0 0,1 0 0,0 0 0,0 0 0,7-7 0,-5 5 0,5-5 0,-7 7 0,7-7 0,-5 5 0,12 9 0,-12-3 0,12 17 0,-5-13 0,7 8 0,0 0 0,-7-7 0,5 5 0,-12-5 0,12 7 0,-5 0 0,0 0 0,5-1 0,-12-6 0,12 5 0,-12-12 0,-2 5 0,5 0 0,-10-5 0,5 5 0,-2-7 0,-5 7 0,7-5 0,0 5 0,0-7 0,0 0 0,0 0 0,0 0 0,0 7 0,0-5 0,-7 5 0,5-7 0,-5 0 0,7 0 0,0 0 0,0 7 0,0-5 0,0 5 0,0-7 0,-7 0 0,5 0 0,-5 0 0,0 0 0,5 0 0,-27 0 0,0 0 0,-22 0 0,13 0 0,-11 0 0,11 0 0,1 0 0,11 0 0,19 0 0,7 0 0,0 0 0,0 0 0,0 0 0,-7 0 0,5 0 0,-12 0 0,12 0 0,-12 0 0,-12 0 0,6 0 0,-13 0 0,0 0 0,13 7 0,-30-5 0,30 5 0,-13-7 0,0 0 0,13 0 0,-13 0 0,24 7 0,-5-6 0,5 6 0,-7-7 0,-17 0 0,13 0 0,-13 0 0,17 8 0,-17-7 0,13 6 0,-30-7 0,13 0 0,-17 0 0,0 0 0,18 0 0,-1 0 0,-26 0 0,9 0 0,0 0 0,-9 0 0,-9 0 0,22-10 0,30 7 0,-6-7 0,19 10 0,7 0 0,0 0 0,0 0 0,0 0 0,0 0 0,0 0 0,0 0 0,0 0 0,-7 0 0,5 0 0,-5 0 0,0 0 0,5 0 0,-19 0 0,17 0 0,-17 0 0,12 0 0,0 0 0,2 0 0,0 0 0,-9 0 0,-2 0 0,-5 0 0,7 0 0,8 0 0,-7 0 0,7 0 0,-8 0 0,0 0 0,0 0 0,-31 7 0,23-5 0,-16 5 0,26-7 0,5 7 0,0-5 0,2 5 0,7-7 0,0 0 0,0 0 0,7-8 0,2 0 0,7-16 0,14-15 0,0-13 0,17-13 0,-10 20 0,2 1 0,-7 26 0,3 33 0,-2-7 0,-9 47 0,-4 23 0,10 4 0,-1 0-492,-10-9 0,-1 2 365,4-6 0,3 4 1,-4-14 126,-5 3 0,0 33 0,0-45 0,-7-25 0,-35-91 0,0-7 0,-1-10-492,6-3 0,0-7 164,5 8 0,-1-5 0,6 12-164,11 25 0,4 0 244,3-14 1,3-8 0,-1 12 247,-11-7-297,16 10 0,2-3 297,-6 10 0,1 5 0,5 4 0,0-40 0,0 73 0,7 13-328,9 46 0,3 39 0,-1-6 46,0-17 1,1 3 281,5 24 0,2 12 0,-5-10-492,-10-16 0,-1-6 203,7 3 1,-1 1 205,-14 0 0,0-2 83,6-15 0,0-3 0,-3 1 0,-3-10 0,0-22 0,5-13 0,-8-64 0,-5-27 0,4 6 491,-3-15 1,3-11-81,13 7 0,1 3-411,-10 24 0,1 1 491,13-27 1,1 9 491,-7 30-424,9 4-559,-3 17 874,0 8-874,0 8 0,-1 23 0,18 35 0,4 20 0,-4 21 0,1 9 64,-1-27 0,4 2 0,-3 1-64,-3 4 0,-3 1 0,0 0 0,0 0 0,1 0 0,0-1 0,-1-6 0,-1 0 0,-1-2 171,7 26 0,-4-6-171,-7-20 0,-5-13 0,-10-26 0,-7-17 0,12-80 0,7-42-492,-7 55 0,0-3 164,0-26 0,0-11 0,0 12-94,3 26 1,-3 8 1404,-10-28 0,16 34-280,-10 75-703,12-2 0,-4 34 0,-3 6 0,10 22 0,-19-9 0,12 1 983,-8-25 0,-7-36 0,6-3-602,-7-91-381,0 17 0,10-33 0,0-7 0,-8 36 0,1 2 0,11-20 0,0 4 0,-6-7 0,8 57 0,0 30 0,9 78 0,-12-5 0,-1 16 0,-1-4-492,1 4 0,-2 5 434,-4-21 0,0 13 0,0 3 0,-2-6 1,-1-15 57,-3 0 0,0-5 0,0 8 0,0 6 0,0-18 0,0-13 0,0-10 0,0-101 0,0 6 0,1-28 0,-2-8-472,-7 30 1,-1-1 471,7-27 0,0-5 0,-6 3 0,0-1 0,6-3 0,4 2 0,-2 13 0,0 4 0,-4 6 0,0 13 0,3 28 0,-14 16 983,-3 88-870,-11 0 1,-4 5-114,9-17 0,-2 4-328,-8 23 0,-5 10 0,5-18-656,-6-4 898,7-2 0,6-10 86,18-43 895,-5-14-895,12-9 0,-26-33 0,13-26 0,2-22 0,-3 5-492,-15 5 0,-2-6 375,17 5 0,3-14 0,1-7 0,0 3 0,-2 12 117,-6 1 0,-1 8 0,4-2 0,6-16 0,4-3 0,0 9 0,-5 4 0,3 14 0,9 10 0,0 25 0,11 78 0,-9 8 0,-2 7 461,6-8 1,-1 5-462,-4 17 0,-2 9 0,1-11 0,0 19 0,0-10 0,0 2 0,0-32 0,0-7 0,0 13 0,0 21 0,-7-65 0,-2-32 0,3-49 0,3-17-492,-3 18 0,5-4 164,10-15 0,7-8 0,-1 6-164,-3 1 0,2 7 0,11 8 0,2 2 0,-2-5 0,1 5-323,17-11 815,4-8 0,-3 29 0,-27 46 0,10 33 0,-2 22 0,-1 17 250,-2 14 1,-2 14 0,-1-1-251,-2-8 0,0 1 0,-1 3 0,1-6 0,0 5 0,-1-1 0,-5-6 0,-7 2 0,-5-6 0,3-1 0,8 24 0,0-6 491,-9-22 1,-2-8 491,1 12-185,0-64-798,0-18 0,-1-41 0,0-31 0,3-4-328,2 1 0,3-3 0,2-9 131,0 7 0,2-10 1,1-4-1,1-1 0,0 4 0,0 5 0,1 0 1,0 0-1,2 4 0,-1 4 278,3 2 1,1 3-1,0 4 1,-1 2-82,1-21 0,-1 3 0,4 37 0,3 48 0,2-8 0,-8 69 0,-6 31 0,-6 3 0,-2 3-328,2-24 0,1 1 0,-3 4 221,-3 25 1,-3 5 0,0-8 106,1-9 0,0 0 0,1 10 0,0 8 0,-3-12 0,-3-22 0,0-4-4,6 27 0,-5-12 4,-13-40 0,15-17 0,-12-30 0,1-37 0,4-17 0,3-1 0,0-5 327,-7-3 1,-3-6 0,4 1 163,9-19 1,1 0-165,-4 24 1,-2-2 0,2 2 113,5-16 1,2 5-34,-2 16 0,2 6-408,6-28 0,-5 73 0,12 7 0,-2 33 0,14 50 0,-17-2 0,-3 4 491,2-26 1,0 5-442,-5 22 0,-4 18 0,0 0 1,0-21-40,1 13-11,0-16 0,0 19 0,0-2 0,0-24 0,0-18 983,-7 30 0,5-162-880,-21-5-505,20 18 1,1-3 401,-6 4 0,0 5 0,8-12 0,0-9 0,0 22 983,7 22-873,-5 1-110,19 41 0,-7 58 0,-4 18 0,9-6 0,-11-3 0,-2 11 0,0-16 0,1-15 0,-5 39 851,5-60-851,-7-1 0,0-21 0,0-84 0,0 22 0,-1-11 0,1-15 0,1 12 0,6-5-369,-8-10 1,3 8 368,13 44 0,-14-4 0,13 25 0,-1 40 0,13 49 0,-11-18 0,1 4-411,-1-3 0,0 1 411,4 13 0,-2 0 352,-10-12 1,0-3-353,17 42 0,-22-27 0,-2-5 0,7-13 0,-7 12 0,0-52 0,0-50 0,0-34 0,0-8 0,0-13 0,0-2-328,-1-3 0,1 0 0,1-2 82,0 25 0,1-2 0,1 1 0,1 3-82,2-14 0,1 4 0,3 9 107,2 12 0,1 5 574,2-7 0,0 5-353,4-6 0,-10 65 0,9 33 0,17 48-492,-15-10 0,-1 6 0,0 0 0,0 3 438,-4-7 1,0 4-1,-5-9-438,-8-15 0,1-1 212,15 36 1,0-6 1262,-13-23 0,11 7-175,-16-54-808,-10-85 0,7 12 491,-3-7 1,1 0 138,5 6 353,0-22 0,0 52-895,0 8-88,0 1 0,8 14 0,17 81 0,-2-20 0,-4 6 0,-1 3 0,5 9 0,-10-17 773,-3-5-773,-10-23 0,7-2 0,-5-7 0,5-14 0,-7-35 0,0 9 0,0-48 0,0 43 0,0-20 0,0 17 0,0 1 0,0 6 0,7 16 0,9 32 0,-5 5 0,10 18 0,-12-14 0,-1-8 0,-1-1 0,1-14 0,-7-62 0,6 31 0,-7-46 0,0 52 0,7 7 0,2 23 0,7 5 0,-7 13 0,5-2 0,-5-5 0,0-1 0,5-1 0,-12-28 0,5-20 0,-7-27 0,0 1 0,0 9 0,0 34 0,7 9 0,1 22 0,1 19 0,5-13 0,-12 18 0,5-29 0,0 12 0,-5-13 0,5-8 0,-7-35 0,0-3 0,7-20 0,-5 24 0,5 2 0,-7 7 0,7 7 0,9 30 0,2-7 0,-3 23 0,0-21 0,-14 0 0,6 0 0,0-7 0,-5 5 0,12-5 0,-5 0 0,7 5 0,0-13 0,0 6 0,0 1 0,-1-7 0,1 6 0,0-7 0,-7 7 0,5-5 0,-5 5 0,7 0 0,0-5 0,0 5 0,-1 0 0,1-5 0,7 5 0,-12 0 0,10-5 0,-12 5 0,7-7 0,0 0 0,-1 0 0,-6 7 0,5-5 0,-5 5 0,7-7 0,-7 7 0,5-5 0,-5 5 0,7-7 0,0 0 0,-1 0 0,1 0 0,0 0 0,0 0 0,0 0 0,0 0 0,0 0 0,-15-8 0,-17 0 0,-3-8 0,-26-1 0,26 9 0,-11-7 0,14 14 0,0-7 0,49 8 0,-22 0 0,40 7 0,-35-5 0,-1 5 0,1-7 0,-7 7 0,5-5 0,-5 5 0,7-7 0,0 7 0,0-5 0,0 5 0,-1-7 0,1 7 0,0-5 0,0 5 0,0-7 0,0 0 0,0 0 0,0 0 0,-1 7 0,1-5 0,0 5 0,0-7 0,0 0 0,0 0 0,0 0 0,0 0 0,-1 0 0,1 0 0,0 0 0,0 0 0,0 0 0,0 0 0,0 0 0,0 0 0,-1 0 0,1 0 0,0 0 0,0-7 0,0 5 0,0-5 0,0 7 0,0 0 0,-8-7 0,7 5 0,-7-5 0,8 7 0,0 0 0,0 0 0,0 0 0,-7-7 0,5 5 0,-5-5 0,6 7 0,1 0 0,0 0 0,0-7 0,-14 5 0,-11-12 0,-9 12 0,-5-5 0,14 0 0,-5 5 0,5-5 0,-7 7 0,0-7 0,0 5 0,0-5 0,7-1 0,-5 7 0,5-6 0,-7-1 0,0 7 0,0-6 0,0 7 0,-1 0 0,1 0 0,0 0 0,0 0 0,0 0 0,0 0 0,-7 0 0,-2 0 0,0 0 0,2 0 0,7 0 0,0 0 0,0 0 0,0 0 0,0 0 0,0 0 0,0 0 0,0 0 0,-7 0 0,5 0 0,-5 0 0,7 0 0,-7 0 0,5 0 0,-5 0 0,7 0 0,0 0 0,0 0 0,0 0 0,0 0 0,0 0 0,0 0 0,-1 0 0,1 0 0,0 7 0,0-6 0,0 6 0,0-7 0,0 0 0,0 0 0,0 0 0,0 0 0,0 7 0,7-5 0,2 5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3:50.2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 74 11847,'-15'-33'983,"7"1"-492,1 30 1,35-4-1,16 6 1,2 0-1,13 0 1,-1 0-1,16 0 1,1 0-243,3 0 1,4 0-100,6 0 0,-1 0-29,-4 0 0,-8 5-75,-6-1 0,-22 8 51,2-2 1,-11-2 47,16 2 1,-12-7 116,17 2 1,6-4-19,19-1 1,1 0-67,-2 0 0,-3 0-110,-7 0 1,12 0-36,3 0 0,10 0-102,0 0 0,-4 0 136,-6 0 0,0 0 23,-5 0 1,1 2 0,-1 1 22,0 2 0,-18 2 79,14-2 1,-6-2-58,11 7 1,10-7-37,4 2 0,2 1-15,-49-3 1,1-1 0,48 3-19,-12-5 1,2 0 0,-9 0-24,6 0 0,-10 0 8,11 0 1,-3 0 64,8 0 0,1 0-7,-5 0 0,4 0 0,5 0 0,-5 0 125,-10 0 1,-9 2-63,-11 3 1,4-4-71,2 4 0,9-3-51,6-2 1,-4 0-111,-2 0 0,-6 0 83,1 0 0,-12 0 104,7 0 0,11 0 73,14 0 0,0-2-46,0-3 1,-10 4-14,-4-4 1,-1 2-42,5-2 0,7 3-55,-38 0 0,-1-1 0,44 1-57,-7 2 0,-5 0 62,-4 0 1,4 0 84,10 0 1,0 0 55,0 0 0,-11 0-21,-13 0 0,-7-1-179,1-4 0,8 3 24,7-3 0,-16 4-119,12 1 103,-30 0 115,31 0-159,-34 0-62,22 0 50,-17 0 12,11 0 220,-11 0-63,11 0-88,-5 0 15,14 6-73,1-4-81,13 4 296,-18-6 92,1 0 237,-32 0-675,-9 0 0,-70-5 0,-35-3 0,-3 0 0,1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06:19.48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06:20.6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3:06:26.1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24575,'33'0'0,"-3"0"0,-14 0 0,0 8 0,0 0 0,0 8 0,-1-7 0,12 43 0,-9-26 0,12 54 0,-14-44 0,7 30 0,-3-13 0,-2 0 0,0 5 0,-1 0 0,-1 0-476,3 3 1,0-2 475,7 29-32,-7-8 32,-10-48 0,-2 22 0,-7-45 0,0-2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4:38.89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221 169 7670,'-14'-23'198,"-1"3"1,2 4 1343,3 1 1,-3 2-529,3 3 1,-1 6 0,-1 10-446,2 9 1,7 13 0,-2 12 0,4 9-131,1 10 1,0 13 0,0 15 0,0 11-332,0-43 0,0 2 0,0 7 1,1 3-1,1 6 0,0 3 0,0 2 1,0 2-163,0 2 1,0 1-1,-1-1 1,-1-1-1,0-5 1,-1-1 0,-1-7-1,-1-3-91,-2-6 0,0-2 0,-1-3 0,-1-1 0,-6 33 1,1-11-196,3-13 0,0-13 0,-2-13-581,1-6 1,2-14 89,-2-6 0,4-12 0,7-17 0,3-9 68,1-10 1,6-8-1,0-16 763,7-6 0,-1 7 0,2-6 0,4-9 0,0-1 0</inkml:trace>
  <inkml:trace contextRef="#ctx0" brushRef="#br0" timeOffset="386">295 345 7670,'0'-21'86,"0"-2"1,0-8 0,0-2 449,0-1 0,0-2 1,1 4-1,3-1 156,1 5 1,-1 0 0,-4 9 352,0 1 1,5 10 0,0 8-235,-1 8 1,-3 13-1,1 8 1,1 12-85,2 11 0,6 14 0,-2 15 1,0 6-466,1 8 0,-5-42 1,0 2-1,2 3 0,1 3 1,-1 3-1,0 1-282,1 2 1,-1 1 0,-2 1 0,0 0 0,0-3-1,0 0 1,0-1 0,-1 0-129,1 0 0,-1-2 0,-1-3 1,0-1-1,-3-6 0,0-3 0,0 37-251,0-14 1,-5-3 0,-1-6 0,-1-4-135,1-4 1,-4-7 0,5-8 0,2-4-11,1-1 0,2-3 0,0-9-512,0-4 0,0-4 279,0-1 0,0-8 1,0-7 91,0-9 0,0-9 1,-2-3-1,-1-2 684,-2-3 0,-13-67 0,10 38 0,0-1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14:46.97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617 124 7761,'-10'-16'356,"0"-4"1,7 4-1,-4-4 1,2 4 540,0 1 1,1 6-534,4-1 1,0 8-1,0 2 1,0 12 152,0 11 1,1 4 0,2 16 0,2 6-231,-1 6 1,-3 7-1,-1 13 1,0 5-241,0 9 1,0-39 0,0 1 0,0 5 0,0 1 0,0 0-1,0 0-42,1-1 0,-2 1 0,-1 0 0,-2 0 0,-1-2 0,0-1 0,-2 2 0,-1-1-71,-1 3 1,-1-1 0,-7 38 0,-4-12-1,1-15-46,1-7 0,1-9 1,6-5-1,4-6 75,2-6 0,-4-4 0,5-2 0,0 0-96,-1 1 1,4-12 0,-5-4-601,1 0 1,4-10-5,-3-4 0,4-6 0,1-10 0,0-4 737,0-5 0,8-25 0,3-12 0,2-6 0,-1 0 0</inkml:trace>
  <inkml:trace contextRef="#ctx0" brushRef="#br0" timeOffset="847">352 286 7925,'-15'0'765,"1"0"1,-1-5 1296,0 0-1614,7 0 1,2 7 0,9 1-1,5 2 29,7-2 1,9 4-1,2-2 1,7 0-223,6 1 1,4-4 0,2 3 0,4-4-101,5-1 1,5 0 0,8 0 0,13 0-65,16 0 1,-42 1 0,2-2 0,3 1 0,1-1-1,1-1 1,-1-1-40,0-2 1,1 0-1,0-1 1,0 1 0,4-1-1,1 0 1,-1 1-1,-1 0-28,0 0 0,-1-1 0,-5 2 0,-1 0 0,1 0 1,0 0-1,-1 0 0,0 1 51,2 1 1,0 1 0,-1-1 0,0 1 0,-3-1 0,-1 0 0,0 0 0,0-1-26,-1 2 0,0-1 0,0 1 0,0 1 0,3 0 0,1 0 1,-3-1-1,0 0-21,-2-2 0,0 1 1,46 0-1,0-3 0,2 4-45,-50 1 1,1 0 0,47-5 0,-3 0 0,-5 2-42,-9 1 1,4-3 0,0-1-1,3-1 97,-1 1 1,-22-6 0,-6 4-1,-12-2 34,-7 0 1,2 6-1,-4-5 1,-1 1-44,-3 0 0,-3 5 1,-1-2-1,-1 2-94,1-2 0,-8 3 0,-2-3 1,-4 4-54,-1 1 0,1 0 0,2-2 0,2-1 18,-2-2 1,0 0 0,0 5 0,2 0 13,-3 0 1,0 0 0,-2 0 148,-1 0 1,-4 0 541,0 0 791,-7 0 18,4 0 249,-7 0-262,0 0-1012,0 6 1,0-2-1,0 5-170,0 3 1,-5-4-1,0 2 1,2 1-47,1 2 0,2 2 0,0 1 0,0 2-57,0 2 0,-5 6 0,0 0 1,2 7-10,1 6 1,2 12-1,0 7 1,0 14-81,0 15 0,0 1 0,0-35 0,0 0 0,0 1 0,0 0-29,0 1 0,0-1 0,0 0 0,-1 0 0,-1 1 0,0 0 0,0-3 0,-1-1-420,0 40 1,2-9-1,-1-15 1,-1-9-170,-2-7 1,-2-13 0,4-9 0,-2-8-198,2-4 0,-4-8 0,1 0 81,-2-3 1,-1-3 0,-2-7-1,3-6 83,1-3 0,-4-9 1,1-2-1,-3-4 622,-2-1 0,1-20 0,-1-5 0</inkml:trace>
  <inkml:trace contextRef="#ctx0" brushRef="#br0" timeOffset="1599">235 1697 7869,'-38'5'0,"4"0"303,3-2 1,6-1-1,2-1 1,2 3 644,3 1 0,2 0 1229,1-5-1577,7 0 0,3 0 0,11 0 0,9 0 15,8 0 0,6 0 0,7 0 0,8 0-92,9 0 0,12 0 0,9-2 0,7-1-151,6-2 0,-1-7 0,7 4 0,-39 3 1,2 0-197,7 0 1,1 1 0,2 1 0,1 1 0,8-3 0,1 0 0,2 0 0,1 0-99,3 1 1,0 0 0,1-2 0,0 0-1,3 3 1,0 0 0,-1 0 0,1-1 77,-1 1 0,-2 0 0,-2-1 1,0 1-1,3 2 0,0-1 1,1 0-1,0-1 12,3 2 1,1-1 0,-6-1 0,0-1 0,1 2 0,-1-1 0,-4 2 0,0-1-34,1 1 0,0 1 0,-1-3 0,-1 1 0,-3-1 0,0 1 0,-2 0 0,0 0-114,-2 1 0,0 1 0,-7 0 0,-1 0 0,-2 0 0,-1 0 0,-6 0 0,0 0-32,45 0 0,-7 0 0,1 0 0,-5 1 11,-5 4 0,-14-3 0,-13 3 0,-9-3 0,-10-2 0,-9 4 0,-5 1 0,0-1 0,0-3 0,-5-1 0,1 0 0,-9 0 804,-3 0-804,-7 0 0,1 0 24,4 0 0,3 0-412,7 0-3122,-7 0 1860,-1 0 0,-9 2 443,-3 3 1,-3-4 0,-8 4-1,-2-3 1207,-2-2 0,-58-39 0,34 14 0,0 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36.6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198 632 7929,'-15'-37'182,"0"3"0,2 3 0,4 0 0,4-2 502,3-1 0,2-6 0,2 6 1,3 1 81,4 2 0,8-3 1,6 0-1,8 1-221,5 2 1,9 2-1,11-1 1,4 3-77,4 2 1,5 5-1,-2 11 1,3 4-267,5 3 1,13 5 0,-1 7-1,-2 11-10,-5 10 1,-13 7-1,-9 8 1,-9 3-6,-8 5 1,-10-2 0,-8 2-1,-2 1-152,-3 2 1,-8 14-1,-5 2 1,-5 2-44,-5 0 0,-5-1 0,-9-1 1,-6-1 49,-3-3 1,-1-4 0,-2-6 0,-2-2-17,-1-3 0,-7 2 0,2-9 0,-3-5 84,-3-6 1,-5-6 0,-6-6-1,-3-6 223,1-6 0,2-6 0,12-6 0,0-1 45,0-4 0,0-10 0,0-11 1,0-7-105,-1-6 0,-5-12 0,-4-7 0,-3-9-85,-2-5 0,7-2 1,3 1-1,5-2-152,4-4 1,11-1 0,11-3-1,8 5-157,10 2 0,10 9 0,15 4 0,9 4-482,7 5 1,16 3 0,7 7 0,7 2-824,8 3 0,1-1 1,3 9-1,-3 7-1971,0 6 3371,2 0 1,-8 12-1,17 2 1,2-1 0,-18 0-1,0-1 1,0 0 0,0 0-1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37.6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221 89 8108,'-15'0'0,"0"0"854,1 0 0,4-5 0,2-2 455,1-1 1,2 3 0,7-4-696,3-3 0,5 6 1,9-1-1,6 2-294,3 0 1,8-5 0,3 6 0,5 0 275,5 3 1,3 1-1,7 0 1,0 1-195,-1 4 0,1 3 1,0 7-1,-3 0-152,-7-1 1,-2 8-1,-13 2 1,-1 4 27,-2 1 1,-3 7 0,-5 2 0,-7 1-75,-5 0 1,-7 7 0,2 8 0,-1 3-154,0 2 0,-2-2 0,-8-1 1,-5-4-111,-3-2 0,-6-1 0,-2-6 1,-1-4-16,1-5 1,-3-3 0,2-1-1,1-1-6,0 1 1,-4-8 0,6-2 0,-1-2-65,-1 2 1,3-4 0,-5 2-1,0-5 103,0-3 0,4-7 0,-7 2 0,-4-3 71,-2-2 0,-4 0 0,1-2 1,-4-3 93,-3-5 1,-2-8 0,0-3 0,1-2-79,4-3 0,-2-2 1,7-3-1,1-1-44,2-3 0,7-1 0,1 4 0,1-3-6,5 3 1,0 1 0,2 1 0,1 1 19,-1 0 1,7-1 0,3 1 0,3-2-34,2-4 1,2 3 0,3-6 0,6 1-167,7-1 0,5-1 1,7-5-1,-1 1-258,0 4 0,2 5 0,2 8 0,3 3-194,2 2 1,-4 3 0,3 8 0,1 5-1579,0 3 0,1 4 1,5 3 2212,0 5 0,20 35 0,4 11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46.1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242 74 7935,'-29'0'0,"-1"0"0,1-6 0,1-2 0,2-1 115,2 4 0,6-1 0,-2 1 0,4 2 1323,1 1 0,8 2 0,7 0-397,9 0 1,5 0-1,8 0 1,7 0-672,9 0 1,4-2 0,4-1 0,4-2-344,9 2 1,6 1 0,9 2 0,-1-1-357,1-4 0,-1 3 1,-1-3-1,-5 4-1127,-8 1 0,-8 0 0,-14 0 0,-7 1 1456,-9 4 0,-64 23 0,-15 11 0</inkml:trace>
  <inkml:trace contextRef="#ctx0" brushRef="#br0" timeOffset="183">566 177 7949,'-23'0'672,"3"0"0,9 0 0,3-2 268,1-2 1,4 0 0,9-4 0,9 0-288,8 0 0,11-2 0,5-3 0,5 2-366,5 1 0,-3 2 0,3-4 0,-3 4-720,-2 1 1,-6 3-1,-4 4 1,-3 0-1292,-2 0 1,-6 1 1723,-3 4 0,-56 49 0,-15 18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45.4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22 177 7866,'-10'8'1140,"0"-3"1,9-5-1,1-3 1,9-4-534,9-1 0,8-2 0,14-5 0,9 1-179,6-1 1,7 0 0,5 1 0,7-1-222,1 0 0,6 2 1,1 2-1,3 3-253,3 1 0,-16 0 1,0 4-1,-15-2-2168,-13 2 1,-13 1 0,-13 4-569,-6 3 2782,-12-3 0,-61 24 0,-19-2 0</inkml:trace>
  <inkml:trace contextRef="#ctx0" brushRef="#br0" timeOffset="149">198 397 7866,'-24'0'787,"-1"0"0,28-1 0,14-4 0,20-5 162,16-3 1,4-2 0,3 0 0,6-1-596,7-3 1,17 1 0,-38 6 0,2-1 0,3 1 0,0 0-524,1 0 0,-1 1 1,-4-2-1,0 0 0,43-7 1,2 2 168,-50 11 0,5-2 0,15-6 0,9-5 0,2 1 0,9-2 0,1-1 0,-1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44.11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94 352 7753,'-29'14'262,"6"4"0,3-3 1023,4-7 0,11-5 0,8-4-370,10-4 1,13-5-1,5-8 1,10-3-373,7-2 0,9-1 1,0-4-1,8 0-510,7-1 1,0 2 0,11-7-1,4 3-616,4 2 1,-43 14 0,1 0-1,-1 1 1,0 1 0,35-10-168,-19 8 1,-28 9 0,-20 10 0,-19 8 749,-20 6 0,-29 11 0,-23 10 0,-2 1 0,-8 5 0,-1 0 0,1 0 0</inkml:trace>
  <inkml:trace contextRef="#ctx0" brushRef="#br0" timeOffset="133">285 528 7753,'-44'21'633,"13"-6"508,16 0 1,20-14 0,33-11 0,7-4-255,6-6 0,3 2 0,6-6 0,4-2-550,5-2 1,9-2 0,9 3 0,7 1-683,-42 13 1,-1 1-1,-1 1 1,0-1 0,41-12-1,-6 4 345,-6 4 0,-18 2 0,5 0 0,4-2 0,-1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43.23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30 7927,'15'0'1482,"0"0"1,3 0-684,6 0 0,15 0 1,22 0-1,11 0-563,9 0 1,13-5-1,4 0 1,-47 3-1,2 1-180,3 0 1,1 0 0,-4 1 0,0 0 0,3 0-1,-1 0 1,45 0-449,-12 0 1,-15 0 0,-16 0 0,-12 2-1617,-14 3 1,-10-2-253,-11 7 2260,-10 0 0,-54 4 0,-18 1 0</inkml:trace>
  <inkml:trace contextRef="#ctx0" brushRef="#br0" timeOffset="217">236 148 7927,'-30'0'383,"2"0"0,4 0 1,6-2 268,7-3 1,6 2 0,11-5-1,12-1-198,15 1 0,8 0 0,17-3 1,8 1 183,4-2 0,0 1 0,4 0 0,6 1-325,5-2 1,14 4 0,-48 4 0,0 0 0,-1 0-1,1 1-699,48 0 0,-22 2 0,-8 1 0,-17 0-804,-11 0 1,-12 1-1,-11 4 1190,-6 5 0,-38 23 0,-15 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1:50.5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1217 7748,'0'-15'0,"-2"1"0,-1-1 779,-2 0 0,-7 2-131,3 3 1,2 10-1,2 13 1,3 9-185,2 7 0,0 10 0,2 0 1,3 4-231,5 1 1,9 3 0,8-3-1,7-6-113,10-5 0,13-11 1,15-4-1,6-6-132,6-7 0,2-5 0,-12-5 0,-9-7-616,-8-6 0,-8 2 0,-11-3 0,-9 4-1675,-8 5 0,-11-3 2302,-5 3 0,-29 10 0,-9 2 0</inkml:trace>
  <inkml:trace contextRef="#ctx0" brushRef="#br0" timeOffset="334">544 864 8083,'-9'-13'1288,"-1"3"1,6 2-593,0 3 0,4 5 0,4 0 0,6 8-89,3 5 0,2 2 0,0 0 1,-1 1-663,1 4 1,0-2-1,0 6 1,-1 1-584,1-2 0,-2-1 1,-2-4-1,-1 4-957,2 1 0,-1-1 1595,-1 3 0,16 3 0,-2-5 0</inkml:trace>
  <inkml:trace contextRef="#ctx0" brushRef="#br0" timeOffset="584">1029 864 8259,'0'-8'2814,"0"3"-2537,0 10 1,0 0-1,0 8 1,0 3-575,0 1 0,0 4 0,0 0 0,0 0 297,0 1 0,0 43 0,0 7 0</inkml:trace>
  <inkml:trace contextRef="#ctx0" brushRef="#br0" timeOffset="1198">1235 320 7858,'0'-14'871,"0"-1"0,-1 7 0,-3 1-455,-1 1 0,-6 4 1,3-1-256,0 6 1,-5 0 0,3 7-1,-3 3 25,-2 5 0,-5-2 0,1 6 0,1-3 27,1 1 1,3 4 0,1-2-1,1-1-7,2 0 0,2 0 1,-1-3-1,4 2-10,3-2 1,2-2 0,0-1 0,0 0-62,0-1 0,2-4 0,3 0 1,3 1-42,0 2 1,5 0-1,-5-1 1,2-2-56,0 1 0,-5-3 1,4 2-2,3 1 0,-6-2 0,1-1 174,-1-2-28,-4-1 0,6-5 0,-5-1 0,2-4-68,-1-5 1,4-8 0,2-3-1,3-2-270,1-3 0,3-2 0,1 0 0,1 4-51,-1 4 0,-1 4 0,-1 1 0,2 2 23,1 3 1,1 4 0,-5 9 136,-1 7 0,-5 1 1,-3 12-1,-1 0-47,0 0 0,0 0 1,-5 3-1,-2-3-643,-3-2 1,2-2-1,-7-4-1007,-1 0 1,3-2-364,-2-3 2105,0-4 0,2-45 0,1-10 0</inkml:trace>
  <inkml:trace contextRef="#ctx0" brushRef="#br0" timeOffset="1516">1132 217 7748,'-14'-14'270,"1"4"1,3-2 0,5-2 510,3-4 1,2-3 0,3 3 0,7-2-255,10 2 1,8 2 0,6 1 0,5 0-207,4 1 0,2 5 1,4 6-1,5 8-170,3 10 1,5 8-1,-1 13 1,-7 8-204,-7 8 0,-6 5 0,-13 5 0,-4 5-67,-4 7 0,-10 7 0,-7-2 0,-8-3-32,-10 0 0,-6-5 1,-10-2-1,-3-7 5,-5-6 1,-4-11 0,-1-5 0,1-3 451,4-4 1,8-5 0,8-14 333,2 1-937,2 0 0,10-14 1,4-6-1,4-6-291,1-4 0,0 1 0,0-3 0,1-1 588,4-1 0,10-53 0,8-8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2:05.5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492 2206 7712,'-15'0'111,"5"-2"1,0-1 1785,-1-2-712,-2 0 0,3 5-753,0 0 0,14 0 0,1 0 0,6 0-84,4 0 0,4-2 0,2-1 0,2-2-89,3 2 0,2 1 0,2 2 0,-3 0-87,-2 0 0,3 0 0,-4 0 0,4 0-49,1 0 1,6 2 0,1 1 0,1 4-64,4 1 0,8-3 0,5 3 0,3-1-90,2-4 0,0 3 1,-1-1-1,4-1 87,7-3 0,-4-1 0,12 0 1,2 0-12,1 0 1,5 0 0,3-1-1,-3-3 12,-9-1 1,-4-4-1,2 2 1,3 0-7,6 1 0,-6-4 1,4 4-1,-7-1-50,-6 1 0,-2-6 0,6 4 1,4 0-11,4 3 1,4-3 0,2 0 0,-1-1 69,-2 4 0,-4-1 0,4-1 0,4 1 32,4-1 1,1 1 0,2 3 0,-4-2-3,-8 1 1,3-2 0,3 1 0,10 0-41,-45 2 0,0 0 1,40 1-1,0-3 0,-3 2-20,2-2 1,-42 4 0,2 0 0,3-1 0,0-1 0,-2 2 0,0 1 29,45 0 0,0-5 0,2 0 1,-47 2-1,1 1-27,5-2 0,0 1 0,-6 3 0,-1-1 0,0-2 0,0-1 0,46-1-32,0 0 1,-44 1 0,1-1 0,2 2-1,-1 1 1,0 0 0,-1 0 8,-4 2 0,-1-1 0,45-4 0,2 0 1,-45 3-1,2-1-23,4 0 1,0 0 0,-2 2-1,0 0 1,-4-1 0,-1-1-1,46 0 8,-3-2 0,-42 4 0,1 0 1,3-1-1,1-1 0,-2 2 0,1 1-3,-5 0 0,-1 0 0,45-5 0,-1 0 0,-43 3 0,1 1 99,4 0 0,-1 0 0,-1 1 0,-2 0 0,48-2 0,-10-1-10,-4-2 1,14 0 0,-47 5 0,0 0 0,1 0 0,0 0-39,-2 0 1,-1 0 0,45 0 0,-4 0 0,6 2-5,-45 0 1,2 1-1,-2-2 1,0 0-1,-1 1 1,-1 0 0,45 0 12,-1-2 0,3 0 0,-45 0 0,2 0 0,-1 0 0,1 0 0,-2 0 1,0 0 0,-2 2-1,-1 1 1,40 2 0,5-2-5,-44-2 1,1 0-1,-1 1 1,1 1-1,1-1 1,0 1-1,46 1 0,-5 3 0,-3-5 0,2 4 0,5-1 2,-47-2 0,-1-1 0,47 3 1,-4-4-1,-2 3 1,2 1 1,-1 0-1,6-5 1,0 0-30,-2 0 1,-4 1 0,-6 2 0,4 2-1,0-1 0,5-3 1,-4-1-1,-3 0 28,-3 0 0,-13 0 0,3 0 0,4 0-8,7 0 0,2 0 0,4 0 0,-7 0 11,-7 0 0,-1 0 0,1 0 0,9 0-1,9 0 0,-4 0 1,4 0-1,-9-1 38,-9-4 1,12 3-1,5-4 1,4 1 91,-2 0 1,-13-5 0,-4 5 0,1 0 2,2-1 1,5 2-1,3-4 1,1 0-102,-6 0 0,-2 3 0,-6-5 0,5 0-24,4 2 0,8-3 0,1 4 1,0 1-13,-2-1 1,-10-3-1,3 5 1,6 1-69,-43 0 1,1 1 0,3 2 0,0 0 0,-2-2-1,-1 0 1,49-2 14,-9 0 0,7 0 0,-46 5 0,1 0 0,0 0 0,1 0-7,2 0 0,-2 0 0,41 0 0,-10-1 0,-2-3 3,5-1 1,7 0-1,3 5 1,-8 0-30,-12 0 0,-11 0 1,3 0-1,7 0-14,10 0 1,-4 0 0,3 0 0,-6 0 24,-8 0 1,3 2 0,-3 1-1,5 2-3,0-1 0,-9-1 0,-7 0 0,-11 2-18,-10-2 86,-14-1 0,-13-2 380,-13 0 0,-7 0 16,-7 0 1,-1 0-1486,0 0 0,1 0-197,-1 0 0,7-2 1,1-1-1669,1-2 1,2 0 2913,-5 5 0,5-6 0,-2-3 0</inkml:trace>
  <inkml:trace contextRef="#ctx0" brushRef="#br0" timeOffset="1368">95 4264 7643,'-15'0'55,"2"1"1,2 3 566,1 0 1,0 1 1706,-5-5-1782,1 0 0,7 0 1,7 0-187,8 0 0,10 0 1,4 0-1,2 0-65,7 0 0,7 0 0,11-1 0,8-3-57,10 0 0,5-3 0,16 2 1,8-3-146,-45 4 1,3 0-1,10-3 1,2-1-1,6 2 1,2-1-1,1-2 1,2 0-88,-2 0 0,1 0 0,5 1 0,0 0 0,3 0 0,0-1 1,2 1-1,0-2 91,-3 1 0,0-1 0,4 0 0,-2 0 0,-6 3 0,-1 0 0,4-1 0,1-1-43,-1-1 1,1 1 0,5 0 0,0 1 0,-4-2 0,-1 1 0,-1 1 0,1 1-22,-4 2 1,2 0 0,4-1 0,1 1 0,1 1-1,-1 1 1,2 0 0,1 0 57,-3-1 0,1 1 1,4 0-1,1 0 0,-6 1 1,-1 0-1,4 0 0,0-1-104,2 2 1,1-1 0,1 1-1,0 1 1,1-1 0,0 2-1,-3-1 1,-1 0 116,1 0 0,0 0 1,-3-1-1,0 2 1,4-1-1,1 1 1,-1 1-1,0-1-32,2 1 0,-2 1 0,-4 2 0,-1 0 0,-4-1 0,-1-1 0,1 0 0,1 0-69,0 0 0,2 1 0,0-1 0,1 0 0,-6-1 0,-1 0 0,0 0 0,-1 2-17,2 0 1,-1 0 0,0-2-1,-1-1 1,0 3 0,0-1-1,1 0 1,0-1-65,1 0 1,-2 1-1,-1 0 1,-2 0 0,-3-1-1,-1 0 1,3 0-1,1 1 105,1-2 1,1 1-1,0 1 1,-1 0 0,-5 0-1,0-1 1,-1 1 0,0-1-9,1 1 1,-1 1 0,-4-3 0,-1 1-1,-1 2 1,0 0 0,0 0 0,-1-1-43,3-2 0,-1 1 1,-1 0-1,-1-1 0,-3 1 1,-1-1-1,-2 2 1,0-1 44,-2 0 0,0 0 0,5-1 0,1-1 0,1 0 0,1 0 1,-3 1-1,-1 0-4,-4 1 0,-1 1 0,3-2 0,0-1 0,-1 3 0,0-1 0,5-1 0,0 0-1,1-1 1,0 0 0,-1 0 0,-1 0 0,-6-1 0,-1 0-1,4 0 1,2-1-11,2 0 1,1-1 0,4 0 0,-1 0 0,-1 1 0,-1 0 0,-3 0 0,0-1-10,0 2 0,1-1 0,2-2 1,1 0-1,3 0 0,1 0 0,-2 0 1,0 0 7,-3 1 0,1 1 0,1-2 0,0 1 1,0 1-1,-1-1 0,2 1 0,0-1 12,-2 0 1,0 0 0,2 2 0,-1 0-1,-2-2 1,1 0 0,1 0 0,0 1 22,0-1 0,0 1 1,-1-1-1,-1 1 1,-2 1-1,-1 0 1,2 0-1,1-1 27,2 0 0,1-1 0,-1 1 1,0-1-1,-7 2 0,-1 1 1,3-2-1,-1 0-6,4 0 1,0 0 0,2-1 0,2 1 0,1 1 0,-1 2 0,-6-2 0,0 0 1,-2-1 1,-1-1 0,3 2 0,2 0 0,6-2-1,0 0 1,-1 0 0,0 1-10,-6 0 1,1-1-1,2 0 1,0 0 0,-3 1-1,0 0 1,3-1 0,0 0-27,0-1 1,-1 0 0,0 2-1,1 0 1,-3-1 0,-1 0 0,2 0-1,0 1-9,0 0 0,1-1 1,-3 0-1,-2 0 1,-2 1-1,-1 0 1,1 0-1,1-1 18,2 2 1,-1-1 0,0-1 0,-1 0 0,-4-1 0,-2 1 0,47-4 9,-4 1 1,-45 3 0,1 1 0,3 1 0,1 0 0,-1 0 0,-1-1-8,-2 0 1,-1-1 0,46-2 0,-9 4 0,2-3 60,3 0 0,2-1 0,-1 5 0,-9 0-109,-10 0 1,-13 0 0,-3 0 0,-8 0 188,-5 0 0,-4 0 0,-3 0 0,-6 0-233,-7 0 112,-5 0 0,-14 0 0,-6 1-560,-4 4 1,-8-3 0,1 3 0,-5-4-363,-4-1 0,2 2 0,-4 1 0,1 2-684,1-2 1,-6 1-1,6-1 1,-1 2 1560,-1-2 0,-28 12 1,-13 1-1</inkml:trace>
  <inkml:trace contextRef="#ctx0" brushRef="#br0" timeOffset="2567">80 6233 7604,'-1'-8'72,"-3"2"323,-1-1 0,-6 1 247,1-4 1,2-2 256,-2 7 0,7-1-467,-2 1 1,5 3-1,5-3-174,5 4 0,4 1 0,8 0 0,7 0 24,9 0 0,17 1 0,12 3 0,13 1-132,13-2 1,-40-2-1,2-1 1,4 1 0,1-2-1,6 1 1,2-1-37,7-1 1,0-1-1,4 1 1,1 1-1,5-3 1,0 0-1,-2-1 1,0 1-108,2 0 0,0 0 0,1 2 0,0-1 0,2-1 0,0-2 1,1 1-1,0 1 123,2 0 0,1 0 0,-1-2 0,-1 0 0,-1 3 0,0 0 0,4-1 0,0 1-158,3 0 1,1-1 0,-30 1 0,1 0 0,0 0 0,31-1 0,1 1 0,-33 1 0,0 0 0,0 0 102,0-1 1,-1 1-1,2 0 1,1 0 0,2-1-1,-1 2 1,3-1 0,0 1-1,0 0 1,1 0 0,-1-1-1,1 0 6,0 1 0,1 0 0,0 0 0,-2 0 0,0 1 1,-1 0-1,1-1 0,-1 1 0,1 1 0,-1-2 1,1 1-1,0 1-11,0-2 1,0 2 0,0-1 0,5 0-1,0 0 1,0 0 0,-4 0 0,0 0-1,0 0 1,-1 0 0,0 0 0,0 0-21,-2 0 0,1 0 0,-1 0 0,-1-1 1,1 1-1,0 1 0,3-1 0,0-1 1,0 2-1,-1-1 0,0-1 0,0 2-15,1-1 1,-1 0 0,1 0 0,-4-1 0,1 1 0,-2 1 0,-2-1 0,0 0-1,0 1 1,2 0 0,-1 0 0,1 0 1,-1 1 1,1 0 0,0-1 0,2 1 0,1 0 0,-1-1-1,29-1 1,-1 0 0,-2 0 0,0 0-9,-2 0 1,0 0-1,0 0 1,1 0 0,2 0-1,0 0 1,-1 0 0,0 0 22,0 0 1,-1 0 0,-1 0-1,-1 0 1,0 0 0,0 0-1,0 0 1,0 0 19,2 0 0,1 0 0,-6 0 0,1 0 0,0 0 0,0 0 0,-3 0 0,0 0 15,0 0 1,0 0 0,-1 0 0,1 0 0,-1 0 0,0 0 0,0 0 0,0 0-120,-3 0 1,-1 0-1,0 0 1,0 0-1,-9 0 1,0 0 0,4 1-1,1 0 69,-1 1 1,0 1-1,-1-2 1,-1-1-1,-2 3 1,-1-1-1,0 0 1,0 0-41,0 0 0,-1 0 0,0 0 0,0 0 0,-4 2 0,1 0 0,1-1 0,1 0 59,1-1 0,0 0 1,-6 1-1,-2 0 1,-5 0-1,-1 1 1,2 0-1,1 0 7,3 2 1,0-1 0,-1 0 0,0-2 0,-2 2-1,0-1 1,-6 0 0,-1 0 64,-1 0 0,0 0 1,2-2-1,2 1 0,3 1 1,0 0-1,-1 0 0,-2 0-94,-3 1 0,-1-2 0,1-1 0,0 0 0,-3 1 0,0 0 0,5 0 0,1-1-34,2 0 0,1 1 0,-4 2 0,0 0 0,-4-2 0,-2-1 0,1 0 0,-1-1 0,4 0 0,0 0 0,0-1 0,1 1 0,4 1 0,1-1 0,-4 2 0,-2-1 0,-3 0 0,-1 0 0,5-1 0,-1-1 0,1 0 0,-1 0 0,4 0 0,0 0 0,-1 0 0,0 0 0,-2 0 0,-1 0 0,-3 0 0,1 0 0,0 0 0,1 0 0,3 0 0,-1 0 0,-2 0 0,0 0 0,-2 0 0,-1 0 0,43 0 0,-4 0 0,-2 0 0,2 0 0,0 0 0,-2 0 0,-4 0 0,-17 0 0,-9 0 237,-7 0 1,0 0 0,-1 0 0,1 0-238,0 0 0,-11 0 0,-10 0 0,-9 0 781,-5 0-781,-8 0 0,-3 0 277,-10 0 0,2 0-277,-7 0 0,1 0-885,-6 0-8946,7 0 5460,1 0 4371,7-6 0,26-42 0,7-15 0</inkml:trace>
  <inkml:trace contextRef="#ctx0" brushRef="#br0" timeOffset="4083">17704 89 7803,'-14'-15'158,"-1"1"0,2-1 1,1 2-1,4 1 1622,2 3 761,1 5-1911,5-2 1,0 8-1,0 2-261,0 6 1,0 5-1,0 5 1,0 4-143,0 4 0,0 13 0,0 4 1,0 4-218,0 2 0,0 9 0,0 1 1,0 4-104,0 5 1,0 2 0,0 2 0,0 1 196,0 3 0,0 7 0,-2 3 0,-3-4 131,-4-3 0,0-6 0,0 5 0,-3 1-21,-1 2 0,-2-3 1,2-2-1,2-3-120,1-1 1,0-1 0,-3-1 0,2-2-86,1-1 1,7 0 0,-4 4 0,2-1-76,0-3 1,0 1 0,5-6 0,0-1 4,0 3 0,-4 1 1,-1 6-1,0-1 34,-2-4 0,6 3 0,-4-6 0,3 0 7,2 1 0,-5-1 1,0-3-1,2 3-2,1 2 1,2 5 0,-1 3-1,-2-4-39,-2-4 1,-7-2 0,2-1 0,-3 4 65,-1 4 1,4 2 0,2-3 0,-1-2 14,1-5 0,3 1 1,-3-3-1,2-3 154,2-4 1,-2 4 0,-1 7 0,1-1-116,-1 0 0,-2-1 0,4-5 0,0-1-59,-2 1 0,6-2 0,-4-1 1,3-4-25,2-1 0,0 4 1,0 1-1,0 3-111,0 0 1,0-2-1,2-10 1,1 2 142,2-2 1,5-1-1,-5-2 1,-1 0 122,3 0 1,-5 1 0,4 0-1,-1 3-19,0 1 1,0 0-1,-4-7 1,3-1-31,1-2 0,1-3 0,-3 0 0,2-7-23,-1-1 1,2-2-1,-1 0 1,-2-3 107,-1-2 0,0-1 0,1-5 1,2-1 120,-2 1 0,-1 0 309,-2 0 21,0-7-258,0-2-163,0-6 120,0 0-292,6 0 0,2 0 0,7 0 0,0 0-179,-1 0 0,6-5 0,1 0 0,4 1 113,6-3 0,0 4 1,10-7-1,3-1-137,3-3 1,14 0 0,1-1 0,8-1-87,10-4 1,3 2 0,0-5 0,-4 0 224,-4 1 1,-8-1 0,-5-3-1,-8 3 60,-10 1 1,-2 3 0,-6 4-1,-1 2 169,-4 3 1,0-1 0,-12 6 0,-2 0 297,-6-1 0,2 4 0,-3-3-257,3 3 1,-5 1-1102,-3-4 103,-3 3 1,-4-4 0,-3 6-4133,-5 0 4899,-3-7 0,-47-53 0,24 20 0,0 0 0</inkml:trace>
  <inkml:trace contextRef="#ctx0" brushRef="#br0" timeOffset="5367">17778 383 7799,'-15'-15'22,"0"2"1,1 2 178,-1 1 1,-5 0 0,1-4 0,1-1 338,2 0 0,1 5 1,0 1-1,0-1 791,1 2 1,4-4-747,0 7 0,9 0 1,1 5-1,9 0-216,9 0 1,7 0 0,9 0 0,7 0-108,6 0 0,14-5 1,11 1-1,6-1-147,4-2 1,1 4 0,5-5 0,-3 1-88,-7 4 1,-2-4 0,-16 2 0,-4 2-25,-4 2 1,-10 2 0,-9 2-1,-9 4-120,-9 1 1,-7 2 0,-8 5 185,0-1 0,-1-5 0,-3-3 1,-2-1 429,-2 0 0,3 6 1,-3-1-309,1 3 0,-3 2 0,5 0 0,2 1-141,2 3 1,1-1-1,0 5 1,0 0-24,0 0 0,0 2 0,0 4 0,0 0-30,0 1 1,1 1 0,2 1 0,2 4 39,-1 2 1,2 1 0,-1 7 0,-2 1 92,-1 2 0,3 10 0,0-3 0,-2-1-36,-1 2 1,3 0 0,-1 4 0,1 1-43,2 2 0,-4 1 0,7-3 0,0 3 5,-2 2 0,5 0 1,-5 2-1,2-5-119,0-4 1,-2-1 0,3 1 0,-3 2-65,-1 2 1,-2 1 0,-5-3 0,0 2 73,0-2 0,0 5 0,0 0 0,0 0 54,0-3-1,0-2 1,0 1 0,0 6 30,0 3 0,-5-10 1,0-3-1,0-2 45,-1 0 0,2 0 0,-4-3 0,0-3 79,0-1 0,3 3 0,-3 5 1,0 1-51,0 0 0,4-7 0,-2-3 0,1-1-155,0 1 1,0-4 0,5 4 0,0-1-77,0 1 1,0-2-1,0 7 1,0 2 58,0 1 0,0-5 1,0-3-1,0-2 17,0 2 1,-2-3 0,-1 3 0,-2-3 15,2-2 1,0 5-1,-1 2 1,0-1-59,0 1 0,3 1 0,1-6 1,0-4 37,0 1 1,-2 2 0,-1 1 0,-2-3-31,2-1 0,1-1 1,2 1-1,0 1-102,0 3 0,0-1 0,0-4 0,0-2 134,0 2 1,0 2-1,-2-1 1,-1-1-98,-2-2 0,0-5 1,5 6-1,-1-1 22,-4-2 1,3 4 0,-3-5 0,4 2 86,1 3 0,-2-1 1,-1 0-1,-2-4 68,1-1 1,1-4-1,0 4 1,-2-6-25,2-4 1,-1-4 0,1-6-1,-2-1 67,2 1 1,1 0 0,2-1-47,0 1 1,0 0 37,0-1 1,0 1 80,0 0 1,0-5 0,0-1 40,0 3 1,-1 1 0,-2 2 0,-4-2 104,-1-3 0,3 3 1,-5-2-1,-1 5 51,-2 4 0,-2 0 0,-1-4 1,-2 2-118,-2 1 0,-4 6 0,2-4 0,-1 0-445,-3 1 1,0-3 0,0-4 0,3 0-1261,2-1 1,-4-5 1478,6-5 0,-33-80 0,24 27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2:37.1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324 1587 8173,'-23'-20'0,"4"-1"430,2-2 1,9-2-1,3-4 1,7-2 783,8-3 0,6 8 0,13-4 0,1 2-310,-1 1 1,7 2 0,2 2 0,-1 2-390,-2 3 1,2 8 0,2 5-1,5 4-65,5 1 1,4 3-1,4 7 1,-2 9-306,-1 8 1,-1 10-1,0 6 1,-5 7-400,-7 7 1,-10 0 0,-8 10-1,-2 0-7,-3 0 0,-8-5 1,-6 2-1,-4-3-9,-4-3 1,-5 3 0,-7 1 0,-2 2 109,-1-2 1,-14-4-1,-1-2 1,-9-4 241,-6-1 1,-8-4-1,-8-8 1,-2-4 181,-4-4 0,0-8 0,0-4 0,6-4 157,6-5 0,5-4 1,-1-7-1,1-6 158,-2-8 0,7-8 0,5-12 0,8-10 48,5-7 0,7-15 0,3-11 0,4-14-542,9-7 1,6 47 0,1 1 0,0-1 0,2 1 0,0 0 0,1-1 29,2 0 1,2 1 0,12-39 0,14 9 0,4 10-529,2 13 0,1 12 1,7 13-1,1 9-938,2 9 1,2 7 0,-4 10 0,4 2-1655,1 6 3005,2 3 0,13 1 0,10 0 0,5 2 0,1-1 0</inkml:trace>
  <inkml:trace contextRef="#ctx0" brushRef="#br0" timeOffset="648">2514 175 8427,'0'-22'272,"7"0"1,3 8-1,4-1 1173,6 0 0,4 1 0,11-1 1,6 0-355,6 0 1,5 6 0,7 1-1,0 1-309,0 4 1,-1 3 0,0 5-1,-3 6-433,-1 7 1,-5 7 0,3 9 0,1 7-177,-1 6 1,-5 5 0,0 7 0,-6 0-69,-6 0 1,-9 6 0,-5 2-1,-5 0-198,-8-3 1,-4-7 0,-6 0 0,-3 3 2,-5 1 1,-4-7 0,-6-5 0,-6-4-5,-7 0 0,-8-1 0,-9-2 0,-6-3 98,1-4 1,-6-9-1,-1-2 1,4 1 99,2-2 1,7-4 0,-3-9 0,-1-5 191,1-4 0,-3-1 0,-7 0 0,-2-3 213,2-7 0,3-1 0,5-15 1,7-5-241,6-7 1,5-4-1,8-6 1,2-5-270,2-11 0,6-10 0,-2-6 0,5-5 0,6 0 0,2 9 0,7 1 0,0 6 0,0 4 0,13 14 0,7 12 0,7 8-168,8 6 1,2-1 0,7 7 0,2 1-1617,3 1 0,5 4 0,11 2 1,11 3-2030,10 1 3813,-4 2 0,8 5 0,11 0 0,-33 0 0,0 0 0,0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2:40.7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243 118 7955,'-49'0'0,"0"0"0,6 0 0,11 0 0,5 0 936,8 0-123,2 0 0,11 0 0,8 0-259,11 0 1,10 0 0,12 0 0,13 0-113,14 0 1,18 0 0,18 0 0,-47 0-1,1 0-278,1 0 1,2 0-1,6 0 1,2 0 0,7 0-1,2 0 1,5 0-1,1-2-262,4 0 0,3 0 1,4-2-1,1-1 1,-1-2-1,0 0 1,3-1-1,-1 1 111,-2 0 1,0-1-1,4 1 1,-1 0-1,-6 0 1,-2 0-1,-6 2 1,-1-1-28,-7 1-1,-1 0 1,-8 3 0,-2 1 0,-2-2 0,-1 1 0,0 1 0,-1 0-57,-1 1 1,-2 0-1,40 0 1,-24 0-1,-14 0-27,-11 0 0,-14 0 1,-9 2-303,-4 3 1,-8-2-1,-4 5 1,-8 1-89,-6-1 0,-9-3 0,-6 3 0,-2-2-298,-3-2 0,-1 2 0,-2 1 1,-2-1 785,-3 1 0,5-2 0,-3-5 0</inkml:trace>
  <inkml:trace contextRef="#ctx0" brushRef="#br0" timeOffset="547">52 471 7943,'-15'0'-413,"0"0"1,7-2 1402,3-3 1,7 4-1,8-6-295,9 1 1,14 2-1,9-4 1,11 0-258,10 0 0,16-4 0,10-6 0,-39 9 0,2-1-279,2 1 0,3 0 1,7-2-1,2 1 1,4-1-1,1 0 1,4 1-1,0-1-217,2 0 0,1 1 1,3 0-1,0 2 0,2 2 1,-1 2-1,-2 1 1,0 1 93,-3 1 1,0 1 0,-8 0 0,0 0-1,1 0 1,-1 0 0,1 0 0,1 0-74,-2 0 0,0 0 0,-4 0 1,-2 0-1,-10 0 0,-2 0 0,0 0 1,0 0 8,1 0 1,0 0 0,1 0-1,0 0 1,1 0 0,-2 0 0,40 0 1,-15 0 1,-5-5-1,-7 0 1,0 0-73,1-2 1,-4 6 0,-10-4 0,-8 3-282,-8 2 122,-12 0 0,-11 0 0,-13 0-215,-8 0 1,-5 0 0,-3 0 0,-2 0-542,-2 0 1,1 0-1,2 0 1013,-2 0 0,-4 0 0,-6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3:07.7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74 74 6546,'0'-15'103,"-5"6"-23,0-1 0,-1 7 0,3-4-101,-2 1 1,-2 4 188,2-3 1,4 2 0,-6-1 22,1 0 1,2-1 161,-5 5-363,5 0 1,-2 1-92,6 4 1,0-2 133,0 7 1,1-5 0,4 3-2,5-1 1,3 3-1,0-4 1,-1 1-15,-3-1 1,1 1 0,5-4 0,0 2-3,-1-2 0,1 4 0,0-1 0,1 1 16,4-1 0,-4 1 0,5-4 1,-1 2 8,-1-2 0,6 1 0,-5-1 0,-1 2 1,2-2 0,-3 0 0,5 1 0,-2 0 1,-3 0 1,4-3-1,-3 1 1,-1 1 47,-1 2 1,-3 0 0,1-3 7,0 3 0,-1-4 1,1 4-34,0-3 0,-5-2 0,-1 1 0,3 3-13,1 1 0,2-1 1,-1-4-60,1 0 1,1 0 0,2 0 0,2 0-7,-2 0 0,-2-4 1,-1-1-1,0 1 10,-1 3 1,1-4 0,0 0 0,-1 0 7,1-1 0,0 4 0,-1-3 0,1 2-33,0-2 0,0 3 0,-1-4 0,1 1 20,0 0 0,-1 0 0,1 5 0,-2-2 106,-3-3 0,3 4 0,-3-4-71,3 3 1,-3 2-383,-1 0 416,-5 0-62,2 0 0,-52-26 0,-11-7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3:10.9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9 212 12253,'-9'-32'491,"9"-1"1,41 30-165,23-7 1,23 7 0,7-2 163,-2 3 1,-11 2-165,-2 0 1,-7-1 0,21-4 163,-7-5 1,-14 2-1,16-2 1,-3 7-137,8-2 1,-9 3-381,-11 2 1,-17 0 21,7 0 1,4 5 66,17 0 0,2 0 79,2-5 0,-8 0 1,4 0 1,-22 0 46,16 0 1,-26-2 6,22-3 1,-5 4-51,14-4 0,-2-3-10,-2-2 1,-19 3-110,4 2 0,-17 4-39,17 1 1,-18 0 6,17 0 1,-5 0 45,15 0 0,-24 1 131,5 4 21,-13-3-16,29 4 1,-1-6 6,19 0 1,-20 0 5,1 0 0,-17 0-29,17 0 1,-9 0 231,9 0-195,-20 0 0,20 0-78,-11 0 1,0-1-41,10-4 1,-19 3-123,25-3 0,-11 4 75,16 1 1,-14-5 105,-1 0 1,-22-2 303,7 3 387,-23 2 151,9-11 0,-21 11-1229,-12-11 0,-49 38 0,-25 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4T22:33:14.1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42 280 12119,'-41'0'983,"59"-17"-492,45-2 1,27-4-1,-11 8 1,6 1-296,3-1 1,-39 7-1,1 1 1,0 0 0,0 1 294,45-4 1,-5-1-1,-2 6 1,-3 0-165,-34 5 1,1 0 0,33 0 163,-17 0 1,-14 0-168,5 0 0,-15 0-267,15 0 1,-4 0-59,19 0 0,-19 0-44,9 0 77,-23 0 155,27 0 1,-9 0-80,20 0 1,-16-2-53,-4-2 1,-15 2-74,15-3-83,-20 3 166,30 2 195,-22 0-33,25 0-97,-5 0-90,13 0 1,2 0 19,6 0 0,-26 0 111,-3 0 210,-23 0 177,32 0-312,-14 0 1,24-1-91,1-4 0,-22 2-24,-8-7 0,-3 5 71,13-5 236,-14 7-86,-2-4-88,-14 7-463,-13 0 0,-94-26 1,21 10-1,0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4AA5-6D62-4F41-8793-87FA5AA4E3AB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1FEA3-FA0C-3F44-AA37-890CF6AFB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8C8D-435B-4634-A986-B76233DFD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F1830-294C-86DF-540F-E90A5A0D0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94C13-E275-6FB9-BD87-AE61A937E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273F3-7ED3-EF16-F66F-EF9B12BD3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54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F3454-94D7-4B96-BB06-B169028E2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0098D-B12E-72C3-A32A-20565F837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73805-3AAE-1295-E094-3699F1C72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6081D-EB57-CD2E-25C5-751C3987F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93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1DFE-DDD1-FF9E-ABDF-8887A006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A1D67-A16B-8207-E77E-48E841B21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FFD02-4B9C-9423-CA9A-0ED856694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C67F3-3DB0-DBC9-245F-2965239C8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02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9863-A7BC-0B19-AF23-C8E2C4157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3BC76-605D-4478-8A75-8333D4893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1F4E7-83C1-1F60-0A72-3099D87B0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FD563-9CA5-6DBC-0916-EDE533ECD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24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5FCD7-E58D-D4B0-33AD-59C1011AA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57922F-BF4B-02BA-F146-EFB95578C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748E89-C30C-1B83-19B5-83A3D5D08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6C56B-53F9-472F-F32A-A26FB942C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24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6BC1A-8086-50E9-820A-CF1CE319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1644F-4A98-AA95-8A09-C8AC17607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A80D9-9EAA-030A-46AF-A74A5D636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25038-C42D-008D-87E6-0EDF2E772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29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FFD7-0133-F879-4026-9F304298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696AB-BD30-890E-F8F8-F91604460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B64CA-F394-2B5C-96C5-77AE26B73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498F1-5D9A-4ED4-A768-3E94E3A6A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27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FCDD-ED32-C528-4597-CDA6B33C9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63E10-A367-A15E-C14E-EFE6C1585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9A67E-A979-BEFB-3435-5DF25B6FD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3BD54-CE81-7C37-5E54-ADA4B2DD1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61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1202-65A3-69BC-3887-B3D26FCB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B7E77-1ECE-D4BA-EC6A-8573E37FA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3CAC9-D7B7-3914-FC6B-1133F111C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C22E1-E2CD-4E65-4E0F-4DEA03032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16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90C02-0795-BDD4-65C6-7C3235E3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FD3C9-964B-4350-7C0B-9BE3CB391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F3652-5246-5D6A-04AF-4C80B56A3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3C002-7AE2-6008-8D71-3A207C34F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03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0953-0240-9209-73E0-E6794C3C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6918D-C73E-9B1E-414F-BC1FF44EA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1E0C1-6F02-143F-DB76-2248730F1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BF381-1DF8-F708-7DEA-1BB9AE23B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21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72B9-0EC3-EEE8-15DC-969C51CE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1D9AF-593F-961E-3DF4-86053D027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23F8C-C197-407F-E8FF-E673EC2A6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A2AEE-104C-4CBA-E12F-91A54580A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56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0FA9-A6CD-3E40-EC22-C3A49238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0D4A8-5D33-4735-A7CA-75D295008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6DDB6-7BC4-EC5A-B7E0-46FC8EE63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A1E78-53CA-09B8-06F9-4AF395731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15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9141-16BA-85AB-1000-8DF62BA28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C268A-8CE2-1D84-3043-84FB98FD7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B655B-571A-A728-A81D-663E0DCEC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1563C-320B-D030-5C2E-C67A81498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36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FF55-408D-5B89-EE80-3E1681EC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A7FF9-79CD-76FD-610E-8C78D74DE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09236-3B33-391E-358F-969C9DA37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893F6-54DD-43E6-8C37-243A9FDED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82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376E2-9F89-9817-92AC-32434668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64901-9D2B-C572-4B4B-40F23F29C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404BB-CA16-036E-AA80-CE90C4BE6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54F6B-9888-CF90-9459-6B65346E9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16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F4B4-DC53-FBFB-D63E-0B6939CC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1CC5A-B645-7927-72DB-BE2248FB5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8041E-905A-C3B8-8E42-E23B3D8F9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B4B2A-FC93-BE48-C209-C3FB94EF5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30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6E235-E6F7-991A-9FD2-054910BEF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2F3FA-826A-3832-B948-9A3BA4DA8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A83C1-45F8-0B41-B310-BA2490ABD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D401A-B9E3-40EF-DD60-984B6D886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129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5A59-B70E-2478-3196-AC13DC018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61D11-DB5A-6D95-E9B6-6D3F9EAC6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ABE53-CD34-8F39-E6F8-EECAEE21E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1292D-D5BA-0070-F4CF-7566B76DB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4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5082-9110-25BA-A4D1-7524842B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1DDA0-2EA0-F602-DAFB-C1415E440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93FBC1-9428-3A34-52ED-F62F28EF1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CAA4A-EA4F-F0AE-9C77-B88AE9C40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401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A5C5-8361-5A0B-13E4-98BF13C3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D7127-D293-631B-EFB1-102B4B983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40F0F-CF47-2174-CF96-586C753CC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AA904-2E40-CF2A-2DB2-054021B9D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64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16995-E5F2-0D3F-2B4F-8C0C0B1E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C0EE5-D16A-D8E7-B51D-898C262D1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1C7B-A4B3-666B-0378-DB4D84580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A382A-4567-F6C4-3F5B-87F2686B9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913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A921-CAEF-427C-401A-A66E7288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5B662-FDD2-4E72-6DB6-EA8104057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DBE9B-591C-F503-BF25-3D3670D54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0F90B-D83D-3F8A-0A4F-5C050FAA2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424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9C08E-F537-94A0-B10A-A93E0A630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9AAB2-FA07-6257-074B-459C1EEAD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700FC-61D8-E9F4-25EC-56ED1D55B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68CBA-CC89-BF56-B719-E8028061D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484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0CBA-101E-450A-29B9-0AD8FFAE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5D6D6-3179-7131-CF7B-1CAB7DD5D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202DA-A24F-725D-79FA-E9628C574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42597-0E91-4D64-FD80-6B4CF2CBD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30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6F9F-EA2E-8E42-F341-B149D0F4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53231-C0BC-3E6C-F54B-CCD916676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D4B7A-4E67-3081-781F-5541E4FD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08267-AAC6-7FE1-D190-A809B2D4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375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B7763-19BE-5C80-8ED3-12934DDB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7F51A-E7DF-63C7-B9CC-AAFCA4D47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FAFEF-4E52-7240-EA6B-35ECF3FCD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D888-B64E-AD27-DB17-EF70BF3A2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216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91156-0992-2E57-1CDE-7E4C77D7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BAA32-FE03-9107-02AF-BFDAEA909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96800-3FA7-049C-AE05-8ABD3181E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0A153-1C2B-466C-DD15-0D3A67E10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99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B1C47-5788-95A6-4CC2-671ABF04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4FB30-5C3C-89FA-E3DB-5DF09A3CA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2E13F-802F-F09D-C04D-2904248C7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D45B0-7E7F-31EE-6ACC-06E124787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2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3E4B-3EF9-531D-DBF4-5FE18293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99806-7A40-0986-E150-B20C7B8EA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9BDAE-4F4D-3B39-FBB4-2B4BE796A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E10E0-B689-2781-84CE-CB19E42DD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871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3012C-B15B-11D4-0825-014ED75D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2A614-3E2D-E212-BB0C-1EE803172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57FCA-B3D7-D521-5F62-A7F796A8A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5936C-3CD8-6ACE-4E3F-69A35E28CE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946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A22B-E148-DA99-74E4-E4A401FF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B9D77-AD8B-2D5D-05E4-2342DC185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D76B3-A951-CF92-BDED-563D79C89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4AE91-FF2C-6BCF-0915-632B1C0CF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31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08E7F-9553-9133-8719-C68AAC8F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47FC5-FB0F-349F-C4E1-27023985B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F63C2-F47A-C808-2A45-445A4FE34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1CFA5-B5AD-4BAA-9E0F-868C202C6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41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401B9-4DAC-4589-86EE-77BD0264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F6F70-5164-D948-9718-F8A5B4DEC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8B623-197B-6F82-0868-45742D312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37857-E386-1154-E24A-9E2649AB9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594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542E-B92C-76EA-40C9-D6484BCB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A0A10-0133-CEB6-74C0-056DA3B06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8185A-5980-92E6-D5F8-239B80E71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4A04C-3CAF-2C19-4688-FF55C59FA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03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08A6-9045-3C72-A6A5-70F864A3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8CB0C-3DEB-7476-E6F6-111F592E4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63FF1-89B9-A2E3-A600-4EB73292C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B6B50-F3E9-D620-BDF6-1A8A88260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1FEA3-FA0C-3F44-AA37-890CF6AFBD5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0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2521" y="6376230"/>
            <a:ext cx="4545497" cy="365125"/>
          </a:xfrm>
        </p:spPr>
        <p:txBody>
          <a:bodyPr/>
          <a:lstStyle/>
          <a:p>
            <a:r>
              <a:rPr lang="en-US"/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9034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 472/572 – Unsupervised Machine Learning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8B4CA-17F6-EE51-7BD7-D3F74C78348A}"/>
              </a:ext>
            </a:extLst>
          </p:cNvPr>
          <p:cNvSpPr/>
          <p:nvPr userDrawn="1"/>
        </p:nvSpPr>
        <p:spPr>
          <a:xfrm>
            <a:off x="0" y="0"/>
            <a:ext cx="12192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14DD4-1F3A-9FA9-DAFC-3E32571E255C}"/>
              </a:ext>
            </a:extLst>
          </p:cNvPr>
          <p:cNvSpPr/>
          <p:nvPr userDrawn="1"/>
        </p:nvSpPr>
        <p:spPr>
          <a:xfrm>
            <a:off x="0" y="6282285"/>
            <a:ext cx="12192000" cy="575715"/>
          </a:xfrm>
          <a:prstGeom prst="rect">
            <a:avLst/>
          </a:prstGeom>
          <a:solidFill>
            <a:srgbClr val="E3D4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>
              <a:latin typeface="Hiragino Sans W4" panose="020B0400000000000000" pitchFamily="34" charset="-128"/>
              <a:ea typeface="Hiragino Sans W4" panose="020B0400000000000000" pitchFamily="34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1C8F53-0C1A-B315-0827-8FD2CC558E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10488" y="6397253"/>
            <a:ext cx="5757333" cy="345777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9156D0C-E4D3-6A9E-B7BD-9056880EAF06}"/>
              </a:ext>
            </a:extLst>
          </p:cNvPr>
          <p:cNvSpPr txBox="1">
            <a:spLocks/>
          </p:cNvSpPr>
          <p:nvPr userDrawn="1"/>
        </p:nvSpPr>
        <p:spPr>
          <a:xfrm>
            <a:off x="132520" y="6410739"/>
            <a:ext cx="3547659" cy="3452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0" i="0">
                <a:latin typeface="Arial Narrow" panose="020B0604020202020204" pitchFamily="34" charset="0"/>
                <a:cs typeface="Arial Narrow" panose="020B0604020202020204" pitchFamily="34" charset="0"/>
              </a:rPr>
              <a:t>CS 472/572 – Unsupervised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2725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customXml" Target="../ink/ink2.xml"/><Relationship Id="rId10" Type="http://schemas.openxmlformats.org/officeDocument/2006/relationships/customXml" Target="../ink/ink5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customXml" Target="../ink/ink6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6.png"/><Relationship Id="rId5" Type="http://schemas.openxmlformats.org/officeDocument/2006/relationships/customXml" Target="../ink/ink7.xml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11" Type="http://schemas.openxmlformats.org/officeDocument/2006/relationships/image" Target="../media/image7.png"/><Relationship Id="rId5" Type="http://schemas.openxmlformats.org/officeDocument/2006/relationships/customXml" Target="../ink/ink12.xml"/><Relationship Id="rId10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10.png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customXml" Target="../ink/ink16.xml"/><Relationship Id="rId21" Type="http://schemas.openxmlformats.org/officeDocument/2006/relationships/customXml" Target="../ink/ink24.xml"/><Relationship Id="rId7" Type="http://schemas.openxmlformats.org/officeDocument/2006/relationships/image" Target="../media/image3.png"/><Relationship Id="rId12" Type="http://schemas.openxmlformats.org/officeDocument/2006/relationships/image" Target="../media/image9.png"/><Relationship Id="rId17" Type="http://schemas.openxmlformats.org/officeDocument/2006/relationships/customXml" Target="../ink/ink22.xml"/><Relationship Id="rId25" Type="http://schemas.openxmlformats.org/officeDocument/2006/relationships/customXml" Target="../ink/ink26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29" Type="http://schemas.openxmlformats.org/officeDocument/2006/relationships/customXml" Target="../ink/ink2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11" Type="http://schemas.openxmlformats.org/officeDocument/2006/relationships/image" Target="../media/image8.png"/><Relationship Id="rId24" Type="http://schemas.openxmlformats.org/officeDocument/2006/relationships/image" Target="../media/image16.png"/><Relationship Id="rId5" Type="http://schemas.openxmlformats.org/officeDocument/2006/relationships/customXml" Target="../ink/ink17.xml"/><Relationship Id="rId15" Type="http://schemas.openxmlformats.org/officeDocument/2006/relationships/customXml" Target="../ink/ink21.xml"/><Relationship Id="rId23" Type="http://schemas.openxmlformats.org/officeDocument/2006/relationships/customXml" Target="../ink/ink25.xml"/><Relationship Id="rId28" Type="http://schemas.openxmlformats.org/officeDocument/2006/relationships/image" Target="../media/image18.png"/><Relationship Id="rId10" Type="http://schemas.openxmlformats.org/officeDocument/2006/relationships/customXml" Target="../ink/ink20.xml"/><Relationship Id="rId19" Type="http://schemas.openxmlformats.org/officeDocument/2006/relationships/customXml" Target="../ink/ink23.xml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27.xml"/><Relationship Id="rId30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customXml" Target="../ink/ink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1.xml"/><Relationship Id="rId5" Type="http://schemas.openxmlformats.org/officeDocument/2006/relationships/image" Target="../media/image26.png"/><Relationship Id="rId4" Type="http://schemas.openxmlformats.org/officeDocument/2006/relationships/customXml" Target="../ink/ink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3.xml"/><Relationship Id="rId5" Type="http://schemas.openxmlformats.org/officeDocument/2006/relationships/image" Target="../media/image29.png"/><Relationship Id="rId4" Type="http://schemas.openxmlformats.org/officeDocument/2006/relationships/customXml" Target="../ink/ink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customXml" Target="../ink/ink3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6.xml"/><Relationship Id="rId5" Type="http://schemas.openxmlformats.org/officeDocument/2006/relationships/image" Target="../media/image33.png"/><Relationship Id="rId4" Type="http://schemas.openxmlformats.org/officeDocument/2006/relationships/customXml" Target="../ink/ink35.xml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41.xml"/><Relationship Id="rId7" Type="http://schemas.openxmlformats.org/officeDocument/2006/relationships/customXml" Target="../ink/ink4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customXml" Target="../ink/ink42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customXml" Target="../ink/ink50.xml"/><Relationship Id="rId18" Type="http://schemas.openxmlformats.org/officeDocument/2006/relationships/image" Target="../media/image51.png"/><Relationship Id="rId26" Type="http://schemas.openxmlformats.org/officeDocument/2006/relationships/image" Target="../media/image55.png"/><Relationship Id="rId3" Type="http://schemas.openxmlformats.org/officeDocument/2006/relationships/customXml" Target="../ink/ink45.xml"/><Relationship Id="rId21" Type="http://schemas.openxmlformats.org/officeDocument/2006/relationships/customXml" Target="../ink/ink54.xml"/><Relationship Id="rId7" Type="http://schemas.openxmlformats.org/officeDocument/2006/relationships/customXml" Target="../ink/ink47.xml"/><Relationship Id="rId12" Type="http://schemas.openxmlformats.org/officeDocument/2006/relationships/image" Target="../media/image48.png"/><Relationship Id="rId17" Type="http://schemas.openxmlformats.org/officeDocument/2006/relationships/customXml" Target="../ink/ink52.xml"/><Relationship Id="rId25" Type="http://schemas.openxmlformats.org/officeDocument/2006/relationships/customXml" Target="../ink/ink56.xml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0.png"/><Relationship Id="rId20" Type="http://schemas.openxmlformats.org/officeDocument/2006/relationships/image" Target="../media/image52.png"/><Relationship Id="rId29" Type="http://schemas.openxmlformats.org/officeDocument/2006/relationships/customXml" Target="../ink/ink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customXml" Target="../ink/ink49.xml"/><Relationship Id="rId24" Type="http://schemas.openxmlformats.org/officeDocument/2006/relationships/image" Target="../media/image54.png"/><Relationship Id="rId32" Type="http://schemas.openxmlformats.org/officeDocument/2006/relationships/image" Target="../media/image58.png"/><Relationship Id="rId5" Type="http://schemas.openxmlformats.org/officeDocument/2006/relationships/customXml" Target="../ink/ink46.xml"/><Relationship Id="rId15" Type="http://schemas.openxmlformats.org/officeDocument/2006/relationships/customXml" Target="../ink/ink51.xml"/><Relationship Id="rId23" Type="http://schemas.openxmlformats.org/officeDocument/2006/relationships/customXml" Target="../ink/ink55.xml"/><Relationship Id="rId28" Type="http://schemas.openxmlformats.org/officeDocument/2006/relationships/image" Target="../media/image56.png"/><Relationship Id="rId10" Type="http://schemas.openxmlformats.org/officeDocument/2006/relationships/image" Target="../media/image47.png"/><Relationship Id="rId19" Type="http://schemas.openxmlformats.org/officeDocument/2006/relationships/customXml" Target="../ink/ink53.xml"/><Relationship Id="rId31" Type="http://schemas.openxmlformats.org/officeDocument/2006/relationships/customXml" Target="../ink/ink59.xml"/><Relationship Id="rId4" Type="http://schemas.openxmlformats.org/officeDocument/2006/relationships/image" Target="../media/image44.png"/><Relationship Id="rId9" Type="http://schemas.openxmlformats.org/officeDocument/2006/relationships/customXml" Target="../ink/ink48.xml"/><Relationship Id="rId14" Type="http://schemas.openxmlformats.org/officeDocument/2006/relationships/image" Target="../media/image49.png"/><Relationship Id="rId22" Type="http://schemas.openxmlformats.org/officeDocument/2006/relationships/image" Target="../media/image53.png"/><Relationship Id="rId27" Type="http://schemas.openxmlformats.org/officeDocument/2006/relationships/customXml" Target="../ink/ink57.xml"/><Relationship Id="rId30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customXml" Target="../ink/ink64.xml"/><Relationship Id="rId5" Type="http://schemas.openxmlformats.org/officeDocument/2006/relationships/customXml" Target="../ink/ink61.xml"/><Relationship Id="rId10" Type="http://schemas.openxmlformats.org/officeDocument/2006/relationships/image" Target="../media/image62.png"/><Relationship Id="rId4" Type="http://schemas.openxmlformats.org/officeDocument/2006/relationships/image" Target="../media/image59.png"/><Relationship Id="rId9" Type="http://schemas.openxmlformats.org/officeDocument/2006/relationships/customXml" Target="../ink/ink6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customXml" Target="../ink/ink6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customXml" Target="../ink/ink68.xml"/><Relationship Id="rId7" Type="http://schemas.openxmlformats.org/officeDocument/2006/relationships/image" Target="../media/image68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0.xml"/><Relationship Id="rId11" Type="http://schemas.openxmlformats.org/officeDocument/2006/relationships/customXml" Target="../ink/ink72.xml"/><Relationship Id="rId5" Type="http://schemas.openxmlformats.org/officeDocument/2006/relationships/customXml" Target="../ink/ink69.xml"/><Relationship Id="rId10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customXml" Target="../ink/ink7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customXml" Target="../ink/ink78.xml"/><Relationship Id="rId18" Type="http://schemas.openxmlformats.org/officeDocument/2006/relationships/image" Target="../media/image79.png"/><Relationship Id="rId3" Type="http://schemas.openxmlformats.org/officeDocument/2006/relationships/customXml" Target="../ink/ink73.xml"/><Relationship Id="rId21" Type="http://schemas.openxmlformats.org/officeDocument/2006/relationships/customXml" Target="../ink/ink82.xml"/><Relationship Id="rId7" Type="http://schemas.openxmlformats.org/officeDocument/2006/relationships/customXml" Target="../ink/ink75.xml"/><Relationship Id="rId12" Type="http://schemas.openxmlformats.org/officeDocument/2006/relationships/image" Target="../media/image76.png"/><Relationship Id="rId17" Type="http://schemas.openxmlformats.org/officeDocument/2006/relationships/customXml" Target="../ink/ink80.xml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7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customXml" Target="../ink/ink77.xml"/><Relationship Id="rId5" Type="http://schemas.openxmlformats.org/officeDocument/2006/relationships/customXml" Target="../ink/ink74.xml"/><Relationship Id="rId15" Type="http://schemas.openxmlformats.org/officeDocument/2006/relationships/customXml" Target="../ink/ink79.xml"/><Relationship Id="rId10" Type="http://schemas.openxmlformats.org/officeDocument/2006/relationships/image" Target="../media/image75.png"/><Relationship Id="rId19" Type="http://schemas.openxmlformats.org/officeDocument/2006/relationships/customXml" Target="../ink/ink81.xml"/><Relationship Id="rId4" Type="http://schemas.openxmlformats.org/officeDocument/2006/relationships/image" Target="../media/image72.png"/><Relationship Id="rId9" Type="http://schemas.openxmlformats.org/officeDocument/2006/relationships/customXml" Target="../ink/ink76.xml"/><Relationship Id="rId14" Type="http://schemas.openxmlformats.org/officeDocument/2006/relationships/image" Target="../media/image77.png"/><Relationship Id="rId22" Type="http://schemas.openxmlformats.org/officeDocument/2006/relationships/image" Target="../media/image8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customXml" Target="../ink/ink83.xml"/><Relationship Id="rId7" Type="http://schemas.openxmlformats.org/officeDocument/2006/relationships/customXml" Target="../ink/ink8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customXml" Target="../ink/ink84.xml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BF9636B-809F-2140-9ABB-FED362148E3A}"/>
              </a:ext>
            </a:extLst>
          </p:cNvPr>
          <p:cNvSpPr/>
          <p:nvPr/>
        </p:nvSpPr>
        <p:spPr>
          <a:xfrm>
            <a:off x="152400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Welcome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A6BAED58-4C1F-A14A-A44E-084F6FEC793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88408-9045-BC39-17C3-679FA4304137}"/>
              </a:ext>
            </a:extLst>
          </p:cNvPr>
          <p:cNvSpPr txBox="1"/>
          <p:nvPr/>
        </p:nvSpPr>
        <p:spPr>
          <a:xfrm>
            <a:off x="3131876" y="1832346"/>
            <a:ext cx="6121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/>
              <a:t>CS 472/572</a:t>
            </a:r>
          </a:p>
          <a:p>
            <a:pPr algn="ctr"/>
            <a:r>
              <a:rPr lang="en-US" sz="2800" b="1"/>
              <a:t>  Unsupervised Machine Learning</a:t>
            </a:r>
            <a:endParaRPr lang="en-US" sz="1050" b="1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AF5713D-B244-5594-9CF6-D3BAD5B0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866" y="4610631"/>
            <a:ext cx="6858000" cy="1231486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/>
                </a:solidFill>
              </a:rPr>
              <a:t> </a:t>
            </a:r>
          </a:p>
          <a:p>
            <a:r>
              <a:rPr lang="en-US" sz="2000">
                <a:solidFill>
                  <a:schemeClr val="tx1"/>
                </a:solidFill>
              </a:rPr>
              <a:t>Spring</a:t>
            </a:r>
            <a:r>
              <a:rPr sz="2000">
                <a:solidFill>
                  <a:schemeClr val="tx1"/>
                </a:solidFill>
              </a:rPr>
              <a:t> 202</a:t>
            </a:r>
            <a:r>
              <a:rPr lang="en-US" sz="2000">
                <a:solidFill>
                  <a:schemeClr val="tx1"/>
                </a:solidFill>
              </a:rPr>
              <a:t>6</a:t>
            </a:r>
            <a:endParaRPr sz="2000">
              <a:solidFill>
                <a:schemeClr val="tx1"/>
              </a:solidFill>
            </a:endParaRPr>
          </a:p>
          <a:p>
            <a:r>
              <a:rPr sz="2000">
                <a:solidFill>
                  <a:schemeClr val="tx1"/>
                </a:solidFill>
              </a:rPr>
              <a:t>Instructor: Dr. Khondker Fariha Hossain</a:t>
            </a:r>
            <a:endParaRPr lang="en-US" sz="2000">
              <a:solidFill>
                <a:schemeClr val="tx1"/>
              </a:solidFill>
            </a:endParaRPr>
          </a:p>
          <a:p>
            <a:endParaRPr sz="2000">
              <a:solidFill>
                <a:schemeClr val="tx1"/>
              </a:solidFill>
            </a:endParaRPr>
          </a:p>
          <a:p>
            <a:endParaRPr sz="20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703FA-76C6-12E1-9BAC-B0BD06B886CA}"/>
              </a:ext>
            </a:extLst>
          </p:cNvPr>
          <p:cNvSpPr txBox="1"/>
          <p:nvPr/>
        </p:nvSpPr>
        <p:spPr>
          <a:xfrm>
            <a:off x="1524000" y="3045043"/>
            <a:ext cx="914400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/>
              <a:t>Hierarchical Clustering</a:t>
            </a:r>
          </a:p>
          <a:p>
            <a:pPr algn="ctr"/>
            <a:r>
              <a:rPr lang="en-US" sz="1600" b="1"/>
              <a:t>Week-6 -Class -1</a:t>
            </a:r>
            <a:endParaRPr lang="en-US" sz="400" b="1"/>
          </a:p>
          <a:p>
            <a:pPr algn="ctr"/>
            <a:endParaRPr lang="en-US" sz="1600" b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215F2-D868-B017-77BF-32C60B3240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B6C39-C607-D05A-A4A1-CAEA7BD6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865AF2F-CB6F-2553-5428-949EF81A3F86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9ADE2-4A1D-9B18-0F2A-6433CCE7A4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DA8CE3-C8FE-10AE-64FF-88A492BB9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2885A-4A21-3AFB-D15D-11A623CBD3A4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EE22BC-F1D6-1250-2877-54EBC8B2A7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B1946C-ADDC-CF8C-86D9-CAC4FFAB61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815" y="2237483"/>
                  <a:ext cx="957240" cy="94001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39F2BA-8F26-0B70-0EDE-7BE3F753F5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495" y="427907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50D5980-4A66-9D77-3656-2DD6515253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A44935B-7EED-4C5D-9D0F-CD56490BD646}"/>
              </a:ext>
            </a:extLst>
          </p:cNvPr>
          <p:cNvSpPr txBox="1"/>
          <p:nvPr/>
        </p:nvSpPr>
        <p:spPr>
          <a:xfrm>
            <a:off x="365760" y="154745"/>
            <a:ext cx="76694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Two Types of Clustering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E0C303D-D791-0AC4-9DE4-363721AC2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32125" y="1406750"/>
            <a:ext cx="7353978" cy="467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370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9DC22-D92B-F4EB-4046-E77D7FDF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BAFCB61-8877-B237-E624-AB39C80AE7B0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AB224-717E-FFD4-1C63-9F26FE49EE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2D20FA-4F60-AC7F-5911-3384A29739D5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2D20FA-4F60-AC7F-5911-3384A29739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36068D9C-3C89-FEF4-A885-B4115EE3C797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39D8DC-CB96-C05A-3EF7-8576D2FA148A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39D8DC-CB96-C05A-3EF7-8576D2FA148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8D2B9F-B4B1-343D-BBE0-DDD0629635A3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8D2B9F-B4B1-343D-BBE0-DDD0629635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815" y="2237483"/>
                  <a:ext cx="957240" cy="94001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1706E4A-2AB7-5741-21CD-16F2DE7FAA00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1706E4A-2AB7-5741-21CD-16F2DE7FAA0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495" y="427907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7DE26B7-A31C-1FC2-FB68-7E80AB73BD40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7DE26B7-A31C-1FC2-FB68-7E80AB73BD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92FB1F7-AD32-FF01-9899-0416EC4FD445}"/>
              </a:ext>
            </a:extLst>
          </p:cNvPr>
          <p:cNvSpPr txBox="1"/>
          <p:nvPr/>
        </p:nvSpPr>
        <p:spPr>
          <a:xfrm>
            <a:off x="549030" y="308340"/>
            <a:ext cx="8959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(How-to) Hierarchical Clustering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A66B7-CEF4-F0E1-C827-8AB7D6A4AE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6615" y="1430125"/>
            <a:ext cx="7670770" cy="480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1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F26E-938F-3E41-BE7B-7EAF8E74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6E5BA39-61EB-52AB-CD80-19C1BC6EBC35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B0645-009E-1F35-F5C4-D6B7AC6490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10443C-13CF-EC72-8EAE-2DC8A978CF44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10443C-13CF-EC72-8EAE-2DC8A978CF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816F0F5-57C2-6821-F716-E4FDA9792597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5964D37-DFAB-E4DC-80D0-737AA24D6A37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5964D37-DFAB-E4DC-80D0-737AA24D6A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9F1090-6F9A-A004-B0CC-641D96843804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9F1090-6F9A-A004-B0CC-641D968438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815" y="2237483"/>
                  <a:ext cx="957240" cy="94001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20F3E75-A5E5-AA98-1DF0-68817CEA579F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20F3E75-A5E5-AA98-1DF0-68817CEA57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495" y="427907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252DBB3-907C-0091-C92D-93A5490436C2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252DBB3-907C-0091-C92D-93A5490436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27C6F85-3CB9-9E05-C2FE-ACBC8AA437E4}"/>
              </a:ext>
            </a:extLst>
          </p:cNvPr>
          <p:cNvSpPr txBox="1"/>
          <p:nvPr/>
        </p:nvSpPr>
        <p:spPr>
          <a:xfrm>
            <a:off x="549030" y="308340"/>
            <a:ext cx="8959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(How-to) Hierarchical Clustering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367FAB-4363-EF8B-6E6B-44BBE85C45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9855" y="1473370"/>
            <a:ext cx="6135346" cy="456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6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E31F-CD31-B9DF-F470-5D0DF574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C69FBF1B-70C2-3270-8C53-F81F8BE7859F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74022-3642-2C93-F29C-6D68B39A88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B66255-9711-5128-434A-BE45A2B17DB2}"/>
                  </a:ext>
                </a:extLst>
              </p14:cNvPr>
              <p14:cNvContentPartPr/>
              <p14:nvPr/>
            </p14:nvContentPartPr>
            <p14:xfrm>
              <a:off x="3742255" y="351191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B66255-9711-5128-434A-BE45A2B17D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9255" y="3448911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ACE6A43-D13D-AEA8-05E1-1E127720D899}"/>
              </a:ext>
            </a:extLst>
          </p:cNvPr>
          <p:cNvGrpSpPr/>
          <p:nvPr/>
        </p:nvGrpSpPr>
        <p:grpSpPr>
          <a:xfrm>
            <a:off x="1543015" y="2300511"/>
            <a:ext cx="1049400" cy="814320"/>
            <a:chOff x="1543015" y="2300511"/>
            <a:chExt cx="1049400" cy="8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47D851-76B9-5F78-6E27-90CCFB7800DD}"/>
                    </a:ext>
                  </a:extLst>
                </p14:cNvPr>
                <p14:cNvContentPartPr/>
                <p14:nvPr/>
              </p14:nvContentPartPr>
              <p14:xfrm>
                <a:off x="1543015" y="2371431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47D851-76B9-5F78-6E27-90CCFB7800D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80015" y="230843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9610A8-34A5-D83D-F55A-527CEB407F11}"/>
                    </a:ext>
                  </a:extLst>
                </p14:cNvPr>
                <p14:cNvContentPartPr/>
                <p14:nvPr/>
              </p14:nvContentPartPr>
              <p14:xfrm>
                <a:off x="1760815" y="2300511"/>
                <a:ext cx="831600" cy="81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9610A8-34A5-D83D-F55A-527CEB407F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97815" y="2237483"/>
                  <a:ext cx="957240" cy="94001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38A7089-DBA0-4D9E-948B-8F066DA5EB44}"/>
                  </a:ext>
                </a:extLst>
              </p14:cNvPr>
              <p14:cNvContentPartPr/>
              <p14:nvPr/>
            </p14:nvContentPartPr>
            <p14:xfrm>
              <a:off x="6112495" y="4342071"/>
              <a:ext cx="4180320" cy="795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38A7089-DBA0-4D9E-948B-8F066DA5EB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9495" y="4279071"/>
                <a:ext cx="4305960" cy="9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C592BC5-CFA2-475C-5EC5-9ED6AA84584D}"/>
                  </a:ext>
                </a:extLst>
              </p14:cNvPr>
              <p14:cNvContentPartPr/>
              <p14:nvPr/>
            </p14:nvContentPartPr>
            <p14:xfrm>
              <a:off x="3378655" y="3021231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C592BC5-CFA2-475C-5EC5-9ED6AA8458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55" y="2958231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7BDEC73-2FFD-AF1D-BC0F-D88A461AA507}"/>
              </a:ext>
            </a:extLst>
          </p:cNvPr>
          <p:cNvSpPr txBox="1"/>
          <p:nvPr/>
        </p:nvSpPr>
        <p:spPr>
          <a:xfrm>
            <a:off x="123645" y="0"/>
            <a:ext cx="8959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(How-to) Hierarchical Clustering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D8FF37-C923-A70D-7D0E-944DA7157E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55" y="1476624"/>
            <a:ext cx="3970053" cy="1485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CE22EA-FA55-2D61-9863-4568675E97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4792" y="4591854"/>
            <a:ext cx="9485034" cy="1462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F7B459-6D1E-62E8-1BAD-463AF9294B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0815" y="3305797"/>
            <a:ext cx="9130984" cy="1320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5F52F-48DB-362A-46CD-AA27E8A7BB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2045" y="1698766"/>
            <a:ext cx="7772400" cy="11682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37207F-04FF-32C8-475E-3CA27E8BB862}"/>
                  </a:ext>
                </a:extLst>
              </p14:cNvPr>
              <p14:cNvContentPartPr/>
              <p14:nvPr/>
            </p14:nvContentPartPr>
            <p14:xfrm>
              <a:off x="2794175" y="5124649"/>
              <a:ext cx="4649400" cy="114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37207F-04FF-32C8-475E-3CA27E8BB86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83375" y="5113849"/>
                <a:ext cx="4670640" cy="11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1AD035-362E-7D32-304E-734A214E8F65}"/>
                  </a:ext>
                </a:extLst>
              </p14:cNvPr>
              <p14:cNvContentPartPr/>
              <p14:nvPr/>
            </p14:nvContentPartPr>
            <p14:xfrm>
              <a:off x="6820415" y="4680417"/>
              <a:ext cx="55800" cy="388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1AD035-362E-7D32-304E-734A214E8F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09615" y="4669617"/>
                <a:ext cx="7704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CA532DC-0049-B65F-55C7-78E3FC037B80}"/>
                  </a:ext>
                </a:extLst>
              </p14:cNvPr>
              <p14:cNvContentPartPr/>
              <p14:nvPr/>
            </p14:nvContentPartPr>
            <p14:xfrm>
              <a:off x="3410135" y="4475217"/>
              <a:ext cx="2098080" cy="725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CA532DC-0049-B65F-55C7-78E3FC037B8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99333" y="4464417"/>
                <a:ext cx="2119324" cy="74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401F2B-A1F7-3A4F-44E3-10A5AB39352E}"/>
                  </a:ext>
                </a:extLst>
              </p14:cNvPr>
              <p14:cNvContentPartPr/>
              <p14:nvPr/>
            </p14:nvContentPartPr>
            <p14:xfrm>
              <a:off x="2851926" y="4866904"/>
              <a:ext cx="4587840" cy="13125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401F2B-A1F7-3A4F-44E3-10A5AB39352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841127" y="4856104"/>
                <a:ext cx="4609078" cy="13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91B99A1-B570-F54C-4493-D29669953D75}"/>
                  </a:ext>
                </a:extLst>
              </p14:cNvPr>
              <p14:cNvContentPartPr/>
              <p14:nvPr/>
            </p14:nvContentPartPr>
            <p14:xfrm>
              <a:off x="3097806" y="3049264"/>
              <a:ext cx="1179720" cy="1765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91B99A1-B570-F54C-4493-D29669953D7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87006" y="3038464"/>
                <a:ext cx="1200960" cy="17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20C6393-0FED-B76B-39CD-BDD9E16E8632}"/>
                  </a:ext>
                </a:extLst>
              </p14:cNvPr>
              <p14:cNvContentPartPr/>
              <p14:nvPr/>
            </p14:nvContentPartPr>
            <p14:xfrm>
              <a:off x="3175206" y="3517984"/>
              <a:ext cx="1870200" cy="1337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20C6393-0FED-B76B-39CD-BDD9E16E863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64406" y="3507184"/>
                <a:ext cx="1891440" cy="13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CE45FD-ED56-E421-91DB-6716C5DC6AFF}"/>
                  </a:ext>
                </a:extLst>
              </p14:cNvPr>
              <p14:cNvContentPartPr/>
              <p14:nvPr/>
            </p14:nvContentPartPr>
            <p14:xfrm>
              <a:off x="3772411" y="2112237"/>
              <a:ext cx="1716840" cy="1183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CE45FD-ED56-E421-91DB-6716C5DC6AF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61613" y="2101437"/>
                <a:ext cx="1738076" cy="12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3FBD8FF-E407-9E74-29F1-6E97AEF4C376}"/>
                  </a:ext>
                </a:extLst>
              </p14:cNvPr>
              <p14:cNvContentPartPr/>
              <p14:nvPr/>
            </p14:nvContentPartPr>
            <p14:xfrm>
              <a:off x="3765521" y="4946788"/>
              <a:ext cx="3838320" cy="12938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3FBD8FF-E407-9E74-29F1-6E97AEF4C37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54721" y="4935988"/>
                <a:ext cx="3859560" cy="131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655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941DF-6C05-4508-4CC9-3AEB161A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B7A63C56-00F1-A4CA-7BB9-EE1BA2BC2F88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93C97-E7DC-D894-3BA2-57C3D195B4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A43A0-4A6C-F3F6-9F31-6B6E22B24F9C}"/>
              </a:ext>
            </a:extLst>
          </p:cNvPr>
          <p:cNvSpPr txBox="1"/>
          <p:nvPr/>
        </p:nvSpPr>
        <p:spPr>
          <a:xfrm>
            <a:off x="1790783" y="286719"/>
            <a:ext cx="76000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spc="-30">
                <a:solidFill>
                  <a:schemeClr val="bg1"/>
                </a:solidFill>
              </a:rPr>
              <a:t>Technique</a:t>
            </a:r>
            <a:r>
              <a:rPr lang="en-US" sz="5400" spc="-185">
                <a:solidFill>
                  <a:schemeClr val="bg1"/>
                </a:solidFill>
              </a:rPr>
              <a:t> </a:t>
            </a:r>
            <a:r>
              <a:rPr lang="en-US" sz="5400" spc="-10">
                <a:solidFill>
                  <a:schemeClr val="bg1"/>
                </a:solidFill>
              </a:rPr>
              <a:t>Characteristics</a:t>
            </a:r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7F337F56-B5A8-B9CC-920B-BA35D6A8A96B}"/>
              </a:ext>
            </a:extLst>
          </p:cNvPr>
          <p:cNvSpPr txBox="1"/>
          <p:nvPr/>
        </p:nvSpPr>
        <p:spPr>
          <a:xfrm>
            <a:off x="340779" y="1285127"/>
            <a:ext cx="10500101" cy="501142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354965" indent="-342265">
              <a:spcBef>
                <a:spcPts val="101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>
                <a:latin typeface="Calibri"/>
                <a:cs typeface="Calibri"/>
              </a:rPr>
              <a:t>Hard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vs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Fuzzy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spcBef>
                <a:spcPts val="7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>
                <a:latin typeface="Calibri"/>
                <a:cs typeface="Calibri"/>
              </a:rPr>
              <a:t>Hard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clustering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assigns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each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instance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cluster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spcBef>
                <a:spcPts val="7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>
                <a:latin typeface="Calibri"/>
                <a:cs typeface="Calibri"/>
              </a:rPr>
              <a:t>fuzzy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clustering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assigns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degree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membership</a:t>
            </a:r>
            <a:endParaRPr sz="2000">
              <a:latin typeface="Calibri"/>
              <a:cs typeface="Calibri"/>
            </a:endParaRPr>
          </a:p>
          <a:p>
            <a:pPr marL="354965" indent="-342265">
              <a:spcBef>
                <a:spcPts val="12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>
                <a:latin typeface="Calibri"/>
                <a:cs typeface="Calibri"/>
              </a:rPr>
              <a:t>Monothetic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vs</a:t>
            </a:r>
            <a:r>
              <a:rPr sz="2400" spc="-10">
                <a:latin typeface="Calibri"/>
                <a:cs typeface="Calibri"/>
              </a:rPr>
              <a:t> Polythetic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spcBef>
                <a:spcPts val="12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i="1">
                <a:latin typeface="Calibri"/>
                <a:cs typeface="Calibri"/>
              </a:rPr>
              <a:t>Polythetic</a:t>
            </a:r>
            <a:r>
              <a:rPr sz="2000">
                <a:latin typeface="Calibri"/>
                <a:cs typeface="Calibri"/>
              </a:rPr>
              <a:t>: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all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attributes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used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simultaneously,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e.g.,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calculate</a:t>
            </a:r>
            <a:endParaRPr sz="2000">
              <a:latin typeface="Calibri"/>
              <a:cs typeface="Calibri"/>
            </a:endParaRPr>
          </a:p>
          <a:p>
            <a:pPr marL="756285">
              <a:spcBef>
                <a:spcPts val="720"/>
              </a:spcBef>
            </a:pPr>
            <a:r>
              <a:rPr sz="2000" spc="-10">
                <a:latin typeface="Calibri"/>
                <a:cs typeface="Calibri"/>
              </a:rPr>
              <a:t>distance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(most</a:t>
            </a:r>
            <a:r>
              <a:rPr sz="2000" spc="-6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algorithms)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spcBef>
                <a:spcPts val="12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i="1">
                <a:latin typeface="Calibri"/>
                <a:cs typeface="Calibri"/>
              </a:rPr>
              <a:t>Monothetic</a:t>
            </a:r>
            <a:r>
              <a:rPr sz="2000">
                <a:latin typeface="Calibri"/>
                <a:cs typeface="Calibri"/>
              </a:rPr>
              <a:t>:</a:t>
            </a:r>
            <a:r>
              <a:rPr sz="2000" spc="-6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attributes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are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considered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at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354965" indent="-342265">
              <a:spcBef>
                <a:spcPts val="13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>
                <a:latin typeface="Calibri"/>
                <a:cs typeface="Calibri"/>
              </a:rPr>
              <a:t>Incremental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vs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Non-</a:t>
            </a:r>
            <a:r>
              <a:rPr sz="2400" spc="-10">
                <a:latin typeface="Calibri"/>
                <a:cs typeface="Calibri"/>
              </a:rPr>
              <a:t>Incremental</a:t>
            </a:r>
            <a:endParaRPr sz="2400">
              <a:latin typeface="Calibri"/>
              <a:cs typeface="Calibri"/>
            </a:endParaRPr>
          </a:p>
          <a:p>
            <a:pPr marL="756285" marR="5080" lvl="1" indent="-287020">
              <a:lnSpc>
                <a:spcPct val="1300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>
                <a:latin typeface="Calibri"/>
                <a:cs typeface="Calibri"/>
              </a:rPr>
              <a:t>With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large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sets</a:t>
            </a:r>
            <a:r>
              <a:rPr sz="2000" spc="-1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it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may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be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necessary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to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consider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only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part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of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the </a:t>
            </a:r>
            <a:r>
              <a:rPr sz="2000">
                <a:latin typeface="Calibri"/>
                <a:cs typeface="Calibri"/>
              </a:rPr>
              <a:t>data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at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time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(data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mining)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spcBef>
                <a:spcPts val="12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>
                <a:latin typeface="Calibri"/>
                <a:cs typeface="Calibri"/>
              </a:rPr>
              <a:t>Incremental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works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instance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by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instance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024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51A0-0C6C-31DA-8421-B62B2F1B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9DB6FF3-2717-4660-D87F-870FB15ED16B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2A790-E62C-C1E5-EEFF-6D8E117C8C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21FAF-980D-C4D0-BF47-15C617216326}"/>
              </a:ext>
            </a:extLst>
          </p:cNvPr>
          <p:cNvSpPr txBox="1"/>
          <p:nvPr/>
        </p:nvSpPr>
        <p:spPr>
          <a:xfrm>
            <a:off x="332601" y="272534"/>
            <a:ext cx="6094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spc="-10">
                <a:solidFill>
                  <a:schemeClr val="bg1"/>
                </a:solidFill>
              </a:rPr>
              <a:t>Hierarchical</a:t>
            </a:r>
            <a:r>
              <a:rPr lang="en-US" sz="4400" spc="-180">
                <a:solidFill>
                  <a:schemeClr val="bg1"/>
                </a:solidFill>
              </a:rPr>
              <a:t> </a:t>
            </a:r>
            <a:r>
              <a:rPr lang="en-US" sz="4400" spc="-10">
                <a:solidFill>
                  <a:schemeClr val="bg1"/>
                </a:solidFill>
              </a:rPr>
              <a:t>Clustering</a:t>
            </a:r>
            <a:endParaRPr lang="en-US" sz="44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56BF8-31ED-40CB-B72B-D8FDC6C88C0B}"/>
              </a:ext>
            </a:extLst>
          </p:cNvPr>
          <p:cNvSpPr txBox="1"/>
          <p:nvPr/>
        </p:nvSpPr>
        <p:spPr>
          <a:xfrm>
            <a:off x="203414" y="1514680"/>
            <a:ext cx="10529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lang="en-US" sz="1800" b="0" spc="-2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spc="-10">
                <a:latin typeface="Cambria"/>
                <a:cs typeface="Cambria"/>
              </a:rPr>
              <a:t>hierarchical</a:t>
            </a:r>
            <a:r>
              <a:rPr lang="en-US" sz="1800" spc="-30">
                <a:latin typeface="Cambria"/>
                <a:cs typeface="Cambria"/>
              </a:rPr>
              <a:t> </a:t>
            </a:r>
            <a:r>
              <a:rPr lang="en-US" sz="1800">
                <a:latin typeface="Cambria"/>
                <a:cs typeface="Cambria"/>
              </a:rPr>
              <a:t>clustering</a:t>
            </a:r>
            <a:r>
              <a:rPr lang="en-US" sz="1800" spc="-35"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is</a:t>
            </a:r>
            <a:r>
              <a:rPr lang="en-US" sz="1800" b="0" spc="-2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lang="en-US" sz="1800" b="0" spc="-3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set</a:t>
            </a:r>
            <a:r>
              <a:rPr lang="en-US" sz="1800" b="0" spc="-2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lang="en-US" sz="1800" b="0" spc="-2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nested</a:t>
            </a:r>
            <a:r>
              <a:rPr lang="en-US" sz="1800" b="0" spc="-3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clusters</a:t>
            </a:r>
            <a:r>
              <a:rPr lang="en-US" sz="1800" b="0" spc="-2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that</a:t>
            </a:r>
            <a:r>
              <a:rPr lang="en-US" sz="1800" b="0" spc="-4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are</a:t>
            </a:r>
            <a:r>
              <a:rPr lang="en-US" sz="1800" b="0" spc="-2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organized</a:t>
            </a:r>
            <a:r>
              <a:rPr lang="en-US" sz="1800" b="0" spc="-5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as</a:t>
            </a:r>
            <a:r>
              <a:rPr lang="en-US" sz="1800" b="0" spc="-3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>
                <a:solidFill>
                  <a:srgbClr val="000000"/>
                </a:solidFill>
                <a:latin typeface="Cambria"/>
                <a:cs typeface="Cambria"/>
              </a:rPr>
              <a:t>a</a:t>
            </a:r>
            <a:r>
              <a:rPr lang="en-US" sz="1800" b="0" spc="-3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lang="en-US" sz="1800" b="0" spc="-10">
                <a:solidFill>
                  <a:srgbClr val="000000"/>
                </a:solidFill>
                <a:latin typeface="Cambria"/>
                <a:cs typeface="Cambria"/>
              </a:rPr>
              <a:t>tree.</a:t>
            </a:r>
            <a:endParaRPr 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22FAE41-02B4-F9CC-CFDC-7BDDA09EF7C7}"/>
              </a:ext>
            </a:extLst>
          </p:cNvPr>
          <p:cNvSpPr txBox="1"/>
          <p:nvPr/>
        </p:nvSpPr>
        <p:spPr>
          <a:xfrm>
            <a:off x="205935" y="1913408"/>
            <a:ext cx="10801070" cy="1205843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7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>
                <a:latin typeface="Calibri"/>
                <a:cs typeface="Calibri"/>
              </a:rPr>
              <a:t>Agglomerative</a:t>
            </a:r>
            <a:r>
              <a:rPr sz="2000" spc="-7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vs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Divisive</a:t>
            </a:r>
            <a:endParaRPr sz="2000">
              <a:latin typeface="Calibri"/>
              <a:cs typeface="Calibri"/>
            </a:endParaRPr>
          </a:p>
          <a:p>
            <a:pPr marL="754380" marR="501015" lvl="1" indent="-285115">
              <a:lnSpc>
                <a:spcPct val="1100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</a:tabLst>
            </a:pPr>
            <a:r>
              <a:rPr i="1" spc="-10">
                <a:latin typeface="Calibri"/>
                <a:cs typeface="Calibri"/>
              </a:rPr>
              <a:t>Agglomerative</a:t>
            </a:r>
            <a:r>
              <a:rPr spc="-10">
                <a:latin typeface="Calibri"/>
                <a:cs typeface="Calibri"/>
              </a:rPr>
              <a:t>:</a:t>
            </a:r>
            <a:r>
              <a:rPr spc="-4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each</a:t>
            </a:r>
            <a:r>
              <a:rPr spc="-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instance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is</a:t>
            </a:r>
            <a:r>
              <a:rPr spc="-4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its</a:t>
            </a:r>
            <a:r>
              <a:rPr spc="-6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own</a:t>
            </a:r>
            <a:r>
              <a:rPr spc="-2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cluster</a:t>
            </a:r>
            <a:r>
              <a:rPr spc="-6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and</a:t>
            </a:r>
            <a:r>
              <a:rPr spc="-40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the 	</a:t>
            </a:r>
            <a:r>
              <a:rPr>
                <a:latin typeface="Calibri"/>
                <a:cs typeface="Calibri"/>
              </a:rPr>
              <a:t>algorithm</a:t>
            </a:r>
            <a:r>
              <a:rPr spc="-70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merges</a:t>
            </a:r>
            <a:r>
              <a:rPr spc="-60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clusters</a:t>
            </a:r>
            <a:endParaRPr>
              <a:latin typeface="Calibri"/>
              <a:cs typeface="Calibri"/>
            </a:endParaRPr>
          </a:p>
          <a:p>
            <a:pPr marL="754380" marR="5080" lvl="1" indent="-285115">
              <a:lnSpc>
                <a:spcPct val="11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i="1">
                <a:latin typeface="Calibri"/>
                <a:cs typeface="Calibri"/>
              </a:rPr>
              <a:t>Divisive</a:t>
            </a:r>
            <a:r>
              <a:rPr>
                <a:latin typeface="Calibri"/>
                <a:cs typeface="Calibri"/>
              </a:rPr>
              <a:t>:</a:t>
            </a:r>
            <a:r>
              <a:rPr spc="-6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begins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with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all</a:t>
            </a:r>
            <a:r>
              <a:rPr spc="-7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instances</a:t>
            </a:r>
            <a:r>
              <a:rPr spc="-7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in</a:t>
            </a:r>
            <a:r>
              <a:rPr spc="-55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one</a:t>
            </a:r>
            <a:r>
              <a:rPr spc="-5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cluster</a:t>
            </a:r>
            <a:r>
              <a:rPr spc="-6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and</a:t>
            </a:r>
            <a:r>
              <a:rPr spc="-55">
                <a:latin typeface="Calibri"/>
                <a:cs typeface="Calibri"/>
              </a:rPr>
              <a:t> </a:t>
            </a:r>
            <a:r>
              <a:rPr spc="-10">
                <a:latin typeface="Calibri"/>
                <a:cs typeface="Calibri"/>
              </a:rPr>
              <a:t>divides</a:t>
            </a:r>
            <a:r>
              <a:rPr lang="en-US" spc="-10">
                <a:latin typeface="Calibri"/>
                <a:cs typeface="Calibri"/>
              </a:rPr>
              <a:t> </a:t>
            </a:r>
            <a:r>
              <a:rPr>
                <a:latin typeface="Calibri"/>
                <a:cs typeface="Calibri"/>
              </a:rPr>
              <a:t>it</a:t>
            </a:r>
            <a:r>
              <a:rPr spc="-20">
                <a:latin typeface="Calibri"/>
                <a:cs typeface="Calibri"/>
              </a:rPr>
              <a:t> </a:t>
            </a:r>
            <a:r>
              <a:rPr spc="-25">
                <a:latin typeface="Calibri"/>
                <a:cs typeface="Calibri"/>
              </a:rPr>
              <a:t>up</a:t>
            </a:r>
            <a:endParaRPr>
              <a:latin typeface="Calibri"/>
              <a:cs typeface="Calibri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CAEEAE22-F374-7173-DF7A-7C575AF517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4345" y="3817298"/>
            <a:ext cx="3688472" cy="2350927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029199F0-E2DD-C9E5-9F9A-9DDD77FD3F57}"/>
              </a:ext>
            </a:extLst>
          </p:cNvPr>
          <p:cNvSpPr txBox="1"/>
          <p:nvPr/>
        </p:nvSpPr>
        <p:spPr>
          <a:xfrm>
            <a:off x="2697804" y="3318414"/>
            <a:ext cx="1364301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>
                <a:latin typeface="Calibri"/>
                <a:cs typeface="Calibri"/>
              </a:rPr>
              <a:t>Agglomerative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2658F1B0-3F49-564D-12AF-57CFC4E7E7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4019" y="3697371"/>
            <a:ext cx="3550920" cy="2470854"/>
          </a:xfrm>
          <a:prstGeom prst="rect">
            <a:avLst/>
          </a:prstGeom>
        </p:spPr>
      </p:pic>
      <p:sp>
        <p:nvSpPr>
          <p:cNvPr id="11" name="object 7">
            <a:extLst>
              <a:ext uri="{FF2B5EF4-FFF2-40B4-BE49-F238E27FC236}">
                <a16:creationId xmlns:a16="http://schemas.microsoft.com/office/drawing/2014/main" id="{12AEAB60-80C8-7F20-D973-9808D7FC9F71}"/>
              </a:ext>
            </a:extLst>
          </p:cNvPr>
          <p:cNvSpPr txBox="1"/>
          <p:nvPr/>
        </p:nvSpPr>
        <p:spPr>
          <a:xfrm>
            <a:off x="7975581" y="3318414"/>
            <a:ext cx="709561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>
                <a:latin typeface="Calibri"/>
                <a:cs typeface="Calibri"/>
              </a:rPr>
              <a:t>Divisive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4152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1D9AD-6301-7192-9728-67FCC3E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4037D9ED-02CB-B677-71B1-62548AFE7B47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C7D30-99E8-503E-6CC1-3E5BE4CA5F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0FF361B-8745-60E6-3288-2671D975535B}"/>
              </a:ext>
            </a:extLst>
          </p:cNvPr>
          <p:cNvSpPr txBox="1">
            <a:spLocks/>
          </p:cNvSpPr>
          <p:nvPr/>
        </p:nvSpPr>
        <p:spPr>
          <a:xfrm>
            <a:off x="681926" y="256940"/>
            <a:ext cx="4456123" cy="69659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n-US" spc="-20">
                <a:solidFill>
                  <a:schemeClr val="bg1"/>
                </a:solidFill>
              </a:rPr>
              <a:t>Dendrogram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45368A-80C7-6EAC-661A-B4ACF729CC28}"/>
              </a:ext>
            </a:extLst>
          </p:cNvPr>
          <p:cNvSpPr txBox="1"/>
          <p:nvPr/>
        </p:nvSpPr>
        <p:spPr>
          <a:xfrm>
            <a:off x="365459" y="1531846"/>
            <a:ext cx="11126535" cy="73161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5621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>
                <a:latin typeface="Calibri"/>
                <a:cs typeface="Calibri"/>
              </a:rPr>
              <a:t>A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tree</a:t>
            </a:r>
            <a:r>
              <a:rPr sz="2000" spc="-7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that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shows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how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clusters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are </a:t>
            </a:r>
            <a:r>
              <a:rPr sz="2000" spc="-10">
                <a:latin typeface="Calibri"/>
                <a:cs typeface="Calibri"/>
              </a:rPr>
              <a:t>merged/split</a:t>
            </a:r>
            <a:r>
              <a:rPr sz="2000" spc="-9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hierarchically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447040" algn="l"/>
              </a:tabLst>
            </a:pPr>
            <a:r>
              <a:rPr sz="2000">
                <a:latin typeface="Arial MT"/>
                <a:cs typeface="Arial MT"/>
              </a:rPr>
              <a:t>	</a:t>
            </a:r>
            <a:r>
              <a:rPr sz="2000">
                <a:latin typeface="Calibri"/>
                <a:cs typeface="Calibri"/>
              </a:rPr>
              <a:t>Each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node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on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tree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cluster;</a:t>
            </a:r>
            <a:r>
              <a:rPr sz="2000" spc="-3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each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 spc="-20">
                <a:latin typeface="Calibri"/>
                <a:cs typeface="Calibri"/>
              </a:rPr>
              <a:t>leaf </a:t>
            </a:r>
            <a:r>
              <a:rPr sz="2000">
                <a:latin typeface="Calibri"/>
                <a:cs typeface="Calibri"/>
              </a:rPr>
              <a:t>node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is</a:t>
            </a:r>
            <a:r>
              <a:rPr sz="2000" spc="-4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a</a:t>
            </a:r>
            <a:r>
              <a:rPr sz="2000" spc="-5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singleton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cluster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033600A-1E81-F7A3-C398-88F09B7E02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10015" y="2565700"/>
            <a:ext cx="6256067" cy="35158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61C9FA8-FDA2-12BB-CC8F-CEF764148108}"/>
                  </a:ext>
                </a:extLst>
              </p14:cNvPr>
              <p14:cNvContentPartPr/>
              <p14:nvPr/>
            </p14:nvContentPartPr>
            <p14:xfrm>
              <a:off x="2666893" y="5375227"/>
              <a:ext cx="558360" cy="5119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61C9FA8-FDA2-12BB-CC8F-CEF7641481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6093" y="5364427"/>
                <a:ext cx="579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295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2D717-513D-F456-2F56-B789A0A3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29082-AE93-379D-F3E0-98D744899F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A9F12C7-1356-BDA1-60A7-5D2C55175759}"/>
              </a:ext>
            </a:extLst>
          </p:cNvPr>
          <p:cNvSpPr txBox="1">
            <a:spLocks/>
          </p:cNvSpPr>
          <p:nvPr/>
        </p:nvSpPr>
        <p:spPr>
          <a:xfrm>
            <a:off x="681926" y="256940"/>
            <a:ext cx="4456123" cy="69659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n-US" spc="-20">
                <a:solidFill>
                  <a:schemeClr val="bg1"/>
                </a:solidFill>
              </a:rPr>
              <a:t>Dendrogram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2A0E30E8-8844-983F-61C4-FCE88EDB63F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5587" y="2976168"/>
            <a:ext cx="6935724" cy="31912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29F3AA-5A88-542D-84DB-862B266FC648}"/>
              </a:ext>
            </a:extLst>
          </p:cNvPr>
          <p:cNvSpPr txBox="1"/>
          <p:nvPr/>
        </p:nvSpPr>
        <p:spPr>
          <a:xfrm>
            <a:off x="304154" y="1720112"/>
            <a:ext cx="11451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/>
              <a:t>A</a:t>
            </a:r>
            <a:r>
              <a:rPr lang="en-US" spc="-55"/>
              <a:t> </a:t>
            </a:r>
            <a:r>
              <a:rPr lang="en-US"/>
              <a:t>clustering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50"/>
              <a:t> </a:t>
            </a:r>
            <a:r>
              <a:rPr lang="en-US"/>
              <a:t>the</a:t>
            </a:r>
            <a:r>
              <a:rPr lang="en-US" spc="-40"/>
              <a:t> </a:t>
            </a:r>
            <a:r>
              <a:rPr lang="en-US"/>
              <a:t>data</a:t>
            </a:r>
            <a:r>
              <a:rPr lang="en-US" spc="-45"/>
              <a:t> </a:t>
            </a:r>
            <a:r>
              <a:rPr lang="en-US"/>
              <a:t>objects</a:t>
            </a:r>
            <a:r>
              <a:rPr lang="en-US" spc="-50"/>
              <a:t> </a:t>
            </a:r>
            <a:r>
              <a:rPr lang="en-US"/>
              <a:t>is</a:t>
            </a:r>
            <a:r>
              <a:rPr lang="en-US" spc="-55"/>
              <a:t> </a:t>
            </a:r>
            <a:r>
              <a:rPr lang="en-US"/>
              <a:t>obtained</a:t>
            </a:r>
            <a:r>
              <a:rPr lang="en-US" spc="-30"/>
              <a:t> </a:t>
            </a:r>
            <a:r>
              <a:rPr lang="en-US" spc="-25"/>
              <a:t>by </a:t>
            </a:r>
            <a:r>
              <a:rPr lang="en-US"/>
              <a:t>cutting</a:t>
            </a:r>
            <a:r>
              <a:rPr lang="en-US" spc="-40"/>
              <a:t> </a:t>
            </a:r>
            <a:r>
              <a:rPr lang="en-US"/>
              <a:t>the</a:t>
            </a:r>
            <a:r>
              <a:rPr lang="en-US" spc="-60"/>
              <a:t> </a:t>
            </a:r>
            <a:r>
              <a:rPr lang="en-US"/>
              <a:t>dendrogram</a:t>
            </a:r>
            <a:r>
              <a:rPr lang="en-US" spc="-55"/>
              <a:t> </a:t>
            </a:r>
            <a:r>
              <a:rPr lang="en-US"/>
              <a:t>at</a:t>
            </a:r>
            <a:r>
              <a:rPr lang="en-US" spc="-60"/>
              <a:t> </a:t>
            </a:r>
            <a:r>
              <a:rPr lang="en-US"/>
              <a:t>the</a:t>
            </a:r>
            <a:r>
              <a:rPr lang="en-US" spc="-55"/>
              <a:t> </a:t>
            </a:r>
            <a:r>
              <a:rPr lang="en-US"/>
              <a:t>desired</a:t>
            </a:r>
            <a:r>
              <a:rPr lang="en-US" spc="-60"/>
              <a:t> </a:t>
            </a:r>
            <a:r>
              <a:rPr lang="en-US" spc="-10"/>
              <a:t>level, </a:t>
            </a:r>
            <a:r>
              <a:rPr lang="en-US"/>
              <a:t>then</a:t>
            </a:r>
            <a:r>
              <a:rPr lang="en-US" spc="-65"/>
              <a:t> </a:t>
            </a:r>
            <a:r>
              <a:rPr lang="en-US"/>
              <a:t>each</a:t>
            </a:r>
            <a:r>
              <a:rPr lang="en-US" spc="-70"/>
              <a:t> </a:t>
            </a:r>
            <a:r>
              <a:rPr lang="en-US"/>
              <a:t>connected</a:t>
            </a:r>
            <a:r>
              <a:rPr lang="en-US" spc="-75"/>
              <a:t> </a:t>
            </a:r>
            <a:r>
              <a:rPr lang="en-US" spc="-10"/>
              <a:t>component</a:t>
            </a:r>
            <a:r>
              <a:rPr lang="en-US" spc="-75"/>
              <a:t> </a:t>
            </a:r>
            <a:r>
              <a:rPr lang="en-US"/>
              <a:t>forms</a:t>
            </a:r>
            <a:r>
              <a:rPr lang="en-US" spc="-70"/>
              <a:t> </a:t>
            </a:r>
            <a:r>
              <a:rPr lang="en-US" spc="-50"/>
              <a:t>a </a:t>
            </a:r>
            <a:r>
              <a:rPr lang="en-US" spc="-10"/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380671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0D8D-21C9-04A4-0FFB-6663B16F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80824-46B0-EE4F-3802-D64E5D8302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9A69688-7801-2E83-891C-F08B842A3862}"/>
              </a:ext>
            </a:extLst>
          </p:cNvPr>
          <p:cNvSpPr txBox="1">
            <a:spLocks/>
          </p:cNvSpPr>
          <p:nvPr/>
        </p:nvSpPr>
        <p:spPr>
          <a:xfrm>
            <a:off x="304154" y="284575"/>
            <a:ext cx="11392546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spcBef>
                <a:spcPts val="100"/>
              </a:spcBef>
            </a:pPr>
            <a:r>
              <a:rPr lang="en-US" sz="3600" spc="-20">
                <a:solidFill>
                  <a:schemeClr val="bg1"/>
                </a:solidFill>
              </a:rPr>
              <a:t>Computing distance between clusters: Single Link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A49D93-3C66-BA6B-2E1C-5D2A337CB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191" y="1815000"/>
            <a:ext cx="7251309" cy="407206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12D151C-6CAA-DAF3-7A63-D381804D2B96}"/>
                  </a:ext>
                </a:extLst>
              </p14:cNvPr>
              <p14:cNvContentPartPr/>
              <p14:nvPr/>
            </p14:nvContentPartPr>
            <p14:xfrm>
              <a:off x="4894573" y="4095427"/>
              <a:ext cx="1563840" cy="852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12D151C-6CAA-DAF3-7A63-D381804D2B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83771" y="4084622"/>
                <a:ext cx="1585085" cy="873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5A06C0-6417-8C9B-FB95-776915BA8C0C}"/>
                  </a:ext>
                </a:extLst>
              </p14:cNvPr>
              <p14:cNvContentPartPr/>
              <p14:nvPr/>
            </p14:nvContentPartPr>
            <p14:xfrm>
              <a:off x="4842373" y="4111267"/>
              <a:ext cx="1317600" cy="807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5A06C0-6417-8C9B-FB95-776915BA8C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31573" y="4100462"/>
                <a:ext cx="1338840" cy="8290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90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CF8A-7ABF-4DBA-CBCB-E7214EB9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09578-3236-7549-E72F-06A2FA0354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C22EC-4D71-974F-9A26-7078AA321CFD}"/>
              </a:ext>
            </a:extLst>
          </p:cNvPr>
          <p:cNvSpPr txBox="1"/>
          <p:nvPr/>
        </p:nvSpPr>
        <p:spPr>
          <a:xfrm>
            <a:off x="499025" y="112688"/>
            <a:ext cx="100759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Computing distance between clusters: : Complete Link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45689-E31A-A558-A4A7-C9716B219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42" y="1905640"/>
            <a:ext cx="7772400" cy="39946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F70936-C94B-4825-B187-E4A777DAC626}"/>
                  </a:ext>
                </a:extLst>
              </p14:cNvPr>
              <p14:cNvContentPartPr/>
              <p14:nvPr/>
            </p14:nvContentPartPr>
            <p14:xfrm>
              <a:off x="2894413" y="3053587"/>
              <a:ext cx="2281320" cy="2253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F70936-C94B-4825-B187-E4A777DAC6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3613" y="3042785"/>
                <a:ext cx="2302560" cy="22748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EE2192E-E236-B7C2-E81F-A8DE9D33C4E1}"/>
                  </a:ext>
                </a:extLst>
              </p14:cNvPr>
              <p14:cNvContentPartPr/>
              <p14:nvPr/>
            </p14:nvContentPartPr>
            <p14:xfrm>
              <a:off x="4323253" y="4050787"/>
              <a:ext cx="2073960" cy="283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EE2192E-E236-B7C2-E81F-A8DE9D33C4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12455" y="4039973"/>
                <a:ext cx="2095196" cy="3045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864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B07B-63B0-AFA6-4ECF-600BB80D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3D753-C2D1-73C0-ABB2-B5E346C6BE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18348C-EE9F-2E82-6F9B-88B54000F6DA}"/>
              </a:ext>
            </a:extLst>
          </p:cNvPr>
          <p:cNvSpPr txBox="1"/>
          <p:nvPr/>
        </p:nvSpPr>
        <p:spPr>
          <a:xfrm>
            <a:off x="418513" y="100400"/>
            <a:ext cx="10385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Computing distance between clusters: Average 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48C3E-45B6-E7D3-0D33-FCDC5056F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42805"/>
            <a:ext cx="7772400" cy="38818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C39B0B4-50CC-99A9-E8F9-6891C8E09FD4}"/>
                  </a:ext>
                </a:extLst>
              </p14:cNvPr>
              <p14:cNvContentPartPr/>
              <p14:nvPr/>
            </p14:nvContentPartPr>
            <p14:xfrm>
              <a:off x="2053453" y="-1123853"/>
              <a:ext cx="36720" cy="73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C39B0B4-50CC-99A9-E8F9-6891C8E09F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42653" y="-1134653"/>
                <a:ext cx="57960" cy="9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4312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C3556-E298-C403-CB8D-ECD587FD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3FB7A-2513-166F-E459-753594FB2C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5844A-ADEA-33AA-C68F-ACF74A6E65CF}"/>
              </a:ext>
            </a:extLst>
          </p:cNvPr>
          <p:cNvSpPr txBox="1"/>
          <p:nvPr/>
        </p:nvSpPr>
        <p:spPr>
          <a:xfrm>
            <a:off x="418513" y="100400"/>
            <a:ext cx="10385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Computing distance between clusters: Average Link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02CE8-80E7-9474-33A3-43D1BF7DF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42805"/>
            <a:ext cx="7772400" cy="38818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25B168-A72A-BDAA-8D9E-427101367A08}"/>
                  </a:ext>
                </a:extLst>
              </p14:cNvPr>
              <p14:cNvContentPartPr/>
              <p14:nvPr/>
            </p14:nvContentPartPr>
            <p14:xfrm>
              <a:off x="4010773" y="3337267"/>
              <a:ext cx="2698560" cy="2009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25B168-A72A-BDAA-8D9E-427101367A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9973" y="3326467"/>
                <a:ext cx="2719800" cy="20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9448E86-8042-894E-B950-14B743637BA8}"/>
                  </a:ext>
                </a:extLst>
              </p14:cNvPr>
              <p14:cNvContentPartPr/>
              <p14:nvPr/>
            </p14:nvContentPartPr>
            <p14:xfrm>
              <a:off x="4259533" y="3600427"/>
              <a:ext cx="1674360" cy="1381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9448E86-8042-894E-B950-14B743637B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48733" y="3589630"/>
                <a:ext cx="1695600" cy="1402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02F0D3-A437-E2F3-5A58-CFC0679DD8ED}"/>
                  </a:ext>
                </a:extLst>
              </p14:cNvPr>
              <p14:cNvContentPartPr/>
              <p14:nvPr/>
            </p14:nvContentPartPr>
            <p14:xfrm>
              <a:off x="3495253" y="2859547"/>
              <a:ext cx="3510000" cy="2994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02F0D3-A437-E2F3-5A58-CFC0679DD8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84452" y="2848748"/>
                <a:ext cx="3531242" cy="301535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3170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A0CF-1F9D-667A-85B3-66CD3D94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E2D-0E5D-DF78-A6E5-93440B7FB8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91672-97AC-01C6-9D14-1E6F68131E3D}"/>
              </a:ext>
            </a:extLst>
          </p:cNvPr>
          <p:cNvSpPr txBox="1"/>
          <p:nvPr/>
        </p:nvSpPr>
        <p:spPr>
          <a:xfrm>
            <a:off x="418513" y="100400"/>
            <a:ext cx="10385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Computing distance between clusters: Average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F46A3-9768-4D0E-4281-228FCB4649D6}"/>
              </a:ext>
            </a:extLst>
          </p:cNvPr>
          <p:cNvSpPr txBox="1"/>
          <p:nvPr/>
        </p:nvSpPr>
        <p:spPr>
          <a:xfrm>
            <a:off x="418513" y="2006457"/>
            <a:ext cx="10844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accent2">
                    <a:lumMod val="75000"/>
                  </a:schemeClr>
                </a:solidFill>
              </a:rPr>
              <a:t>Single Linkage: </a:t>
            </a:r>
            <a:r>
              <a:rPr lang="en-US" sz="3600"/>
              <a:t>distance between closest points</a:t>
            </a:r>
          </a:p>
          <a:p>
            <a:endParaRPr lang="en-US" sz="3600"/>
          </a:p>
          <a:p>
            <a:r>
              <a:rPr lang="en-US" sz="3600">
                <a:solidFill>
                  <a:schemeClr val="accent3">
                    <a:lumMod val="75000"/>
                  </a:schemeClr>
                </a:solidFill>
              </a:rPr>
              <a:t>Complete Linkage: </a:t>
            </a:r>
            <a:r>
              <a:rPr lang="en-US" sz="3600"/>
              <a:t>distance between farthest points</a:t>
            </a:r>
          </a:p>
          <a:p>
            <a:endParaRPr lang="en-US" sz="3600"/>
          </a:p>
          <a:p>
            <a:r>
              <a:rPr lang="en-US" sz="3600">
                <a:solidFill>
                  <a:schemeClr val="accent5">
                    <a:lumMod val="75000"/>
                  </a:schemeClr>
                </a:solidFill>
              </a:rPr>
              <a:t>Average Linkage: </a:t>
            </a:r>
            <a:r>
              <a:rPr lang="en-US" sz="3600"/>
              <a:t>mean pairwise distance across all points in the two clusters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FEFF56B-7C56-226D-7B7E-B93E0444B739}"/>
                  </a:ext>
                </a:extLst>
              </p14:cNvPr>
              <p14:cNvContentPartPr/>
              <p14:nvPr/>
            </p14:nvContentPartPr>
            <p14:xfrm>
              <a:off x="396733" y="1689907"/>
              <a:ext cx="9562320" cy="1323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FEFF56B-7C56-226D-7B7E-B93E0444B7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933" y="1679104"/>
                <a:ext cx="9583559" cy="134460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28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966BA-27D3-6A88-76FA-FDB1A56AC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F9861-BB5A-2EDF-38B6-BAF9EE53B6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3FD05-E8CE-1D70-64C3-6E120229185E}"/>
              </a:ext>
            </a:extLst>
          </p:cNvPr>
          <p:cNvSpPr txBox="1"/>
          <p:nvPr/>
        </p:nvSpPr>
        <p:spPr>
          <a:xfrm>
            <a:off x="418513" y="100400"/>
            <a:ext cx="10385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Computing distance between clusters: Average Link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31545-37E3-0650-995E-75F7E9D6D2DE}"/>
              </a:ext>
            </a:extLst>
          </p:cNvPr>
          <p:cNvSpPr txBox="1"/>
          <p:nvPr/>
        </p:nvSpPr>
        <p:spPr>
          <a:xfrm>
            <a:off x="208547" y="1568709"/>
            <a:ext cx="1177490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🔹 Single Linkage (Nearest‑Neighbor Linkage)</a:t>
            </a:r>
          </a:p>
          <a:p>
            <a:endParaRPr lang="en-US"/>
          </a:p>
          <a:p>
            <a:endParaRPr lang="en-US"/>
          </a:p>
          <a:p>
            <a:r>
              <a:rPr lang="en-US" b="1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What it does:</a:t>
            </a:r>
          </a:p>
          <a:p>
            <a:r>
              <a:rPr lang="en-US"/>
              <a:t>Measures distance between the closest points in two clusters</a:t>
            </a:r>
          </a:p>
          <a:p>
            <a:r>
              <a:rPr lang="en-US"/>
              <a:t>Tends to create long, chain‑like clusters (a phenomenon called chaining)</a:t>
            </a:r>
          </a:p>
          <a:p>
            <a:r>
              <a:rPr lang="en-US"/>
              <a:t>Very sensitive to noise and outliers</a:t>
            </a:r>
          </a:p>
          <a:p>
            <a:endParaRPr lang="en-US"/>
          </a:p>
          <a:p>
            <a:r>
              <a:rPr lang="en-US" b="1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Use When: </a:t>
            </a:r>
          </a:p>
          <a:p>
            <a:r>
              <a:rPr lang="en-US"/>
              <a:t>You want to detect non‑spherical, elongated structures</a:t>
            </a:r>
          </a:p>
          <a:p>
            <a:r>
              <a:rPr lang="en-US"/>
              <a:t>You care about preserving connectivity even when clusters are oddly shaped</a:t>
            </a:r>
          </a:p>
          <a:p>
            <a:endParaRPr lang="en-US"/>
          </a:p>
          <a:p>
            <a:r>
              <a:rPr lang="en-US" b="1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Real‑Life Example:</a:t>
            </a:r>
          </a:p>
          <a:p>
            <a:r>
              <a:rPr lang="en-US"/>
              <a:t>Detecting road or river networks in satellite images: Single linkage can follow meandering paths and connect points that form long, skinny shapes (e.g., a highway or river).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8A1ABCB-D35D-7C4C-4C47-5D34EFC44F59}"/>
                  </a:ext>
                </a:extLst>
              </p14:cNvPr>
              <p14:cNvContentPartPr/>
              <p14:nvPr/>
            </p14:nvContentPartPr>
            <p14:xfrm>
              <a:off x="10477813" y="1617187"/>
              <a:ext cx="464400" cy="1792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8A1ABCB-D35D-7C4C-4C47-5D34EFC44F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7005" y="1606387"/>
                <a:ext cx="485656" cy="2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61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7C97-D6B5-4E17-B746-065248887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D2D55-A11D-173E-E48A-5AE64A5546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1EC12-479F-C1C1-32B4-C2CCB367CC06}"/>
              </a:ext>
            </a:extLst>
          </p:cNvPr>
          <p:cNvSpPr txBox="1"/>
          <p:nvPr/>
        </p:nvSpPr>
        <p:spPr>
          <a:xfrm>
            <a:off x="418513" y="100400"/>
            <a:ext cx="10385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Computing distance between clusters: Average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37A71-D707-6B00-CD0D-AFBD67E6D4BC}"/>
              </a:ext>
            </a:extLst>
          </p:cNvPr>
          <p:cNvSpPr txBox="1"/>
          <p:nvPr/>
        </p:nvSpPr>
        <p:spPr>
          <a:xfrm>
            <a:off x="0" y="1993828"/>
            <a:ext cx="1219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Complete Linkage (Farthest‑Neighbor Linkage):</a:t>
            </a: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What it does:</a:t>
            </a:r>
          </a:p>
          <a:p>
            <a:r>
              <a:rPr lang="en-US"/>
              <a:t>Measures distance between the farthest points in two clusters</a:t>
            </a:r>
          </a:p>
          <a:p>
            <a:r>
              <a:rPr lang="en-US"/>
              <a:t>Creates compact, well‑separated, tight </a:t>
            </a:r>
            <a:r>
              <a:rPr lang="en-US" err="1"/>
              <a:t>clustersLess</a:t>
            </a:r>
            <a:r>
              <a:rPr lang="en-US"/>
              <a:t> sensitive to noise, but may break long clusters apart</a:t>
            </a: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Use When:</a:t>
            </a:r>
          </a:p>
          <a:p>
            <a:r>
              <a:rPr lang="en-US"/>
              <a:t>You want compact clusters with clear boundaries</a:t>
            </a:r>
          </a:p>
          <a:p>
            <a:r>
              <a:rPr lang="en-US"/>
              <a:t>You need to avoid very spread‑out or elongated groups</a:t>
            </a: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Real‑Life Example:</a:t>
            </a:r>
          </a:p>
          <a:p>
            <a:r>
              <a:rPr lang="en-US"/>
              <a:t>Grouping customers for premium-targeting in marketing</a:t>
            </a:r>
          </a:p>
          <a:p>
            <a:r>
              <a:rPr lang="en-US"/>
              <a:t>Complete linkage ensures each customer in a cluster is similar to all others, giving you high‑quality, tightly defined segments.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F0A2ED-DD73-3074-FC49-7856380844FF}"/>
                  </a:ext>
                </a:extLst>
              </p14:cNvPr>
              <p14:cNvContentPartPr/>
              <p14:nvPr/>
            </p14:nvContentPartPr>
            <p14:xfrm>
              <a:off x="8884813" y="763987"/>
              <a:ext cx="1585800" cy="111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F0A2ED-DD73-3074-FC49-7856380844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74015" y="753222"/>
                <a:ext cx="1607035" cy="13241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7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31E73-5ADC-2BF5-CD1C-FCA83868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504D0-F15E-13F9-D380-B3424F13BD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3D4341-00B8-9D64-FCC0-4440A29C5072}"/>
              </a:ext>
            </a:extLst>
          </p:cNvPr>
          <p:cNvSpPr txBox="1"/>
          <p:nvPr/>
        </p:nvSpPr>
        <p:spPr>
          <a:xfrm>
            <a:off x="418513" y="100400"/>
            <a:ext cx="103854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Computing distance between clusters: Average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A5096-A6BB-AA9D-C067-1E1FA525F926}"/>
              </a:ext>
            </a:extLst>
          </p:cNvPr>
          <p:cNvSpPr txBox="1"/>
          <p:nvPr/>
        </p:nvSpPr>
        <p:spPr>
          <a:xfrm>
            <a:off x="166968" y="1521210"/>
            <a:ext cx="1121343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Average Linkage (UPGMA: Unweighted Pair Group Method with Arithmetic Mean)</a:t>
            </a: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What it does:</a:t>
            </a:r>
          </a:p>
          <a:p>
            <a:r>
              <a:rPr lang="en-US"/>
              <a:t>Computes the average pairwise distance between all points in two clusters</a:t>
            </a:r>
          </a:p>
          <a:p>
            <a:r>
              <a:rPr lang="en-US"/>
              <a:t>Provides a balanced compromise between single and complete linkage</a:t>
            </a:r>
          </a:p>
          <a:p>
            <a:r>
              <a:rPr lang="en-US"/>
              <a:t>Less sensitive to noise than single </a:t>
            </a:r>
            <a:r>
              <a:rPr lang="en-US" err="1"/>
              <a:t>linkage,less</a:t>
            </a:r>
            <a:r>
              <a:rPr lang="en-US"/>
              <a:t> strict than complete linkage</a:t>
            </a: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Use When:</a:t>
            </a:r>
          </a:p>
          <a:p>
            <a:r>
              <a:rPr lang="en-US"/>
              <a:t>You want stable, general‑purpose clustering</a:t>
            </a:r>
          </a:p>
          <a:p>
            <a:r>
              <a:rPr lang="en-US"/>
              <a:t>You don’t need extreme compactness or sensitivity</a:t>
            </a:r>
          </a:p>
          <a:p>
            <a:r>
              <a:rPr lang="en-US"/>
              <a:t>Data has moderately well‑defined, but not perfectly spherical clusters</a:t>
            </a: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60000"/>
                    <a:lumOff val="40000"/>
                  </a:schemeClr>
                </a:solidFill>
              </a:rPr>
              <a:t>Real‑Life Example:</a:t>
            </a:r>
          </a:p>
          <a:p>
            <a:r>
              <a:rPr lang="en-US"/>
              <a:t>Clustering documents or articles by </a:t>
            </a:r>
            <a:r>
              <a:rPr lang="en-US" err="1"/>
              <a:t>topicAverage</a:t>
            </a:r>
            <a:r>
              <a:rPr lang="en-US"/>
              <a:t> linkage handles varied writing styles and vocabulary while still grouping documents by general similarity.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3059DD3-2B30-6F10-C025-4B69E2C01750}"/>
                  </a:ext>
                </a:extLst>
              </p14:cNvPr>
              <p14:cNvContentPartPr/>
              <p14:nvPr/>
            </p14:nvContentPartPr>
            <p14:xfrm>
              <a:off x="248413" y="2364907"/>
              <a:ext cx="32040" cy="299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3059DD3-2B30-6F10-C025-4B69E2C017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613" y="2354094"/>
                <a:ext cx="53280" cy="320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64DD47A-8193-92E4-B1C6-9D0D653F8224}"/>
                  </a:ext>
                </a:extLst>
              </p14:cNvPr>
              <p14:cNvContentPartPr/>
              <p14:nvPr/>
            </p14:nvContentPartPr>
            <p14:xfrm>
              <a:off x="282613" y="5103067"/>
              <a:ext cx="10773000" cy="212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64DD47A-8193-92E4-B1C6-9D0D653F82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613" y="4995067"/>
                <a:ext cx="1088064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2FE3CDE-CBF1-32DA-47EF-380096A905C1}"/>
                  </a:ext>
                </a:extLst>
              </p14:cNvPr>
              <p14:cNvContentPartPr/>
              <p14:nvPr/>
            </p14:nvContentPartPr>
            <p14:xfrm>
              <a:off x="142573" y="5547667"/>
              <a:ext cx="4175640" cy="10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2FE3CDE-CBF1-32DA-47EF-380096A905C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568" y="5440034"/>
                <a:ext cx="4283289" cy="3203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7156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27F2-0E23-8736-8704-3073786B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D9300CC4-DFC9-98B9-483D-2742CD52B088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F2385-66FB-A984-97A5-A7DC3BB621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F37ED5-FCE8-59D0-2AE0-752FFAFD56BE}"/>
              </a:ext>
            </a:extLst>
          </p:cNvPr>
          <p:cNvSpPr txBox="1"/>
          <p:nvPr/>
        </p:nvSpPr>
        <p:spPr>
          <a:xfrm>
            <a:off x="373896" y="388771"/>
            <a:ext cx="9498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20">
                <a:solidFill>
                  <a:schemeClr val="bg1"/>
                </a:solidFill>
              </a:rPr>
              <a:t>Agglomerative</a:t>
            </a:r>
            <a:r>
              <a:rPr lang="en-US" sz="3600" spc="-180">
                <a:solidFill>
                  <a:schemeClr val="bg1"/>
                </a:solidFill>
              </a:rPr>
              <a:t> </a:t>
            </a:r>
            <a:r>
              <a:rPr lang="en-US" sz="3600" spc="-10">
                <a:solidFill>
                  <a:schemeClr val="bg1"/>
                </a:solidFill>
              </a:rPr>
              <a:t>Clustering</a:t>
            </a:r>
            <a:r>
              <a:rPr lang="en-US" sz="3600" spc="-140">
                <a:solidFill>
                  <a:schemeClr val="bg1"/>
                </a:solidFill>
              </a:rPr>
              <a:t> </a:t>
            </a:r>
            <a:r>
              <a:rPr lang="en-US" sz="3600" spc="-10">
                <a:solidFill>
                  <a:schemeClr val="bg1"/>
                </a:solidFill>
              </a:rPr>
              <a:t>Algorithm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9D4D700-66EB-6A93-BF55-37A0F6313E60}"/>
              </a:ext>
            </a:extLst>
          </p:cNvPr>
          <p:cNvSpPr txBox="1"/>
          <p:nvPr/>
        </p:nvSpPr>
        <p:spPr>
          <a:xfrm>
            <a:off x="239556" y="1435258"/>
            <a:ext cx="11712887" cy="4819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>
                <a:latin typeface="Calibri"/>
                <a:cs typeface="Calibri"/>
              </a:rPr>
              <a:t>More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popular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hierarchical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clustering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  <a:p>
            <a:pPr marL="286385" marR="3634740" indent="-286385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86385" algn="l"/>
              </a:tabLst>
            </a:pPr>
            <a:r>
              <a:rPr sz="2400">
                <a:latin typeface="Calibri"/>
                <a:cs typeface="Calibri"/>
              </a:rPr>
              <a:t>Basic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10">
                <a:latin typeface="Calibri"/>
                <a:cs typeface="Calibri"/>
              </a:rPr>
              <a:t> straightforward</a:t>
            </a:r>
            <a:endParaRPr sz="2400">
              <a:latin typeface="Calibri"/>
              <a:cs typeface="Calibri"/>
            </a:endParaRPr>
          </a:p>
          <a:p>
            <a:pPr marL="298450" marR="3708400" lvl="1" indent="-298450">
              <a:lnSpc>
                <a:spcPct val="100000"/>
              </a:lnSpc>
              <a:buAutoNum type="arabicPeriod"/>
              <a:tabLst>
                <a:tab pos="298450" algn="l"/>
              </a:tabLst>
            </a:pPr>
            <a:r>
              <a:rPr sz="2400">
                <a:latin typeface="Calibri"/>
                <a:cs typeface="Calibri"/>
              </a:rPr>
              <a:t>Compute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767715" lvl="1" indent="-297815">
              <a:lnSpc>
                <a:spcPct val="100000"/>
              </a:lnSpc>
              <a:buAutoNum type="arabicPeriod"/>
              <a:tabLst>
                <a:tab pos="767715" algn="l"/>
              </a:tabLst>
            </a:pPr>
            <a:r>
              <a:rPr sz="2400">
                <a:latin typeface="Calibri"/>
                <a:cs typeface="Calibri"/>
              </a:rPr>
              <a:t>Let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each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point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</a:t>
            </a:r>
            <a:endParaRPr sz="2400">
              <a:latin typeface="Calibri"/>
              <a:cs typeface="Calibri"/>
            </a:endParaRPr>
          </a:p>
          <a:p>
            <a:pPr marL="767715" lvl="1" indent="-297815">
              <a:lnSpc>
                <a:spcPct val="100000"/>
              </a:lnSpc>
              <a:buAutoNum type="arabicPeriod"/>
              <a:tabLst>
                <a:tab pos="767715" algn="l"/>
              </a:tabLst>
            </a:pPr>
            <a:r>
              <a:rPr sz="2400" spc="-10">
                <a:latin typeface="Calibri"/>
                <a:cs typeface="Calibri"/>
              </a:rPr>
              <a:t>Repeat</a:t>
            </a:r>
            <a:endParaRPr sz="2400">
              <a:latin typeface="Calibri"/>
              <a:cs typeface="Calibri"/>
            </a:endParaRPr>
          </a:p>
          <a:p>
            <a:pPr marL="1223645" lvl="1" indent="-296545">
              <a:lnSpc>
                <a:spcPct val="100000"/>
              </a:lnSpc>
              <a:buAutoNum type="arabicPeriod"/>
              <a:tabLst>
                <a:tab pos="1223645" algn="l"/>
              </a:tabLst>
            </a:pPr>
            <a:r>
              <a:rPr sz="2400">
                <a:latin typeface="Calibri"/>
                <a:cs typeface="Calibri"/>
              </a:rPr>
              <a:t>Merge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closest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clusters</a:t>
            </a:r>
            <a:endParaRPr sz="2400">
              <a:latin typeface="Calibri"/>
              <a:cs typeface="Calibri"/>
            </a:endParaRPr>
          </a:p>
          <a:p>
            <a:pPr marL="1224280" lvl="1" indent="-297180">
              <a:lnSpc>
                <a:spcPct val="100000"/>
              </a:lnSpc>
              <a:buAutoNum type="arabicPeriod"/>
              <a:tabLst>
                <a:tab pos="1224280" algn="l"/>
              </a:tabLst>
            </a:pPr>
            <a:r>
              <a:rPr sz="2400">
                <a:latin typeface="Calibri"/>
                <a:cs typeface="Calibri"/>
              </a:rPr>
              <a:t>Update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767715" lvl="1" indent="-29781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67715" algn="l"/>
              </a:tabLst>
            </a:pPr>
            <a:r>
              <a:rPr sz="2400">
                <a:latin typeface="Calibri"/>
                <a:cs typeface="Calibri"/>
              </a:rPr>
              <a:t>Until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only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single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cluster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remains</a:t>
            </a:r>
            <a:endParaRPr sz="2400">
              <a:latin typeface="Calibri"/>
              <a:cs typeface="Calibri"/>
            </a:endParaRPr>
          </a:p>
          <a:p>
            <a:pPr marL="12700" marR="595630" indent="286385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>
                <a:latin typeface="Calibri"/>
                <a:cs typeface="Calibri"/>
              </a:rPr>
              <a:t>Key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operation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computation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between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clusters</a:t>
            </a:r>
            <a:endParaRPr sz="2400">
              <a:latin typeface="Calibri"/>
              <a:cs typeface="Calibri"/>
            </a:endParaRPr>
          </a:p>
          <a:p>
            <a:pPr marL="12700" marR="5080" indent="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spc="-20">
                <a:latin typeface="Calibri"/>
                <a:cs typeface="Calibri"/>
              </a:rPr>
              <a:t>Different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approaches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defining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between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clusters </a:t>
            </a:r>
            <a:r>
              <a:rPr sz="2400">
                <a:latin typeface="Calibri"/>
                <a:cs typeface="Calibri"/>
              </a:rPr>
              <a:t>distinguish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different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0827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CCC-9064-4BAE-8917-75E3F060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B1E2F559-552E-B4B6-F5A1-BA95F1A2FDFF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E5E0C-8AE9-B874-2298-36A89B5ED0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0D82A-68D4-5FCC-449E-EF897E60CAE8}"/>
              </a:ext>
            </a:extLst>
          </p:cNvPr>
          <p:cNvSpPr txBox="1"/>
          <p:nvPr/>
        </p:nvSpPr>
        <p:spPr>
          <a:xfrm>
            <a:off x="373896" y="388771"/>
            <a:ext cx="9498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20">
                <a:solidFill>
                  <a:schemeClr val="bg1"/>
                </a:solidFill>
              </a:rPr>
              <a:t>Agglomerative</a:t>
            </a:r>
            <a:r>
              <a:rPr lang="en-US" sz="3600" spc="-180">
                <a:solidFill>
                  <a:schemeClr val="bg1"/>
                </a:solidFill>
              </a:rPr>
              <a:t> </a:t>
            </a:r>
            <a:r>
              <a:rPr lang="en-US" sz="3600" spc="-10">
                <a:solidFill>
                  <a:schemeClr val="bg1"/>
                </a:solidFill>
              </a:rPr>
              <a:t>Clustering</a:t>
            </a:r>
            <a:r>
              <a:rPr lang="en-US" sz="3600" spc="-140">
                <a:solidFill>
                  <a:schemeClr val="bg1"/>
                </a:solidFill>
              </a:rPr>
              <a:t> </a:t>
            </a:r>
            <a:r>
              <a:rPr lang="en-US" sz="3600" spc="-10">
                <a:solidFill>
                  <a:schemeClr val="bg1"/>
                </a:solidFill>
              </a:rPr>
              <a:t>Algorithm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A29DEBE-B06C-F92D-9ADA-C17488B25DFC}"/>
              </a:ext>
            </a:extLst>
          </p:cNvPr>
          <p:cNvSpPr txBox="1"/>
          <p:nvPr/>
        </p:nvSpPr>
        <p:spPr>
          <a:xfrm>
            <a:off x="239556" y="1435258"/>
            <a:ext cx="11712887" cy="4819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>
                <a:latin typeface="Calibri"/>
                <a:cs typeface="Calibri"/>
              </a:rPr>
              <a:t>More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popular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hierarchical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clustering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technique</a:t>
            </a:r>
            <a:endParaRPr sz="2400">
              <a:latin typeface="Calibri"/>
              <a:cs typeface="Calibri"/>
            </a:endParaRPr>
          </a:p>
          <a:p>
            <a:pPr marL="286385" marR="3634740" indent="-286385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86385" algn="l"/>
              </a:tabLst>
            </a:pPr>
            <a:r>
              <a:rPr sz="2400">
                <a:latin typeface="Calibri"/>
                <a:cs typeface="Calibri"/>
              </a:rPr>
              <a:t>Basic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algorithm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10">
                <a:latin typeface="Calibri"/>
                <a:cs typeface="Calibri"/>
              </a:rPr>
              <a:t> straightforward</a:t>
            </a:r>
            <a:endParaRPr sz="2400">
              <a:latin typeface="Calibri"/>
              <a:cs typeface="Calibri"/>
            </a:endParaRPr>
          </a:p>
          <a:p>
            <a:pPr marL="298450" marR="3708400" lvl="1" indent="-298450">
              <a:lnSpc>
                <a:spcPct val="100000"/>
              </a:lnSpc>
              <a:buAutoNum type="arabicPeriod"/>
              <a:tabLst>
                <a:tab pos="298450" algn="l"/>
              </a:tabLst>
            </a:pPr>
            <a:r>
              <a:rPr sz="2400">
                <a:latin typeface="Calibri"/>
                <a:cs typeface="Calibri"/>
              </a:rPr>
              <a:t>Compute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767715" lvl="1" indent="-297815">
              <a:lnSpc>
                <a:spcPct val="100000"/>
              </a:lnSpc>
              <a:buAutoNum type="arabicPeriod"/>
              <a:tabLst>
                <a:tab pos="767715" algn="l"/>
              </a:tabLst>
            </a:pPr>
            <a:r>
              <a:rPr sz="2400">
                <a:latin typeface="Calibri"/>
                <a:cs typeface="Calibri"/>
              </a:rPr>
              <a:t>Let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each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data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point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</a:t>
            </a:r>
            <a:r>
              <a:rPr sz="2400" spc="-2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</a:t>
            </a:r>
            <a:endParaRPr sz="2400">
              <a:latin typeface="Calibri"/>
              <a:cs typeface="Calibri"/>
            </a:endParaRPr>
          </a:p>
          <a:p>
            <a:pPr marL="767715" lvl="1" indent="-297815">
              <a:lnSpc>
                <a:spcPct val="100000"/>
              </a:lnSpc>
              <a:buAutoNum type="arabicPeriod"/>
              <a:tabLst>
                <a:tab pos="767715" algn="l"/>
              </a:tabLst>
            </a:pPr>
            <a:r>
              <a:rPr sz="2400" spc="-10">
                <a:latin typeface="Calibri"/>
                <a:cs typeface="Calibri"/>
              </a:rPr>
              <a:t>Repeat</a:t>
            </a:r>
            <a:endParaRPr sz="2400">
              <a:latin typeface="Calibri"/>
              <a:cs typeface="Calibri"/>
            </a:endParaRPr>
          </a:p>
          <a:p>
            <a:pPr marL="1223645" lvl="1" indent="-296545">
              <a:lnSpc>
                <a:spcPct val="100000"/>
              </a:lnSpc>
              <a:buAutoNum type="arabicPeriod"/>
              <a:tabLst>
                <a:tab pos="1223645" algn="l"/>
              </a:tabLst>
            </a:pPr>
            <a:r>
              <a:rPr sz="2400">
                <a:latin typeface="Calibri"/>
                <a:cs typeface="Calibri"/>
              </a:rPr>
              <a:t>Merge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closest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clusters</a:t>
            </a:r>
            <a:endParaRPr sz="2400">
              <a:latin typeface="Calibri"/>
              <a:cs typeface="Calibri"/>
            </a:endParaRPr>
          </a:p>
          <a:p>
            <a:pPr marL="1224280" lvl="1" indent="-297180">
              <a:lnSpc>
                <a:spcPct val="100000"/>
              </a:lnSpc>
              <a:buAutoNum type="arabicPeriod"/>
              <a:tabLst>
                <a:tab pos="1224280" algn="l"/>
              </a:tabLst>
            </a:pPr>
            <a:r>
              <a:rPr sz="2400">
                <a:latin typeface="Calibri"/>
                <a:cs typeface="Calibri"/>
              </a:rPr>
              <a:t>Update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matrix</a:t>
            </a:r>
            <a:endParaRPr sz="2400">
              <a:latin typeface="Calibri"/>
              <a:cs typeface="Calibri"/>
            </a:endParaRPr>
          </a:p>
          <a:p>
            <a:pPr marL="767715" lvl="1" indent="-29781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767715" algn="l"/>
              </a:tabLst>
            </a:pPr>
            <a:r>
              <a:rPr sz="2400">
                <a:latin typeface="Calibri"/>
                <a:cs typeface="Calibri"/>
              </a:rPr>
              <a:t>Until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only</a:t>
            </a:r>
            <a:r>
              <a:rPr sz="2400" spc="-3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single</a:t>
            </a:r>
            <a:r>
              <a:rPr sz="2400" spc="-4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cluster</a:t>
            </a:r>
            <a:r>
              <a:rPr sz="2400" spc="-4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remains</a:t>
            </a:r>
            <a:endParaRPr sz="2400">
              <a:latin typeface="Calibri"/>
              <a:cs typeface="Calibri"/>
            </a:endParaRPr>
          </a:p>
          <a:p>
            <a:pPr marL="12700" marR="595630" indent="286385">
              <a:lnSpc>
                <a:spcPct val="100000"/>
              </a:lnSpc>
              <a:spcBef>
                <a:spcPts val="2880"/>
              </a:spcBef>
              <a:buFont typeface="Arial MT"/>
              <a:buChar char="•"/>
              <a:tabLst>
                <a:tab pos="299085" algn="l"/>
              </a:tabLst>
            </a:pPr>
            <a:r>
              <a:rPr sz="2400">
                <a:latin typeface="Calibri"/>
                <a:cs typeface="Calibri"/>
              </a:rPr>
              <a:t>Key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operation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computation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of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between </a:t>
            </a:r>
            <a:r>
              <a:rPr sz="2400">
                <a:latin typeface="Calibri"/>
                <a:cs typeface="Calibri"/>
              </a:rPr>
              <a:t>two</a:t>
            </a:r>
            <a:r>
              <a:rPr sz="2400" spc="-5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clusters</a:t>
            </a:r>
            <a:endParaRPr sz="2400">
              <a:latin typeface="Calibri"/>
              <a:cs typeface="Calibri"/>
            </a:endParaRPr>
          </a:p>
          <a:p>
            <a:pPr marL="12700" marR="5080" indent="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spc="-20">
                <a:latin typeface="Calibri"/>
                <a:cs typeface="Calibri"/>
              </a:rPr>
              <a:t>Different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approaches</a:t>
            </a:r>
            <a:r>
              <a:rPr sz="2400" spc="-7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to</a:t>
            </a:r>
            <a:r>
              <a:rPr sz="2400" spc="-7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defining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distance</a:t>
            </a:r>
            <a:r>
              <a:rPr sz="2400" spc="-8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between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clusters </a:t>
            </a:r>
            <a:r>
              <a:rPr sz="2400">
                <a:latin typeface="Calibri"/>
                <a:cs typeface="Calibri"/>
              </a:rPr>
              <a:t>distinguish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the</a:t>
            </a:r>
            <a:r>
              <a:rPr sz="2400" spc="-6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different</a:t>
            </a:r>
            <a:r>
              <a:rPr sz="2400" spc="-5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algorithms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6271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3402A-8464-3DC9-78CE-C911FC55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2CE9E58-4640-7F4E-0122-40CB430DE4EC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5937-E921-E4EA-74B7-BED124D72E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4F1A0-432F-98FE-D3E9-B45560B19919}"/>
              </a:ext>
            </a:extLst>
          </p:cNvPr>
          <p:cNvSpPr txBox="1"/>
          <p:nvPr/>
        </p:nvSpPr>
        <p:spPr>
          <a:xfrm>
            <a:off x="682664" y="2565700"/>
            <a:ext cx="110520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chemeClr val="tx2">
                    <a:lumMod val="90000"/>
                    <a:lumOff val="10000"/>
                  </a:schemeClr>
                </a:solidFill>
              </a:rPr>
              <a:t>Agglomerative Hierarchical Clustering</a:t>
            </a:r>
          </a:p>
          <a:p>
            <a:pPr algn="ctr"/>
            <a:r>
              <a:rPr lang="en-US" sz="5400">
                <a:solidFill>
                  <a:schemeClr val="tx2">
                    <a:lumMod val="90000"/>
                    <a:lumOff val="10000"/>
                  </a:schemeClr>
                </a:solidFill>
              </a:rPr>
              <a:t> - Single Linkage</a:t>
            </a:r>
          </a:p>
        </p:txBody>
      </p:sp>
    </p:spTree>
    <p:extLst>
      <p:ext uri="{BB962C8B-B14F-4D97-AF65-F5344CB8AC3E}">
        <p14:creationId xmlns:p14="http://schemas.microsoft.com/office/powerpoint/2010/main" val="2264558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619A-8AE7-F183-7493-B13759E7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8CCF8EEE-06C8-7382-FA71-9ABBB3DA4B91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282A8-1E81-73EE-CDF1-9E51573AE02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2" name="Picture 1" descr="593955CB-2ADC-40BB-B9B0-16B87099CE56.jpeg">
            <a:extLst>
              <a:ext uri="{FF2B5EF4-FFF2-40B4-BE49-F238E27FC236}">
                <a16:creationId xmlns:a16="http://schemas.microsoft.com/office/drawing/2014/main" id="{A0ECA126-B78A-8ADF-A036-672F19DD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16" t="10207" r="10421" b="12412"/>
          <a:stretch>
            <a:fillRect/>
          </a:stretch>
        </p:blipFill>
        <p:spPr>
          <a:xfrm>
            <a:off x="1361268" y="1756323"/>
            <a:ext cx="9014847" cy="40760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28109D-1A01-1906-27C6-C422B5646467}"/>
              </a:ext>
            </a:extLst>
          </p:cNvPr>
          <p:cNvSpPr txBox="1"/>
          <p:nvPr/>
        </p:nvSpPr>
        <p:spPr>
          <a:xfrm>
            <a:off x="526943" y="364210"/>
            <a:ext cx="8262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</p:spTree>
    <p:extLst>
      <p:ext uri="{BB962C8B-B14F-4D97-AF65-F5344CB8AC3E}">
        <p14:creationId xmlns:p14="http://schemas.microsoft.com/office/powerpoint/2010/main" val="3140887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8BC5-7984-65F0-4ED3-C65874971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F723FD95-1B74-17BE-2EDD-0F192F42CAFD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DCFD5-F242-9646-0162-33A85E67D0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F4379C-3FA5-CDF4-B647-8C82EA3340CE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D09BF-EFF1-8446-86E0-27A86D86F1FC}"/>
              </a:ext>
            </a:extLst>
          </p:cNvPr>
          <p:cNvSpPr txBox="1"/>
          <p:nvPr/>
        </p:nvSpPr>
        <p:spPr>
          <a:xfrm>
            <a:off x="82296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CB93CA-4D92-A944-CB60-9E499281E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679977"/>
              </p:ext>
            </p:extLst>
          </p:nvPr>
        </p:nvGraphicFramePr>
        <p:xfrm>
          <a:off x="3657600" y="1828800"/>
          <a:ext cx="5943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9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90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51C3A2-0897-3998-4843-EB33AC229CFD}"/>
              </a:ext>
            </a:extLst>
          </p:cNvPr>
          <p:cNvSpPr txBox="1"/>
          <p:nvPr/>
        </p:nvSpPr>
        <p:spPr>
          <a:xfrm>
            <a:off x="3657600" y="566928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Merge: (42, 43)</a:t>
            </a:r>
          </a:p>
        </p:txBody>
      </p:sp>
    </p:spTree>
    <p:extLst>
      <p:ext uri="{BB962C8B-B14F-4D97-AF65-F5344CB8AC3E}">
        <p14:creationId xmlns:p14="http://schemas.microsoft.com/office/powerpoint/2010/main" val="2531959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B62E2-A1DD-C1E4-9BE2-550E66DD2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B8AB5111-6CA2-9135-F492-8614CCE7C004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708A5-BCBC-C91B-F6BF-0FDB5E2D89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4D21F-A32C-B3C6-FF95-5FBAA12B4F4D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9D30A-61E2-C0DE-6C82-8392717DE2AD}"/>
              </a:ext>
            </a:extLst>
          </p:cNvPr>
          <p:cNvSpPr txBox="1"/>
          <p:nvPr/>
        </p:nvSpPr>
        <p:spPr>
          <a:xfrm>
            <a:off x="586985" y="1569402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C03AB7-731A-0BBD-0AC8-6342B198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4565"/>
              </p:ext>
            </p:extLst>
          </p:nvPr>
        </p:nvGraphicFramePr>
        <p:xfrm>
          <a:off x="3794760" y="1569402"/>
          <a:ext cx="703080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1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1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18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18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640F9C-A9ED-35D1-70AD-9F8B3B0905CB}"/>
              </a:ext>
            </a:extLst>
          </p:cNvPr>
          <p:cNvSpPr txBox="1"/>
          <p:nvPr/>
        </p:nvSpPr>
        <p:spPr>
          <a:xfrm>
            <a:off x="3657600" y="5669280"/>
            <a:ext cx="268663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Merge: </a:t>
            </a:r>
            <a:r>
              <a:rPr lang="en-US"/>
              <a:t>(42,43)</a:t>
            </a:r>
            <a:r>
              <a:t>(25, 27)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B288436-BEC9-212F-BDD2-D256D37C870F}"/>
                  </a:ext>
                </a:extLst>
              </p14:cNvPr>
              <p14:cNvContentPartPr/>
              <p14:nvPr/>
            </p14:nvContentPartPr>
            <p14:xfrm>
              <a:off x="4222453" y="3577027"/>
              <a:ext cx="111600" cy="927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B288436-BEC9-212F-BDD2-D256D37C87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11653" y="3566227"/>
                <a:ext cx="132840" cy="9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5573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9353D-A0EA-27D7-DA7E-B927A302E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6C3DCDFE-4889-FFCC-7DBA-1D3B4299EF6F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49397-8354-41A3-3494-DB670941FB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2A9B5-EE12-A90B-9CC1-BFC175B505EB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84890-49D3-4FA1-A382-B9E2BEF036B1}"/>
              </a:ext>
            </a:extLst>
          </p:cNvPr>
          <p:cNvSpPr txBox="1"/>
          <p:nvPr/>
        </p:nvSpPr>
        <p:spPr>
          <a:xfrm>
            <a:off x="82296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B33E0F-57B2-5804-D9AF-05B01254F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732954"/>
              </p:ext>
            </p:extLst>
          </p:nvPr>
        </p:nvGraphicFramePr>
        <p:xfrm>
          <a:off x="3657600" y="1828800"/>
          <a:ext cx="5943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7DD7F11-5C7A-EF3D-8C26-F68BCA23A86F}"/>
              </a:ext>
            </a:extLst>
          </p:cNvPr>
          <p:cNvSpPr txBox="1"/>
          <p:nvPr/>
        </p:nvSpPr>
        <p:spPr>
          <a:xfrm>
            <a:off x="3657600" y="5669280"/>
            <a:ext cx="3266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Merge: (</a:t>
            </a:r>
            <a:r>
              <a:rPr lang="en-US"/>
              <a:t>(42,43)</a:t>
            </a:r>
            <a:r>
              <a:t>(25, 27), 22)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203557B-DF9C-97A6-DB89-E7532FB94FA4}"/>
                  </a:ext>
                </a:extLst>
              </p14:cNvPr>
              <p14:cNvContentPartPr/>
              <p14:nvPr/>
            </p14:nvContentPartPr>
            <p14:xfrm>
              <a:off x="3186733" y="4381267"/>
              <a:ext cx="550440" cy="180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203557B-DF9C-97A6-DB89-E7532FB94F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5940" y="4370445"/>
                <a:ext cx="571666" cy="2016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FE9640-CDCA-E222-69A7-CB2CDBB58F9F}"/>
                  </a:ext>
                </a:extLst>
              </p14:cNvPr>
              <p14:cNvContentPartPr/>
              <p14:nvPr/>
            </p14:nvContentPartPr>
            <p14:xfrm>
              <a:off x="3069733" y="5148787"/>
              <a:ext cx="618480" cy="264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FE9640-CDCA-E222-69A7-CB2CDBB58F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58939" y="5138002"/>
                <a:ext cx="639708" cy="2858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F745D3E-3A1B-9396-675E-E59419974C35}"/>
                  </a:ext>
                </a:extLst>
              </p14:cNvPr>
              <p14:cNvContentPartPr/>
              <p14:nvPr/>
            </p14:nvContentPartPr>
            <p14:xfrm>
              <a:off x="4688293" y="6063907"/>
              <a:ext cx="1671840" cy="169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F745D3E-3A1B-9396-675E-E59419974C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77495" y="6053084"/>
                <a:ext cx="1693075" cy="1912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2658BC5-1B7F-5A5E-8A5C-3B7366AA2F55}"/>
                  </a:ext>
                </a:extLst>
              </p14:cNvPr>
              <p14:cNvContentPartPr/>
              <p14:nvPr/>
            </p14:nvContentPartPr>
            <p14:xfrm>
              <a:off x="4253053" y="5767627"/>
              <a:ext cx="2894760" cy="450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2658BC5-1B7F-5A5E-8A5C-3B7366AA2F5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42253" y="5756827"/>
                <a:ext cx="291600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2EA2009-0C3E-E338-8083-5FED5907C3CD}"/>
                  </a:ext>
                </a:extLst>
              </p14:cNvPr>
              <p14:cNvContentPartPr/>
              <p14:nvPr/>
            </p14:nvContentPartPr>
            <p14:xfrm>
              <a:off x="3466453" y="2344027"/>
              <a:ext cx="6037560" cy="3476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2EA2009-0C3E-E338-8083-5FED5907C3C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55654" y="2333227"/>
                <a:ext cx="6058799" cy="34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90E91F9-2F52-7D13-D0B4-CE4729104208}"/>
                  </a:ext>
                </a:extLst>
              </p14:cNvPr>
              <p14:cNvContentPartPr/>
              <p14:nvPr/>
            </p14:nvContentPartPr>
            <p14:xfrm>
              <a:off x="7646773" y="3487027"/>
              <a:ext cx="396720" cy="439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90E91F9-2F52-7D13-D0B4-CE47291042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35973" y="3476227"/>
                <a:ext cx="41796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8A64509-37C0-590E-5D26-917B27FF80FC}"/>
                  </a:ext>
                </a:extLst>
              </p14:cNvPr>
              <p14:cNvContentPartPr/>
              <p14:nvPr/>
            </p14:nvContentPartPr>
            <p14:xfrm>
              <a:off x="6466333" y="4169587"/>
              <a:ext cx="411840" cy="471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8A64509-37C0-590E-5D26-917B27FF80F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55533" y="4158787"/>
                <a:ext cx="43308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3583287-D322-6243-5EBE-C1FBDB205EFF}"/>
                  </a:ext>
                </a:extLst>
              </p14:cNvPr>
              <p14:cNvContentPartPr/>
              <p14:nvPr/>
            </p14:nvContentPartPr>
            <p14:xfrm>
              <a:off x="3914653" y="3582787"/>
              <a:ext cx="684000" cy="174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3583287-D322-6243-5EBE-C1FBDB205E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60653" y="3474787"/>
                <a:ext cx="79164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486F96A-1DAF-77E2-525F-93C3C011ED05}"/>
                  </a:ext>
                </a:extLst>
              </p14:cNvPr>
              <p14:cNvContentPartPr/>
              <p14:nvPr/>
            </p14:nvContentPartPr>
            <p14:xfrm>
              <a:off x="2989453" y="3391627"/>
              <a:ext cx="1889640" cy="15721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486F96A-1DAF-77E2-525F-93C3C011ED0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78653" y="3380827"/>
                <a:ext cx="1910880" cy="15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538339A-EBC4-0BCA-A4C6-6742FDC94B60}"/>
                  </a:ext>
                </a:extLst>
              </p14:cNvPr>
              <p14:cNvContentPartPr/>
              <p14:nvPr/>
            </p14:nvContentPartPr>
            <p14:xfrm>
              <a:off x="3389413" y="4185427"/>
              <a:ext cx="4495320" cy="270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538339A-EBC4-0BCA-A4C6-6742FDC94B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35413" y="4077283"/>
                <a:ext cx="4602960" cy="486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AD048A5-F04E-07CF-61BC-785377D24540}"/>
                  </a:ext>
                </a:extLst>
              </p14:cNvPr>
              <p14:cNvContentPartPr/>
              <p14:nvPr/>
            </p14:nvContentPartPr>
            <p14:xfrm>
              <a:off x="7688533" y="1687387"/>
              <a:ext cx="206640" cy="2998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AD048A5-F04E-07CF-61BC-785377D2454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34533" y="1579400"/>
                <a:ext cx="314280" cy="32144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798B426-DBBF-5253-1665-67ED1FDCF421}"/>
                  </a:ext>
                </a:extLst>
              </p14:cNvPr>
              <p14:cNvContentPartPr/>
              <p14:nvPr/>
            </p14:nvContentPartPr>
            <p14:xfrm>
              <a:off x="7863133" y="1862347"/>
              <a:ext cx="121680" cy="3088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798B426-DBBF-5253-1665-67ED1FDCF42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09133" y="1754347"/>
                <a:ext cx="229320" cy="33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5C93406-3EDA-AA60-B298-67960438FCB3}"/>
                  </a:ext>
                </a:extLst>
              </p14:cNvPr>
              <p14:cNvContentPartPr/>
              <p14:nvPr/>
            </p14:nvContentPartPr>
            <p14:xfrm>
              <a:off x="3772813" y="4159147"/>
              <a:ext cx="4759200" cy="4237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5C93406-3EDA-AA60-B298-67960438FCB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18817" y="4051147"/>
                <a:ext cx="4866832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3FC10D3-536B-E54D-D92C-940B729818B2}"/>
                  </a:ext>
                </a:extLst>
              </p14:cNvPr>
              <p14:cNvContentPartPr/>
              <p14:nvPr/>
            </p14:nvContentPartPr>
            <p14:xfrm>
              <a:off x="7848013" y="1674427"/>
              <a:ext cx="110880" cy="31237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3FC10D3-536B-E54D-D92C-940B729818B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94013" y="1566427"/>
                <a:ext cx="218520" cy="33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7EC0AB8-E0BF-F22F-456E-1665A92A9AEF}"/>
                  </a:ext>
                </a:extLst>
              </p14:cNvPr>
              <p14:cNvContentPartPr/>
              <p14:nvPr/>
            </p14:nvContentPartPr>
            <p14:xfrm>
              <a:off x="2667253" y="2622307"/>
              <a:ext cx="2090160" cy="14630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7EC0AB8-E0BF-F22F-456E-1665A92A9AE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656451" y="2611510"/>
                <a:ext cx="2111404" cy="14842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533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9016-91F0-DE65-3385-38D8FB6D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9708A4B6-86D6-F119-33D8-81F7B4A33D2C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FE115-01D3-7432-8193-B0FB28C7FDC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4C3FE7-D188-727B-D3A9-2403ACA5C927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DBA12C-F30D-1606-0501-D288E188F7A1}"/>
              </a:ext>
            </a:extLst>
          </p:cNvPr>
          <p:cNvSpPr txBox="1"/>
          <p:nvPr/>
        </p:nvSpPr>
        <p:spPr>
          <a:xfrm>
            <a:off x="82296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8F18A5-1CD0-BC12-DF0A-A101542C7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003713"/>
              </p:ext>
            </p:extLst>
          </p:nvPr>
        </p:nvGraphicFramePr>
        <p:xfrm>
          <a:off x="3657600" y="1828800"/>
          <a:ext cx="5943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22, 25, 27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22, 25, 27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4F6AB9-33CA-2794-8ADB-116D4DB2AD7E}"/>
                  </a:ext>
                </a:extLst>
              </p14:cNvPr>
              <p14:cNvContentPartPr/>
              <p14:nvPr/>
            </p14:nvContentPartPr>
            <p14:xfrm>
              <a:off x="5106253" y="4233307"/>
              <a:ext cx="84960" cy="32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4F6AB9-33CA-2794-8ADB-116D4DB2AD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2253" y="4125307"/>
                <a:ext cx="1926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170CD4B-97D7-3248-C0B7-B3109FEE1A3D}"/>
                  </a:ext>
                </a:extLst>
              </p14:cNvPr>
              <p14:cNvContentPartPr/>
              <p14:nvPr/>
            </p14:nvContentPartPr>
            <p14:xfrm>
              <a:off x="3857413" y="4375867"/>
              <a:ext cx="79560" cy="82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170CD4B-97D7-3248-C0B7-B3109FEE1A3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3413" y="4267867"/>
                <a:ext cx="18720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670FBF-F99A-44F7-F4F0-41114678AFC2}"/>
                  </a:ext>
                </a:extLst>
              </p14:cNvPr>
              <p14:cNvContentPartPr/>
              <p14:nvPr/>
            </p14:nvContentPartPr>
            <p14:xfrm>
              <a:off x="7139533" y="2921467"/>
              <a:ext cx="565560" cy="592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670FBF-F99A-44F7-F4F0-41114678AF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24053" y="2905987"/>
                <a:ext cx="596160" cy="62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4188881-B2A2-7ECC-672F-6C4592704B52}"/>
                  </a:ext>
                </a:extLst>
              </p14:cNvPr>
              <p14:cNvContentPartPr/>
              <p14:nvPr/>
            </p14:nvContentPartPr>
            <p14:xfrm>
              <a:off x="5625733" y="3809587"/>
              <a:ext cx="677160" cy="7300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4188881-B2A2-7ECC-672F-6C4592704B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0253" y="3794107"/>
                <a:ext cx="707760" cy="76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912A852-AC2B-BACC-3DEF-34E6A60F6CF1}"/>
                  </a:ext>
                </a:extLst>
              </p14:cNvPr>
              <p14:cNvContentPartPr/>
              <p14:nvPr/>
            </p14:nvContentPartPr>
            <p14:xfrm>
              <a:off x="3116533" y="3084907"/>
              <a:ext cx="778320" cy="1222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912A852-AC2B-BACC-3DEF-34E6A60F6C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01046" y="3069427"/>
                <a:ext cx="808934" cy="12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002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063B-592F-E737-BEC2-EB42F3ED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054FCF62-3F96-4F9A-9836-D8248B2AD8AD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54719-F300-F080-151D-3C332EE787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6B97B-9839-1EC2-2B12-DBE136B6A556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E52B7-1173-300E-C924-F4F66ACA5D0B}"/>
              </a:ext>
            </a:extLst>
          </p:cNvPr>
          <p:cNvSpPr txBox="1"/>
          <p:nvPr/>
        </p:nvSpPr>
        <p:spPr>
          <a:xfrm>
            <a:off x="82296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20226F-09AD-9F1D-A6DA-12FBF6A73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307585"/>
              </p:ext>
            </p:extLst>
          </p:nvPr>
        </p:nvGraphicFramePr>
        <p:xfrm>
          <a:off x="3657600" y="1828800"/>
          <a:ext cx="5943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18, 22, 25, 27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18, 22, 25, 27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65299B-556D-9D17-79D5-A4595486A167}"/>
              </a:ext>
            </a:extLst>
          </p:cNvPr>
          <p:cNvSpPr txBox="1"/>
          <p:nvPr/>
        </p:nvSpPr>
        <p:spPr>
          <a:xfrm>
            <a:off x="3657600" y="566928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Merge: ((18,22,25,27), (42,43))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328679F-95A9-2561-430C-ABE05DAE99F6}"/>
                  </a:ext>
                </a:extLst>
              </p14:cNvPr>
              <p14:cNvContentPartPr/>
              <p14:nvPr/>
            </p14:nvContentPartPr>
            <p14:xfrm>
              <a:off x="4524853" y="6048067"/>
              <a:ext cx="2042280" cy="1008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328679F-95A9-2561-430C-ABE05DAE99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4055" y="6037267"/>
                <a:ext cx="2063516" cy="12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599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7584-0F98-76DE-59A6-A08687E5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AACB4119-5F29-1A93-7541-C3B1D7681D9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C93AB-6C1A-A6C5-63FF-F32C61894E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ACD68-9A07-5EAE-CFC0-D2241E5B6561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661F31-1814-1799-B593-BD7D9AC84B73}"/>
              </a:ext>
            </a:extLst>
          </p:cNvPr>
          <p:cNvSpPr txBox="1"/>
          <p:nvPr/>
        </p:nvSpPr>
        <p:spPr>
          <a:xfrm>
            <a:off x="82296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B762CB-329B-8898-43B6-CB8FA4359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634410"/>
              </p:ext>
            </p:extLst>
          </p:nvPr>
        </p:nvGraphicFramePr>
        <p:xfrm>
          <a:off x="3657600" y="1828800"/>
          <a:ext cx="594360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18, 22, 25, 27, 42, 43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18, 22, 25, 27, 42, 43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714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A4B4-A84C-7189-8EBE-B51DF03E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F9E50185-6F18-50C4-0234-0E7857F470C1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28D1-733B-B1BE-53A0-4722B60FBB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288B9-01E7-B3B9-48A1-3777E8966166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FBB5A-6C59-749E-7F17-6FAAC0EFD9F6}"/>
              </a:ext>
            </a:extLst>
          </p:cNvPr>
          <p:cNvSpPr txBox="1"/>
          <p:nvPr/>
        </p:nvSpPr>
        <p:spPr>
          <a:xfrm>
            <a:off x="822960" y="1371600"/>
            <a:ext cx="14737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Step – </a:t>
            </a:r>
            <a:r>
              <a:rPr lang="en-US"/>
              <a:t>5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D1D196-F0B0-3199-CDF3-B25DC05C6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98087"/>
              </p:ext>
            </p:extLst>
          </p:nvPr>
        </p:nvGraphicFramePr>
        <p:xfrm>
          <a:off x="3284046" y="2630226"/>
          <a:ext cx="5943599" cy="2245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7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378">
                  <a:extLst>
                    <a:ext uri="{9D8B030D-6E8A-4147-A177-3AD203B41FA5}">
                      <a16:colId xmlns:a16="http://schemas.microsoft.com/office/drawing/2014/main" val="974745465"/>
                    </a:ext>
                  </a:extLst>
                </a:gridCol>
                <a:gridCol w="302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7215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rgbClr val="C00000"/>
                          </a:solidFill>
                        </a:rPr>
                        <a:t>18, 22, 25, 27, </a:t>
                      </a:r>
                      <a:endParaRPr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42, 43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114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t>18, 22, 25, 27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</a:t>
                      </a:r>
                      <a:endParaRPr b="1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rPr lang="en-US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15</a:t>
                      </a:r>
                      <a:endParaRPr b="1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/>
                        <a:t>42, 43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15</a:t>
                      </a:r>
                      <a:endParaRPr b="1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46C8"/>
                          </a:solidFill>
                        </a:defRPr>
                      </a:pPr>
                      <a:r>
                        <a:rPr lang="en-US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</a:t>
                      </a:r>
                      <a:endParaRPr b="1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0059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852CB5-E3E8-4848-F478-883082DC8D8C}"/>
              </a:ext>
            </a:extLst>
          </p:cNvPr>
          <p:cNvSpPr txBox="1"/>
          <p:nvPr/>
        </p:nvSpPr>
        <p:spPr>
          <a:xfrm>
            <a:off x="3474720" y="5410198"/>
            <a:ext cx="37813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Merge: (</a:t>
            </a:r>
            <a:r>
              <a:rPr lang="en-US"/>
              <a:t>(42,43),</a:t>
            </a:r>
            <a:r>
              <a:t>((25,27),22), 18)</a:t>
            </a:r>
          </a:p>
        </p:txBody>
      </p:sp>
    </p:spTree>
    <p:extLst>
      <p:ext uri="{BB962C8B-B14F-4D97-AF65-F5344CB8AC3E}">
        <p14:creationId xmlns:p14="http://schemas.microsoft.com/office/powerpoint/2010/main" val="4238955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4C3B5-CB15-5ADA-647F-1B706859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7D33B0F4-BC68-5CFD-05BC-48D8ECBD2C62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0D141-61F5-D6AB-C07F-9691B674CB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6CA4D-A51A-35BE-601B-4F24A754FF6E}"/>
              </a:ext>
            </a:extLst>
          </p:cNvPr>
          <p:cNvSpPr txBox="1"/>
          <p:nvPr/>
        </p:nvSpPr>
        <p:spPr>
          <a:xfrm>
            <a:off x="526943" y="364210"/>
            <a:ext cx="79973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- Single</a:t>
            </a:r>
          </a:p>
        </p:txBody>
      </p:sp>
      <p:pic>
        <p:nvPicPr>
          <p:cNvPr id="6" name="Picture 5" descr="72CAD628-5946-4DBE-BECA-7F4BF8333F28.jpeg">
            <a:extLst>
              <a:ext uri="{FF2B5EF4-FFF2-40B4-BE49-F238E27FC236}">
                <a16:creationId xmlns:a16="http://schemas.microsoft.com/office/drawing/2014/main" id="{8907005B-1BDA-3DB9-DAAB-AC5003D0DA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65" r="9901" b="6669"/>
          <a:stretch>
            <a:fillRect/>
          </a:stretch>
        </p:blipFill>
        <p:spPr>
          <a:xfrm>
            <a:off x="2756610" y="1906597"/>
            <a:ext cx="6678779" cy="35798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D3403D-DDEF-E149-4076-3D048F9D5246}"/>
                  </a:ext>
                </a:extLst>
              </p14:cNvPr>
              <p14:cNvContentPartPr/>
              <p14:nvPr/>
            </p14:nvContentPartPr>
            <p14:xfrm>
              <a:off x="2767735" y="5051271"/>
              <a:ext cx="1659960" cy="893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D3403D-DDEF-E149-4076-3D048F9D52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04735" y="4988271"/>
                <a:ext cx="1785600" cy="101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460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8862-0BD2-9427-1DE3-875993F7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ED38F714-0157-D556-9AD3-57F0B69EB1A2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B3AA1-6BC8-C77A-CD8B-A5403527EF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EDE17-3D9B-ECEB-BD85-807446EE0A1B}"/>
              </a:ext>
            </a:extLst>
          </p:cNvPr>
          <p:cNvSpPr txBox="1"/>
          <p:nvPr/>
        </p:nvSpPr>
        <p:spPr>
          <a:xfrm>
            <a:off x="1167279" y="2565700"/>
            <a:ext cx="98574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>
                <a:solidFill>
                  <a:schemeClr val="tx2">
                    <a:lumMod val="90000"/>
                    <a:lumOff val="10000"/>
                  </a:schemeClr>
                </a:solidFill>
              </a:rPr>
              <a:t>Agglomerative Hierarchical Clustering</a:t>
            </a:r>
          </a:p>
          <a:p>
            <a:pPr algn="ctr"/>
            <a:r>
              <a:rPr lang="en-US" sz="4800">
                <a:solidFill>
                  <a:schemeClr val="tx2">
                    <a:lumMod val="90000"/>
                    <a:lumOff val="10000"/>
                  </a:schemeClr>
                </a:solidFill>
              </a:rPr>
              <a:t> – Complete Linkage </a:t>
            </a:r>
          </a:p>
        </p:txBody>
      </p:sp>
    </p:spTree>
    <p:extLst>
      <p:ext uri="{BB962C8B-B14F-4D97-AF65-F5344CB8AC3E}">
        <p14:creationId xmlns:p14="http://schemas.microsoft.com/office/powerpoint/2010/main" val="514381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C7FB-9165-F6A4-6D92-538478D6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F766D58A-BCDD-D740-5236-9D57454E394C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E1636-748E-2698-BB7A-A8356D5661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48203-0C99-4116-A766-6EE171F85DB9}"/>
              </a:ext>
            </a:extLst>
          </p:cNvPr>
          <p:cNvSpPr txBox="1"/>
          <p:nvPr/>
        </p:nvSpPr>
        <p:spPr>
          <a:xfrm>
            <a:off x="526943" y="364210"/>
            <a:ext cx="1026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– Complete Linkage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B53B57-288B-E287-E32C-70F6E586B1ED}"/>
              </a:ext>
            </a:extLst>
          </p:cNvPr>
          <p:cNvSpPr txBox="1"/>
          <p:nvPr/>
        </p:nvSpPr>
        <p:spPr>
          <a:xfrm>
            <a:off x="422031" y="2161011"/>
            <a:ext cx="100443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</a:t>
            </a:r>
            <a:r>
              <a:rPr lang="en-US"/>
              <a:t>Given a one dimensional </a:t>
            </a:r>
            <a:r>
              <a:t>Dataset: {1, 5, 8, 10, 2}</a:t>
            </a:r>
            <a:r>
              <a:rPr lang="en-US"/>
              <a:t>, use the agglomerative clustering with the complex link with Euclidian distance to establish a hierarchical grouping relationship.</a:t>
            </a:r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rPr lang="en-US"/>
              <a:t>By using the cutting threshold of 5, how many clusters are there?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DACD3D3-4916-3D46-CF54-0412D49F12C1}"/>
                  </a:ext>
                </a:extLst>
              </p14:cNvPr>
              <p14:cNvContentPartPr/>
              <p14:nvPr/>
            </p14:nvContentPartPr>
            <p14:xfrm>
              <a:off x="3915733" y="2359867"/>
              <a:ext cx="3093480" cy="4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DACD3D3-4916-3D46-CF54-0412D49F12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61739" y="2251867"/>
                <a:ext cx="3201107" cy="26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1063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DD26-3823-7D5D-11D2-2FBEBDC5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5D19F23A-6CBC-6D14-EA20-4D47D2BD0DA4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6B57A-22FC-42DC-1EAC-786033F688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A7B74-CBC8-8B49-12FB-DA8F7BB30B3E}"/>
              </a:ext>
            </a:extLst>
          </p:cNvPr>
          <p:cNvSpPr txBox="1"/>
          <p:nvPr/>
        </p:nvSpPr>
        <p:spPr>
          <a:xfrm>
            <a:off x="526943" y="364210"/>
            <a:ext cx="1026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– Complete Linkage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8B7EEE-0124-B9B2-AAF2-44CC7F357D6A}"/>
                  </a:ext>
                </a:extLst>
              </p14:cNvPr>
              <p14:cNvContentPartPr/>
              <p14:nvPr/>
            </p14:nvContentPartPr>
            <p14:xfrm>
              <a:off x="2887615" y="4822311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8B7EEE-0124-B9B2-AAF2-44CC7F357D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4615" y="47593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261B414-9707-04CC-83A3-3B563BCFDA5D}"/>
                  </a:ext>
                </a:extLst>
              </p14:cNvPr>
              <p14:cNvContentPartPr/>
              <p14:nvPr/>
            </p14:nvContentPartPr>
            <p14:xfrm>
              <a:off x="2795095" y="2268111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261B414-9707-04CC-83A3-3B563BCFDA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2095" y="220511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E1EACE5-7D7C-33D8-1BFF-271B6C4A939A}"/>
                  </a:ext>
                </a:extLst>
              </p14:cNvPr>
              <p14:cNvContentPartPr/>
              <p14:nvPr/>
            </p14:nvContentPartPr>
            <p14:xfrm>
              <a:off x="2287495" y="3698751"/>
              <a:ext cx="160560" cy="349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E1EACE5-7D7C-33D8-1BFF-271B6C4A93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24353" y="3635751"/>
                <a:ext cx="286482" cy="4755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8F3F0FED-3210-9852-C1FB-5EA5B66920A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596" t="13060" r="10674" b="8652"/>
          <a:stretch>
            <a:fillRect/>
          </a:stretch>
        </p:blipFill>
        <p:spPr>
          <a:xfrm>
            <a:off x="970226" y="1561770"/>
            <a:ext cx="10087899" cy="46139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A240022-58BF-0188-ABCF-A9A1DE130639}"/>
                  </a:ext>
                </a:extLst>
              </p14:cNvPr>
              <p14:cNvContentPartPr/>
              <p14:nvPr/>
            </p14:nvContentPartPr>
            <p14:xfrm>
              <a:off x="9164893" y="1733107"/>
              <a:ext cx="169920" cy="8676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A240022-58BF-0188-ABCF-A9A1DE1306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54070" y="1722307"/>
                <a:ext cx="191205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414A0B3-FFAD-ED9F-1B31-EEBC7490B41B}"/>
                  </a:ext>
                </a:extLst>
              </p14:cNvPr>
              <p14:cNvContentPartPr/>
              <p14:nvPr/>
            </p14:nvContentPartPr>
            <p14:xfrm>
              <a:off x="4249453" y="4939987"/>
              <a:ext cx="1926000" cy="740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414A0B3-FFAD-ED9F-1B31-EEBC7490B4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238653" y="4929187"/>
                <a:ext cx="1947240" cy="7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62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9474-CCE5-CACA-AD9D-B937512C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78D1B66C-861D-E1B1-A332-1B791AA0E067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F4498-F34A-5AC6-8026-6B15254D9B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C0C39-D93C-A23C-DAC2-62985C7432A8}"/>
              </a:ext>
            </a:extLst>
          </p:cNvPr>
          <p:cNvSpPr txBox="1"/>
          <p:nvPr/>
        </p:nvSpPr>
        <p:spPr>
          <a:xfrm>
            <a:off x="274320" y="2095304"/>
            <a:ext cx="71510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• d(2, {1,5}) = max{ d(2,1), d(2,5) } = max {4, 3} = 4</a:t>
            </a:r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t>• d(3, {1,5}) = max{ d(3,1), d(3,5) } = max {7, 6} = 7</a:t>
            </a:r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t>• d(4, {1,5}) = max{ d(4,1), d(4,5) } = max {9, 8} = 9</a:t>
            </a:r>
          </a:p>
          <a:p>
            <a:pPr>
              <a:defRPr sz="2400"/>
            </a:pPr>
            <a:endParaRPr lang="en-US"/>
          </a:p>
          <a:p>
            <a:pPr>
              <a:defRPr sz="2400"/>
            </a:pPr>
            <a:r>
              <a:t>• Let the 1st column (row) denote the distances</a:t>
            </a:r>
            <a:endParaRPr lang="en-US"/>
          </a:p>
          <a:p>
            <a:pPr>
              <a:defRPr sz="2400"/>
            </a:pPr>
            <a:r>
              <a:t> between this cluster and other points, </a:t>
            </a:r>
            <a:endParaRPr lang="en-US"/>
          </a:p>
          <a:p>
            <a:pPr>
              <a:defRPr sz="2400"/>
            </a:pPr>
            <a:r>
              <a:t>we have the following distance matrix: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618939-3396-12DA-266C-B4EC3930A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908916"/>
              </p:ext>
            </p:extLst>
          </p:nvPr>
        </p:nvGraphicFramePr>
        <p:xfrm>
          <a:off x="7737231" y="1426024"/>
          <a:ext cx="420624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D41461-F2EB-B86B-02F0-9F3A18968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936027"/>
              </p:ext>
            </p:extLst>
          </p:nvPr>
        </p:nvGraphicFramePr>
        <p:xfrm>
          <a:off x="7737231" y="4064647"/>
          <a:ext cx="420624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85E01A-8498-D09C-526F-6E1E9D2F4D4B}"/>
              </a:ext>
            </a:extLst>
          </p:cNvPr>
          <p:cNvSpPr txBox="1"/>
          <p:nvPr/>
        </p:nvSpPr>
        <p:spPr>
          <a:xfrm>
            <a:off x="526943" y="364210"/>
            <a:ext cx="1026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– Complete Linkage 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5E8935BD-364D-8701-8B81-C9C5C631218E}"/>
              </a:ext>
            </a:extLst>
          </p:cNvPr>
          <p:cNvSpPr/>
          <p:nvPr/>
        </p:nvSpPr>
        <p:spPr>
          <a:xfrm>
            <a:off x="8441410" y="4459458"/>
            <a:ext cx="153950" cy="170830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4B14DD96-DF62-FC1E-5929-C2DCBA18A83D}"/>
              </a:ext>
            </a:extLst>
          </p:cNvPr>
          <p:cNvSpPr/>
          <p:nvPr/>
        </p:nvSpPr>
        <p:spPr>
          <a:xfrm>
            <a:off x="11226018" y="4459458"/>
            <a:ext cx="253219" cy="1708309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3F4258CA-8515-6E98-1685-20D6073A1DAA}"/>
              </a:ext>
            </a:extLst>
          </p:cNvPr>
          <p:cNvSpPr/>
          <p:nvPr/>
        </p:nvSpPr>
        <p:spPr>
          <a:xfrm>
            <a:off x="8412482" y="1854951"/>
            <a:ext cx="253218" cy="204714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F0BB6A50-E76A-9AC3-628C-333217B70946}"/>
              </a:ext>
            </a:extLst>
          </p:cNvPr>
          <p:cNvSpPr/>
          <p:nvPr/>
        </p:nvSpPr>
        <p:spPr>
          <a:xfrm>
            <a:off x="11324491" y="1840731"/>
            <a:ext cx="239151" cy="2047141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7DD3596-A279-D58F-E217-C211E2DB24AB}"/>
                  </a:ext>
                </a:extLst>
              </p14:cNvPr>
              <p14:cNvContentPartPr/>
              <p14:nvPr/>
            </p14:nvContentPartPr>
            <p14:xfrm>
              <a:off x="8353093" y="3365347"/>
              <a:ext cx="515520" cy="566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7DD3596-A279-D58F-E217-C211E2DB24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2293" y="3354547"/>
                <a:ext cx="536760" cy="5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902692F-F87C-9317-6966-E8727FA19A62}"/>
                  </a:ext>
                </a:extLst>
              </p14:cNvPr>
              <p14:cNvContentPartPr/>
              <p14:nvPr/>
            </p14:nvContentPartPr>
            <p14:xfrm>
              <a:off x="11228773" y="1830667"/>
              <a:ext cx="396720" cy="423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902692F-F87C-9317-6966-E8727FA19A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17973" y="1819867"/>
                <a:ext cx="41796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03391DD-57E4-EEC3-25D8-8839A1F92DB8}"/>
                  </a:ext>
                </a:extLst>
              </p14:cNvPr>
              <p14:cNvContentPartPr/>
              <p14:nvPr/>
            </p14:nvContentPartPr>
            <p14:xfrm>
              <a:off x="11215813" y="1724827"/>
              <a:ext cx="383040" cy="69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03391DD-57E4-EEC3-25D8-8839A1F92D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05023" y="1714027"/>
                <a:ext cx="4042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2B2DC3E-945B-2EAE-BB7B-15A367569474}"/>
                  </a:ext>
                </a:extLst>
              </p14:cNvPr>
              <p14:cNvContentPartPr/>
              <p14:nvPr/>
            </p14:nvContentPartPr>
            <p14:xfrm>
              <a:off x="8400613" y="1730227"/>
              <a:ext cx="659160" cy="143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2B2DC3E-945B-2EAE-BB7B-15A36756947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89807" y="1719427"/>
                <a:ext cx="680412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36CD73A-5828-FA38-EFF3-73A7D4B6F356}"/>
                  </a:ext>
                </a:extLst>
              </p14:cNvPr>
              <p14:cNvContentPartPr/>
              <p14:nvPr/>
            </p14:nvContentPartPr>
            <p14:xfrm>
              <a:off x="7702573" y="3709867"/>
              <a:ext cx="563400" cy="208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36CD73A-5828-FA38-EFF3-73A7D4B6F35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91766" y="3699067"/>
                <a:ext cx="584654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4767D0-BEC7-BCB3-5E56-98FD4323CBDA}"/>
                  </a:ext>
                </a:extLst>
              </p14:cNvPr>
              <p14:cNvContentPartPr/>
              <p14:nvPr/>
            </p14:nvContentPartPr>
            <p14:xfrm>
              <a:off x="7693933" y="2132347"/>
              <a:ext cx="511200" cy="53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4767D0-BEC7-BCB3-5E56-98FD4323CBD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83141" y="2121547"/>
                <a:ext cx="532425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8D428D6-89E7-498B-1A76-F15FCEB03054}"/>
                  </a:ext>
                </a:extLst>
              </p14:cNvPr>
              <p14:cNvContentPartPr/>
              <p14:nvPr/>
            </p14:nvContentPartPr>
            <p14:xfrm>
              <a:off x="6990133" y="1371667"/>
              <a:ext cx="655560" cy="5702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8D428D6-89E7-498B-1A76-F15FCEB0305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79333" y="1360867"/>
                <a:ext cx="67680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C4A6262-5C3F-1CA4-E65E-DC96F88EF66E}"/>
                  </a:ext>
                </a:extLst>
              </p14:cNvPr>
              <p14:cNvContentPartPr/>
              <p14:nvPr/>
            </p14:nvContentPartPr>
            <p14:xfrm>
              <a:off x="389173" y="1915267"/>
              <a:ext cx="6958800" cy="2423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C4A6262-5C3F-1CA4-E65E-DC96F88EF66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78373" y="1904465"/>
                <a:ext cx="6980040" cy="2444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7FB333-5B73-E87C-E2DC-3471F79E1226}"/>
                  </a:ext>
                </a:extLst>
              </p14:cNvPr>
              <p14:cNvContentPartPr/>
              <p14:nvPr/>
            </p14:nvContentPartPr>
            <p14:xfrm>
              <a:off x="10202053" y="5323747"/>
              <a:ext cx="1302480" cy="9471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7FB333-5B73-E87C-E2DC-3471F79E122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191253" y="5312943"/>
                <a:ext cx="1323720" cy="968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DCF467A7-EDC0-6D28-921B-557148F4EB44}"/>
                  </a:ext>
                </a:extLst>
              </p14:cNvPr>
              <p14:cNvContentPartPr/>
              <p14:nvPr/>
            </p14:nvContentPartPr>
            <p14:xfrm>
              <a:off x="10152013" y="4349587"/>
              <a:ext cx="1333440" cy="1699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DCF467A7-EDC0-6D28-921B-557148F4EB4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41210" y="4338787"/>
                <a:ext cx="1354686" cy="19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5623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0DB2D-5E3F-2935-ABF4-1BAC2FE5C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91BE379D-CD11-1D6A-6E7A-4D356E584C5D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15DA8-70AE-77BE-950A-2CA3E91919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2693A4-B572-19F3-14E4-E7F27A982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442150"/>
              </p:ext>
            </p:extLst>
          </p:nvPr>
        </p:nvGraphicFramePr>
        <p:xfrm>
          <a:off x="8471890" y="1376980"/>
          <a:ext cx="4206240" cy="237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</a:t>
                      </a:r>
                      <a:r>
                        <a:rPr lang="en-US"/>
                        <a:t>,5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</a:t>
                      </a:r>
                      <a:r>
                        <a:rPr lang="en-US"/>
                        <a:t>,5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F60AE2-C22A-9AEE-6522-F3A30DFAD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60400"/>
              </p:ext>
            </p:extLst>
          </p:nvPr>
        </p:nvGraphicFramePr>
        <p:xfrm>
          <a:off x="8359349" y="3992219"/>
          <a:ext cx="420624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  <a:r>
                        <a:rPr lang="en-US"/>
                        <a:t>,4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  <a:r>
                        <a:rPr lang="en-US"/>
                        <a:t>,4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3AE8161-F147-62A4-919F-AF83876DA086}"/>
              </a:ext>
            </a:extLst>
          </p:cNvPr>
          <p:cNvSpPr txBox="1"/>
          <p:nvPr/>
        </p:nvSpPr>
        <p:spPr>
          <a:xfrm>
            <a:off x="526943" y="364210"/>
            <a:ext cx="1026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– Complete Linkage 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6F93D7A3-770D-0938-E7CB-64761D519AAD}"/>
              </a:ext>
            </a:extLst>
          </p:cNvPr>
          <p:cNvSpPr/>
          <p:nvPr/>
        </p:nvSpPr>
        <p:spPr>
          <a:xfrm>
            <a:off x="9176069" y="4410414"/>
            <a:ext cx="224290" cy="133643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A6CA2AB6-C70A-83B1-3406-1048CDAD7455}"/>
              </a:ext>
            </a:extLst>
          </p:cNvPr>
          <p:cNvSpPr/>
          <p:nvPr/>
        </p:nvSpPr>
        <p:spPr>
          <a:xfrm>
            <a:off x="11155719" y="4410414"/>
            <a:ext cx="153950" cy="1336431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ket 8">
            <a:extLst>
              <a:ext uri="{FF2B5EF4-FFF2-40B4-BE49-F238E27FC236}">
                <a16:creationId xmlns:a16="http://schemas.microsoft.com/office/drawing/2014/main" id="{44DF6F05-5421-88AD-AAC5-8649D1551423}"/>
              </a:ext>
            </a:extLst>
          </p:cNvPr>
          <p:cNvSpPr/>
          <p:nvPr/>
        </p:nvSpPr>
        <p:spPr>
          <a:xfrm>
            <a:off x="9176069" y="1805907"/>
            <a:ext cx="224290" cy="157404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ket 9">
            <a:extLst>
              <a:ext uri="{FF2B5EF4-FFF2-40B4-BE49-F238E27FC236}">
                <a16:creationId xmlns:a16="http://schemas.microsoft.com/office/drawing/2014/main" id="{9A36AD4E-464D-16EB-ADBC-0DC5B051535A}"/>
              </a:ext>
            </a:extLst>
          </p:cNvPr>
          <p:cNvSpPr/>
          <p:nvPr/>
        </p:nvSpPr>
        <p:spPr>
          <a:xfrm>
            <a:off x="11530632" y="1805907"/>
            <a:ext cx="232268" cy="157405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C1F6B-D38C-E994-4B7F-BA7C9B3B601B}"/>
              </a:ext>
            </a:extLst>
          </p:cNvPr>
          <p:cNvSpPr txBox="1"/>
          <p:nvPr/>
        </p:nvSpPr>
        <p:spPr>
          <a:xfrm>
            <a:off x="126609" y="1805907"/>
            <a:ext cx="834528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• From the above distance matrix, we can see the distance between points 3 and 4 is smallest.</a:t>
            </a:r>
          </a:p>
          <a:p>
            <a:pPr>
              <a:defRPr sz="2200"/>
            </a:pPr>
            <a:r>
              <a:t>• Hence, they merge together to form a cluster {3, 4}.</a:t>
            </a:r>
          </a:p>
          <a:p>
            <a:pPr>
              <a:defRPr sz="2200"/>
            </a:pPr>
            <a:r>
              <a:t>• Using the complete link, we have the distance between different points/clusters as follows:</a:t>
            </a:r>
          </a:p>
          <a:p>
            <a:pPr>
              <a:defRPr sz="2400"/>
            </a:pPr>
            <a:r>
              <a:t>• d({1,5}, {3,4}) = max{ d({1,5}, 3), d({1,5}, 4) } = max{ 7, 9 } = 9</a:t>
            </a:r>
          </a:p>
          <a:p>
            <a:pPr>
              <a:defRPr sz="2400"/>
            </a:pPr>
            <a:r>
              <a:t>• d(2, {3,4}) = max{ d(2,3), d(2,4) } = max{ 3, 5 } = 5</a:t>
            </a:r>
          </a:p>
          <a:p>
            <a:pPr>
              <a:defRPr sz="2200"/>
            </a:pPr>
            <a:endParaRPr lang="en-US"/>
          </a:p>
          <a:p>
            <a:pPr>
              <a:defRPr sz="2200"/>
            </a:pPr>
            <a:r>
              <a:t>• Thus, we can update the distance matrix, </a:t>
            </a:r>
            <a:endParaRPr lang="en-US"/>
          </a:p>
          <a:p>
            <a:pPr>
              <a:defRPr sz="2200"/>
            </a:pPr>
            <a:r>
              <a:t>where row 2 corresponds to point 2, rows 1 and 3 </a:t>
            </a:r>
            <a:endParaRPr lang="en-US"/>
          </a:p>
          <a:p>
            <a:pPr>
              <a:defRPr sz="2200"/>
            </a:pPr>
            <a:r>
              <a:t>correspond to clusters {1,5} and {3,4}, as follows: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7A0738-DE49-0063-21D5-194F69F6EACA}"/>
                  </a:ext>
                </a:extLst>
              </p14:cNvPr>
              <p14:cNvContentPartPr/>
              <p14:nvPr/>
            </p14:nvContentPartPr>
            <p14:xfrm>
              <a:off x="460093" y="3730387"/>
              <a:ext cx="397080" cy="7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7A0738-DE49-0063-21D5-194F69F6EA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293" y="3719535"/>
                <a:ext cx="418320" cy="95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9945A4C-CA30-9D4F-4B92-7240477212CF}"/>
                  </a:ext>
                </a:extLst>
              </p14:cNvPr>
              <p14:cNvContentPartPr/>
              <p14:nvPr/>
            </p14:nvContentPartPr>
            <p14:xfrm>
              <a:off x="425533" y="3675307"/>
              <a:ext cx="1644480" cy="76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9945A4C-CA30-9D4F-4B92-7240477212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1533" y="3567307"/>
                <a:ext cx="17521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99EC6E-CF57-18BE-8000-E487ACDF1657}"/>
                  </a:ext>
                </a:extLst>
              </p14:cNvPr>
              <p14:cNvContentPartPr/>
              <p14:nvPr/>
            </p14:nvContentPartPr>
            <p14:xfrm>
              <a:off x="466573" y="4084987"/>
              <a:ext cx="1259280" cy="100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99EC6E-CF57-18BE-8000-E487ACDF16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2558" y="3976987"/>
                <a:ext cx="1366951" cy="3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483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C809D-2155-F061-F170-C0A1B692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68">
            <a:extLst>
              <a:ext uri="{FF2B5EF4-FFF2-40B4-BE49-F238E27FC236}">
                <a16:creationId xmlns:a16="http://schemas.microsoft.com/office/drawing/2014/main" id="{184A290F-ABBE-F9BA-08FD-0D64A49800C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089CD-A68B-083F-CA7C-C783FF8E92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798168-74EE-EF33-517B-A868818B9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733941"/>
              </p:ext>
            </p:extLst>
          </p:nvPr>
        </p:nvGraphicFramePr>
        <p:xfrm>
          <a:off x="8471890" y="1514140"/>
          <a:ext cx="420624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  <a:r>
                        <a:rPr lang="en-US"/>
                        <a:t>,4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1,5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t>3</a:t>
                      </a:r>
                      <a:r>
                        <a:rPr lang="en-US"/>
                        <a:t>,4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EDEF6D-26D5-18CC-907F-27A440D6A2B9}"/>
              </a:ext>
            </a:extLst>
          </p:cNvPr>
          <p:cNvSpPr txBox="1"/>
          <p:nvPr/>
        </p:nvSpPr>
        <p:spPr>
          <a:xfrm>
            <a:off x="526943" y="364210"/>
            <a:ext cx="1026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– Complete Linkage </a:t>
            </a:r>
          </a:p>
        </p:txBody>
      </p:sp>
      <p:sp>
        <p:nvSpPr>
          <p:cNvPr id="6" name="Left Bracket 5">
            <a:extLst>
              <a:ext uri="{FF2B5EF4-FFF2-40B4-BE49-F238E27FC236}">
                <a16:creationId xmlns:a16="http://schemas.microsoft.com/office/drawing/2014/main" id="{FA1BCF65-92B2-9E4C-9EDB-68F63D309331}"/>
              </a:ext>
            </a:extLst>
          </p:cNvPr>
          <p:cNvSpPr/>
          <p:nvPr/>
        </p:nvSpPr>
        <p:spPr>
          <a:xfrm>
            <a:off x="9288610" y="1932335"/>
            <a:ext cx="224290" cy="1336431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74657FDC-B9F4-E20A-54B8-6C29C74346ED}"/>
              </a:ext>
            </a:extLst>
          </p:cNvPr>
          <p:cNvSpPr/>
          <p:nvPr/>
        </p:nvSpPr>
        <p:spPr>
          <a:xfrm>
            <a:off x="11268260" y="1932335"/>
            <a:ext cx="153950" cy="1336431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8F91D1-C233-2108-55C7-760B9731CC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03430"/>
              </p:ext>
            </p:extLst>
          </p:nvPr>
        </p:nvGraphicFramePr>
        <p:xfrm>
          <a:off x="2679100" y="2780617"/>
          <a:ext cx="2811232" cy="12618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1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8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/>
                        <a:t>[</a:t>
                      </a:r>
                      <a:r>
                        <a:t>1,5</a:t>
                      </a:r>
                      <a:r>
                        <a:rPr lang="en-US"/>
                        <a:t>],2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/>
                        <a:t>[3,4]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/>
                        <a:t>[</a:t>
                      </a:r>
                      <a:r>
                        <a:t>1,5</a:t>
                      </a:r>
                      <a:r>
                        <a:rPr lang="en-US"/>
                        <a:t>], 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C80000"/>
                          </a:solidFill>
                        </a:defRPr>
                      </a:pPr>
                      <a:r>
                        <a:rPr lang="en-US"/>
                        <a:t>[3,4]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rPr lang="en-US"/>
                        <a:t>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Left Bracket 14">
            <a:extLst>
              <a:ext uri="{FF2B5EF4-FFF2-40B4-BE49-F238E27FC236}">
                <a16:creationId xmlns:a16="http://schemas.microsoft.com/office/drawing/2014/main" id="{685DA5AF-03BE-42F9-E2ED-B57BEE7B36FE}"/>
              </a:ext>
            </a:extLst>
          </p:cNvPr>
          <p:cNvSpPr/>
          <p:nvPr/>
        </p:nvSpPr>
        <p:spPr>
          <a:xfrm>
            <a:off x="4015531" y="3200784"/>
            <a:ext cx="239946" cy="841705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ket 15">
            <a:extLst>
              <a:ext uri="{FF2B5EF4-FFF2-40B4-BE49-F238E27FC236}">
                <a16:creationId xmlns:a16="http://schemas.microsoft.com/office/drawing/2014/main" id="{E9A0E110-4031-333E-F563-D64E3C2EB8F9}"/>
              </a:ext>
            </a:extLst>
          </p:cNvPr>
          <p:cNvSpPr/>
          <p:nvPr/>
        </p:nvSpPr>
        <p:spPr>
          <a:xfrm>
            <a:off x="5225350" y="3200784"/>
            <a:ext cx="125099" cy="84170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BA230-8002-ADC1-96A6-7EB84A1EFB11}"/>
              </a:ext>
            </a:extLst>
          </p:cNvPr>
          <p:cNvSpPr txBox="1"/>
          <p:nvPr/>
        </p:nvSpPr>
        <p:spPr>
          <a:xfrm>
            <a:off x="342753" y="1672621"/>
            <a:ext cx="740862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/>
              <a:t>Following the same procedure, we merge point 2 with the cluster {1, 5} to form {1,2,5} and update the distance matrix as follows:.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BC16FD-C564-E829-4C0D-97E381489566}"/>
              </a:ext>
            </a:extLst>
          </p:cNvPr>
          <p:cNvSpPr txBox="1"/>
          <p:nvPr/>
        </p:nvSpPr>
        <p:spPr>
          <a:xfrm>
            <a:off x="342753" y="4839624"/>
            <a:ext cx="89660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/>
              <a:t>After increasing the distance threshold to 9, all clusters would merge</a:t>
            </a:r>
          </a:p>
        </p:txBody>
      </p:sp>
    </p:spTree>
    <p:extLst>
      <p:ext uri="{BB962C8B-B14F-4D97-AF65-F5344CB8AC3E}">
        <p14:creationId xmlns:p14="http://schemas.microsoft.com/office/powerpoint/2010/main" val="2826698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EBD06-E74D-6DB1-E459-55E6C7B3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C7C40-9FEB-652B-39C9-03B41BE02D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41410" y="649287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8E77C-7138-6B4A-024A-8E5A0786C50D}"/>
              </a:ext>
            </a:extLst>
          </p:cNvPr>
          <p:cNvSpPr txBox="1"/>
          <p:nvPr/>
        </p:nvSpPr>
        <p:spPr>
          <a:xfrm>
            <a:off x="526943" y="364210"/>
            <a:ext cx="1026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Agglomerative Hierarchical Clustering – Complete Linkage </a:t>
            </a:r>
          </a:p>
        </p:txBody>
      </p:sp>
      <p:pic>
        <p:nvPicPr>
          <p:cNvPr id="3" name="Picture 2" descr="A graph of a diagram&#10;&#10;AI-generated content may be incorrect.">
            <a:extLst>
              <a:ext uri="{FF2B5EF4-FFF2-40B4-BE49-F238E27FC236}">
                <a16:creationId xmlns:a16="http://schemas.microsoft.com/office/drawing/2014/main" id="{A0897767-E35C-54DA-5D75-D2854DB9D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30" t="10453" r="24344" b="9664"/>
          <a:stretch>
            <a:fillRect/>
          </a:stretch>
        </p:blipFill>
        <p:spPr>
          <a:xfrm>
            <a:off x="2858837" y="1584082"/>
            <a:ext cx="6474325" cy="45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68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DAFC-7D43-8466-3442-986F153A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AE83C3-3E26-1ACA-CD3B-5C8D7BC2BC91}"/>
              </a:ext>
            </a:extLst>
          </p:cNvPr>
          <p:cNvSpPr/>
          <p:nvPr/>
        </p:nvSpPr>
        <p:spPr>
          <a:xfrm>
            <a:off x="1524000" y="0"/>
            <a:ext cx="9144000" cy="1363532"/>
          </a:xfrm>
          <a:prstGeom prst="rect">
            <a:avLst/>
          </a:prstGeom>
          <a:solidFill>
            <a:srgbClr val="083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>
                <a:latin typeface="Hiragino Sans W4" panose="020B0400000000000000" pitchFamily="34" charset="-128"/>
                <a:ea typeface="Hiragino Sans W4" panose="020B0400000000000000" pitchFamily="34" charset="-128"/>
              </a:rPr>
              <a:t>Thank You</a:t>
            </a:r>
          </a:p>
        </p:txBody>
      </p:sp>
      <p:sp>
        <p:nvSpPr>
          <p:cNvPr id="32" name="Shape 68">
            <a:extLst>
              <a:ext uri="{FF2B5EF4-FFF2-40B4-BE49-F238E27FC236}">
                <a16:creationId xmlns:a16="http://schemas.microsoft.com/office/drawing/2014/main" id="{3447E930-ABC5-5469-E56B-09A211F2276E}"/>
              </a:ext>
            </a:extLst>
          </p:cNvPr>
          <p:cNvSpPr txBox="1"/>
          <p:nvPr/>
        </p:nvSpPr>
        <p:spPr>
          <a:xfrm>
            <a:off x="6427309" y="1756323"/>
            <a:ext cx="3806106" cy="80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487" tIns="18487" rIns="18487" bIns="18487" anchor="t" anchorCtr="0">
            <a:noAutofit/>
          </a:bodyPr>
          <a:lstStyle/>
          <a:p>
            <a:pPr>
              <a:lnSpc>
                <a:spcPct val="115000"/>
              </a:lnSpc>
            </a:pPr>
            <a:endParaRPr sz="485">
              <a:latin typeface="Arial" panose="020B0604020202020204" pitchFamily="34" charset="0"/>
              <a:ea typeface="Oswald"/>
              <a:cs typeface="Arial" panose="020B0604020202020204" pitchFamily="34" charset="0"/>
              <a:sym typeface="Oswa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31481D-B4E4-F08A-DA3A-7C6ABFEFF9C2}"/>
              </a:ext>
            </a:extLst>
          </p:cNvPr>
          <p:cNvSpPr txBox="1"/>
          <p:nvPr/>
        </p:nvSpPr>
        <p:spPr>
          <a:xfrm>
            <a:off x="1828800" y="1838354"/>
            <a:ext cx="624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Reference:</a:t>
            </a:r>
            <a:endParaRPr lang="en-US" sz="1600" b="1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9C28136-3F06-12B4-6961-F6364287ED73}"/>
              </a:ext>
            </a:extLst>
          </p:cNvPr>
          <p:cNvSpPr txBox="1">
            <a:spLocks/>
          </p:cNvSpPr>
          <p:nvPr/>
        </p:nvSpPr>
        <p:spPr>
          <a:xfrm>
            <a:off x="2884284" y="2657915"/>
            <a:ext cx="7086049" cy="60094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>
              <a:buNone/>
              <a:defRPr sz="2200" b="0" i="0">
                <a:solidFill>
                  <a:schemeClr val="tx1">
                    <a:tint val="7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tx1"/>
                </a:solidFill>
              </a:rPr>
              <a:t>CMU : 10601- Machine learning</a:t>
            </a:r>
          </a:p>
          <a:p>
            <a:pPr algn="l"/>
            <a:r>
              <a:rPr lang="en-US" sz="1600">
                <a:solidFill>
                  <a:schemeClr val="tx1"/>
                </a:solidFill>
              </a:rPr>
              <a:t>Hierarchical Clustering – Mahesh </a:t>
            </a:r>
            <a:r>
              <a:rPr lang="en-US" sz="1600" err="1">
                <a:solidFill>
                  <a:schemeClr val="tx1"/>
                </a:solidFill>
              </a:rPr>
              <a:t>Huddar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6F8E-6A05-D072-B78D-5CF1CD6CBE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65483"/>
      </p:ext>
    </p:extLst>
  </p:cSld>
  <p:clrMapOvr>
    <a:masterClrMapping/>
  </p:clrMapOvr>
</p:sld>
</file>

<file path=ppt/theme/theme1.xml><?xml version="1.0" encoding="utf-8"?>
<a:theme xmlns:a="http://schemas.openxmlformats.org/drawingml/2006/main" name="NA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AU" id="{DAE4A878-DB02-6443-B627-294D35D61792}" vid="{8AE31013-5FBE-9447-AF68-0E5BDE2910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37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NAU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2026-02-04T22:36:18Z</dcterms:modified>
  <cp:category/>
</cp:coreProperties>
</file>