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nter"/>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ioDFY0vpc3ju5meb5gJ9WoCLLo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3CCCBB-0292-433E-926E-5255B9072C96}">
  <a:tblStyle styleId="{903CCCBB-0292-433E-926E-5255B9072C9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ter-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italic.fntdata"/><Relationship Id="rId25" Type="http://schemas.openxmlformats.org/officeDocument/2006/relationships/font" Target="fonts/Inter-bold.fntdata"/><Relationship Id="rId28" Type="http://customschemas.google.com/relationships/presentationmetadata" Target="meta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main.py"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Christofer</a:t>
            </a:r>
            <a:endParaRPr/>
          </a:p>
          <a:p>
            <a:pPr indent="0" lvl="0" marL="0" rtl="0" algn="l">
              <a:lnSpc>
                <a:spcPct val="100000"/>
              </a:lnSpc>
              <a:spcBef>
                <a:spcPts val="0"/>
              </a:spcBef>
              <a:spcAft>
                <a:spcPts val="0"/>
              </a:spcAft>
              <a:buSzPts val="1100"/>
              <a:buNone/>
            </a:pPr>
            <a:r>
              <a:rPr lang="en"/>
              <a:t>Hi! I’m [insert name] [and I am [insert name]] our topic is Unsupervised Clustering of Animated Series based on ratings and popularity metrics.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Christofer</a:t>
            </a:r>
            <a:endParaRPr/>
          </a:p>
          <a:p>
            <a:pPr indent="0" lvl="0" marL="0" rtl="0" algn="l">
              <a:lnSpc>
                <a:spcPct val="100000"/>
              </a:lnSpc>
              <a:spcBef>
                <a:spcPts val="0"/>
              </a:spcBef>
              <a:spcAft>
                <a:spcPts val="0"/>
              </a:spcAft>
              <a:buSzPts val="1100"/>
              <a:buNone/>
            </a:pPr>
            <a:r>
              <a:rPr lang="en"/>
              <a:t>(mention that the project is leaning towards Netflix for the time being)</a:t>
            </a:r>
            <a:endParaRPr/>
          </a:p>
          <a:p>
            <a:pPr indent="0" lvl="0" marL="0" rtl="0" algn="l">
              <a:lnSpc>
                <a:spcPct val="100000"/>
              </a:lnSpc>
              <a:spcBef>
                <a:spcPts val="0"/>
              </a:spcBef>
              <a:spcAft>
                <a:spcPts val="0"/>
              </a:spcAft>
              <a:buSzPts val="1100"/>
              <a:buNone/>
            </a:pPr>
            <a:r>
              <a:rPr lang="en"/>
              <a:t>The first rating is from The Super Mario Bros. Movie (Animated Movie from 2023)</a:t>
            </a:r>
            <a:endParaRPr/>
          </a:p>
          <a:p>
            <a:pPr indent="0" lvl="0" marL="0" rtl="0" algn="l">
              <a:lnSpc>
                <a:spcPct val="100000"/>
              </a:lnSpc>
              <a:spcBef>
                <a:spcPts val="0"/>
              </a:spcBef>
              <a:spcAft>
                <a:spcPts val="0"/>
              </a:spcAft>
              <a:buSzPts val="1100"/>
              <a:buNone/>
            </a:pPr>
            <a:r>
              <a:rPr lang="en"/>
              <a:t>The second rating is from the movie Antz from Dreamwork</a:t>
            </a:r>
            <a:endParaRPr/>
          </a:p>
          <a:p>
            <a:pPr indent="0" lvl="0" marL="0" rtl="0" algn="l">
              <a:lnSpc>
                <a:spcPct val="100000"/>
              </a:lnSpc>
              <a:spcBef>
                <a:spcPts val="0"/>
              </a:spcBef>
              <a:spcAft>
                <a:spcPts val="0"/>
              </a:spcAft>
              <a:buSzPts val="1100"/>
              <a:buNone/>
            </a:pPr>
            <a:r>
              <a:rPr lang="en"/>
              <a:t>(As you can observe in the following ratings, there are some differentiating opinions from critics and audiences.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Christofer</a:t>
            </a:r>
            <a:endParaRPr/>
          </a:p>
          <a:p>
            <a:pPr indent="0" lvl="0" marL="0" rtl="0" algn="l">
              <a:lnSpc>
                <a:spcPct val="100000"/>
              </a:lnSpc>
              <a:spcBef>
                <a:spcPts val="0"/>
              </a:spcBef>
              <a:spcAft>
                <a:spcPts val="0"/>
              </a:spcAft>
              <a:buSzPts val="1100"/>
              <a:buNone/>
            </a:pPr>
            <a:r>
              <a:rPr lang="en"/>
              <a:t>Maybe mention whats going on with the Maraio Galaxy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Alyssa</a:t>
            </a:r>
            <a:endParaRPr/>
          </a:p>
          <a:p>
            <a:pPr indent="0" lvl="0" marL="0" rtl="0" algn="l">
              <a:lnSpc>
                <a:spcPct val="100000"/>
              </a:lnSpc>
              <a:spcBef>
                <a:spcPts val="0"/>
              </a:spcBef>
              <a:spcAft>
                <a:spcPts val="0"/>
              </a:spcAft>
              <a:buSzPts val="1100"/>
              <a:buNone/>
            </a:pPr>
            <a:r>
              <a:rPr lang="en"/>
              <a:t>So to start off, we would to introduce the extra bonus feat we did to our project. If you are barely hearing about this topic and wanted to know what it is, don’t worry we got you.</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Alyssa</a:t>
            </a:r>
            <a:br>
              <a:rPr lang="en"/>
            </a:br>
            <a:r>
              <a:rPr lang="en"/>
              <a:t>So originally, we wanted to utilize a clustering model, with only a k-means algorithm and another type of algorithm to be applied, in order to analyze the anime ratings between critics and public. Our entire goal was to find any trends or patterns find audience-critic disagreements and any audience behavioral patterns, since there were most movies and cartoons done wrong by critics. So as you can see, here is the original workflow from the first and second presentation where we just originally wanted to just: load, merge the datasets, do some feature engineering, undergo exploratory data analysis, then be inputted into a k-means clustering model. From the model it’ll output visualizations and then its up for interpretation. And over here is the datasets we are mainly working with. The anime.csv came from IMBD (a place for hardcore critics) and the votes dataset by the public. As you can see we have a bunch of votes data. (OH and spoiler warning, the other type of algorithm was Gaussian Mixture Model so you’ll be seeing it frequently as well.)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rPr lang="en"/>
              <a:t>Alyssa</a:t>
            </a:r>
            <a:br>
              <a:rPr lang="en"/>
            </a:br>
            <a:r>
              <a:rPr lang="en"/>
              <a:t>Note: affirm that in the visual output slide, they will see the comparison of the the original implemented algorithms with the extra </a:t>
            </a:r>
            <a:br>
              <a:rPr lang="en"/>
            </a:br>
            <a:r>
              <a:rPr lang="en"/>
              <a:t>Now here’s what we did as a bonus feature. We implemented 3 additional algorithms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Alyssa</a:t>
            </a:r>
            <a:br>
              <a:rPr lang="en"/>
            </a:br>
            <a:r>
              <a:rPr lang="en"/>
              <a:t>These algorithms matter because naturally, voting data are noisy and uneven. So with more additional algorithms, we wanted to continue experimenting with it since they are designed for dense groups, outliers, and scalable clustering. Overall advocate a deeper interpretation of rating behavior.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Christofer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Main code demonstrates the summary of workflow for the program itself.</a:t>
            </a:r>
            <a:endParaRPr/>
          </a:p>
          <a:p>
            <a:pPr indent="0" lvl="0" marL="0" rtl="0" algn="l">
              <a:lnSpc>
                <a:spcPct val="100000"/>
              </a:lnSpc>
              <a:spcBef>
                <a:spcPts val="0"/>
              </a:spcBef>
              <a:spcAft>
                <a:spcPts val="0"/>
              </a:spcAft>
              <a:buSzPts val="1100"/>
              <a:buNone/>
            </a:pPr>
            <a:r>
              <a:rPr lang="en"/>
              <a:t>The portion of the running pipeline code is use to show how the program “cleans” the data, extracts features, normalizes, and merge the datasets. It being readable to the model is the end product.</a:t>
            </a:r>
            <a:endParaRPr/>
          </a:p>
          <a:p>
            <a:pPr indent="0" lvl="0" marL="0" rtl="0" algn="l">
              <a:lnSpc>
                <a:spcPct val="100000"/>
              </a:lnSpc>
              <a:spcBef>
                <a:spcPts val="0"/>
              </a:spcBef>
              <a:spcAft>
                <a:spcPts val="0"/>
              </a:spcAft>
              <a:buSzPts val="1100"/>
              <a:buNone/>
            </a:pPr>
            <a:r>
              <a:rPr lang="en"/>
              <a:t>Show case the new version of training through VAE instead of PCA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Bar graphs shows changes, for some reason scatter plots won’t show changed even though they were modified by the code. </a:t>
            </a:r>
            <a:endParaRPr/>
          </a:p>
          <a:p>
            <a:pPr indent="0" lvl="0" marL="0" rtl="0" algn="l">
              <a:lnSpc>
                <a:spcPct val="100000"/>
              </a:lnSpc>
              <a:spcBef>
                <a:spcPts val="0"/>
              </a:spcBef>
              <a:spcAft>
                <a:spcPts val="0"/>
              </a:spcAft>
              <a:buSzPts val="1100"/>
              <a:buNone/>
            </a:pPr>
            <a:r>
              <a:rPr lang="en"/>
              <a:t>Teh values we are dealing with are stataic, hence why the scatter plots stays the same.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Bar graphs shows changes, for some reason scatter plots won’t show changed even though they were modified by the code. </a:t>
            </a:r>
            <a:endParaRPr/>
          </a:p>
          <a:p>
            <a:pPr indent="0" lvl="0" marL="0" rtl="0" algn="l">
              <a:lnSpc>
                <a:spcPct val="100000"/>
              </a:lnSpc>
              <a:spcBef>
                <a:spcPts val="0"/>
              </a:spcBef>
              <a:spcAft>
                <a:spcPts val="0"/>
              </a:spcAft>
              <a:buSzPts val="1100"/>
              <a:buNone/>
            </a:pPr>
            <a:r>
              <a:rPr lang="en"/>
              <a:t>Teh values we are dealing with are stataic, hence why the scatter plots stays the same.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Aside from the scatterplot seen in a consistent structure, the colors are different meaning the data is being grouped differently.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Aside from the scatterplot seen in a consistent structure, the colors are different meaning the data is being grouped differently.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here’s our github repository. It is now public so if you want to play around with the machine learning model you can. Also very cool thing about this is when you run the </a:t>
            </a:r>
            <a:r>
              <a:rPr lang="en" u="sng">
                <a:solidFill>
                  <a:schemeClr val="hlink"/>
                </a:solidFill>
                <a:hlinkClick r:id="rId2"/>
              </a:rPr>
              <a:t>main.py</a:t>
            </a:r>
            <a:r>
              <a:rPr lang="en"/>
              <a:t> and get new outputs, all the outputs will reported onto the GitHub Report Webpage.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Thank you!</a:t>
            </a:r>
            <a:endParaRPr/>
          </a:p>
          <a:p>
            <a:pPr indent="0" lvl="0" marL="0" rtl="0" algn="l">
              <a:lnSpc>
                <a:spcPct val="100000"/>
              </a:lnSpc>
              <a:spcBef>
                <a:spcPts val="0"/>
              </a:spcBef>
              <a:spcAft>
                <a:spcPts val="0"/>
              </a:spcAft>
              <a:buClr>
                <a:schemeClr val="dk1"/>
              </a:buClr>
              <a:buSzPts val="1100"/>
              <a:buFont typeface="Arial"/>
              <a:buNone/>
            </a:pPr>
            <a:r>
              <a:rPr i="1" lang="en">
                <a:solidFill>
                  <a:schemeClr val="dk1"/>
                </a:solidFill>
              </a:rPr>
              <a:t>algorithm and datasets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13" name="Shape 13"/>
        <p:cNvGrpSpPr/>
        <p:nvPr/>
      </p:nvGrpSpPr>
      <p:grpSpPr>
        <a:xfrm>
          <a:off x="0" y="0"/>
          <a:ext cx="0" cy="0"/>
          <a:chOff x="0" y="0"/>
          <a:chExt cx="0" cy="0"/>
        </a:xfrm>
      </p:grpSpPr>
      <p:sp>
        <p:nvSpPr>
          <p:cNvPr id="14" name="Google Shape;14;p19"/>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a:ea typeface="Inter"/>
              <a:cs typeface="Inter"/>
              <a:sym typeface="Inter"/>
            </a:endParaRPr>
          </a:p>
        </p:txBody>
      </p:sp>
      <p:sp>
        <p:nvSpPr>
          <p:cNvPr id="15" name="Google Shape;15;p19"/>
          <p:cNvSpPr txBox="1"/>
          <p:nvPr>
            <p:ph type="title"/>
          </p:nvPr>
        </p:nvSpPr>
        <p:spPr>
          <a:xfrm>
            <a:off x="283850" y="224410"/>
            <a:ext cx="6683700" cy="1236900"/>
          </a:xfrm>
          <a:prstGeom prst="rect">
            <a:avLst/>
          </a:prstGeom>
          <a:noFill/>
          <a:ln>
            <a:noFill/>
          </a:ln>
        </p:spPr>
        <p:txBody>
          <a:bodyPr anchorCtr="0" anchor="t" bIns="91425" lIns="0" spcFirstLastPara="1" rIns="91425" wrap="square" tIns="91425">
            <a:no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16" name="Google Shape;16;p19"/>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19"/>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 name="Google Shape;18;p19"/>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 name="Google Shape;19;p19"/>
          <p:cNvSpPr txBox="1"/>
          <p:nvPr>
            <p:ph idx="4" type="title"/>
          </p:nvPr>
        </p:nvSpPr>
        <p:spPr>
          <a:xfrm>
            <a:off x="288625" y="4778975"/>
            <a:ext cx="4227300" cy="762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600"/>
              <a:buFont typeface="Inter"/>
              <a:buNone/>
              <a:defRPr sz="600"/>
            </a:lvl1pPr>
            <a:lvl2pPr lvl="1" algn="l">
              <a:lnSpc>
                <a:spcPct val="115000"/>
              </a:lnSpc>
              <a:spcBef>
                <a:spcPts val="0"/>
              </a:spcBef>
              <a:spcAft>
                <a:spcPts val="0"/>
              </a:spcAft>
              <a:buClr>
                <a:schemeClr val="lt1"/>
              </a:buClr>
              <a:buSzPts val="1400"/>
              <a:buNone/>
              <a:defRPr/>
            </a:lvl2pPr>
            <a:lvl3pPr lvl="2" algn="l">
              <a:lnSpc>
                <a:spcPct val="115000"/>
              </a:lnSpc>
              <a:spcBef>
                <a:spcPts val="0"/>
              </a:spcBef>
              <a:spcAft>
                <a:spcPts val="0"/>
              </a:spcAft>
              <a:buClr>
                <a:schemeClr val="lt1"/>
              </a:buClr>
              <a:buSzPts val="1400"/>
              <a:buNone/>
              <a:defRPr/>
            </a:lvl3pPr>
            <a:lvl4pPr lvl="3" algn="l">
              <a:lnSpc>
                <a:spcPct val="115000"/>
              </a:lnSpc>
              <a:spcBef>
                <a:spcPts val="0"/>
              </a:spcBef>
              <a:spcAft>
                <a:spcPts val="0"/>
              </a:spcAft>
              <a:buClr>
                <a:schemeClr val="lt1"/>
              </a:buClr>
              <a:buSzPts val="1400"/>
              <a:buNone/>
              <a:defRPr/>
            </a:lvl4pPr>
            <a:lvl5pPr lvl="4" algn="l">
              <a:lnSpc>
                <a:spcPct val="115000"/>
              </a:lnSpc>
              <a:spcBef>
                <a:spcPts val="0"/>
              </a:spcBef>
              <a:spcAft>
                <a:spcPts val="0"/>
              </a:spcAft>
              <a:buClr>
                <a:schemeClr val="lt1"/>
              </a:buClr>
              <a:buSzPts val="1400"/>
              <a:buNone/>
              <a:defRPr/>
            </a:lvl5pPr>
            <a:lvl6pPr lvl="5" algn="l">
              <a:lnSpc>
                <a:spcPct val="115000"/>
              </a:lnSpc>
              <a:spcBef>
                <a:spcPts val="0"/>
              </a:spcBef>
              <a:spcAft>
                <a:spcPts val="0"/>
              </a:spcAft>
              <a:buClr>
                <a:schemeClr val="lt1"/>
              </a:buClr>
              <a:buSzPts val="1400"/>
              <a:buNone/>
              <a:defRPr/>
            </a:lvl6pPr>
            <a:lvl7pPr lvl="6" algn="l">
              <a:lnSpc>
                <a:spcPct val="115000"/>
              </a:lnSpc>
              <a:spcBef>
                <a:spcPts val="0"/>
              </a:spcBef>
              <a:spcAft>
                <a:spcPts val="0"/>
              </a:spcAft>
              <a:buClr>
                <a:schemeClr val="lt1"/>
              </a:buClr>
              <a:buSzPts val="1400"/>
              <a:buNone/>
              <a:defRPr/>
            </a:lvl7pPr>
            <a:lvl8pPr lvl="7" algn="l">
              <a:lnSpc>
                <a:spcPct val="115000"/>
              </a:lnSpc>
              <a:spcBef>
                <a:spcPts val="0"/>
              </a:spcBef>
              <a:spcAft>
                <a:spcPts val="0"/>
              </a:spcAft>
              <a:buClr>
                <a:schemeClr val="lt1"/>
              </a:buClr>
              <a:buSzPts val="1400"/>
              <a:buNone/>
              <a:defRPr/>
            </a:lvl8pPr>
            <a:lvl9pPr lvl="8" algn="l">
              <a:lnSpc>
                <a:spcPct val="115000"/>
              </a:lnSpc>
              <a:spcBef>
                <a:spcPts val="0"/>
              </a:spcBef>
              <a:spcAft>
                <a:spcPts val="0"/>
              </a:spcAft>
              <a:buClr>
                <a:schemeClr val="lt1"/>
              </a:buClr>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20" name="Shape 20"/>
        <p:cNvGrpSpPr/>
        <p:nvPr/>
      </p:nvGrpSpPr>
      <p:grpSpPr>
        <a:xfrm>
          <a:off x="0" y="0"/>
          <a:ext cx="0" cy="0"/>
          <a:chOff x="0" y="0"/>
          <a:chExt cx="0" cy="0"/>
        </a:xfrm>
      </p:grpSpPr>
      <p:sp>
        <p:nvSpPr>
          <p:cNvPr id="21" name="Google Shape;21;p20"/>
          <p:cNvSpPr txBox="1"/>
          <p:nvPr>
            <p:ph type="title"/>
          </p:nvPr>
        </p:nvSpPr>
        <p:spPr>
          <a:xfrm>
            <a:off x="284850" y="474875"/>
            <a:ext cx="4227300" cy="1154700"/>
          </a:xfrm>
          <a:prstGeom prst="rect">
            <a:avLst/>
          </a:prstGeom>
          <a:noFill/>
          <a:ln>
            <a:noFill/>
          </a:ln>
        </p:spPr>
        <p:txBody>
          <a:bodyPr anchorCtr="0" anchor="t" bIns="0" lIns="0" spcFirstLastPara="1" rIns="0" wrap="square" tIns="0">
            <a:no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22" name="Google Shape;22;p2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20"/>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 name="Google Shape;24;p20"/>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5" name="Google Shape;25;p20"/>
          <p:cNvSpPr txBox="1"/>
          <p:nvPr>
            <p:ph idx="1" type="body"/>
          </p:nvPr>
        </p:nvSpPr>
        <p:spPr>
          <a:xfrm>
            <a:off x="4629550" y="3479875"/>
            <a:ext cx="4227300" cy="923400"/>
          </a:xfrm>
          <a:prstGeom prst="rect">
            <a:avLst/>
          </a:prstGeom>
          <a:noFill/>
          <a:ln>
            <a:noFill/>
          </a:ln>
        </p:spPr>
        <p:txBody>
          <a:bodyPr anchorCtr="0" anchor="t" bIns="91425" lIns="182875" spcFirstLastPara="1" rIns="18287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6" name="Shape 26"/>
        <p:cNvGrpSpPr/>
        <p:nvPr/>
      </p:nvGrpSpPr>
      <p:grpSpPr>
        <a:xfrm>
          <a:off x="0" y="0"/>
          <a:ext cx="0" cy="0"/>
          <a:chOff x="0" y="0"/>
          <a:chExt cx="0" cy="0"/>
        </a:xfrm>
      </p:grpSpPr>
      <p:sp>
        <p:nvSpPr>
          <p:cNvPr id="27" name="Google Shape;27;p21"/>
          <p:cNvSpPr/>
          <p:nvPr>
            <p:ph idx="2" type="pic"/>
          </p:nvPr>
        </p:nvSpPr>
        <p:spPr>
          <a:xfrm>
            <a:off x="2456700" y="373175"/>
            <a:ext cx="1515000" cy="1616700"/>
          </a:xfrm>
          <a:prstGeom prst="rect">
            <a:avLst/>
          </a:prstGeom>
          <a:noFill/>
          <a:ln>
            <a:noFill/>
          </a:ln>
        </p:spPr>
      </p:sp>
      <p:sp>
        <p:nvSpPr>
          <p:cNvPr id="28" name="Google Shape;28;p21"/>
          <p:cNvSpPr txBox="1"/>
          <p:nvPr>
            <p:ph type="title"/>
          </p:nvPr>
        </p:nvSpPr>
        <p:spPr>
          <a:xfrm>
            <a:off x="2635350"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1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9" name="Google Shape;29;p21"/>
          <p:cNvSpPr txBox="1"/>
          <p:nvPr>
            <p:ph idx="1" type="body"/>
          </p:nvPr>
        </p:nvSpPr>
        <p:spPr>
          <a:xfrm>
            <a:off x="2635350"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30" name="Google Shape;30;p21"/>
          <p:cNvSpPr txBox="1"/>
          <p:nvPr>
            <p:ph idx="3" type="title"/>
          </p:nvPr>
        </p:nvSpPr>
        <p:spPr>
          <a:xfrm>
            <a:off x="2635350"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31" name="Google Shape;31;p21"/>
          <p:cNvSpPr/>
          <p:nvPr>
            <p:ph idx="4" type="pic"/>
          </p:nvPr>
        </p:nvSpPr>
        <p:spPr>
          <a:xfrm>
            <a:off x="4084738" y="373175"/>
            <a:ext cx="1515000" cy="1616700"/>
          </a:xfrm>
          <a:prstGeom prst="rect">
            <a:avLst/>
          </a:prstGeom>
          <a:noFill/>
          <a:ln>
            <a:noFill/>
          </a:ln>
        </p:spPr>
      </p:sp>
      <p:sp>
        <p:nvSpPr>
          <p:cNvPr id="32" name="Google Shape;32;p21"/>
          <p:cNvSpPr txBox="1"/>
          <p:nvPr>
            <p:ph idx="5" type="title"/>
          </p:nvPr>
        </p:nvSpPr>
        <p:spPr>
          <a:xfrm>
            <a:off x="4263388"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33" name="Google Shape;33;p21"/>
          <p:cNvSpPr txBox="1"/>
          <p:nvPr>
            <p:ph idx="6" type="body"/>
          </p:nvPr>
        </p:nvSpPr>
        <p:spPr>
          <a:xfrm>
            <a:off x="4263388"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34" name="Google Shape;34;p21"/>
          <p:cNvSpPr txBox="1"/>
          <p:nvPr>
            <p:ph idx="7" type="title"/>
          </p:nvPr>
        </p:nvSpPr>
        <p:spPr>
          <a:xfrm>
            <a:off x="4263388"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35" name="Google Shape;35;p21"/>
          <p:cNvSpPr/>
          <p:nvPr>
            <p:ph idx="8" type="pic"/>
          </p:nvPr>
        </p:nvSpPr>
        <p:spPr>
          <a:xfrm>
            <a:off x="5713225" y="373175"/>
            <a:ext cx="1515000" cy="1616700"/>
          </a:xfrm>
          <a:prstGeom prst="rect">
            <a:avLst/>
          </a:prstGeom>
          <a:noFill/>
          <a:ln>
            <a:noFill/>
          </a:ln>
        </p:spPr>
      </p:sp>
      <p:sp>
        <p:nvSpPr>
          <p:cNvPr id="36" name="Google Shape;36;p21"/>
          <p:cNvSpPr txBox="1"/>
          <p:nvPr>
            <p:ph idx="9" type="title"/>
          </p:nvPr>
        </p:nvSpPr>
        <p:spPr>
          <a:xfrm>
            <a:off x="5891875"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37" name="Google Shape;37;p21"/>
          <p:cNvSpPr txBox="1"/>
          <p:nvPr>
            <p:ph idx="13" type="body"/>
          </p:nvPr>
        </p:nvSpPr>
        <p:spPr>
          <a:xfrm>
            <a:off x="5891875"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38" name="Google Shape;38;p21"/>
          <p:cNvSpPr txBox="1"/>
          <p:nvPr>
            <p:ph idx="14" type="title"/>
          </p:nvPr>
        </p:nvSpPr>
        <p:spPr>
          <a:xfrm>
            <a:off x="5891875"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39" name="Google Shape;39;p21"/>
          <p:cNvSpPr/>
          <p:nvPr>
            <p:ph idx="15" type="pic"/>
          </p:nvPr>
        </p:nvSpPr>
        <p:spPr>
          <a:xfrm>
            <a:off x="7341950" y="373175"/>
            <a:ext cx="1515000" cy="1616700"/>
          </a:xfrm>
          <a:prstGeom prst="rect">
            <a:avLst/>
          </a:prstGeom>
          <a:noFill/>
          <a:ln>
            <a:noFill/>
          </a:ln>
        </p:spPr>
      </p:sp>
      <p:sp>
        <p:nvSpPr>
          <p:cNvPr id="40" name="Google Shape;40;p21"/>
          <p:cNvSpPr txBox="1"/>
          <p:nvPr>
            <p:ph idx="16" type="title"/>
          </p:nvPr>
        </p:nvSpPr>
        <p:spPr>
          <a:xfrm>
            <a:off x="7520600"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41" name="Google Shape;41;p21"/>
          <p:cNvSpPr txBox="1"/>
          <p:nvPr>
            <p:ph idx="17" type="body"/>
          </p:nvPr>
        </p:nvSpPr>
        <p:spPr>
          <a:xfrm>
            <a:off x="7520600"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42" name="Google Shape;42;p21"/>
          <p:cNvSpPr txBox="1"/>
          <p:nvPr>
            <p:ph idx="18" type="title"/>
          </p:nvPr>
        </p:nvSpPr>
        <p:spPr>
          <a:xfrm>
            <a:off x="7520600"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43" name="Google Shape;43;p2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21"/>
          <p:cNvSpPr txBox="1"/>
          <p:nvPr>
            <p:ph idx="19"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5" name="Google Shape;45;p21"/>
          <p:cNvSpPr txBox="1"/>
          <p:nvPr>
            <p:ph idx="20"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6" name="Google Shape;46;p21"/>
          <p:cNvSpPr txBox="1"/>
          <p:nvPr>
            <p:ph idx="21" type="title"/>
          </p:nvPr>
        </p:nvSpPr>
        <p:spPr>
          <a:xfrm>
            <a:off x="283850" y="285900"/>
            <a:ext cx="2055600" cy="12696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a:lvl1pPr>
            <a:lvl2pPr lvl="1" algn="l">
              <a:lnSpc>
                <a:spcPct val="85000"/>
              </a:lnSpc>
              <a:spcBef>
                <a:spcPts val="0"/>
              </a:spcBef>
              <a:spcAft>
                <a:spcPts val="0"/>
              </a:spcAft>
              <a:buSzPts val="3600"/>
              <a:buNone/>
              <a:defRPr/>
            </a:lvl2pPr>
            <a:lvl3pPr lvl="2" algn="l">
              <a:lnSpc>
                <a:spcPct val="85000"/>
              </a:lnSpc>
              <a:spcBef>
                <a:spcPts val="0"/>
              </a:spcBef>
              <a:spcAft>
                <a:spcPts val="0"/>
              </a:spcAft>
              <a:buSzPts val="3600"/>
              <a:buNone/>
              <a:defRPr/>
            </a:lvl3pPr>
            <a:lvl4pPr lvl="3" algn="l">
              <a:lnSpc>
                <a:spcPct val="85000"/>
              </a:lnSpc>
              <a:spcBef>
                <a:spcPts val="0"/>
              </a:spcBef>
              <a:spcAft>
                <a:spcPts val="0"/>
              </a:spcAft>
              <a:buSzPts val="3600"/>
              <a:buNone/>
              <a:defRPr/>
            </a:lvl4pPr>
            <a:lvl5pPr lvl="4" algn="l">
              <a:lnSpc>
                <a:spcPct val="85000"/>
              </a:lnSpc>
              <a:spcBef>
                <a:spcPts val="0"/>
              </a:spcBef>
              <a:spcAft>
                <a:spcPts val="0"/>
              </a:spcAft>
              <a:buSzPts val="3600"/>
              <a:buNone/>
              <a:defRPr/>
            </a:lvl5pPr>
            <a:lvl6pPr lvl="5" algn="l">
              <a:lnSpc>
                <a:spcPct val="85000"/>
              </a:lnSpc>
              <a:spcBef>
                <a:spcPts val="0"/>
              </a:spcBef>
              <a:spcAft>
                <a:spcPts val="0"/>
              </a:spcAft>
              <a:buSzPts val="3600"/>
              <a:buNone/>
              <a:defRPr/>
            </a:lvl6pPr>
            <a:lvl7pPr lvl="6" algn="l">
              <a:lnSpc>
                <a:spcPct val="85000"/>
              </a:lnSpc>
              <a:spcBef>
                <a:spcPts val="0"/>
              </a:spcBef>
              <a:spcAft>
                <a:spcPts val="0"/>
              </a:spcAft>
              <a:buSzPts val="3600"/>
              <a:buNone/>
              <a:defRPr/>
            </a:lvl7pPr>
            <a:lvl8pPr lvl="7" algn="l">
              <a:lnSpc>
                <a:spcPct val="85000"/>
              </a:lnSpc>
              <a:spcBef>
                <a:spcPts val="0"/>
              </a:spcBef>
              <a:spcAft>
                <a:spcPts val="0"/>
              </a:spcAft>
              <a:buSzPts val="3600"/>
              <a:buNone/>
              <a:defRPr/>
            </a:lvl8pPr>
            <a:lvl9pPr lvl="8" algn="l">
              <a:lnSpc>
                <a:spcPct val="85000"/>
              </a:lnSpc>
              <a:spcBef>
                <a:spcPts val="0"/>
              </a:spcBef>
              <a:spcAft>
                <a:spcPts val="0"/>
              </a:spcAft>
              <a:buSzPts val="36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47" name="Shape 47"/>
        <p:cNvGrpSpPr/>
        <p:nvPr/>
      </p:nvGrpSpPr>
      <p:grpSpPr>
        <a:xfrm>
          <a:off x="0" y="0"/>
          <a:ext cx="0" cy="0"/>
          <a:chOff x="0" y="0"/>
          <a:chExt cx="0" cy="0"/>
        </a:xfrm>
      </p:grpSpPr>
      <p:sp>
        <p:nvSpPr>
          <p:cNvPr id="48" name="Google Shape;48;p22"/>
          <p:cNvSpPr txBox="1"/>
          <p:nvPr>
            <p:ph type="title"/>
          </p:nvPr>
        </p:nvSpPr>
        <p:spPr>
          <a:xfrm>
            <a:off x="4782150" y="285900"/>
            <a:ext cx="40749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49" name="Google Shape;49;p22"/>
          <p:cNvSpPr txBox="1"/>
          <p:nvPr>
            <p:ph idx="1" type="body"/>
          </p:nvPr>
        </p:nvSpPr>
        <p:spPr>
          <a:xfrm>
            <a:off x="6086325" y="2636275"/>
            <a:ext cx="2770800" cy="2047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50" name="Google Shape;50;p22"/>
          <p:cNvSpPr txBox="1"/>
          <p:nvPr>
            <p:ph idx="2" type="body"/>
          </p:nvPr>
        </p:nvSpPr>
        <p:spPr>
          <a:xfrm>
            <a:off x="4782375" y="2636275"/>
            <a:ext cx="1175700" cy="204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51" name="Google Shape;51;p22"/>
          <p:cNvSpPr/>
          <p:nvPr>
            <p:ph idx="3" type="pic"/>
          </p:nvPr>
        </p:nvSpPr>
        <p:spPr>
          <a:xfrm>
            <a:off x="283850" y="0"/>
            <a:ext cx="4227000" cy="4683600"/>
          </a:xfrm>
          <a:prstGeom prst="roundRect">
            <a:avLst>
              <a:gd fmla="val 0" name="adj"/>
            </a:avLst>
          </a:prstGeom>
          <a:noFill/>
          <a:ln>
            <a:noFill/>
          </a:ln>
        </p:spPr>
      </p:sp>
      <p:sp>
        <p:nvSpPr>
          <p:cNvPr id="52" name="Google Shape;52;p2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22"/>
          <p:cNvSpPr txBox="1"/>
          <p:nvPr>
            <p:ph idx="4"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54" name="Google Shape;54;p22"/>
          <p:cNvSpPr txBox="1"/>
          <p:nvPr>
            <p:ph idx="5"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55" name="Shape 55"/>
        <p:cNvGrpSpPr/>
        <p:nvPr/>
      </p:nvGrpSpPr>
      <p:grpSpPr>
        <a:xfrm>
          <a:off x="0" y="0"/>
          <a:ext cx="0" cy="0"/>
          <a:chOff x="0" y="0"/>
          <a:chExt cx="0" cy="0"/>
        </a:xfrm>
      </p:grpSpPr>
      <p:sp>
        <p:nvSpPr>
          <p:cNvPr id="56" name="Google Shape;56;p23"/>
          <p:cNvSpPr/>
          <p:nvPr>
            <p:ph idx="2" type="pic"/>
          </p:nvPr>
        </p:nvSpPr>
        <p:spPr>
          <a:xfrm>
            <a:off x="270275" y="3132475"/>
            <a:ext cx="2770500" cy="1551000"/>
          </a:xfrm>
          <a:prstGeom prst="roundRect">
            <a:avLst>
              <a:gd fmla="val 0" name="adj"/>
            </a:avLst>
          </a:prstGeom>
          <a:noFill/>
          <a:ln>
            <a:noFill/>
          </a:ln>
        </p:spPr>
      </p:sp>
      <p:sp>
        <p:nvSpPr>
          <p:cNvPr id="57" name="Google Shape;57;p2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23"/>
          <p:cNvSpPr txBox="1"/>
          <p:nvPr>
            <p:ph type="title"/>
          </p:nvPr>
        </p:nvSpPr>
        <p:spPr>
          <a:xfrm>
            <a:off x="283850" y="285900"/>
            <a:ext cx="64008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59" name="Google Shape;59;p23"/>
          <p:cNvSpPr txBox="1"/>
          <p:nvPr>
            <p:ph idx="1" type="body"/>
          </p:nvPr>
        </p:nvSpPr>
        <p:spPr>
          <a:xfrm>
            <a:off x="6086325" y="2599225"/>
            <a:ext cx="2770500" cy="2084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60" name="Google Shape;60;p2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1" name="Google Shape;61;p2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2" name="Google Shape;62;p23"/>
          <p:cNvSpPr txBox="1"/>
          <p:nvPr>
            <p:ph idx="5" type="body"/>
          </p:nvPr>
        </p:nvSpPr>
        <p:spPr>
          <a:xfrm>
            <a:off x="3185700" y="2599225"/>
            <a:ext cx="2770500" cy="2084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63" name="Shape 63"/>
        <p:cNvGrpSpPr/>
        <p:nvPr/>
      </p:nvGrpSpPr>
      <p:grpSpPr>
        <a:xfrm>
          <a:off x="0" y="0"/>
          <a:ext cx="0" cy="0"/>
          <a:chOff x="0" y="0"/>
          <a:chExt cx="0" cy="0"/>
        </a:xfrm>
      </p:grpSpPr>
      <p:cxnSp>
        <p:nvCxnSpPr>
          <p:cNvPr id="64" name="Google Shape;64;p2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65" name="Google Shape;65;p24"/>
          <p:cNvSpPr txBox="1"/>
          <p:nvPr>
            <p:ph type="title"/>
          </p:nvPr>
        </p:nvSpPr>
        <p:spPr>
          <a:xfrm>
            <a:off x="283850" y="230676"/>
            <a:ext cx="6683700" cy="1236900"/>
          </a:xfrm>
          <a:prstGeom prst="rect">
            <a:avLst/>
          </a:prstGeom>
          <a:noFill/>
          <a:ln>
            <a:noFill/>
          </a:ln>
        </p:spPr>
        <p:txBody>
          <a:bodyPr anchorCtr="0" anchor="t" bIns="91425" lIns="0" spcFirstLastPara="1" rIns="91425" wrap="square" tIns="91425">
            <a:noAutofit/>
          </a:bodyPr>
          <a:lstStyle>
            <a:lvl1pPr lvl="0" algn="l">
              <a:lnSpc>
                <a:spcPct val="70000"/>
              </a:lnSpc>
              <a:spcBef>
                <a:spcPts val="0"/>
              </a:spcBef>
              <a:spcAft>
                <a:spcPts val="0"/>
              </a:spcAft>
              <a:buSzPts val="6000"/>
              <a:buNone/>
              <a:defRPr sz="6000">
                <a:solidFill>
                  <a:schemeClr val="dk1"/>
                </a:solidFill>
              </a:defRPr>
            </a:lvl1pPr>
            <a:lvl2pPr lvl="1" algn="l">
              <a:lnSpc>
                <a:spcPct val="70000"/>
              </a:lnSpc>
              <a:spcBef>
                <a:spcPts val="0"/>
              </a:spcBef>
              <a:spcAft>
                <a:spcPts val="0"/>
              </a:spcAft>
              <a:buSzPts val="6000"/>
              <a:buNone/>
              <a:defRPr sz="6000">
                <a:solidFill>
                  <a:schemeClr val="dk1"/>
                </a:solidFill>
              </a:defRPr>
            </a:lvl2pPr>
            <a:lvl3pPr lvl="2" algn="l">
              <a:lnSpc>
                <a:spcPct val="70000"/>
              </a:lnSpc>
              <a:spcBef>
                <a:spcPts val="0"/>
              </a:spcBef>
              <a:spcAft>
                <a:spcPts val="0"/>
              </a:spcAft>
              <a:buSzPts val="6000"/>
              <a:buNone/>
              <a:defRPr sz="6000">
                <a:solidFill>
                  <a:schemeClr val="dk1"/>
                </a:solidFill>
              </a:defRPr>
            </a:lvl3pPr>
            <a:lvl4pPr lvl="3" algn="l">
              <a:lnSpc>
                <a:spcPct val="70000"/>
              </a:lnSpc>
              <a:spcBef>
                <a:spcPts val="0"/>
              </a:spcBef>
              <a:spcAft>
                <a:spcPts val="0"/>
              </a:spcAft>
              <a:buSzPts val="6000"/>
              <a:buNone/>
              <a:defRPr sz="6000">
                <a:solidFill>
                  <a:schemeClr val="dk1"/>
                </a:solidFill>
              </a:defRPr>
            </a:lvl4pPr>
            <a:lvl5pPr lvl="4" algn="l">
              <a:lnSpc>
                <a:spcPct val="70000"/>
              </a:lnSpc>
              <a:spcBef>
                <a:spcPts val="0"/>
              </a:spcBef>
              <a:spcAft>
                <a:spcPts val="0"/>
              </a:spcAft>
              <a:buSzPts val="6000"/>
              <a:buNone/>
              <a:defRPr sz="6000">
                <a:solidFill>
                  <a:schemeClr val="dk1"/>
                </a:solidFill>
              </a:defRPr>
            </a:lvl5pPr>
            <a:lvl6pPr lvl="5" algn="l">
              <a:lnSpc>
                <a:spcPct val="70000"/>
              </a:lnSpc>
              <a:spcBef>
                <a:spcPts val="0"/>
              </a:spcBef>
              <a:spcAft>
                <a:spcPts val="0"/>
              </a:spcAft>
              <a:buSzPts val="6000"/>
              <a:buNone/>
              <a:defRPr sz="6000">
                <a:solidFill>
                  <a:schemeClr val="dk1"/>
                </a:solidFill>
              </a:defRPr>
            </a:lvl6pPr>
            <a:lvl7pPr lvl="6" algn="l">
              <a:lnSpc>
                <a:spcPct val="70000"/>
              </a:lnSpc>
              <a:spcBef>
                <a:spcPts val="0"/>
              </a:spcBef>
              <a:spcAft>
                <a:spcPts val="0"/>
              </a:spcAft>
              <a:buSzPts val="6000"/>
              <a:buNone/>
              <a:defRPr sz="6000">
                <a:solidFill>
                  <a:schemeClr val="dk1"/>
                </a:solidFill>
              </a:defRPr>
            </a:lvl7pPr>
            <a:lvl8pPr lvl="7" algn="l">
              <a:lnSpc>
                <a:spcPct val="70000"/>
              </a:lnSpc>
              <a:spcBef>
                <a:spcPts val="0"/>
              </a:spcBef>
              <a:spcAft>
                <a:spcPts val="0"/>
              </a:spcAft>
              <a:buSzPts val="6000"/>
              <a:buNone/>
              <a:defRPr sz="6000">
                <a:solidFill>
                  <a:schemeClr val="dk1"/>
                </a:solidFill>
              </a:defRPr>
            </a:lvl8pPr>
            <a:lvl9pPr lvl="8" algn="l">
              <a:lnSpc>
                <a:spcPct val="70000"/>
              </a:lnSpc>
              <a:spcBef>
                <a:spcPts val="0"/>
              </a:spcBef>
              <a:spcAft>
                <a:spcPts val="0"/>
              </a:spcAft>
              <a:buSzPts val="6000"/>
              <a:buNone/>
              <a:defRPr sz="6000">
                <a:solidFill>
                  <a:schemeClr val="dk1"/>
                </a:solidFill>
              </a:defRPr>
            </a:lvl9pPr>
          </a:lstStyle>
          <a:p/>
        </p:txBody>
      </p:sp>
      <p:sp>
        <p:nvSpPr>
          <p:cNvPr id="66" name="Google Shape;66;p24"/>
          <p:cNvSpPr txBox="1"/>
          <p:nvPr>
            <p:ph idx="1" type="subTitle"/>
          </p:nvPr>
        </p:nvSpPr>
        <p:spPr>
          <a:xfrm>
            <a:off x="6214200" y="3602000"/>
            <a:ext cx="23865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lt1"/>
              </a:buClr>
              <a:buSzPts val="1200"/>
              <a:buFont typeface="Inter"/>
              <a:buNone/>
              <a:defRPr sz="1200"/>
            </a:lvl1pPr>
            <a:lvl2pPr lvl="1" algn="l">
              <a:lnSpc>
                <a:spcPct val="115000"/>
              </a:lnSpc>
              <a:spcBef>
                <a:spcPts val="0"/>
              </a:spcBef>
              <a:spcAft>
                <a:spcPts val="0"/>
              </a:spcAft>
              <a:buClr>
                <a:schemeClr val="lt1"/>
              </a:buClr>
              <a:buSzPts val="1200"/>
              <a:buFont typeface="Inter"/>
              <a:buNone/>
              <a:defRPr sz="1200">
                <a:latin typeface="Inter"/>
                <a:ea typeface="Inter"/>
                <a:cs typeface="Inter"/>
                <a:sym typeface="Inter"/>
              </a:defRPr>
            </a:lvl2pPr>
            <a:lvl3pPr lvl="2" algn="l">
              <a:lnSpc>
                <a:spcPct val="115000"/>
              </a:lnSpc>
              <a:spcBef>
                <a:spcPts val="0"/>
              </a:spcBef>
              <a:spcAft>
                <a:spcPts val="0"/>
              </a:spcAft>
              <a:buClr>
                <a:schemeClr val="lt1"/>
              </a:buClr>
              <a:buSzPts val="1200"/>
              <a:buFont typeface="Inter"/>
              <a:buNone/>
              <a:defRPr sz="1200">
                <a:latin typeface="Inter"/>
                <a:ea typeface="Inter"/>
                <a:cs typeface="Inter"/>
                <a:sym typeface="Inter"/>
              </a:defRPr>
            </a:lvl3pPr>
            <a:lvl4pPr lvl="3" algn="l">
              <a:lnSpc>
                <a:spcPct val="115000"/>
              </a:lnSpc>
              <a:spcBef>
                <a:spcPts val="0"/>
              </a:spcBef>
              <a:spcAft>
                <a:spcPts val="0"/>
              </a:spcAft>
              <a:buClr>
                <a:schemeClr val="lt1"/>
              </a:buClr>
              <a:buSzPts val="1200"/>
              <a:buFont typeface="Inter"/>
              <a:buNone/>
              <a:defRPr sz="1200">
                <a:latin typeface="Inter"/>
                <a:ea typeface="Inter"/>
                <a:cs typeface="Inter"/>
                <a:sym typeface="Inter"/>
              </a:defRPr>
            </a:lvl4pPr>
            <a:lvl5pPr lvl="4" algn="l">
              <a:lnSpc>
                <a:spcPct val="115000"/>
              </a:lnSpc>
              <a:spcBef>
                <a:spcPts val="0"/>
              </a:spcBef>
              <a:spcAft>
                <a:spcPts val="0"/>
              </a:spcAft>
              <a:buClr>
                <a:schemeClr val="lt1"/>
              </a:buClr>
              <a:buSzPts val="1200"/>
              <a:buFont typeface="Inter"/>
              <a:buNone/>
              <a:defRPr sz="1200">
                <a:latin typeface="Inter"/>
                <a:ea typeface="Inter"/>
                <a:cs typeface="Inter"/>
                <a:sym typeface="Inter"/>
              </a:defRPr>
            </a:lvl5pPr>
            <a:lvl6pPr lvl="5" algn="l">
              <a:lnSpc>
                <a:spcPct val="115000"/>
              </a:lnSpc>
              <a:spcBef>
                <a:spcPts val="0"/>
              </a:spcBef>
              <a:spcAft>
                <a:spcPts val="0"/>
              </a:spcAft>
              <a:buClr>
                <a:schemeClr val="lt1"/>
              </a:buClr>
              <a:buSzPts val="1200"/>
              <a:buFont typeface="Inter"/>
              <a:buNone/>
              <a:defRPr sz="1200">
                <a:latin typeface="Inter"/>
                <a:ea typeface="Inter"/>
                <a:cs typeface="Inter"/>
                <a:sym typeface="Inter"/>
              </a:defRPr>
            </a:lvl6pPr>
            <a:lvl7pPr lvl="6" algn="l">
              <a:lnSpc>
                <a:spcPct val="115000"/>
              </a:lnSpc>
              <a:spcBef>
                <a:spcPts val="0"/>
              </a:spcBef>
              <a:spcAft>
                <a:spcPts val="0"/>
              </a:spcAft>
              <a:buClr>
                <a:schemeClr val="lt1"/>
              </a:buClr>
              <a:buSzPts val="1200"/>
              <a:buFont typeface="Inter"/>
              <a:buNone/>
              <a:defRPr sz="1200">
                <a:latin typeface="Inter"/>
                <a:ea typeface="Inter"/>
                <a:cs typeface="Inter"/>
                <a:sym typeface="Inter"/>
              </a:defRPr>
            </a:lvl7pPr>
            <a:lvl8pPr lvl="7" algn="l">
              <a:lnSpc>
                <a:spcPct val="115000"/>
              </a:lnSpc>
              <a:spcBef>
                <a:spcPts val="0"/>
              </a:spcBef>
              <a:spcAft>
                <a:spcPts val="0"/>
              </a:spcAft>
              <a:buClr>
                <a:schemeClr val="lt1"/>
              </a:buClr>
              <a:buSzPts val="1200"/>
              <a:buFont typeface="Inter"/>
              <a:buNone/>
              <a:defRPr sz="1200">
                <a:latin typeface="Inter"/>
                <a:ea typeface="Inter"/>
                <a:cs typeface="Inter"/>
                <a:sym typeface="Inter"/>
              </a:defRPr>
            </a:lvl8pPr>
            <a:lvl9pPr lvl="8" algn="l">
              <a:lnSpc>
                <a:spcPct val="115000"/>
              </a:lnSpc>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67" name="Google Shape;67;p24"/>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24"/>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69" name="Google Shape;69;p24"/>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70" name="Google Shape;70;p24"/>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71" name="Shape 71"/>
        <p:cNvGrpSpPr/>
        <p:nvPr/>
      </p:nvGrpSpPr>
      <p:grpSpPr>
        <a:xfrm>
          <a:off x="0" y="0"/>
          <a:ext cx="0" cy="0"/>
          <a:chOff x="0" y="0"/>
          <a:chExt cx="0" cy="0"/>
        </a:xfrm>
      </p:grpSpPr>
      <p:sp>
        <p:nvSpPr>
          <p:cNvPr id="72" name="Google Shape;72;p25"/>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73" name="Google Shape;73;p25"/>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25"/>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5" name="Google Shape;75;p25"/>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76" name="Shape 76"/>
        <p:cNvGrpSpPr/>
        <p:nvPr/>
      </p:nvGrpSpPr>
      <p:grpSpPr>
        <a:xfrm>
          <a:off x="0" y="0"/>
          <a:ext cx="0" cy="0"/>
          <a:chOff x="0" y="0"/>
          <a:chExt cx="0" cy="0"/>
        </a:xfrm>
      </p:grpSpPr>
      <p:sp>
        <p:nvSpPr>
          <p:cNvPr id="77" name="Google Shape;77;p26"/>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78" name="Google Shape;78;p26"/>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26"/>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80" name="Google Shape;80;p26"/>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81" name="Shape 81"/>
        <p:cNvGrpSpPr/>
        <p:nvPr/>
      </p:nvGrpSpPr>
      <p:grpSpPr>
        <a:xfrm>
          <a:off x="0" y="0"/>
          <a:ext cx="0" cy="0"/>
          <a:chOff x="0" y="0"/>
          <a:chExt cx="0" cy="0"/>
        </a:xfrm>
      </p:grpSpPr>
      <p:sp>
        <p:nvSpPr>
          <p:cNvPr id="82" name="Google Shape;82;p27"/>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cxnSp>
        <p:nvCxnSpPr>
          <p:cNvPr id="83" name="Google Shape;83;p27"/>
          <p:cNvCxnSpPr/>
          <p:nvPr/>
        </p:nvCxnSpPr>
        <p:spPr>
          <a:xfrm>
            <a:off x="283850" y="4683734"/>
            <a:ext cx="8573100" cy="0"/>
          </a:xfrm>
          <a:prstGeom prst="straightConnector1">
            <a:avLst/>
          </a:prstGeom>
          <a:noFill/>
          <a:ln cap="flat" cmpd="sng" w="9525">
            <a:solidFill>
              <a:schemeClr val="dk1"/>
            </a:solidFill>
            <a:prstDash val="solid"/>
            <a:round/>
            <a:headEnd len="sm" w="sm" type="none"/>
            <a:tailEnd len="sm" w="sm" type="none"/>
          </a:ln>
        </p:spPr>
      </p:cxnSp>
      <p:sp>
        <p:nvSpPr>
          <p:cNvPr id="84" name="Google Shape;84;p27"/>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27"/>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6" name="Google Shape;86;p27"/>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87" name="Shape 87"/>
        <p:cNvGrpSpPr/>
        <p:nvPr/>
      </p:nvGrpSpPr>
      <p:grpSpPr>
        <a:xfrm>
          <a:off x="0" y="0"/>
          <a:ext cx="0" cy="0"/>
          <a:chOff x="0" y="0"/>
          <a:chExt cx="0" cy="0"/>
        </a:xfrm>
      </p:grpSpPr>
      <p:sp>
        <p:nvSpPr>
          <p:cNvPr id="88" name="Google Shape;88;p28"/>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89" name="Google Shape;89;p28"/>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90" name="Google Shape;90;p28"/>
          <p:cNvSpPr txBox="1"/>
          <p:nvPr>
            <p:ph type="title"/>
          </p:nvPr>
        </p:nvSpPr>
        <p:spPr>
          <a:xfrm>
            <a:off x="283850" y="474875"/>
            <a:ext cx="2773200" cy="1585200"/>
          </a:xfrm>
          <a:prstGeom prst="rect">
            <a:avLst/>
          </a:prstGeom>
          <a:noFill/>
          <a:ln>
            <a:noFill/>
          </a:ln>
        </p:spPr>
        <p:txBody>
          <a:bodyPr anchorCtr="0" anchor="t" bIns="0" lIns="0" spcFirstLastPara="1" rIns="0" wrap="square" tIns="91425">
            <a:normAutofit/>
          </a:bodyPr>
          <a:lstStyle>
            <a:lvl1pPr lvl="0" algn="l">
              <a:lnSpc>
                <a:spcPct val="70000"/>
              </a:lnSpc>
              <a:spcBef>
                <a:spcPts val="0"/>
              </a:spcBef>
              <a:spcAft>
                <a:spcPts val="0"/>
              </a:spcAft>
              <a:buSzPts val="6000"/>
              <a:buNone/>
              <a:defRPr sz="6000">
                <a:solidFill>
                  <a:schemeClr val="dk1"/>
                </a:solidFill>
              </a:defRPr>
            </a:lvl1pPr>
            <a:lvl2pPr lvl="1" algn="l">
              <a:lnSpc>
                <a:spcPct val="70000"/>
              </a:lnSpc>
              <a:spcBef>
                <a:spcPts val="0"/>
              </a:spcBef>
              <a:spcAft>
                <a:spcPts val="0"/>
              </a:spcAft>
              <a:buSzPts val="6000"/>
              <a:buNone/>
              <a:defRPr sz="6000">
                <a:solidFill>
                  <a:schemeClr val="dk1"/>
                </a:solidFill>
              </a:defRPr>
            </a:lvl2pPr>
            <a:lvl3pPr lvl="2" algn="l">
              <a:lnSpc>
                <a:spcPct val="70000"/>
              </a:lnSpc>
              <a:spcBef>
                <a:spcPts val="0"/>
              </a:spcBef>
              <a:spcAft>
                <a:spcPts val="0"/>
              </a:spcAft>
              <a:buSzPts val="6000"/>
              <a:buNone/>
              <a:defRPr sz="6000">
                <a:solidFill>
                  <a:schemeClr val="dk1"/>
                </a:solidFill>
              </a:defRPr>
            </a:lvl3pPr>
            <a:lvl4pPr lvl="3" algn="l">
              <a:lnSpc>
                <a:spcPct val="70000"/>
              </a:lnSpc>
              <a:spcBef>
                <a:spcPts val="0"/>
              </a:spcBef>
              <a:spcAft>
                <a:spcPts val="0"/>
              </a:spcAft>
              <a:buSzPts val="6000"/>
              <a:buNone/>
              <a:defRPr sz="6000">
                <a:solidFill>
                  <a:schemeClr val="dk1"/>
                </a:solidFill>
              </a:defRPr>
            </a:lvl4pPr>
            <a:lvl5pPr lvl="4" algn="l">
              <a:lnSpc>
                <a:spcPct val="70000"/>
              </a:lnSpc>
              <a:spcBef>
                <a:spcPts val="0"/>
              </a:spcBef>
              <a:spcAft>
                <a:spcPts val="0"/>
              </a:spcAft>
              <a:buSzPts val="6000"/>
              <a:buNone/>
              <a:defRPr sz="6000">
                <a:solidFill>
                  <a:schemeClr val="dk1"/>
                </a:solidFill>
              </a:defRPr>
            </a:lvl5pPr>
            <a:lvl6pPr lvl="5" algn="l">
              <a:lnSpc>
                <a:spcPct val="70000"/>
              </a:lnSpc>
              <a:spcBef>
                <a:spcPts val="0"/>
              </a:spcBef>
              <a:spcAft>
                <a:spcPts val="0"/>
              </a:spcAft>
              <a:buSzPts val="6000"/>
              <a:buNone/>
              <a:defRPr sz="6000">
                <a:solidFill>
                  <a:schemeClr val="dk1"/>
                </a:solidFill>
              </a:defRPr>
            </a:lvl6pPr>
            <a:lvl7pPr lvl="6" algn="l">
              <a:lnSpc>
                <a:spcPct val="70000"/>
              </a:lnSpc>
              <a:spcBef>
                <a:spcPts val="0"/>
              </a:spcBef>
              <a:spcAft>
                <a:spcPts val="0"/>
              </a:spcAft>
              <a:buSzPts val="6000"/>
              <a:buNone/>
              <a:defRPr sz="6000">
                <a:solidFill>
                  <a:schemeClr val="dk1"/>
                </a:solidFill>
              </a:defRPr>
            </a:lvl7pPr>
            <a:lvl8pPr lvl="7" algn="l">
              <a:lnSpc>
                <a:spcPct val="70000"/>
              </a:lnSpc>
              <a:spcBef>
                <a:spcPts val="0"/>
              </a:spcBef>
              <a:spcAft>
                <a:spcPts val="0"/>
              </a:spcAft>
              <a:buSzPts val="6000"/>
              <a:buNone/>
              <a:defRPr sz="6000">
                <a:solidFill>
                  <a:schemeClr val="dk1"/>
                </a:solidFill>
              </a:defRPr>
            </a:lvl8pPr>
            <a:lvl9pPr lvl="8" algn="l">
              <a:lnSpc>
                <a:spcPct val="70000"/>
              </a:lnSpc>
              <a:spcBef>
                <a:spcPts val="0"/>
              </a:spcBef>
              <a:spcAft>
                <a:spcPts val="0"/>
              </a:spcAft>
              <a:buSzPts val="6000"/>
              <a:buNone/>
              <a:defRPr sz="6000">
                <a:solidFill>
                  <a:schemeClr val="dk1"/>
                </a:solidFill>
              </a:defRPr>
            </a:lvl9pPr>
          </a:lstStyle>
          <a:p/>
        </p:txBody>
      </p:sp>
      <p:sp>
        <p:nvSpPr>
          <p:cNvPr id="91" name="Google Shape;91;p28"/>
          <p:cNvSpPr txBox="1"/>
          <p:nvPr>
            <p:ph idx="1" type="subTitle"/>
          </p:nvPr>
        </p:nvSpPr>
        <p:spPr>
          <a:xfrm>
            <a:off x="284850" y="3602000"/>
            <a:ext cx="27732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200"/>
              <a:buFont typeface="Inter"/>
              <a:buNone/>
              <a:defRPr sz="1200">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92" name="Google Shape;92;p28"/>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8"/>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94" name="Google Shape;94;p28"/>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95" name="Shape 95"/>
        <p:cNvGrpSpPr/>
        <p:nvPr/>
      </p:nvGrpSpPr>
      <p:grpSpPr>
        <a:xfrm>
          <a:off x="0" y="0"/>
          <a:ext cx="0" cy="0"/>
          <a:chOff x="0" y="0"/>
          <a:chExt cx="0" cy="0"/>
        </a:xfrm>
      </p:grpSpPr>
      <p:sp>
        <p:nvSpPr>
          <p:cNvPr id="96" name="Google Shape;96;p29"/>
          <p:cNvSpPr txBox="1"/>
          <p:nvPr>
            <p:ph type="title"/>
          </p:nvPr>
        </p:nvSpPr>
        <p:spPr>
          <a:xfrm>
            <a:off x="283850" y="474875"/>
            <a:ext cx="2773200" cy="1585200"/>
          </a:xfrm>
          <a:prstGeom prst="rect">
            <a:avLst/>
          </a:prstGeom>
          <a:noFill/>
          <a:ln>
            <a:noFill/>
          </a:ln>
        </p:spPr>
        <p:txBody>
          <a:bodyPr anchorCtr="0" anchor="t" bIns="0" lIns="0" spcFirstLastPara="1" rIns="0" wrap="square" tIns="91425">
            <a:norm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97" name="Google Shape;97;p29"/>
          <p:cNvSpPr txBox="1"/>
          <p:nvPr>
            <p:ph idx="1" type="subTitle"/>
          </p:nvPr>
        </p:nvSpPr>
        <p:spPr>
          <a:xfrm>
            <a:off x="284850" y="3602000"/>
            <a:ext cx="27732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lt1"/>
              </a:buClr>
              <a:buSzPts val="1200"/>
              <a:buFont typeface="Inter"/>
              <a:buNone/>
              <a:defRPr sz="1200"/>
            </a:lvl1pPr>
            <a:lvl2pPr lvl="1" algn="l">
              <a:lnSpc>
                <a:spcPct val="115000"/>
              </a:lnSpc>
              <a:spcBef>
                <a:spcPts val="0"/>
              </a:spcBef>
              <a:spcAft>
                <a:spcPts val="0"/>
              </a:spcAft>
              <a:buClr>
                <a:schemeClr val="lt1"/>
              </a:buClr>
              <a:buSzPts val="1200"/>
              <a:buFont typeface="Inter"/>
              <a:buNone/>
              <a:defRPr sz="1200">
                <a:latin typeface="Inter"/>
                <a:ea typeface="Inter"/>
                <a:cs typeface="Inter"/>
                <a:sym typeface="Inter"/>
              </a:defRPr>
            </a:lvl2pPr>
            <a:lvl3pPr lvl="2" algn="l">
              <a:lnSpc>
                <a:spcPct val="115000"/>
              </a:lnSpc>
              <a:spcBef>
                <a:spcPts val="0"/>
              </a:spcBef>
              <a:spcAft>
                <a:spcPts val="0"/>
              </a:spcAft>
              <a:buClr>
                <a:schemeClr val="lt1"/>
              </a:buClr>
              <a:buSzPts val="1200"/>
              <a:buFont typeface="Inter"/>
              <a:buNone/>
              <a:defRPr sz="1200">
                <a:latin typeface="Inter"/>
                <a:ea typeface="Inter"/>
                <a:cs typeface="Inter"/>
                <a:sym typeface="Inter"/>
              </a:defRPr>
            </a:lvl3pPr>
            <a:lvl4pPr lvl="3" algn="l">
              <a:lnSpc>
                <a:spcPct val="115000"/>
              </a:lnSpc>
              <a:spcBef>
                <a:spcPts val="0"/>
              </a:spcBef>
              <a:spcAft>
                <a:spcPts val="0"/>
              </a:spcAft>
              <a:buClr>
                <a:schemeClr val="lt1"/>
              </a:buClr>
              <a:buSzPts val="1200"/>
              <a:buFont typeface="Inter"/>
              <a:buNone/>
              <a:defRPr sz="1200">
                <a:latin typeface="Inter"/>
                <a:ea typeface="Inter"/>
                <a:cs typeface="Inter"/>
                <a:sym typeface="Inter"/>
              </a:defRPr>
            </a:lvl4pPr>
            <a:lvl5pPr lvl="4" algn="l">
              <a:lnSpc>
                <a:spcPct val="115000"/>
              </a:lnSpc>
              <a:spcBef>
                <a:spcPts val="0"/>
              </a:spcBef>
              <a:spcAft>
                <a:spcPts val="0"/>
              </a:spcAft>
              <a:buClr>
                <a:schemeClr val="lt1"/>
              </a:buClr>
              <a:buSzPts val="1200"/>
              <a:buFont typeface="Inter"/>
              <a:buNone/>
              <a:defRPr sz="1200">
                <a:latin typeface="Inter"/>
                <a:ea typeface="Inter"/>
                <a:cs typeface="Inter"/>
                <a:sym typeface="Inter"/>
              </a:defRPr>
            </a:lvl5pPr>
            <a:lvl6pPr lvl="5" algn="l">
              <a:lnSpc>
                <a:spcPct val="115000"/>
              </a:lnSpc>
              <a:spcBef>
                <a:spcPts val="0"/>
              </a:spcBef>
              <a:spcAft>
                <a:spcPts val="0"/>
              </a:spcAft>
              <a:buClr>
                <a:schemeClr val="lt1"/>
              </a:buClr>
              <a:buSzPts val="1200"/>
              <a:buFont typeface="Inter"/>
              <a:buNone/>
              <a:defRPr sz="1200">
                <a:latin typeface="Inter"/>
                <a:ea typeface="Inter"/>
                <a:cs typeface="Inter"/>
                <a:sym typeface="Inter"/>
              </a:defRPr>
            </a:lvl6pPr>
            <a:lvl7pPr lvl="6" algn="l">
              <a:lnSpc>
                <a:spcPct val="115000"/>
              </a:lnSpc>
              <a:spcBef>
                <a:spcPts val="0"/>
              </a:spcBef>
              <a:spcAft>
                <a:spcPts val="0"/>
              </a:spcAft>
              <a:buClr>
                <a:schemeClr val="lt1"/>
              </a:buClr>
              <a:buSzPts val="1200"/>
              <a:buFont typeface="Inter"/>
              <a:buNone/>
              <a:defRPr sz="1200">
                <a:latin typeface="Inter"/>
                <a:ea typeface="Inter"/>
                <a:cs typeface="Inter"/>
                <a:sym typeface="Inter"/>
              </a:defRPr>
            </a:lvl7pPr>
            <a:lvl8pPr lvl="7" algn="l">
              <a:lnSpc>
                <a:spcPct val="115000"/>
              </a:lnSpc>
              <a:spcBef>
                <a:spcPts val="0"/>
              </a:spcBef>
              <a:spcAft>
                <a:spcPts val="0"/>
              </a:spcAft>
              <a:buClr>
                <a:schemeClr val="lt1"/>
              </a:buClr>
              <a:buSzPts val="1200"/>
              <a:buFont typeface="Inter"/>
              <a:buNone/>
              <a:defRPr sz="1200">
                <a:latin typeface="Inter"/>
                <a:ea typeface="Inter"/>
                <a:cs typeface="Inter"/>
                <a:sym typeface="Inter"/>
              </a:defRPr>
            </a:lvl8pPr>
            <a:lvl9pPr lvl="8" algn="l">
              <a:lnSpc>
                <a:spcPct val="115000"/>
              </a:lnSpc>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98" name="Google Shape;98;p29"/>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29"/>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0" name="Google Shape;100;p29"/>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1" name="Google Shape;101;p29"/>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02" name="Shape 102"/>
        <p:cNvGrpSpPr/>
        <p:nvPr/>
      </p:nvGrpSpPr>
      <p:grpSpPr>
        <a:xfrm>
          <a:off x="0" y="0"/>
          <a:ext cx="0" cy="0"/>
          <a:chOff x="0" y="0"/>
          <a:chExt cx="0" cy="0"/>
        </a:xfrm>
      </p:grpSpPr>
      <p:sp>
        <p:nvSpPr>
          <p:cNvPr id="103" name="Google Shape;103;p3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30"/>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105" name="Google Shape;105;p30"/>
          <p:cNvSpPr txBox="1"/>
          <p:nvPr>
            <p:ph idx="2"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06" name="Shape 106"/>
        <p:cNvGrpSpPr/>
        <p:nvPr/>
      </p:nvGrpSpPr>
      <p:grpSpPr>
        <a:xfrm>
          <a:off x="0" y="0"/>
          <a:ext cx="0" cy="0"/>
          <a:chOff x="0" y="0"/>
          <a:chExt cx="0" cy="0"/>
        </a:xfrm>
      </p:grpSpPr>
      <p:sp>
        <p:nvSpPr>
          <p:cNvPr id="107" name="Google Shape;107;p31"/>
          <p:cNvSpPr txBox="1"/>
          <p:nvPr>
            <p:ph type="title"/>
          </p:nvPr>
        </p:nvSpPr>
        <p:spPr>
          <a:xfrm>
            <a:off x="283850" y="285900"/>
            <a:ext cx="4227600" cy="309300"/>
          </a:xfrm>
          <a:prstGeom prst="rect">
            <a:avLst/>
          </a:prstGeom>
          <a:noFill/>
          <a:ln>
            <a:noFill/>
          </a:ln>
        </p:spPr>
        <p:txBody>
          <a:bodyPr anchorCtr="0" anchor="t" bIns="0" lIns="0" spcFirstLastPara="1" rIns="0" wrap="square" tIns="0">
            <a:spAutoFit/>
          </a:bodyPr>
          <a:lstStyle>
            <a:lvl1pPr lvl="0" algn="l">
              <a:lnSpc>
                <a:spcPct val="70000"/>
              </a:lnSpc>
              <a:spcBef>
                <a:spcPts val="0"/>
              </a:spcBef>
              <a:spcAft>
                <a:spcPts val="0"/>
              </a:spcAft>
              <a:buSzPts val="1800"/>
              <a:buNone/>
              <a:defRPr sz="1800">
                <a:solidFill>
                  <a:schemeClr val="dk1"/>
                </a:solidFill>
              </a:defRPr>
            </a:lvl1pPr>
            <a:lvl2pPr lvl="1" algn="l">
              <a:lnSpc>
                <a:spcPct val="70000"/>
              </a:lnSpc>
              <a:spcBef>
                <a:spcPts val="0"/>
              </a:spcBef>
              <a:spcAft>
                <a:spcPts val="0"/>
              </a:spcAft>
              <a:buSzPts val="1800"/>
              <a:buNone/>
              <a:defRPr sz="1800">
                <a:solidFill>
                  <a:schemeClr val="dk1"/>
                </a:solidFill>
              </a:defRPr>
            </a:lvl2pPr>
            <a:lvl3pPr lvl="2" algn="l">
              <a:lnSpc>
                <a:spcPct val="70000"/>
              </a:lnSpc>
              <a:spcBef>
                <a:spcPts val="0"/>
              </a:spcBef>
              <a:spcAft>
                <a:spcPts val="0"/>
              </a:spcAft>
              <a:buSzPts val="1800"/>
              <a:buNone/>
              <a:defRPr sz="1800">
                <a:solidFill>
                  <a:schemeClr val="dk1"/>
                </a:solidFill>
              </a:defRPr>
            </a:lvl3pPr>
            <a:lvl4pPr lvl="3" algn="l">
              <a:lnSpc>
                <a:spcPct val="70000"/>
              </a:lnSpc>
              <a:spcBef>
                <a:spcPts val="0"/>
              </a:spcBef>
              <a:spcAft>
                <a:spcPts val="0"/>
              </a:spcAft>
              <a:buSzPts val="1800"/>
              <a:buNone/>
              <a:defRPr sz="1800">
                <a:solidFill>
                  <a:schemeClr val="dk1"/>
                </a:solidFill>
              </a:defRPr>
            </a:lvl4pPr>
            <a:lvl5pPr lvl="4" algn="l">
              <a:lnSpc>
                <a:spcPct val="70000"/>
              </a:lnSpc>
              <a:spcBef>
                <a:spcPts val="0"/>
              </a:spcBef>
              <a:spcAft>
                <a:spcPts val="0"/>
              </a:spcAft>
              <a:buSzPts val="1800"/>
              <a:buNone/>
              <a:defRPr sz="1800">
                <a:solidFill>
                  <a:schemeClr val="dk1"/>
                </a:solidFill>
              </a:defRPr>
            </a:lvl5pPr>
            <a:lvl6pPr lvl="5" algn="l">
              <a:lnSpc>
                <a:spcPct val="70000"/>
              </a:lnSpc>
              <a:spcBef>
                <a:spcPts val="0"/>
              </a:spcBef>
              <a:spcAft>
                <a:spcPts val="0"/>
              </a:spcAft>
              <a:buSzPts val="1800"/>
              <a:buNone/>
              <a:defRPr sz="1800">
                <a:solidFill>
                  <a:schemeClr val="dk1"/>
                </a:solidFill>
              </a:defRPr>
            </a:lvl6pPr>
            <a:lvl7pPr lvl="6" algn="l">
              <a:lnSpc>
                <a:spcPct val="70000"/>
              </a:lnSpc>
              <a:spcBef>
                <a:spcPts val="0"/>
              </a:spcBef>
              <a:spcAft>
                <a:spcPts val="0"/>
              </a:spcAft>
              <a:buSzPts val="1800"/>
              <a:buNone/>
              <a:defRPr sz="1800">
                <a:solidFill>
                  <a:schemeClr val="dk1"/>
                </a:solidFill>
              </a:defRPr>
            </a:lvl7pPr>
            <a:lvl8pPr lvl="7" algn="l">
              <a:lnSpc>
                <a:spcPct val="70000"/>
              </a:lnSpc>
              <a:spcBef>
                <a:spcPts val="0"/>
              </a:spcBef>
              <a:spcAft>
                <a:spcPts val="0"/>
              </a:spcAft>
              <a:buSzPts val="1800"/>
              <a:buNone/>
              <a:defRPr sz="1800">
                <a:solidFill>
                  <a:schemeClr val="dk1"/>
                </a:solidFill>
              </a:defRPr>
            </a:lvl8pPr>
            <a:lvl9pPr lvl="8" algn="l">
              <a:lnSpc>
                <a:spcPct val="70000"/>
              </a:lnSpc>
              <a:spcBef>
                <a:spcPts val="0"/>
              </a:spcBef>
              <a:spcAft>
                <a:spcPts val="0"/>
              </a:spcAft>
              <a:buSzPts val="1800"/>
              <a:buNone/>
              <a:defRPr sz="1800">
                <a:solidFill>
                  <a:schemeClr val="dk1"/>
                </a:solidFill>
              </a:defRPr>
            </a:lvl9pPr>
          </a:lstStyle>
          <a:p/>
        </p:txBody>
      </p:sp>
      <p:sp>
        <p:nvSpPr>
          <p:cNvPr id="108" name="Google Shape;108;p3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31"/>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0" name="Google Shape;110;p31"/>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1" name="Google Shape;111;p31"/>
          <p:cNvSpPr txBox="1"/>
          <p:nvPr>
            <p:ph idx="1" type="subTitle"/>
          </p:nvPr>
        </p:nvSpPr>
        <p:spPr>
          <a:xfrm>
            <a:off x="1125100" y="2345400"/>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2" name="Google Shape;112;p31"/>
          <p:cNvSpPr txBox="1"/>
          <p:nvPr>
            <p:ph idx="4" type="subTitle"/>
          </p:nvPr>
        </p:nvSpPr>
        <p:spPr>
          <a:xfrm flipH="1">
            <a:off x="6801950" y="2345400"/>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31"/>
          <p:cNvSpPr txBox="1"/>
          <p:nvPr>
            <p:ph idx="5" type="subTitle"/>
          </p:nvPr>
        </p:nvSpPr>
        <p:spPr>
          <a:xfrm>
            <a:off x="1125100" y="1555600"/>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4" name="Google Shape;114;p31"/>
          <p:cNvSpPr txBox="1"/>
          <p:nvPr>
            <p:ph idx="6" type="subTitle"/>
          </p:nvPr>
        </p:nvSpPr>
        <p:spPr>
          <a:xfrm flipH="1">
            <a:off x="6801950" y="1555600"/>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31"/>
          <p:cNvSpPr txBox="1"/>
          <p:nvPr>
            <p:ph idx="7" type="subTitle"/>
          </p:nvPr>
        </p:nvSpPr>
        <p:spPr>
          <a:xfrm>
            <a:off x="1125100" y="3123163"/>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6" name="Google Shape;116;p31"/>
          <p:cNvSpPr txBox="1"/>
          <p:nvPr>
            <p:ph idx="8" type="subTitle"/>
          </p:nvPr>
        </p:nvSpPr>
        <p:spPr>
          <a:xfrm flipH="1">
            <a:off x="6801950" y="3123163"/>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31"/>
          <p:cNvSpPr txBox="1"/>
          <p:nvPr>
            <p:ph idx="9" type="subTitle"/>
          </p:nvPr>
        </p:nvSpPr>
        <p:spPr>
          <a:xfrm>
            <a:off x="1125100" y="3902913"/>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8" name="Google Shape;118;p31"/>
          <p:cNvSpPr txBox="1"/>
          <p:nvPr>
            <p:ph idx="13" type="subTitle"/>
          </p:nvPr>
        </p:nvSpPr>
        <p:spPr>
          <a:xfrm flipH="1">
            <a:off x="6801950" y="3902913"/>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19" name="Shape 119"/>
        <p:cNvGrpSpPr/>
        <p:nvPr/>
      </p:nvGrpSpPr>
      <p:grpSpPr>
        <a:xfrm>
          <a:off x="0" y="0"/>
          <a:ext cx="0" cy="0"/>
          <a:chOff x="0" y="0"/>
          <a:chExt cx="0" cy="0"/>
        </a:xfrm>
      </p:grpSpPr>
      <p:sp>
        <p:nvSpPr>
          <p:cNvPr id="120" name="Google Shape;120;p32"/>
          <p:cNvSpPr/>
          <p:nvPr>
            <p:ph idx="2" type="pic"/>
          </p:nvPr>
        </p:nvSpPr>
        <p:spPr>
          <a:xfrm>
            <a:off x="283850" y="2178075"/>
            <a:ext cx="4227600" cy="2505600"/>
          </a:xfrm>
          <a:prstGeom prst="rect">
            <a:avLst/>
          </a:prstGeom>
          <a:noFill/>
          <a:ln>
            <a:noFill/>
          </a:ln>
        </p:spPr>
      </p:sp>
      <p:sp>
        <p:nvSpPr>
          <p:cNvPr id="121" name="Google Shape;121;p3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2" name="Google Shape;122;p32"/>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23" name="Google Shape;123;p32"/>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24" name="Google Shape;124;p32"/>
          <p:cNvSpPr txBox="1"/>
          <p:nvPr>
            <p:ph idx="4"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25" name="Google Shape;125;p32"/>
          <p:cNvSpPr txBox="1"/>
          <p:nvPr>
            <p:ph idx="1" type="body"/>
          </p:nvPr>
        </p:nvSpPr>
        <p:spPr>
          <a:xfrm>
            <a:off x="4629300" y="2636275"/>
            <a:ext cx="4227600" cy="204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32"/>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27" name="Shape 127"/>
        <p:cNvGrpSpPr/>
        <p:nvPr/>
      </p:nvGrpSpPr>
      <p:grpSpPr>
        <a:xfrm>
          <a:off x="0" y="0"/>
          <a:ext cx="0" cy="0"/>
          <a:chOff x="0" y="0"/>
          <a:chExt cx="0" cy="0"/>
        </a:xfrm>
      </p:grpSpPr>
      <p:sp>
        <p:nvSpPr>
          <p:cNvPr id="128" name="Google Shape;128;p33"/>
          <p:cNvSpPr/>
          <p:nvPr>
            <p:ph idx="2" type="pic"/>
          </p:nvPr>
        </p:nvSpPr>
        <p:spPr>
          <a:xfrm>
            <a:off x="4629750" y="0"/>
            <a:ext cx="4227000" cy="4683600"/>
          </a:xfrm>
          <a:prstGeom prst="roundRect">
            <a:avLst>
              <a:gd fmla="val 0" name="adj"/>
            </a:avLst>
          </a:prstGeom>
          <a:noFill/>
          <a:ln>
            <a:noFill/>
          </a:ln>
        </p:spPr>
      </p:sp>
      <p:sp>
        <p:nvSpPr>
          <p:cNvPr id="129" name="Google Shape;129;p3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33"/>
          <p:cNvSpPr txBox="1"/>
          <p:nvPr>
            <p:ph type="title"/>
          </p:nvPr>
        </p:nvSpPr>
        <p:spPr>
          <a:xfrm>
            <a:off x="283850" y="285900"/>
            <a:ext cx="42276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31" name="Google Shape;131;p33"/>
          <p:cNvSpPr txBox="1"/>
          <p:nvPr>
            <p:ph idx="1" type="body"/>
          </p:nvPr>
        </p:nvSpPr>
        <p:spPr>
          <a:xfrm>
            <a:off x="763175" y="2599225"/>
            <a:ext cx="3748800" cy="2084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132" name="Google Shape;132;p3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33" name="Google Shape;133;p3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34" name="Shape 134"/>
        <p:cNvGrpSpPr/>
        <p:nvPr/>
      </p:nvGrpSpPr>
      <p:grpSpPr>
        <a:xfrm>
          <a:off x="0" y="0"/>
          <a:ext cx="0" cy="0"/>
          <a:chOff x="0" y="0"/>
          <a:chExt cx="0" cy="0"/>
        </a:xfrm>
      </p:grpSpPr>
      <p:sp>
        <p:nvSpPr>
          <p:cNvPr id="135" name="Google Shape;135;p34"/>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34"/>
          <p:cNvSpPr txBox="1"/>
          <p:nvPr>
            <p:ph type="title"/>
          </p:nvPr>
        </p:nvSpPr>
        <p:spPr>
          <a:xfrm>
            <a:off x="283850" y="285900"/>
            <a:ext cx="4227300" cy="7515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sz="18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37" name="Google Shape;137;p34"/>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38" name="Google Shape;138;p34"/>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39" name="Google Shape;139;p34"/>
          <p:cNvSpPr txBox="1"/>
          <p:nvPr>
            <p:ph idx="1" type="body"/>
          </p:nvPr>
        </p:nvSpPr>
        <p:spPr>
          <a:xfrm>
            <a:off x="4632000" y="285900"/>
            <a:ext cx="4227300" cy="11547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40" name="Google Shape;140;p34"/>
          <p:cNvSpPr txBox="1"/>
          <p:nvPr>
            <p:ph idx="4" type="subTitle"/>
          </p:nvPr>
        </p:nvSpPr>
        <p:spPr>
          <a:xfrm>
            <a:off x="288625"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41" name="Google Shape;141;p34"/>
          <p:cNvSpPr txBox="1"/>
          <p:nvPr>
            <p:ph idx="5" type="body"/>
          </p:nvPr>
        </p:nvSpPr>
        <p:spPr>
          <a:xfrm>
            <a:off x="288625" y="2891825"/>
            <a:ext cx="2050800" cy="15072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Char char="●"/>
              <a:defRPr sz="1000">
                <a:solidFill>
                  <a:schemeClr val="dk1"/>
                </a:solidFill>
              </a:defRPr>
            </a:lvl1pPr>
            <a:lvl2pPr indent="-292100" lvl="1" marL="914400" algn="l">
              <a:lnSpc>
                <a:spcPct val="115000"/>
              </a:lnSpc>
              <a:spcBef>
                <a:spcPts val="0"/>
              </a:spcBef>
              <a:spcAft>
                <a:spcPts val="0"/>
              </a:spcAft>
              <a:buClr>
                <a:schemeClr val="dk1"/>
              </a:buClr>
              <a:buSzPts val="1000"/>
              <a:buChar char="○"/>
              <a:defRPr sz="1000">
                <a:solidFill>
                  <a:schemeClr val="dk1"/>
                </a:solidFill>
              </a:defRPr>
            </a:lvl2pPr>
            <a:lvl3pPr indent="-292100" lvl="2" marL="1371600" algn="l">
              <a:lnSpc>
                <a:spcPct val="115000"/>
              </a:lnSpc>
              <a:spcBef>
                <a:spcPts val="0"/>
              </a:spcBef>
              <a:spcAft>
                <a:spcPts val="0"/>
              </a:spcAft>
              <a:buClr>
                <a:schemeClr val="dk1"/>
              </a:buClr>
              <a:buSzPts val="1000"/>
              <a:buChar char="■"/>
              <a:defRPr sz="1000">
                <a:solidFill>
                  <a:schemeClr val="dk1"/>
                </a:solidFill>
              </a:defRPr>
            </a:lvl3pPr>
            <a:lvl4pPr indent="-292100" lvl="3" marL="1828800" algn="l">
              <a:lnSpc>
                <a:spcPct val="115000"/>
              </a:lnSpc>
              <a:spcBef>
                <a:spcPts val="0"/>
              </a:spcBef>
              <a:spcAft>
                <a:spcPts val="0"/>
              </a:spcAft>
              <a:buClr>
                <a:schemeClr val="dk1"/>
              </a:buClr>
              <a:buSzPts val="1000"/>
              <a:buChar char="●"/>
              <a:defRPr sz="1000">
                <a:solidFill>
                  <a:schemeClr val="dk1"/>
                </a:solidFill>
              </a:defRPr>
            </a:lvl4pPr>
            <a:lvl5pPr indent="-292100" lvl="4" marL="2286000" algn="l">
              <a:lnSpc>
                <a:spcPct val="115000"/>
              </a:lnSpc>
              <a:spcBef>
                <a:spcPts val="0"/>
              </a:spcBef>
              <a:spcAft>
                <a:spcPts val="0"/>
              </a:spcAft>
              <a:buClr>
                <a:schemeClr val="dk1"/>
              </a:buClr>
              <a:buSzPts val="1000"/>
              <a:buChar char="○"/>
              <a:defRPr sz="1000">
                <a:solidFill>
                  <a:schemeClr val="dk1"/>
                </a:solidFill>
              </a:defRPr>
            </a:lvl5pPr>
            <a:lvl6pPr indent="-292100" lvl="5" marL="2743200" algn="l">
              <a:lnSpc>
                <a:spcPct val="115000"/>
              </a:lnSpc>
              <a:spcBef>
                <a:spcPts val="0"/>
              </a:spcBef>
              <a:spcAft>
                <a:spcPts val="0"/>
              </a:spcAft>
              <a:buClr>
                <a:schemeClr val="dk1"/>
              </a:buClr>
              <a:buSzPts val="1000"/>
              <a:buChar char="■"/>
              <a:defRPr sz="1000">
                <a:solidFill>
                  <a:schemeClr val="dk1"/>
                </a:solidFill>
              </a:defRPr>
            </a:lvl6pPr>
            <a:lvl7pPr indent="-292100" lvl="6" marL="3200400" algn="l">
              <a:lnSpc>
                <a:spcPct val="115000"/>
              </a:lnSpc>
              <a:spcBef>
                <a:spcPts val="0"/>
              </a:spcBef>
              <a:spcAft>
                <a:spcPts val="0"/>
              </a:spcAft>
              <a:buClr>
                <a:schemeClr val="dk1"/>
              </a:buClr>
              <a:buSzPts val="1000"/>
              <a:buChar char="●"/>
              <a:defRPr sz="1000">
                <a:solidFill>
                  <a:schemeClr val="dk1"/>
                </a:solidFill>
              </a:defRPr>
            </a:lvl7pPr>
            <a:lvl8pPr indent="-292100" lvl="7" marL="3657600" algn="l">
              <a:lnSpc>
                <a:spcPct val="115000"/>
              </a:lnSpc>
              <a:spcBef>
                <a:spcPts val="0"/>
              </a:spcBef>
              <a:spcAft>
                <a:spcPts val="0"/>
              </a:spcAft>
              <a:buClr>
                <a:schemeClr val="dk1"/>
              </a:buClr>
              <a:buSzPts val="1000"/>
              <a:buChar char="○"/>
              <a:defRPr sz="1000">
                <a:solidFill>
                  <a:schemeClr val="dk1"/>
                </a:solidFill>
              </a:defRPr>
            </a:lvl8pPr>
            <a:lvl9pPr indent="-292100" lvl="8" marL="4114800" algn="l">
              <a:lnSpc>
                <a:spcPct val="115000"/>
              </a:lnSpc>
              <a:spcBef>
                <a:spcPts val="0"/>
              </a:spcBef>
              <a:spcAft>
                <a:spcPts val="0"/>
              </a:spcAft>
              <a:buClr>
                <a:schemeClr val="dk1"/>
              </a:buClr>
              <a:buSzPts val="1000"/>
              <a:buChar char="■"/>
              <a:defRPr sz="1000">
                <a:solidFill>
                  <a:schemeClr val="dk1"/>
                </a:solidFill>
              </a:defRPr>
            </a:lvl9pPr>
          </a:lstStyle>
          <a:p/>
        </p:txBody>
      </p:sp>
      <p:sp>
        <p:nvSpPr>
          <p:cNvPr id="142" name="Google Shape;142;p34"/>
          <p:cNvSpPr txBox="1"/>
          <p:nvPr>
            <p:ph idx="6" type="subTitle"/>
          </p:nvPr>
        </p:nvSpPr>
        <p:spPr>
          <a:xfrm>
            <a:off x="2456700"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43" name="Google Shape;143;p34"/>
          <p:cNvSpPr txBox="1"/>
          <p:nvPr>
            <p:ph idx="7" type="body"/>
          </p:nvPr>
        </p:nvSpPr>
        <p:spPr>
          <a:xfrm>
            <a:off x="2456700"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44" name="Google Shape;144;p34"/>
          <p:cNvSpPr txBox="1"/>
          <p:nvPr>
            <p:ph idx="8" type="subTitle"/>
          </p:nvPr>
        </p:nvSpPr>
        <p:spPr>
          <a:xfrm>
            <a:off x="4629375"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45" name="Google Shape;145;p34"/>
          <p:cNvSpPr txBox="1"/>
          <p:nvPr>
            <p:ph idx="9" type="body"/>
          </p:nvPr>
        </p:nvSpPr>
        <p:spPr>
          <a:xfrm>
            <a:off x="4629375"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46" name="Google Shape;146;p34"/>
          <p:cNvSpPr txBox="1"/>
          <p:nvPr>
            <p:ph idx="13" type="subTitle"/>
          </p:nvPr>
        </p:nvSpPr>
        <p:spPr>
          <a:xfrm>
            <a:off x="6802050"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47" name="Google Shape;147;p34"/>
          <p:cNvSpPr txBox="1"/>
          <p:nvPr>
            <p:ph idx="14" type="body"/>
          </p:nvPr>
        </p:nvSpPr>
        <p:spPr>
          <a:xfrm>
            <a:off x="6802050"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48" name="Shape 148"/>
        <p:cNvGrpSpPr/>
        <p:nvPr/>
      </p:nvGrpSpPr>
      <p:grpSpPr>
        <a:xfrm>
          <a:off x="0" y="0"/>
          <a:ext cx="0" cy="0"/>
          <a:chOff x="0" y="0"/>
          <a:chExt cx="0" cy="0"/>
        </a:xfrm>
      </p:grpSpPr>
      <p:sp>
        <p:nvSpPr>
          <p:cNvPr id="149" name="Google Shape;149;p35"/>
          <p:cNvSpPr txBox="1"/>
          <p:nvPr>
            <p:ph idx="1" type="subTitle"/>
          </p:nvPr>
        </p:nvSpPr>
        <p:spPr>
          <a:xfrm>
            <a:off x="288625" y="2636275"/>
            <a:ext cx="1005000" cy="972000"/>
          </a:xfrm>
          <a:prstGeom prst="rect">
            <a:avLst/>
          </a:prstGeom>
          <a:noFill/>
          <a:ln>
            <a:noFill/>
          </a:ln>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50" name="Google Shape;150;p35"/>
          <p:cNvSpPr txBox="1"/>
          <p:nvPr>
            <p:ph idx="2" type="subTitle"/>
          </p:nvPr>
        </p:nvSpPr>
        <p:spPr>
          <a:xfrm>
            <a:off x="288625" y="37169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51" name="Google Shape;151;p35"/>
          <p:cNvSpPr txBox="1"/>
          <p:nvPr>
            <p:ph idx="3" type="subTitle"/>
          </p:nvPr>
        </p:nvSpPr>
        <p:spPr>
          <a:xfrm>
            <a:off x="288625" y="15555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52" name="Google Shape;152;p35"/>
          <p:cNvSpPr txBox="1"/>
          <p:nvPr>
            <p:ph idx="4" type="body"/>
          </p:nvPr>
        </p:nvSpPr>
        <p:spPr>
          <a:xfrm>
            <a:off x="6091950" y="2635425"/>
            <a:ext cx="2764800" cy="9720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53" name="Google Shape;153;p35"/>
          <p:cNvSpPr txBox="1"/>
          <p:nvPr>
            <p:ph idx="5" type="body"/>
          </p:nvPr>
        </p:nvSpPr>
        <p:spPr>
          <a:xfrm>
            <a:off x="6091950" y="3706763"/>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54" name="Google Shape;154;p35"/>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35"/>
          <p:cNvSpPr txBox="1"/>
          <p:nvPr>
            <p:ph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56" name="Google Shape;156;p35"/>
          <p:cNvSpPr txBox="1"/>
          <p:nvPr>
            <p:ph idx="6" type="body"/>
          </p:nvPr>
        </p:nvSpPr>
        <p:spPr>
          <a:xfrm>
            <a:off x="6091950" y="155387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57" name="Google Shape;157;p35"/>
          <p:cNvSpPr txBox="1"/>
          <p:nvPr>
            <p:ph idx="7"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8" name="Google Shape;158;p35"/>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9" name="Google Shape;159;p35"/>
          <p:cNvSpPr txBox="1"/>
          <p:nvPr>
            <p:ph idx="9" type="subTitle"/>
          </p:nvPr>
        </p:nvSpPr>
        <p:spPr>
          <a:xfrm>
            <a:off x="1648600" y="2636275"/>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4"/>
              </a:buClr>
              <a:buSzPts val="3600"/>
              <a:buFont typeface="Inter"/>
              <a:buNone/>
              <a:defRPr sz="3600">
                <a:solidFill>
                  <a:schemeClr val="accent4"/>
                </a:solidFill>
              </a:defRPr>
            </a:lvl1pPr>
            <a:lvl2pPr lvl="1"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60" name="Google Shape;160;p35"/>
          <p:cNvSpPr txBox="1"/>
          <p:nvPr>
            <p:ph idx="13" type="subTitle"/>
          </p:nvPr>
        </p:nvSpPr>
        <p:spPr>
          <a:xfrm>
            <a:off x="1648600" y="1552438"/>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1"/>
              </a:buClr>
              <a:buSzPts val="3600"/>
              <a:buFont typeface="Inter"/>
              <a:buNone/>
              <a:defRPr sz="3600">
                <a:solidFill>
                  <a:schemeClr val="accent1"/>
                </a:solidFill>
              </a:defRPr>
            </a:lvl1pPr>
            <a:lvl2pPr lvl="1"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61" name="Google Shape;161;p35"/>
          <p:cNvSpPr txBox="1"/>
          <p:nvPr>
            <p:ph idx="14" type="subTitle"/>
          </p:nvPr>
        </p:nvSpPr>
        <p:spPr>
          <a:xfrm>
            <a:off x="1648600" y="3707613"/>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5"/>
              </a:buClr>
              <a:buSzPts val="3600"/>
              <a:buFont typeface="Inter"/>
              <a:buNone/>
              <a:defRPr sz="3600">
                <a:solidFill>
                  <a:schemeClr val="accent5"/>
                </a:solidFill>
              </a:defRPr>
            </a:lvl1pPr>
            <a:lvl2pPr lvl="1"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62" name="Shape 162"/>
        <p:cNvGrpSpPr/>
        <p:nvPr/>
      </p:nvGrpSpPr>
      <p:grpSpPr>
        <a:xfrm>
          <a:off x="0" y="0"/>
          <a:ext cx="0" cy="0"/>
          <a:chOff x="0" y="0"/>
          <a:chExt cx="0" cy="0"/>
        </a:xfrm>
      </p:grpSpPr>
      <p:sp>
        <p:nvSpPr>
          <p:cNvPr id="163" name="Google Shape;163;p36"/>
          <p:cNvSpPr txBox="1"/>
          <p:nvPr>
            <p:ph idx="1" type="subTitle"/>
          </p:nvPr>
        </p:nvSpPr>
        <p:spPr>
          <a:xfrm>
            <a:off x="3185700" y="37169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4" name="Google Shape;164;p36"/>
          <p:cNvSpPr txBox="1"/>
          <p:nvPr>
            <p:ph idx="2" type="subTitle"/>
          </p:nvPr>
        </p:nvSpPr>
        <p:spPr>
          <a:xfrm>
            <a:off x="1736388" y="26362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5" name="Google Shape;165;p36"/>
          <p:cNvSpPr txBox="1"/>
          <p:nvPr>
            <p:ph idx="3" type="subTitle"/>
          </p:nvPr>
        </p:nvSpPr>
        <p:spPr>
          <a:xfrm>
            <a:off x="288625" y="15555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6" name="Google Shape;166;p36"/>
          <p:cNvSpPr txBox="1"/>
          <p:nvPr>
            <p:ph idx="4" type="body"/>
          </p:nvPr>
        </p:nvSpPr>
        <p:spPr>
          <a:xfrm>
            <a:off x="3187500" y="2635425"/>
            <a:ext cx="4227000" cy="972000"/>
          </a:xfrm>
          <a:prstGeom prst="rect">
            <a:avLst/>
          </a:prstGeom>
          <a:noFill/>
          <a:ln>
            <a:noFill/>
          </a:ln>
        </p:spPr>
        <p:txBody>
          <a:bodyPr anchorCtr="0" anchor="ctr"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67" name="Google Shape;167;p36"/>
          <p:cNvSpPr txBox="1"/>
          <p:nvPr>
            <p:ph idx="5" type="body"/>
          </p:nvPr>
        </p:nvSpPr>
        <p:spPr>
          <a:xfrm>
            <a:off x="4629750" y="3706771"/>
            <a:ext cx="4227000" cy="972000"/>
          </a:xfrm>
          <a:prstGeom prst="rect">
            <a:avLst/>
          </a:prstGeom>
          <a:noFill/>
          <a:ln>
            <a:noFill/>
          </a:ln>
        </p:spPr>
        <p:txBody>
          <a:bodyPr anchorCtr="0" anchor="ctr"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68" name="Google Shape;168;p36"/>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36"/>
          <p:cNvSpPr txBox="1"/>
          <p:nvPr>
            <p:ph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70" name="Google Shape;170;p36"/>
          <p:cNvSpPr txBox="1"/>
          <p:nvPr>
            <p:ph idx="6" type="body"/>
          </p:nvPr>
        </p:nvSpPr>
        <p:spPr>
          <a:xfrm>
            <a:off x="1736400" y="1553875"/>
            <a:ext cx="4227000" cy="9720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71" name="Google Shape;171;p36"/>
          <p:cNvSpPr txBox="1"/>
          <p:nvPr>
            <p:ph idx="7"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2" name="Google Shape;172;p36"/>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73" name="Shape 173"/>
        <p:cNvGrpSpPr/>
        <p:nvPr/>
      </p:nvGrpSpPr>
      <p:grpSpPr>
        <a:xfrm>
          <a:off x="0" y="0"/>
          <a:ext cx="0" cy="0"/>
          <a:chOff x="0" y="0"/>
          <a:chExt cx="0" cy="0"/>
        </a:xfrm>
      </p:grpSpPr>
      <p:sp>
        <p:nvSpPr>
          <p:cNvPr id="174" name="Google Shape;174;p37"/>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37"/>
          <p:cNvSpPr txBox="1"/>
          <p:nvPr>
            <p:ph type="title"/>
          </p:nvPr>
        </p:nvSpPr>
        <p:spPr>
          <a:xfrm>
            <a:off x="283850" y="285900"/>
            <a:ext cx="5674200" cy="2235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176" name="Google Shape;176;p37"/>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77" name="Google Shape;177;p37"/>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78" name="Google Shape;178;p37"/>
          <p:cNvSpPr txBox="1"/>
          <p:nvPr>
            <p:ph idx="1" type="body"/>
          </p:nvPr>
        </p:nvSpPr>
        <p:spPr>
          <a:xfrm>
            <a:off x="2456850" y="3716975"/>
            <a:ext cx="20550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79" name="Google Shape;179;p37"/>
          <p:cNvSpPr txBox="1"/>
          <p:nvPr>
            <p:ph idx="4" type="body"/>
          </p:nvPr>
        </p:nvSpPr>
        <p:spPr>
          <a:xfrm>
            <a:off x="4629750" y="3716975"/>
            <a:ext cx="20550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80" name="Google Shape;180;p37"/>
          <p:cNvSpPr txBox="1"/>
          <p:nvPr>
            <p:ph idx="5" type="body"/>
          </p:nvPr>
        </p:nvSpPr>
        <p:spPr>
          <a:xfrm>
            <a:off x="6802050" y="3716975"/>
            <a:ext cx="20547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81" name="Shape 181"/>
        <p:cNvGrpSpPr/>
        <p:nvPr/>
      </p:nvGrpSpPr>
      <p:grpSpPr>
        <a:xfrm>
          <a:off x="0" y="0"/>
          <a:ext cx="0" cy="0"/>
          <a:chOff x="0" y="0"/>
          <a:chExt cx="0" cy="0"/>
        </a:xfrm>
      </p:grpSpPr>
      <p:sp>
        <p:nvSpPr>
          <p:cNvPr id="182" name="Google Shape;182;p38"/>
          <p:cNvSpPr txBox="1"/>
          <p:nvPr>
            <p:ph idx="1" type="body"/>
          </p:nvPr>
        </p:nvSpPr>
        <p:spPr>
          <a:xfrm>
            <a:off x="6091950" y="155387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83" name="Google Shape;183;p38"/>
          <p:cNvSpPr txBox="1"/>
          <p:nvPr>
            <p:ph idx="2" type="body"/>
          </p:nvPr>
        </p:nvSpPr>
        <p:spPr>
          <a:xfrm>
            <a:off x="6091950" y="263542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84" name="Google Shape;184;p38"/>
          <p:cNvSpPr txBox="1"/>
          <p:nvPr>
            <p:ph idx="3" type="body"/>
          </p:nvPr>
        </p:nvSpPr>
        <p:spPr>
          <a:xfrm>
            <a:off x="6091950" y="3706763"/>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85" name="Google Shape;185;p38"/>
          <p:cNvSpPr txBox="1"/>
          <p:nvPr>
            <p:ph type="title"/>
          </p:nvPr>
        </p:nvSpPr>
        <p:spPr>
          <a:xfrm>
            <a:off x="283850" y="285900"/>
            <a:ext cx="42276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sz="1800"/>
            </a:lvl1pPr>
            <a:lvl2pPr lvl="1" algn="l">
              <a:lnSpc>
                <a:spcPct val="85000"/>
              </a:lnSpc>
              <a:spcBef>
                <a:spcPts val="0"/>
              </a:spcBef>
              <a:spcAft>
                <a:spcPts val="0"/>
              </a:spcAft>
              <a:buSzPts val="1800"/>
              <a:buNone/>
              <a:defRPr sz="1800"/>
            </a:lvl2pPr>
            <a:lvl3pPr lvl="2" algn="l">
              <a:lnSpc>
                <a:spcPct val="85000"/>
              </a:lnSpc>
              <a:spcBef>
                <a:spcPts val="0"/>
              </a:spcBef>
              <a:spcAft>
                <a:spcPts val="0"/>
              </a:spcAft>
              <a:buSzPts val="1800"/>
              <a:buNone/>
              <a:defRPr sz="1800"/>
            </a:lvl3pPr>
            <a:lvl4pPr lvl="3" algn="l">
              <a:lnSpc>
                <a:spcPct val="85000"/>
              </a:lnSpc>
              <a:spcBef>
                <a:spcPts val="0"/>
              </a:spcBef>
              <a:spcAft>
                <a:spcPts val="0"/>
              </a:spcAft>
              <a:buSzPts val="1800"/>
              <a:buNone/>
              <a:defRPr sz="1800"/>
            </a:lvl4pPr>
            <a:lvl5pPr lvl="4" algn="l">
              <a:lnSpc>
                <a:spcPct val="85000"/>
              </a:lnSpc>
              <a:spcBef>
                <a:spcPts val="0"/>
              </a:spcBef>
              <a:spcAft>
                <a:spcPts val="0"/>
              </a:spcAft>
              <a:buSzPts val="1800"/>
              <a:buNone/>
              <a:defRPr sz="1800"/>
            </a:lvl5pPr>
            <a:lvl6pPr lvl="5" algn="l">
              <a:lnSpc>
                <a:spcPct val="85000"/>
              </a:lnSpc>
              <a:spcBef>
                <a:spcPts val="0"/>
              </a:spcBef>
              <a:spcAft>
                <a:spcPts val="0"/>
              </a:spcAft>
              <a:buSzPts val="1800"/>
              <a:buNone/>
              <a:defRPr sz="1800"/>
            </a:lvl6pPr>
            <a:lvl7pPr lvl="6" algn="l">
              <a:lnSpc>
                <a:spcPct val="85000"/>
              </a:lnSpc>
              <a:spcBef>
                <a:spcPts val="0"/>
              </a:spcBef>
              <a:spcAft>
                <a:spcPts val="0"/>
              </a:spcAft>
              <a:buSzPts val="1800"/>
              <a:buNone/>
              <a:defRPr sz="1800"/>
            </a:lvl7pPr>
            <a:lvl8pPr lvl="7" algn="l">
              <a:lnSpc>
                <a:spcPct val="85000"/>
              </a:lnSpc>
              <a:spcBef>
                <a:spcPts val="0"/>
              </a:spcBef>
              <a:spcAft>
                <a:spcPts val="0"/>
              </a:spcAft>
              <a:buSzPts val="1800"/>
              <a:buNone/>
              <a:defRPr sz="1800"/>
            </a:lvl8pPr>
            <a:lvl9pPr lvl="8" algn="l">
              <a:lnSpc>
                <a:spcPct val="85000"/>
              </a:lnSpc>
              <a:spcBef>
                <a:spcPts val="0"/>
              </a:spcBef>
              <a:spcAft>
                <a:spcPts val="0"/>
              </a:spcAft>
              <a:buSzPts val="1800"/>
              <a:buNone/>
              <a:defRPr sz="1800"/>
            </a:lvl9pPr>
          </a:lstStyle>
          <a:p/>
        </p:txBody>
      </p:sp>
      <p:sp>
        <p:nvSpPr>
          <p:cNvPr id="186" name="Google Shape;186;p38"/>
          <p:cNvSpPr txBox="1"/>
          <p:nvPr>
            <p:ph idx="4"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7" name="Google Shape;187;p38"/>
          <p:cNvSpPr txBox="1"/>
          <p:nvPr>
            <p:ph idx="5"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8" name="Google Shape;188;p38"/>
          <p:cNvSpPr txBox="1"/>
          <p:nvPr>
            <p:ph idx="6" type="subTitle"/>
          </p:nvPr>
        </p:nvSpPr>
        <p:spPr>
          <a:xfrm>
            <a:off x="288625" y="15555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89" name="Google Shape;189;p38"/>
          <p:cNvSpPr txBox="1"/>
          <p:nvPr>
            <p:ph idx="7" type="subTitle"/>
          </p:nvPr>
        </p:nvSpPr>
        <p:spPr>
          <a:xfrm>
            <a:off x="288625" y="26362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90" name="Google Shape;190;p38"/>
          <p:cNvSpPr txBox="1"/>
          <p:nvPr>
            <p:ph idx="8" type="subTitle"/>
          </p:nvPr>
        </p:nvSpPr>
        <p:spPr>
          <a:xfrm>
            <a:off x="288625" y="37169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91" name="Google Shape;191;p38"/>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92" name="Shape 192"/>
        <p:cNvGrpSpPr/>
        <p:nvPr/>
      </p:nvGrpSpPr>
      <p:grpSpPr>
        <a:xfrm>
          <a:off x="0" y="0"/>
          <a:ext cx="0" cy="0"/>
          <a:chOff x="0" y="0"/>
          <a:chExt cx="0" cy="0"/>
        </a:xfrm>
      </p:grpSpPr>
      <p:sp>
        <p:nvSpPr>
          <p:cNvPr id="193" name="Google Shape;193;p39"/>
          <p:cNvSpPr txBox="1"/>
          <p:nvPr>
            <p:ph idx="1" type="subTitle"/>
          </p:nvPr>
        </p:nvSpPr>
        <p:spPr>
          <a:xfrm>
            <a:off x="4629000" y="285900"/>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94" name="Google Shape;194;p39"/>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39"/>
          <p:cNvSpPr txBox="1"/>
          <p:nvPr>
            <p:ph type="title"/>
          </p:nvPr>
        </p:nvSpPr>
        <p:spPr>
          <a:xfrm>
            <a:off x="283850" y="285900"/>
            <a:ext cx="27648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96" name="Google Shape;196;p39"/>
          <p:cNvSpPr txBox="1"/>
          <p:nvPr>
            <p:ph idx="2" type="body"/>
          </p:nvPr>
        </p:nvSpPr>
        <p:spPr>
          <a:xfrm>
            <a:off x="4629450" y="786100"/>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97" name="Google Shape;197;p39"/>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8" name="Google Shape;198;p39"/>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9" name="Google Shape;199;p39"/>
          <p:cNvSpPr txBox="1"/>
          <p:nvPr>
            <p:ph idx="5" type="subTitle"/>
          </p:nvPr>
        </p:nvSpPr>
        <p:spPr>
          <a:xfrm>
            <a:off x="4629000" y="1751850"/>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00" name="Google Shape;200;p39"/>
          <p:cNvSpPr txBox="1"/>
          <p:nvPr>
            <p:ph idx="6" type="body"/>
          </p:nvPr>
        </p:nvSpPr>
        <p:spPr>
          <a:xfrm>
            <a:off x="4629450" y="2252055"/>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201" name="Google Shape;201;p39"/>
          <p:cNvSpPr txBox="1"/>
          <p:nvPr>
            <p:ph idx="7" type="subTitle"/>
          </p:nvPr>
        </p:nvSpPr>
        <p:spPr>
          <a:xfrm>
            <a:off x="4629000" y="3217788"/>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02" name="Google Shape;202;p39"/>
          <p:cNvSpPr txBox="1"/>
          <p:nvPr>
            <p:ph idx="8" type="body"/>
          </p:nvPr>
        </p:nvSpPr>
        <p:spPr>
          <a:xfrm>
            <a:off x="4629450" y="3717997"/>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203" name="Google Shape;203;p39"/>
          <p:cNvSpPr txBox="1"/>
          <p:nvPr>
            <p:ph idx="9" type="body"/>
          </p:nvPr>
        </p:nvSpPr>
        <p:spPr>
          <a:xfrm>
            <a:off x="284850" y="3717988"/>
            <a:ext cx="2055300" cy="804300"/>
          </a:xfrm>
          <a:prstGeom prst="rect">
            <a:avLst/>
          </a:prstGeom>
          <a:noFill/>
          <a:ln>
            <a:noFill/>
          </a:ln>
        </p:spPr>
        <p:txBody>
          <a:bodyPr anchorCtr="0" anchor="t" bIns="0" lIns="0" spcFirstLastPara="1" rIns="182875" wrap="square" tIns="0">
            <a:spAutoFit/>
          </a:bodyPr>
          <a:lstStyle>
            <a:lvl1pPr indent="-292100" lvl="0" marL="457200" algn="l">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04" name="Shape 204"/>
        <p:cNvGrpSpPr/>
        <p:nvPr/>
      </p:nvGrpSpPr>
      <p:grpSpPr>
        <a:xfrm>
          <a:off x="0" y="0"/>
          <a:ext cx="0" cy="0"/>
          <a:chOff x="0" y="0"/>
          <a:chExt cx="0" cy="0"/>
        </a:xfrm>
      </p:grpSpPr>
      <p:sp>
        <p:nvSpPr>
          <p:cNvPr id="205" name="Google Shape;205;p40"/>
          <p:cNvSpPr/>
          <p:nvPr>
            <p:ph idx="2" type="pic"/>
          </p:nvPr>
        </p:nvSpPr>
        <p:spPr>
          <a:xfrm>
            <a:off x="4629750" y="286075"/>
            <a:ext cx="1257900" cy="1261500"/>
          </a:xfrm>
          <a:prstGeom prst="rect">
            <a:avLst/>
          </a:prstGeom>
          <a:noFill/>
          <a:ln>
            <a:noFill/>
          </a:ln>
        </p:spPr>
      </p:sp>
      <p:sp>
        <p:nvSpPr>
          <p:cNvPr id="206" name="Google Shape;206;p40"/>
          <p:cNvSpPr/>
          <p:nvPr>
            <p:ph idx="3" type="pic"/>
          </p:nvPr>
        </p:nvSpPr>
        <p:spPr>
          <a:xfrm>
            <a:off x="6111800" y="286075"/>
            <a:ext cx="1257900" cy="1261500"/>
          </a:xfrm>
          <a:prstGeom prst="rect">
            <a:avLst/>
          </a:prstGeom>
          <a:noFill/>
          <a:ln>
            <a:noFill/>
          </a:ln>
        </p:spPr>
      </p:sp>
      <p:sp>
        <p:nvSpPr>
          <p:cNvPr id="207" name="Google Shape;207;p40"/>
          <p:cNvSpPr/>
          <p:nvPr>
            <p:ph idx="4" type="pic"/>
          </p:nvPr>
        </p:nvSpPr>
        <p:spPr>
          <a:xfrm>
            <a:off x="7593850" y="286075"/>
            <a:ext cx="1257900" cy="1261500"/>
          </a:xfrm>
          <a:prstGeom prst="rect">
            <a:avLst/>
          </a:prstGeom>
          <a:noFill/>
          <a:ln>
            <a:noFill/>
          </a:ln>
        </p:spPr>
      </p:sp>
      <p:sp>
        <p:nvSpPr>
          <p:cNvPr id="208" name="Google Shape;208;p40"/>
          <p:cNvSpPr/>
          <p:nvPr>
            <p:ph idx="5" type="pic"/>
          </p:nvPr>
        </p:nvSpPr>
        <p:spPr>
          <a:xfrm>
            <a:off x="4629750" y="2634475"/>
            <a:ext cx="1257900" cy="1261500"/>
          </a:xfrm>
          <a:prstGeom prst="rect">
            <a:avLst/>
          </a:prstGeom>
          <a:noFill/>
          <a:ln>
            <a:noFill/>
          </a:ln>
        </p:spPr>
      </p:sp>
      <p:sp>
        <p:nvSpPr>
          <p:cNvPr id="209" name="Google Shape;209;p40"/>
          <p:cNvSpPr/>
          <p:nvPr>
            <p:ph idx="6" type="pic"/>
          </p:nvPr>
        </p:nvSpPr>
        <p:spPr>
          <a:xfrm>
            <a:off x="6111800" y="2634475"/>
            <a:ext cx="1257900" cy="1261500"/>
          </a:xfrm>
          <a:prstGeom prst="rect">
            <a:avLst/>
          </a:prstGeom>
          <a:noFill/>
          <a:ln>
            <a:noFill/>
          </a:ln>
        </p:spPr>
      </p:sp>
      <p:sp>
        <p:nvSpPr>
          <p:cNvPr id="210" name="Google Shape;210;p40"/>
          <p:cNvSpPr/>
          <p:nvPr>
            <p:ph idx="7" type="pic"/>
          </p:nvPr>
        </p:nvSpPr>
        <p:spPr>
          <a:xfrm>
            <a:off x="7593850" y="2634475"/>
            <a:ext cx="1257900" cy="1261500"/>
          </a:xfrm>
          <a:prstGeom prst="rect">
            <a:avLst/>
          </a:prstGeom>
          <a:noFill/>
          <a:ln>
            <a:noFill/>
          </a:ln>
        </p:spPr>
      </p:sp>
      <p:sp>
        <p:nvSpPr>
          <p:cNvPr id="211" name="Google Shape;211;p40"/>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txBox="1"/>
          <p:nvPr>
            <p:ph idx="8"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40"/>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14" name="Google Shape;214;p40"/>
          <p:cNvSpPr txBox="1"/>
          <p:nvPr>
            <p:ph idx="9"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15" name="Google Shape;215;p40"/>
          <p:cNvSpPr txBox="1"/>
          <p:nvPr>
            <p:ph idx="13" type="title"/>
          </p:nvPr>
        </p:nvSpPr>
        <p:spPr>
          <a:xfrm>
            <a:off x="283850" y="474875"/>
            <a:ext cx="2773200" cy="1743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3600"/>
              <a:buNone/>
              <a:defRPr>
                <a:solidFill>
                  <a:schemeClr val="dk1"/>
                </a:solidFill>
              </a:defRPr>
            </a:lvl1pPr>
            <a:lvl2pPr lvl="1" algn="l">
              <a:lnSpc>
                <a:spcPct val="85000"/>
              </a:lnSpc>
              <a:spcBef>
                <a:spcPts val="0"/>
              </a:spcBef>
              <a:spcAft>
                <a:spcPts val="0"/>
              </a:spcAft>
              <a:buSzPts val="3600"/>
              <a:buNone/>
              <a:defRPr>
                <a:solidFill>
                  <a:schemeClr val="dk1"/>
                </a:solidFill>
              </a:defRPr>
            </a:lvl2pPr>
            <a:lvl3pPr lvl="2" algn="l">
              <a:lnSpc>
                <a:spcPct val="85000"/>
              </a:lnSpc>
              <a:spcBef>
                <a:spcPts val="0"/>
              </a:spcBef>
              <a:spcAft>
                <a:spcPts val="0"/>
              </a:spcAft>
              <a:buSzPts val="3600"/>
              <a:buNone/>
              <a:defRPr>
                <a:solidFill>
                  <a:schemeClr val="dk1"/>
                </a:solidFill>
              </a:defRPr>
            </a:lvl3pPr>
            <a:lvl4pPr lvl="3" algn="l">
              <a:lnSpc>
                <a:spcPct val="85000"/>
              </a:lnSpc>
              <a:spcBef>
                <a:spcPts val="0"/>
              </a:spcBef>
              <a:spcAft>
                <a:spcPts val="0"/>
              </a:spcAft>
              <a:buSzPts val="3600"/>
              <a:buNone/>
              <a:defRPr>
                <a:solidFill>
                  <a:schemeClr val="dk1"/>
                </a:solidFill>
              </a:defRPr>
            </a:lvl4pPr>
            <a:lvl5pPr lvl="4" algn="l">
              <a:lnSpc>
                <a:spcPct val="85000"/>
              </a:lnSpc>
              <a:spcBef>
                <a:spcPts val="0"/>
              </a:spcBef>
              <a:spcAft>
                <a:spcPts val="0"/>
              </a:spcAft>
              <a:buSzPts val="3600"/>
              <a:buNone/>
              <a:defRPr>
                <a:solidFill>
                  <a:schemeClr val="dk1"/>
                </a:solidFill>
              </a:defRPr>
            </a:lvl5pPr>
            <a:lvl6pPr lvl="5" algn="l">
              <a:lnSpc>
                <a:spcPct val="85000"/>
              </a:lnSpc>
              <a:spcBef>
                <a:spcPts val="0"/>
              </a:spcBef>
              <a:spcAft>
                <a:spcPts val="0"/>
              </a:spcAft>
              <a:buSzPts val="3600"/>
              <a:buNone/>
              <a:defRPr>
                <a:solidFill>
                  <a:schemeClr val="dk1"/>
                </a:solidFill>
              </a:defRPr>
            </a:lvl6pPr>
            <a:lvl7pPr lvl="6" algn="l">
              <a:lnSpc>
                <a:spcPct val="85000"/>
              </a:lnSpc>
              <a:spcBef>
                <a:spcPts val="0"/>
              </a:spcBef>
              <a:spcAft>
                <a:spcPts val="0"/>
              </a:spcAft>
              <a:buSzPts val="3600"/>
              <a:buNone/>
              <a:defRPr>
                <a:solidFill>
                  <a:schemeClr val="dk1"/>
                </a:solidFill>
              </a:defRPr>
            </a:lvl7pPr>
            <a:lvl8pPr lvl="7" algn="l">
              <a:lnSpc>
                <a:spcPct val="85000"/>
              </a:lnSpc>
              <a:spcBef>
                <a:spcPts val="0"/>
              </a:spcBef>
              <a:spcAft>
                <a:spcPts val="0"/>
              </a:spcAft>
              <a:buSzPts val="3600"/>
              <a:buNone/>
              <a:defRPr>
                <a:solidFill>
                  <a:schemeClr val="dk1"/>
                </a:solidFill>
              </a:defRPr>
            </a:lvl8pPr>
            <a:lvl9pPr lvl="8" algn="l">
              <a:lnSpc>
                <a:spcPct val="85000"/>
              </a:lnSpc>
              <a:spcBef>
                <a:spcPts val="0"/>
              </a:spcBef>
              <a:spcAft>
                <a:spcPts val="0"/>
              </a:spcAft>
              <a:buSzPts val="3600"/>
              <a:buNone/>
              <a:defRPr>
                <a:solidFill>
                  <a:schemeClr val="dk1"/>
                </a:solidFill>
              </a:defRPr>
            </a:lvl9pPr>
          </a:lstStyle>
          <a:p/>
        </p:txBody>
      </p:sp>
      <p:sp>
        <p:nvSpPr>
          <p:cNvPr id="216" name="Google Shape;216;p40"/>
          <p:cNvSpPr txBox="1"/>
          <p:nvPr>
            <p:ph idx="14" type="title"/>
          </p:nvPr>
        </p:nvSpPr>
        <p:spPr>
          <a:xfrm>
            <a:off x="462975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7" name="Google Shape;217;p40"/>
          <p:cNvSpPr txBox="1"/>
          <p:nvPr>
            <p:ph idx="15" type="title"/>
          </p:nvPr>
        </p:nvSpPr>
        <p:spPr>
          <a:xfrm>
            <a:off x="611180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8" name="Google Shape;218;p40"/>
          <p:cNvSpPr txBox="1"/>
          <p:nvPr>
            <p:ph idx="16" type="title"/>
          </p:nvPr>
        </p:nvSpPr>
        <p:spPr>
          <a:xfrm>
            <a:off x="759385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9" name="Google Shape;219;p40"/>
          <p:cNvSpPr txBox="1"/>
          <p:nvPr>
            <p:ph idx="17" type="title"/>
          </p:nvPr>
        </p:nvSpPr>
        <p:spPr>
          <a:xfrm>
            <a:off x="462975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20" name="Google Shape;220;p40"/>
          <p:cNvSpPr txBox="1"/>
          <p:nvPr>
            <p:ph idx="18" type="title"/>
          </p:nvPr>
        </p:nvSpPr>
        <p:spPr>
          <a:xfrm>
            <a:off x="611180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21" name="Google Shape;221;p40"/>
          <p:cNvSpPr txBox="1"/>
          <p:nvPr>
            <p:ph idx="19" type="title"/>
          </p:nvPr>
        </p:nvSpPr>
        <p:spPr>
          <a:xfrm>
            <a:off x="759385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22" name="Shape 222"/>
        <p:cNvGrpSpPr/>
        <p:nvPr/>
      </p:nvGrpSpPr>
      <p:grpSpPr>
        <a:xfrm>
          <a:off x="0" y="0"/>
          <a:ext cx="0" cy="0"/>
          <a:chOff x="0" y="0"/>
          <a:chExt cx="0" cy="0"/>
        </a:xfrm>
      </p:grpSpPr>
      <p:sp>
        <p:nvSpPr>
          <p:cNvPr id="223" name="Google Shape;223;p41"/>
          <p:cNvSpPr txBox="1"/>
          <p:nvPr>
            <p:ph type="title"/>
          </p:nvPr>
        </p:nvSpPr>
        <p:spPr>
          <a:xfrm>
            <a:off x="1049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1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4" name="Google Shape;224;p41"/>
          <p:cNvSpPr txBox="1"/>
          <p:nvPr>
            <p:ph idx="1" type="body"/>
          </p:nvPr>
        </p:nvSpPr>
        <p:spPr>
          <a:xfrm>
            <a:off x="1049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5" name="Google Shape;225;p41"/>
          <p:cNvSpPr txBox="1"/>
          <p:nvPr>
            <p:ph idx="2" type="title"/>
          </p:nvPr>
        </p:nvSpPr>
        <p:spPr>
          <a:xfrm>
            <a:off x="1049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6" name="Google Shape;226;p41"/>
          <p:cNvSpPr txBox="1"/>
          <p:nvPr>
            <p:ph idx="3" type="body"/>
          </p:nvPr>
        </p:nvSpPr>
        <p:spPr>
          <a:xfrm>
            <a:off x="1049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7" name="Google Shape;227;p41"/>
          <p:cNvSpPr txBox="1"/>
          <p:nvPr>
            <p:ph idx="4" type="title"/>
          </p:nvPr>
        </p:nvSpPr>
        <p:spPr>
          <a:xfrm>
            <a:off x="3950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8" name="Google Shape;228;p41"/>
          <p:cNvSpPr txBox="1"/>
          <p:nvPr>
            <p:ph idx="5" type="body"/>
          </p:nvPr>
        </p:nvSpPr>
        <p:spPr>
          <a:xfrm>
            <a:off x="3950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9" name="Google Shape;229;p41"/>
          <p:cNvSpPr txBox="1"/>
          <p:nvPr>
            <p:ph idx="6" type="title"/>
          </p:nvPr>
        </p:nvSpPr>
        <p:spPr>
          <a:xfrm>
            <a:off x="3950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0" name="Google Shape;230;p41"/>
          <p:cNvSpPr txBox="1"/>
          <p:nvPr>
            <p:ph idx="7" type="body"/>
          </p:nvPr>
        </p:nvSpPr>
        <p:spPr>
          <a:xfrm>
            <a:off x="3950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1" name="Google Shape;231;p41"/>
          <p:cNvSpPr txBox="1"/>
          <p:nvPr>
            <p:ph idx="8" type="title"/>
          </p:nvPr>
        </p:nvSpPr>
        <p:spPr>
          <a:xfrm>
            <a:off x="6851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2" name="Google Shape;232;p41"/>
          <p:cNvSpPr txBox="1"/>
          <p:nvPr>
            <p:ph idx="9" type="body"/>
          </p:nvPr>
        </p:nvSpPr>
        <p:spPr>
          <a:xfrm>
            <a:off x="6851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3" name="Google Shape;233;p41"/>
          <p:cNvSpPr txBox="1"/>
          <p:nvPr>
            <p:ph idx="13" type="title"/>
          </p:nvPr>
        </p:nvSpPr>
        <p:spPr>
          <a:xfrm>
            <a:off x="6851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4" name="Google Shape;234;p41"/>
          <p:cNvSpPr txBox="1"/>
          <p:nvPr>
            <p:ph idx="14" type="body"/>
          </p:nvPr>
        </p:nvSpPr>
        <p:spPr>
          <a:xfrm>
            <a:off x="6851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5" name="Google Shape;235;p4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41"/>
          <p:cNvSpPr txBox="1"/>
          <p:nvPr>
            <p:ph idx="15" type="title"/>
          </p:nvPr>
        </p:nvSpPr>
        <p:spPr>
          <a:xfrm>
            <a:off x="283850" y="285900"/>
            <a:ext cx="8571900" cy="816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a:lvl1pPr>
            <a:lvl2pPr lvl="1" algn="l">
              <a:lnSpc>
                <a:spcPct val="85000"/>
              </a:lnSpc>
              <a:spcBef>
                <a:spcPts val="0"/>
              </a:spcBef>
              <a:spcAft>
                <a:spcPts val="0"/>
              </a:spcAft>
              <a:buSzPts val="3600"/>
              <a:buNone/>
              <a:defRPr/>
            </a:lvl2pPr>
            <a:lvl3pPr lvl="2" algn="l">
              <a:lnSpc>
                <a:spcPct val="85000"/>
              </a:lnSpc>
              <a:spcBef>
                <a:spcPts val="0"/>
              </a:spcBef>
              <a:spcAft>
                <a:spcPts val="0"/>
              </a:spcAft>
              <a:buSzPts val="3600"/>
              <a:buNone/>
              <a:defRPr/>
            </a:lvl3pPr>
            <a:lvl4pPr lvl="3" algn="l">
              <a:lnSpc>
                <a:spcPct val="85000"/>
              </a:lnSpc>
              <a:spcBef>
                <a:spcPts val="0"/>
              </a:spcBef>
              <a:spcAft>
                <a:spcPts val="0"/>
              </a:spcAft>
              <a:buSzPts val="3600"/>
              <a:buNone/>
              <a:defRPr/>
            </a:lvl4pPr>
            <a:lvl5pPr lvl="4" algn="l">
              <a:lnSpc>
                <a:spcPct val="85000"/>
              </a:lnSpc>
              <a:spcBef>
                <a:spcPts val="0"/>
              </a:spcBef>
              <a:spcAft>
                <a:spcPts val="0"/>
              </a:spcAft>
              <a:buSzPts val="3600"/>
              <a:buNone/>
              <a:defRPr/>
            </a:lvl5pPr>
            <a:lvl6pPr lvl="5" algn="l">
              <a:lnSpc>
                <a:spcPct val="85000"/>
              </a:lnSpc>
              <a:spcBef>
                <a:spcPts val="0"/>
              </a:spcBef>
              <a:spcAft>
                <a:spcPts val="0"/>
              </a:spcAft>
              <a:buSzPts val="3600"/>
              <a:buNone/>
              <a:defRPr/>
            </a:lvl6pPr>
            <a:lvl7pPr lvl="6" algn="l">
              <a:lnSpc>
                <a:spcPct val="85000"/>
              </a:lnSpc>
              <a:spcBef>
                <a:spcPts val="0"/>
              </a:spcBef>
              <a:spcAft>
                <a:spcPts val="0"/>
              </a:spcAft>
              <a:buSzPts val="3600"/>
              <a:buNone/>
              <a:defRPr/>
            </a:lvl7pPr>
            <a:lvl8pPr lvl="7" algn="l">
              <a:lnSpc>
                <a:spcPct val="85000"/>
              </a:lnSpc>
              <a:spcBef>
                <a:spcPts val="0"/>
              </a:spcBef>
              <a:spcAft>
                <a:spcPts val="0"/>
              </a:spcAft>
              <a:buSzPts val="3600"/>
              <a:buNone/>
              <a:defRPr/>
            </a:lvl8pPr>
            <a:lvl9pPr lvl="8" algn="l">
              <a:lnSpc>
                <a:spcPct val="85000"/>
              </a:lnSpc>
              <a:spcBef>
                <a:spcPts val="0"/>
              </a:spcBef>
              <a:spcAft>
                <a:spcPts val="0"/>
              </a:spcAft>
              <a:buSzPts val="3600"/>
              <a:buNone/>
              <a:defRPr/>
            </a:lvl9pPr>
          </a:lstStyle>
          <a:p/>
        </p:txBody>
      </p:sp>
      <p:sp>
        <p:nvSpPr>
          <p:cNvPr id="237" name="Google Shape;237;p41"/>
          <p:cNvSpPr/>
          <p:nvPr>
            <p:ph idx="16" type="pic"/>
          </p:nvPr>
        </p:nvSpPr>
        <p:spPr>
          <a:xfrm>
            <a:off x="290325" y="1862825"/>
            <a:ext cx="663000" cy="1271100"/>
          </a:xfrm>
          <a:prstGeom prst="rect">
            <a:avLst/>
          </a:prstGeom>
          <a:noFill/>
          <a:ln>
            <a:noFill/>
          </a:ln>
        </p:spPr>
      </p:sp>
      <p:sp>
        <p:nvSpPr>
          <p:cNvPr id="238" name="Google Shape;238;p41"/>
          <p:cNvSpPr/>
          <p:nvPr>
            <p:ph idx="17" type="pic"/>
          </p:nvPr>
        </p:nvSpPr>
        <p:spPr>
          <a:xfrm>
            <a:off x="290325" y="3407525"/>
            <a:ext cx="663000" cy="1271100"/>
          </a:xfrm>
          <a:prstGeom prst="rect">
            <a:avLst/>
          </a:prstGeom>
          <a:noFill/>
          <a:ln>
            <a:noFill/>
          </a:ln>
        </p:spPr>
      </p:sp>
      <p:sp>
        <p:nvSpPr>
          <p:cNvPr id="239" name="Google Shape;239;p41"/>
          <p:cNvSpPr/>
          <p:nvPr>
            <p:ph idx="18" type="pic"/>
          </p:nvPr>
        </p:nvSpPr>
        <p:spPr>
          <a:xfrm>
            <a:off x="3191325" y="1862825"/>
            <a:ext cx="663000" cy="1271100"/>
          </a:xfrm>
          <a:prstGeom prst="rect">
            <a:avLst/>
          </a:prstGeom>
          <a:noFill/>
          <a:ln>
            <a:noFill/>
          </a:ln>
        </p:spPr>
      </p:sp>
      <p:sp>
        <p:nvSpPr>
          <p:cNvPr id="240" name="Google Shape;240;p41"/>
          <p:cNvSpPr/>
          <p:nvPr>
            <p:ph idx="19" type="pic"/>
          </p:nvPr>
        </p:nvSpPr>
        <p:spPr>
          <a:xfrm>
            <a:off x="3191325" y="3407525"/>
            <a:ext cx="663000" cy="1271100"/>
          </a:xfrm>
          <a:prstGeom prst="rect">
            <a:avLst/>
          </a:prstGeom>
          <a:noFill/>
          <a:ln>
            <a:noFill/>
          </a:ln>
        </p:spPr>
      </p:sp>
      <p:sp>
        <p:nvSpPr>
          <p:cNvPr id="241" name="Google Shape;241;p41"/>
          <p:cNvSpPr/>
          <p:nvPr>
            <p:ph idx="20" type="pic"/>
          </p:nvPr>
        </p:nvSpPr>
        <p:spPr>
          <a:xfrm>
            <a:off x="6092325" y="1862825"/>
            <a:ext cx="663000" cy="1271100"/>
          </a:xfrm>
          <a:prstGeom prst="rect">
            <a:avLst/>
          </a:prstGeom>
          <a:noFill/>
          <a:ln>
            <a:noFill/>
          </a:ln>
        </p:spPr>
      </p:sp>
      <p:sp>
        <p:nvSpPr>
          <p:cNvPr id="242" name="Google Shape;242;p41"/>
          <p:cNvSpPr/>
          <p:nvPr>
            <p:ph idx="21" type="pic"/>
          </p:nvPr>
        </p:nvSpPr>
        <p:spPr>
          <a:xfrm>
            <a:off x="6092325" y="3407525"/>
            <a:ext cx="663000" cy="1271100"/>
          </a:xfrm>
          <a:prstGeom prst="rect">
            <a:avLst/>
          </a:prstGeom>
          <a:noFill/>
          <a:ln>
            <a:noFill/>
          </a:ln>
        </p:spPr>
      </p:sp>
      <p:sp>
        <p:nvSpPr>
          <p:cNvPr id="243" name="Google Shape;243;p41"/>
          <p:cNvSpPr txBox="1"/>
          <p:nvPr>
            <p:ph idx="2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4" name="Google Shape;244;p41"/>
          <p:cNvSpPr txBox="1"/>
          <p:nvPr>
            <p:ph idx="2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45" name="Shape 245"/>
        <p:cNvGrpSpPr/>
        <p:nvPr/>
      </p:nvGrpSpPr>
      <p:grpSpPr>
        <a:xfrm>
          <a:off x="0" y="0"/>
          <a:ext cx="0" cy="0"/>
          <a:chOff x="0" y="0"/>
          <a:chExt cx="0" cy="0"/>
        </a:xfrm>
      </p:grpSpPr>
      <p:sp>
        <p:nvSpPr>
          <p:cNvPr id="246" name="Google Shape;246;p42"/>
          <p:cNvSpPr/>
          <p:nvPr>
            <p:ph idx="2" type="pic"/>
          </p:nvPr>
        </p:nvSpPr>
        <p:spPr>
          <a:xfrm>
            <a:off x="3186000" y="3242875"/>
            <a:ext cx="2798100" cy="1440600"/>
          </a:xfrm>
          <a:prstGeom prst="rect">
            <a:avLst/>
          </a:prstGeom>
          <a:noFill/>
          <a:ln>
            <a:noFill/>
          </a:ln>
        </p:spPr>
      </p:sp>
      <p:sp>
        <p:nvSpPr>
          <p:cNvPr id="247" name="Google Shape;247;p42"/>
          <p:cNvSpPr/>
          <p:nvPr>
            <p:ph idx="3" type="pic"/>
          </p:nvPr>
        </p:nvSpPr>
        <p:spPr>
          <a:xfrm>
            <a:off x="5984100" y="3242875"/>
            <a:ext cx="1440600" cy="1440600"/>
          </a:xfrm>
          <a:prstGeom prst="rect">
            <a:avLst/>
          </a:prstGeom>
          <a:noFill/>
          <a:ln>
            <a:noFill/>
          </a:ln>
        </p:spPr>
      </p:sp>
      <p:sp>
        <p:nvSpPr>
          <p:cNvPr id="248" name="Google Shape;248;p42"/>
          <p:cNvSpPr/>
          <p:nvPr>
            <p:ph idx="4" type="pic"/>
          </p:nvPr>
        </p:nvSpPr>
        <p:spPr>
          <a:xfrm>
            <a:off x="7412150" y="1440350"/>
            <a:ext cx="1441500" cy="3243000"/>
          </a:xfrm>
          <a:prstGeom prst="rect">
            <a:avLst/>
          </a:prstGeom>
          <a:noFill/>
          <a:ln>
            <a:noFill/>
          </a:ln>
        </p:spPr>
      </p:sp>
      <p:sp>
        <p:nvSpPr>
          <p:cNvPr id="249" name="Google Shape;249;p42"/>
          <p:cNvSpPr/>
          <p:nvPr>
            <p:ph idx="5" type="pic"/>
          </p:nvPr>
        </p:nvSpPr>
        <p:spPr>
          <a:xfrm>
            <a:off x="7412150" y="0"/>
            <a:ext cx="1441500" cy="1440600"/>
          </a:xfrm>
          <a:prstGeom prst="rect">
            <a:avLst/>
          </a:prstGeom>
          <a:noFill/>
          <a:ln>
            <a:noFill/>
          </a:ln>
        </p:spPr>
      </p:sp>
      <p:sp>
        <p:nvSpPr>
          <p:cNvPr id="250" name="Google Shape;250;p42"/>
          <p:cNvSpPr/>
          <p:nvPr>
            <p:ph idx="6" type="pic"/>
          </p:nvPr>
        </p:nvSpPr>
        <p:spPr>
          <a:xfrm>
            <a:off x="3184850" y="0"/>
            <a:ext cx="4227300" cy="3243000"/>
          </a:xfrm>
          <a:prstGeom prst="rect">
            <a:avLst/>
          </a:prstGeom>
          <a:noFill/>
          <a:ln>
            <a:noFill/>
          </a:ln>
        </p:spPr>
      </p:sp>
      <p:sp>
        <p:nvSpPr>
          <p:cNvPr id="251" name="Google Shape;251;p42"/>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42"/>
          <p:cNvSpPr txBox="1"/>
          <p:nvPr>
            <p:ph idx="7"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2"/>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4" name="Google Shape;254;p42"/>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5" name="Google Shape;255;p42"/>
          <p:cNvSpPr txBox="1"/>
          <p:nvPr>
            <p:ph idx="9" type="title"/>
          </p:nvPr>
        </p:nvSpPr>
        <p:spPr>
          <a:xfrm>
            <a:off x="283850" y="285900"/>
            <a:ext cx="2773200" cy="816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000"/>
              <a:buNone/>
              <a:defRPr sz="3000">
                <a:solidFill>
                  <a:schemeClr val="dk1"/>
                </a:solidFill>
              </a:defRPr>
            </a:lvl1pPr>
            <a:lvl2pPr lvl="1" algn="l">
              <a:lnSpc>
                <a:spcPct val="85000"/>
              </a:lnSpc>
              <a:spcBef>
                <a:spcPts val="0"/>
              </a:spcBef>
              <a:spcAft>
                <a:spcPts val="0"/>
              </a:spcAft>
              <a:buSzPts val="3000"/>
              <a:buNone/>
              <a:defRPr sz="3000">
                <a:solidFill>
                  <a:schemeClr val="dk1"/>
                </a:solidFill>
              </a:defRPr>
            </a:lvl2pPr>
            <a:lvl3pPr lvl="2" algn="l">
              <a:lnSpc>
                <a:spcPct val="85000"/>
              </a:lnSpc>
              <a:spcBef>
                <a:spcPts val="0"/>
              </a:spcBef>
              <a:spcAft>
                <a:spcPts val="0"/>
              </a:spcAft>
              <a:buSzPts val="3000"/>
              <a:buNone/>
              <a:defRPr sz="3000">
                <a:solidFill>
                  <a:schemeClr val="dk1"/>
                </a:solidFill>
              </a:defRPr>
            </a:lvl3pPr>
            <a:lvl4pPr lvl="3" algn="l">
              <a:lnSpc>
                <a:spcPct val="85000"/>
              </a:lnSpc>
              <a:spcBef>
                <a:spcPts val="0"/>
              </a:spcBef>
              <a:spcAft>
                <a:spcPts val="0"/>
              </a:spcAft>
              <a:buSzPts val="3000"/>
              <a:buNone/>
              <a:defRPr sz="3000">
                <a:solidFill>
                  <a:schemeClr val="dk1"/>
                </a:solidFill>
              </a:defRPr>
            </a:lvl4pPr>
            <a:lvl5pPr lvl="4" algn="l">
              <a:lnSpc>
                <a:spcPct val="85000"/>
              </a:lnSpc>
              <a:spcBef>
                <a:spcPts val="0"/>
              </a:spcBef>
              <a:spcAft>
                <a:spcPts val="0"/>
              </a:spcAft>
              <a:buSzPts val="3000"/>
              <a:buNone/>
              <a:defRPr sz="3000">
                <a:solidFill>
                  <a:schemeClr val="dk1"/>
                </a:solidFill>
              </a:defRPr>
            </a:lvl5pPr>
            <a:lvl6pPr lvl="5" algn="l">
              <a:lnSpc>
                <a:spcPct val="85000"/>
              </a:lnSpc>
              <a:spcBef>
                <a:spcPts val="0"/>
              </a:spcBef>
              <a:spcAft>
                <a:spcPts val="0"/>
              </a:spcAft>
              <a:buSzPts val="3000"/>
              <a:buNone/>
              <a:defRPr sz="3000">
                <a:solidFill>
                  <a:schemeClr val="dk1"/>
                </a:solidFill>
              </a:defRPr>
            </a:lvl6pPr>
            <a:lvl7pPr lvl="6" algn="l">
              <a:lnSpc>
                <a:spcPct val="85000"/>
              </a:lnSpc>
              <a:spcBef>
                <a:spcPts val="0"/>
              </a:spcBef>
              <a:spcAft>
                <a:spcPts val="0"/>
              </a:spcAft>
              <a:buSzPts val="3000"/>
              <a:buNone/>
              <a:defRPr sz="3000">
                <a:solidFill>
                  <a:schemeClr val="dk1"/>
                </a:solidFill>
              </a:defRPr>
            </a:lvl7pPr>
            <a:lvl8pPr lvl="7" algn="l">
              <a:lnSpc>
                <a:spcPct val="85000"/>
              </a:lnSpc>
              <a:spcBef>
                <a:spcPts val="0"/>
              </a:spcBef>
              <a:spcAft>
                <a:spcPts val="0"/>
              </a:spcAft>
              <a:buSzPts val="3000"/>
              <a:buNone/>
              <a:defRPr sz="3000">
                <a:solidFill>
                  <a:schemeClr val="dk1"/>
                </a:solidFill>
              </a:defRPr>
            </a:lvl8pPr>
            <a:lvl9pPr lvl="8" algn="l">
              <a:lnSpc>
                <a:spcPct val="85000"/>
              </a:lnSpc>
              <a:spcBef>
                <a:spcPts val="0"/>
              </a:spcBef>
              <a:spcAft>
                <a:spcPts val="0"/>
              </a:spcAft>
              <a:buSzPts val="3000"/>
              <a:buNone/>
              <a:defRPr sz="3000">
                <a:solidFill>
                  <a:schemeClr val="dk1"/>
                </a:solidFill>
              </a:defRPr>
            </a:lvl9pPr>
          </a:lstStyle>
          <a:p/>
        </p:txBody>
      </p:sp>
      <p:sp>
        <p:nvSpPr>
          <p:cNvPr id="256" name="Google Shape;256;p42"/>
          <p:cNvSpPr txBox="1"/>
          <p:nvPr>
            <p:ph idx="1" type="body"/>
          </p:nvPr>
        </p:nvSpPr>
        <p:spPr>
          <a:xfrm>
            <a:off x="283850" y="2636275"/>
            <a:ext cx="2767200" cy="2046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43"/>
          <p:cNvSpPr txBox="1"/>
          <p:nvPr>
            <p:ph type="ctrTitle"/>
          </p:nvPr>
        </p:nvSpPr>
        <p:spPr>
          <a:xfrm>
            <a:off x="311708" y="744575"/>
            <a:ext cx="8520600" cy="20526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5200"/>
              <a:buNone/>
              <a:defRPr sz="5200"/>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
        <p:nvSpPr>
          <p:cNvPr id="259" name="Google Shape;259;p4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44"/>
          <p:cNvSpPr txBox="1"/>
          <p:nvPr>
            <p:ph type="title"/>
          </p:nvPr>
        </p:nvSpPr>
        <p:spPr>
          <a:xfrm>
            <a:off x="311700" y="2150850"/>
            <a:ext cx="8520600" cy="8418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SzPts val="3600"/>
              <a:buNone/>
              <a:defRPr sz="36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45"/>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4" name="Google Shape;264;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4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7" name="Google Shape;267;p4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268" name="Google Shape;268;p46"/>
          <p:cNvSpPr txBox="1"/>
          <p:nvPr>
            <p:ph idx="2" type="body"/>
          </p:nvPr>
        </p:nvSpPr>
        <p:spPr>
          <a:xfrm>
            <a:off x="4832400" y="1152475"/>
            <a:ext cx="3999900" cy="34164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48"/>
          <p:cNvSpPr txBox="1"/>
          <p:nvPr>
            <p:ph type="title"/>
          </p:nvPr>
        </p:nvSpPr>
        <p:spPr>
          <a:xfrm>
            <a:off x="311700" y="555600"/>
            <a:ext cx="2808000" cy="755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vl1pPr>
            <a:lvl2pPr lvl="1" algn="l">
              <a:lnSpc>
                <a:spcPct val="115000"/>
              </a:lnSpc>
              <a:spcBef>
                <a:spcPts val="0"/>
              </a:spcBef>
              <a:spcAft>
                <a:spcPts val="0"/>
              </a:spcAft>
              <a:buSzPts val="2400"/>
              <a:buNone/>
              <a:defRPr sz="2400"/>
            </a:lvl2pPr>
            <a:lvl3pPr lvl="2" algn="l">
              <a:lnSpc>
                <a:spcPct val="115000"/>
              </a:lnSpc>
              <a:spcBef>
                <a:spcPts val="0"/>
              </a:spcBef>
              <a:spcAft>
                <a:spcPts val="0"/>
              </a:spcAft>
              <a:buSzPts val="2400"/>
              <a:buNone/>
              <a:defRPr sz="2400"/>
            </a:lvl3pPr>
            <a:lvl4pPr lvl="3" algn="l">
              <a:lnSpc>
                <a:spcPct val="115000"/>
              </a:lnSpc>
              <a:spcBef>
                <a:spcPts val="0"/>
              </a:spcBef>
              <a:spcAft>
                <a:spcPts val="0"/>
              </a:spcAft>
              <a:buSzPts val="2400"/>
              <a:buNone/>
              <a:defRPr sz="2400"/>
            </a:lvl4pPr>
            <a:lvl5pPr lvl="4" algn="l">
              <a:lnSpc>
                <a:spcPct val="115000"/>
              </a:lnSpc>
              <a:spcBef>
                <a:spcPts val="0"/>
              </a:spcBef>
              <a:spcAft>
                <a:spcPts val="0"/>
              </a:spcAft>
              <a:buSzPts val="2400"/>
              <a:buNone/>
              <a:defRPr sz="2400"/>
            </a:lvl5pPr>
            <a:lvl6pPr lvl="5" algn="l">
              <a:lnSpc>
                <a:spcPct val="115000"/>
              </a:lnSpc>
              <a:spcBef>
                <a:spcPts val="0"/>
              </a:spcBef>
              <a:spcAft>
                <a:spcPts val="0"/>
              </a:spcAft>
              <a:buSzPts val="2400"/>
              <a:buNone/>
              <a:defRPr sz="2400"/>
            </a:lvl6pPr>
            <a:lvl7pPr lvl="6" algn="l">
              <a:lnSpc>
                <a:spcPct val="115000"/>
              </a:lnSpc>
              <a:spcBef>
                <a:spcPts val="0"/>
              </a:spcBef>
              <a:spcAft>
                <a:spcPts val="0"/>
              </a:spcAft>
              <a:buSzPts val="2400"/>
              <a:buNone/>
              <a:defRPr sz="2400"/>
            </a:lvl7pPr>
            <a:lvl8pPr lvl="7" algn="l">
              <a:lnSpc>
                <a:spcPct val="115000"/>
              </a:lnSpc>
              <a:spcBef>
                <a:spcPts val="0"/>
              </a:spcBef>
              <a:spcAft>
                <a:spcPts val="0"/>
              </a:spcAft>
              <a:buSzPts val="2400"/>
              <a:buNone/>
              <a:defRPr sz="2400"/>
            </a:lvl8pPr>
            <a:lvl9pPr lvl="8" algn="l">
              <a:lnSpc>
                <a:spcPct val="115000"/>
              </a:lnSpc>
              <a:spcBef>
                <a:spcPts val="0"/>
              </a:spcBef>
              <a:spcAft>
                <a:spcPts val="0"/>
              </a:spcAft>
              <a:buSzPts val="2400"/>
              <a:buNone/>
              <a:defRPr sz="2400"/>
            </a:lvl9pPr>
          </a:lstStyle>
          <a:p/>
        </p:txBody>
      </p:sp>
      <p:sp>
        <p:nvSpPr>
          <p:cNvPr id="273" name="Google Shape;273;p4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49"/>
          <p:cNvSpPr txBox="1"/>
          <p:nvPr>
            <p:ph type="title"/>
          </p:nvPr>
        </p:nvSpPr>
        <p:spPr>
          <a:xfrm>
            <a:off x="490250" y="450150"/>
            <a:ext cx="6367800" cy="4090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800"/>
              <a:buNone/>
              <a:defRPr sz="4800"/>
            </a:lvl1pPr>
            <a:lvl2pPr lvl="1" algn="l">
              <a:lnSpc>
                <a:spcPct val="115000"/>
              </a:lnSpc>
              <a:spcBef>
                <a:spcPts val="0"/>
              </a:spcBef>
              <a:spcAft>
                <a:spcPts val="0"/>
              </a:spcAft>
              <a:buSzPts val="4800"/>
              <a:buNone/>
              <a:defRPr sz="4800"/>
            </a:lvl2pPr>
            <a:lvl3pPr lvl="2" algn="l">
              <a:lnSpc>
                <a:spcPct val="115000"/>
              </a:lnSpc>
              <a:spcBef>
                <a:spcPts val="0"/>
              </a:spcBef>
              <a:spcAft>
                <a:spcPts val="0"/>
              </a:spcAft>
              <a:buSzPts val="4800"/>
              <a:buNone/>
              <a:defRPr sz="4800"/>
            </a:lvl3pPr>
            <a:lvl4pPr lvl="3" algn="l">
              <a:lnSpc>
                <a:spcPct val="115000"/>
              </a:lnSpc>
              <a:spcBef>
                <a:spcPts val="0"/>
              </a:spcBef>
              <a:spcAft>
                <a:spcPts val="0"/>
              </a:spcAft>
              <a:buSzPts val="4800"/>
              <a:buNone/>
              <a:defRPr sz="4800"/>
            </a:lvl4pPr>
            <a:lvl5pPr lvl="4" algn="l">
              <a:lnSpc>
                <a:spcPct val="115000"/>
              </a:lnSpc>
              <a:spcBef>
                <a:spcPts val="0"/>
              </a:spcBef>
              <a:spcAft>
                <a:spcPts val="0"/>
              </a:spcAft>
              <a:buSzPts val="4800"/>
              <a:buNone/>
              <a:defRPr sz="4800"/>
            </a:lvl5pPr>
            <a:lvl6pPr lvl="5" algn="l">
              <a:lnSpc>
                <a:spcPct val="115000"/>
              </a:lnSpc>
              <a:spcBef>
                <a:spcPts val="0"/>
              </a:spcBef>
              <a:spcAft>
                <a:spcPts val="0"/>
              </a:spcAft>
              <a:buSzPts val="4800"/>
              <a:buNone/>
              <a:defRPr sz="4800"/>
            </a:lvl6pPr>
            <a:lvl7pPr lvl="6" algn="l">
              <a:lnSpc>
                <a:spcPct val="115000"/>
              </a:lnSpc>
              <a:spcBef>
                <a:spcPts val="0"/>
              </a:spcBef>
              <a:spcAft>
                <a:spcPts val="0"/>
              </a:spcAft>
              <a:buSzPts val="4800"/>
              <a:buNone/>
              <a:defRPr sz="4800"/>
            </a:lvl7pPr>
            <a:lvl8pPr lvl="7" algn="l">
              <a:lnSpc>
                <a:spcPct val="115000"/>
              </a:lnSpc>
              <a:spcBef>
                <a:spcPts val="0"/>
              </a:spcBef>
              <a:spcAft>
                <a:spcPts val="0"/>
              </a:spcAft>
              <a:buSzPts val="4800"/>
              <a:buNone/>
              <a:defRPr sz="4800"/>
            </a:lvl8pPr>
            <a:lvl9pPr lvl="8" algn="l">
              <a:lnSpc>
                <a:spcPct val="115000"/>
              </a:lnSpc>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50"/>
          <p:cNvSpPr txBox="1"/>
          <p:nvPr>
            <p:ph type="title"/>
          </p:nvPr>
        </p:nvSpPr>
        <p:spPr>
          <a:xfrm>
            <a:off x="265500" y="1233175"/>
            <a:ext cx="4045200" cy="14823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4200"/>
              <a:buNone/>
              <a:defRPr sz="4200"/>
            </a:lvl1pPr>
            <a:lvl2pPr lvl="1" algn="ctr">
              <a:lnSpc>
                <a:spcPct val="115000"/>
              </a:lnSpc>
              <a:spcBef>
                <a:spcPts val="0"/>
              </a:spcBef>
              <a:spcAft>
                <a:spcPts val="0"/>
              </a:spcAft>
              <a:buSzPts val="4200"/>
              <a:buNone/>
              <a:defRPr sz="4200"/>
            </a:lvl2pPr>
            <a:lvl3pPr lvl="2" algn="ctr">
              <a:lnSpc>
                <a:spcPct val="115000"/>
              </a:lnSpc>
              <a:spcBef>
                <a:spcPts val="0"/>
              </a:spcBef>
              <a:spcAft>
                <a:spcPts val="0"/>
              </a:spcAft>
              <a:buSzPts val="4200"/>
              <a:buNone/>
              <a:defRPr sz="4200"/>
            </a:lvl3pPr>
            <a:lvl4pPr lvl="3" algn="ctr">
              <a:lnSpc>
                <a:spcPct val="115000"/>
              </a:lnSpc>
              <a:spcBef>
                <a:spcPts val="0"/>
              </a:spcBef>
              <a:spcAft>
                <a:spcPts val="0"/>
              </a:spcAft>
              <a:buSzPts val="4200"/>
              <a:buNone/>
              <a:defRPr sz="4200"/>
            </a:lvl4pPr>
            <a:lvl5pPr lvl="4" algn="ctr">
              <a:lnSpc>
                <a:spcPct val="115000"/>
              </a:lnSpc>
              <a:spcBef>
                <a:spcPts val="0"/>
              </a:spcBef>
              <a:spcAft>
                <a:spcPts val="0"/>
              </a:spcAft>
              <a:buSzPts val="4200"/>
              <a:buNone/>
              <a:defRPr sz="4200"/>
            </a:lvl5pPr>
            <a:lvl6pPr lvl="5" algn="ctr">
              <a:lnSpc>
                <a:spcPct val="115000"/>
              </a:lnSpc>
              <a:spcBef>
                <a:spcPts val="0"/>
              </a:spcBef>
              <a:spcAft>
                <a:spcPts val="0"/>
              </a:spcAft>
              <a:buSzPts val="4200"/>
              <a:buNone/>
              <a:defRPr sz="4200"/>
            </a:lvl6pPr>
            <a:lvl7pPr lvl="6" algn="ctr">
              <a:lnSpc>
                <a:spcPct val="115000"/>
              </a:lnSpc>
              <a:spcBef>
                <a:spcPts val="0"/>
              </a:spcBef>
              <a:spcAft>
                <a:spcPts val="0"/>
              </a:spcAft>
              <a:buSzPts val="4200"/>
              <a:buNone/>
              <a:defRPr sz="4200"/>
            </a:lvl7pPr>
            <a:lvl8pPr lvl="7" algn="ctr">
              <a:lnSpc>
                <a:spcPct val="115000"/>
              </a:lnSpc>
              <a:spcBef>
                <a:spcPts val="0"/>
              </a:spcBef>
              <a:spcAft>
                <a:spcPts val="0"/>
              </a:spcAft>
              <a:buSzPts val="4200"/>
              <a:buNone/>
              <a:defRPr sz="4200"/>
            </a:lvl8pPr>
            <a:lvl9pPr lvl="8" algn="ctr">
              <a:lnSpc>
                <a:spcPct val="115000"/>
              </a:lnSpc>
              <a:spcBef>
                <a:spcPts val="0"/>
              </a:spcBef>
              <a:spcAft>
                <a:spcPts val="0"/>
              </a:spcAft>
              <a:buSzPts val="4200"/>
              <a:buNone/>
              <a:defRPr sz="4200"/>
            </a:lvl9pPr>
          </a:lstStyle>
          <a:p/>
        </p:txBody>
      </p:sp>
      <p:sp>
        <p:nvSpPr>
          <p:cNvPr id="278" name="Google Shape;278;p5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279" name="Google Shape;279;p5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5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52"/>
          <p:cNvSpPr txBox="1"/>
          <p:nvPr>
            <p:ph type="title"/>
          </p:nvPr>
        </p:nvSpPr>
        <p:spPr>
          <a:xfrm>
            <a:off x="311700" y="1106125"/>
            <a:ext cx="8520600" cy="19635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12000"/>
              <a:buNone/>
              <a:defRPr sz="12000"/>
            </a:lvl1pPr>
            <a:lvl2pPr lvl="1" algn="ctr">
              <a:lnSpc>
                <a:spcPct val="115000"/>
              </a:lnSpc>
              <a:spcBef>
                <a:spcPts val="0"/>
              </a:spcBef>
              <a:spcAft>
                <a:spcPts val="0"/>
              </a:spcAft>
              <a:buSzPts val="12000"/>
              <a:buNone/>
              <a:defRPr sz="12000"/>
            </a:lvl2pPr>
            <a:lvl3pPr lvl="2" algn="ctr">
              <a:lnSpc>
                <a:spcPct val="115000"/>
              </a:lnSpc>
              <a:spcBef>
                <a:spcPts val="0"/>
              </a:spcBef>
              <a:spcAft>
                <a:spcPts val="0"/>
              </a:spcAft>
              <a:buSzPts val="12000"/>
              <a:buNone/>
              <a:defRPr sz="12000"/>
            </a:lvl3pPr>
            <a:lvl4pPr lvl="3" algn="ctr">
              <a:lnSpc>
                <a:spcPct val="115000"/>
              </a:lnSpc>
              <a:spcBef>
                <a:spcPts val="0"/>
              </a:spcBef>
              <a:spcAft>
                <a:spcPts val="0"/>
              </a:spcAft>
              <a:buSzPts val="12000"/>
              <a:buNone/>
              <a:defRPr sz="12000"/>
            </a:lvl4pPr>
            <a:lvl5pPr lvl="4" algn="ctr">
              <a:lnSpc>
                <a:spcPct val="115000"/>
              </a:lnSpc>
              <a:spcBef>
                <a:spcPts val="0"/>
              </a:spcBef>
              <a:spcAft>
                <a:spcPts val="0"/>
              </a:spcAft>
              <a:buSzPts val="12000"/>
              <a:buNone/>
              <a:defRPr sz="12000"/>
            </a:lvl5pPr>
            <a:lvl6pPr lvl="5" algn="ctr">
              <a:lnSpc>
                <a:spcPct val="115000"/>
              </a:lnSpc>
              <a:spcBef>
                <a:spcPts val="0"/>
              </a:spcBef>
              <a:spcAft>
                <a:spcPts val="0"/>
              </a:spcAft>
              <a:buSzPts val="12000"/>
              <a:buNone/>
              <a:defRPr sz="12000"/>
            </a:lvl6pPr>
            <a:lvl7pPr lvl="6" algn="ctr">
              <a:lnSpc>
                <a:spcPct val="115000"/>
              </a:lnSpc>
              <a:spcBef>
                <a:spcPts val="0"/>
              </a:spcBef>
              <a:spcAft>
                <a:spcPts val="0"/>
              </a:spcAft>
              <a:buSzPts val="12000"/>
              <a:buNone/>
              <a:defRPr sz="12000"/>
            </a:lvl7pPr>
            <a:lvl8pPr lvl="7" algn="ctr">
              <a:lnSpc>
                <a:spcPct val="115000"/>
              </a:lnSpc>
              <a:spcBef>
                <a:spcPts val="0"/>
              </a:spcBef>
              <a:spcAft>
                <a:spcPts val="0"/>
              </a:spcAft>
              <a:buSzPts val="12000"/>
              <a:buNone/>
              <a:defRPr sz="12000"/>
            </a:lvl8pPr>
            <a:lvl9pPr lvl="8" algn="ctr">
              <a:lnSpc>
                <a:spcPct val="115000"/>
              </a:lnSpc>
              <a:spcBef>
                <a:spcPts val="0"/>
              </a:spcBef>
              <a:spcAft>
                <a:spcPts val="0"/>
              </a:spcAft>
              <a:buSzPts val="12000"/>
              <a:buNone/>
              <a:defRPr sz="12000"/>
            </a:lvl9pPr>
          </a:lstStyle>
          <a:p/>
        </p:txBody>
      </p:sp>
      <p:sp>
        <p:nvSpPr>
          <p:cNvPr id="284" name="Google Shape;284;p5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54"/>
          <p:cNvSpPr txBox="1"/>
          <p:nvPr>
            <p:ph type="title"/>
          </p:nvPr>
        </p:nvSpPr>
        <p:spPr>
          <a:xfrm>
            <a:off x="677325" y="1832775"/>
            <a:ext cx="3217200" cy="1484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8" name="Google Shape;288;p54"/>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89" name="Google Shape;289;p54"/>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0" name="Google Shape;290;p54"/>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1" name="Google Shape;291;p54"/>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2" name="Google Shape;292;p54"/>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3" name="Google Shape;293;p54"/>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55"/>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6" name="Google Shape;296;p55"/>
          <p:cNvSpPr txBox="1"/>
          <p:nvPr>
            <p:ph idx="1" type="body"/>
          </p:nvPr>
        </p:nvSpPr>
        <p:spPr>
          <a:xfrm>
            <a:off x="311700" y="1152475"/>
            <a:ext cx="4473900" cy="34164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297" name="Google Shape;297;p5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56"/>
          <p:cNvSpPr txBox="1"/>
          <p:nvPr>
            <p:ph type="title"/>
          </p:nvPr>
        </p:nvSpPr>
        <p:spPr>
          <a:xfrm>
            <a:off x="483175" y="450025"/>
            <a:ext cx="8184600" cy="758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300" name="Google Shape;300;p56"/>
          <p:cNvSpPr txBox="1"/>
          <p:nvPr>
            <p:ph idx="1" type="body"/>
          </p:nvPr>
        </p:nvSpPr>
        <p:spPr>
          <a:xfrm>
            <a:off x="483150" y="2237788"/>
            <a:ext cx="3619800" cy="23736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1" name="Google Shape;301;p56"/>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2" name="Google Shape;302;p56"/>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03" name="Google Shape;303;p56"/>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57"/>
          <p:cNvSpPr txBox="1"/>
          <p:nvPr>
            <p:ph idx="1" type="body"/>
          </p:nvPr>
        </p:nvSpPr>
        <p:spPr>
          <a:xfrm>
            <a:off x="483175" y="2417500"/>
            <a:ext cx="2455500" cy="23736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6" name="Google Shape;306;p57"/>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7" name="Google Shape;307;p57"/>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08" name="Google Shape;308;p57"/>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09" name="Google Shape;309;p57"/>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0" name="Google Shape;310;p57"/>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1" name="Google Shape;311;p57"/>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58"/>
          <p:cNvSpPr txBox="1"/>
          <p:nvPr>
            <p:ph idx="1" type="body"/>
          </p:nvPr>
        </p:nvSpPr>
        <p:spPr>
          <a:xfrm>
            <a:off x="366725" y="1759093"/>
            <a:ext cx="3838500" cy="11385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4" name="Google Shape;314;p58"/>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5" name="Google Shape;315;p58"/>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6" name="Google Shape;316;p58"/>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7" name="Google Shape;317;p58"/>
          <p:cNvSpPr txBox="1"/>
          <p:nvPr>
            <p:ph type="title"/>
          </p:nvPr>
        </p:nvSpPr>
        <p:spPr>
          <a:xfrm>
            <a:off x="366750" y="450025"/>
            <a:ext cx="8184600" cy="758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318" name="Google Shape;318;p58"/>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9" name="Google Shape;319;p58"/>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0" name="Google Shape;320;p58"/>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1" name="Google Shape;321;p58"/>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5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4" name="Google Shape;324;p5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60"/>
          <p:cNvSpPr txBox="1"/>
          <p:nvPr>
            <p:ph idx="1" type="body"/>
          </p:nvPr>
        </p:nvSpPr>
        <p:spPr>
          <a:xfrm>
            <a:off x="311700" y="4080225"/>
            <a:ext cx="4027500" cy="9261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27" name="Google Shape;327;p60"/>
          <p:cNvSpPr/>
          <p:nvPr>
            <p:ph idx="2" type="pic"/>
          </p:nvPr>
        </p:nvSpPr>
        <p:spPr>
          <a:xfrm>
            <a:off x="4804825" y="1133300"/>
            <a:ext cx="4027500" cy="2392800"/>
          </a:xfrm>
          <a:prstGeom prst="rect">
            <a:avLst/>
          </a:prstGeom>
          <a:noFill/>
          <a:ln>
            <a:noFill/>
          </a:ln>
        </p:spPr>
      </p:sp>
      <p:sp>
        <p:nvSpPr>
          <p:cNvPr id="328" name="Google Shape;328;p60"/>
          <p:cNvSpPr/>
          <p:nvPr>
            <p:ph idx="3" type="pic"/>
          </p:nvPr>
        </p:nvSpPr>
        <p:spPr>
          <a:xfrm>
            <a:off x="311725" y="1133300"/>
            <a:ext cx="4027500" cy="2392800"/>
          </a:xfrm>
          <a:prstGeom prst="rect">
            <a:avLst/>
          </a:prstGeom>
          <a:noFill/>
          <a:ln>
            <a:noFill/>
          </a:ln>
        </p:spPr>
      </p:sp>
      <p:sp>
        <p:nvSpPr>
          <p:cNvPr id="329" name="Google Shape;329;p60"/>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0" name="Google Shape;330;p6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1" name="Google Shape;331;p60"/>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32" name="Google Shape;332;p60"/>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61"/>
          <p:cNvSpPr txBox="1"/>
          <p:nvPr>
            <p:ph idx="1" type="body"/>
          </p:nvPr>
        </p:nvSpPr>
        <p:spPr>
          <a:xfrm>
            <a:off x="311700" y="3911700"/>
            <a:ext cx="2627100" cy="10185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5" name="Google Shape;335;p61"/>
          <p:cNvSpPr/>
          <p:nvPr>
            <p:ph idx="2" type="pic"/>
          </p:nvPr>
        </p:nvSpPr>
        <p:spPr>
          <a:xfrm>
            <a:off x="6205225" y="1128325"/>
            <a:ext cx="2627100" cy="2273100"/>
          </a:xfrm>
          <a:prstGeom prst="rect">
            <a:avLst/>
          </a:prstGeom>
          <a:noFill/>
          <a:ln>
            <a:noFill/>
          </a:ln>
        </p:spPr>
      </p:sp>
      <p:sp>
        <p:nvSpPr>
          <p:cNvPr id="336" name="Google Shape;336;p61"/>
          <p:cNvSpPr/>
          <p:nvPr>
            <p:ph idx="3" type="pic"/>
          </p:nvPr>
        </p:nvSpPr>
        <p:spPr>
          <a:xfrm>
            <a:off x="311725" y="1128325"/>
            <a:ext cx="2627100" cy="2273100"/>
          </a:xfrm>
          <a:prstGeom prst="rect">
            <a:avLst/>
          </a:prstGeom>
          <a:noFill/>
          <a:ln>
            <a:noFill/>
          </a:ln>
        </p:spPr>
      </p:sp>
      <p:sp>
        <p:nvSpPr>
          <p:cNvPr id="337" name="Google Shape;337;p61"/>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8" name="Google Shape;338;p61"/>
          <p:cNvSpPr/>
          <p:nvPr>
            <p:ph idx="5" type="pic"/>
          </p:nvPr>
        </p:nvSpPr>
        <p:spPr>
          <a:xfrm>
            <a:off x="3255250" y="1128325"/>
            <a:ext cx="2627100" cy="2273100"/>
          </a:xfrm>
          <a:prstGeom prst="rect">
            <a:avLst/>
          </a:prstGeom>
          <a:noFill/>
          <a:ln>
            <a:noFill/>
          </a:ln>
        </p:spPr>
      </p:sp>
      <p:sp>
        <p:nvSpPr>
          <p:cNvPr id="339" name="Google Shape;339;p61"/>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40" name="Google Shape;340;p6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41" name="Google Shape;341;p61"/>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42" name="Google Shape;342;p61"/>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43" name="Google Shape;343;p61"/>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6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63"/>
          <p:cNvSpPr/>
          <p:nvPr>
            <p:ph idx="2" type="pic"/>
          </p:nvPr>
        </p:nvSpPr>
        <p:spPr>
          <a:xfrm>
            <a:off x="3389600" y="118913"/>
            <a:ext cx="1643700" cy="1535100"/>
          </a:xfrm>
          <a:prstGeom prst="rect">
            <a:avLst/>
          </a:prstGeom>
          <a:noFill/>
          <a:ln>
            <a:noFill/>
          </a:ln>
        </p:spPr>
      </p:sp>
      <p:sp>
        <p:nvSpPr>
          <p:cNvPr id="348" name="Google Shape;348;p63"/>
          <p:cNvSpPr/>
          <p:nvPr>
            <p:ph idx="3" type="pic"/>
          </p:nvPr>
        </p:nvSpPr>
        <p:spPr>
          <a:xfrm>
            <a:off x="5195935" y="118913"/>
            <a:ext cx="1643700" cy="1535100"/>
          </a:xfrm>
          <a:prstGeom prst="rect">
            <a:avLst/>
          </a:prstGeom>
          <a:noFill/>
          <a:ln>
            <a:noFill/>
          </a:ln>
        </p:spPr>
      </p:sp>
      <p:sp>
        <p:nvSpPr>
          <p:cNvPr id="349" name="Google Shape;349;p63"/>
          <p:cNvSpPr/>
          <p:nvPr>
            <p:ph idx="4" type="pic"/>
          </p:nvPr>
        </p:nvSpPr>
        <p:spPr>
          <a:xfrm>
            <a:off x="7002270" y="118913"/>
            <a:ext cx="1643700" cy="1535100"/>
          </a:xfrm>
          <a:prstGeom prst="rect">
            <a:avLst/>
          </a:prstGeom>
          <a:noFill/>
          <a:ln>
            <a:noFill/>
          </a:ln>
        </p:spPr>
      </p:sp>
      <p:sp>
        <p:nvSpPr>
          <p:cNvPr id="350" name="Google Shape;350;p63"/>
          <p:cNvSpPr/>
          <p:nvPr>
            <p:ph idx="5" type="pic"/>
          </p:nvPr>
        </p:nvSpPr>
        <p:spPr>
          <a:xfrm>
            <a:off x="3389588" y="1804212"/>
            <a:ext cx="1643700" cy="1535100"/>
          </a:xfrm>
          <a:prstGeom prst="rect">
            <a:avLst/>
          </a:prstGeom>
          <a:noFill/>
          <a:ln>
            <a:noFill/>
          </a:ln>
        </p:spPr>
      </p:sp>
      <p:sp>
        <p:nvSpPr>
          <p:cNvPr id="351" name="Google Shape;351;p63"/>
          <p:cNvSpPr/>
          <p:nvPr>
            <p:ph idx="6" type="pic"/>
          </p:nvPr>
        </p:nvSpPr>
        <p:spPr>
          <a:xfrm>
            <a:off x="5195922" y="1804212"/>
            <a:ext cx="1643700" cy="1535100"/>
          </a:xfrm>
          <a:prstGeom prst="rect">
            <a:avLst/>
          </a:prstGeom>
          <a:noFill/>
          <a:ln>
            <a:noFill/>
          </a:ln>
        </p:spPr>
      </p:sp>
      <p:sp>
        <p:nvSpPr>
          <p:cNvPr id="352" name="Google Shape;352;p63"/>
          <p:cNvSpPr/>
          <p:nvPr>
            <p:ph idx="7" type="pic"/>
          </p:nvPr>
        </p:nvSpPr>
        <p:spPr>
          <a:xfrm>
            <a:off x="7002257" y="1804212"/>
            <a:ext cx="1643700" cy="1535100"/>
          </a:xfrm>
          <a:prstGeom prst="rect">
            <a:avLst/>
          </a:prstGeom>
          <a:noFill/>
          <a:ln>
            <a:noFill/>
          </a:ln>
        </p:spPr>
      </p:sp>
      <p:sp>
        <p:nvSpPr>
          <p:cNvPr id="353" name="Google Shape;353;p63"/>
          <p:cNvSpPr txBox="1"/>
          <p:nvPr>
            <p:ph type="title"/>
          </p:nvPr>
        </p:nvSpPr>
        <p:spPr>
          <a:xfrm>
            <a:off x="351550" y="445025"/>
            <a:ext cx="2596800" cy="17064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54" name="Google Shape;354;p63"/>
          <p:cNvSpPr/>
          <p:nvPr>
            <p:ph idx="8" type="pic"/>
          </p:nvPr>
        </p:nvSpPr>
        <p:spPr>
          <a:xfrm>
            <a:off x="3389588" y="3489487"/>
            <a:ext cx="1643700" cy="1535100"/>
          </a:xfrm>
          <a:prstGeom prst="rect">
            <a:avLst/>
          </a:prstGeom>
          <a:noFill/>
          <a:ln>
            <a:noFill/>
          </a:ln>
        </p:spPr>
      </p:sp>
      <p:sp>
        <p:nvSpPr>
          <p:cNvPr id="355" name="Google Shape;355;p63"/>
          <p:cNvSpPr/>
          <p:nvPr>
            <p:ph idx="9" type="pic"/>
          </p:nvPr>
        </p:nvSpPr>
        <p:spPr>
          <a:xfrm>
            <a:off x="5195922" y="3489487"/>
            <a:ext cx="1643700" cy="1535100"/>
          </a:xfrm>
          <a:prstGeom prst="rect">
            <a:avLst/>
          </a:prstGeom>
          <a:noFill/>
          <a:ln>
            <a:noFill/>
          </a:ln>
        </p:spPr>
      </p:sp>
      <p:sp>
        <p:nvSpPr>
          <p:cNvPr id="356" name="Google Shape;356;p6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8"/>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1pPr>
            <a:lvl2pPr indent="-304800" lvl="1" marL="9144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2pPr>
            <a:lvl3pPr indent="-304800" lvl="2" marL="13716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3pPr>
            <a:lvl4pPr indent="-304800" lvl="3" marL="18288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4pPr>
            <a:lvl5pPr indent="-304800" lvl="4" marL="22860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5pPr>
            <a:lvl6pPr indent="-304800" lvl="5" marL="27432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6pPr>
            <a:lvl7pPr indent="-304800" lvl="6" marL="32004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7pPr>
            <a:lvl8pPr indent="-304800" lvl="7" marL="36576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8pPr>
            <a:lvl9pPr indent="-304800" lvl="8" marL="41148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9pPr>
          </a:lstStyle>
          <a:p/>
        </p:txBody>
      </p:sp>
      <p:sp>
        <p:nvSpPr>
          <p:cNvPr id="7" name="Google Shape;7;p18"/>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1pPr>
            <a:lvl2pPr lvl="1"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2pPr>
            <a:lvl3pPr lvl="2"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3pPr>
            <a:lvl4pPr lvl="3"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4pPr>
            <a:lvl5pPr lvl="4"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5pPr>
            <a:lvl6pPr lvl="5"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6pPr>
            <a:lvl7pPr lvl="6"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7pPr>
            <a:lvl8pPr lvl="7"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8pPr>
            <a:lvl9pPr lvl="8"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9pPr>
          </a:lstStyle>
          <a:p/>
        </p:txBody>
      </p:sp>
      <p:sp>
        <p:nvSpPr>
          <p:cNvPr id="8" name="Google Shape;8;p18"/>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8"/>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0" name="Google Shape;10;p18"/>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1" name="Google Shape;11;p18"/>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2" name="Google Shape;12;p18"/>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1pPr>
            <a:lvl2pPr indent="-304800" lvl="1" marL="9144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2pPr>
            <a:lvl3pPr indent="-304800" lvl="2" marL="13716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3pPr>
            <a:lvl4pPr indent="-304800" lvl="3" marL="18288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4pPr>
            <a:lvl5pPr indent="-304800" lvl="4" marL="22860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5pPr>
            <a:lvl6pPr indent="-304800" lvl="5" marL="27432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6pPr>
            <a:lvl7pPr indent="-304800" lvl="6" marL="32004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7pPr>
            <a:lvl8pPr indent="-304800" lvl="7" marL="36576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8pPr>
            <a:lvl9pPr indent="-304800" lvl="8" marL="41148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18.png"/><Relationship Id="rId10"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hyperlink" Target="http://main.py" TargetMode="External"/><Relationship Id="rId5" Type="http://schemas.openxmlformats.org/officeDocument/2006/relationships/image" Target="../media/image20.png"/><Relationship Id="rId6" Type="http://schemas.openxmlformats.org/officeDocument/2006/relationships/image" Target="../media/image29.png"/><Relationship Id="rId7" Type="http://schemas.openxmlformats.org/officeDocument/2006/relationships/image" Target="../media/image22.png"/><Relationship Id="rId8" Type="http://schemas.openxmlformats.org/officeDocument/2006/relationships/image" Target="../media/image24.png"/><Relationship Id="rId11" Type="http://schemas.openxmlformats.org/officeDocument/2006/relationships/hyperlink" Target="http://main.py" TargetMode="External"/><Relationship Id="rId10" Type="http://schemas.openxmlformats.org/officeDocument/2006/relationships/hyperlink" Target="http://main.py" TargetMode="External"/><Relationship Id="rId12"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5.png"/><Relationship Id="rId4" Type="http://schemas.openxmlformats.org/officeDocument/2006/relationships/image" Target="../media/image26.png"/><Relationship Id="rId5" Type="http://schemas.openxmlformats.org/officeDocument/2006/relationships/image" Target="../media/image36.png"/><Relationship Id="rId6"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github.com/CocoCat0/ML_Anime_Ratings_Predictor" TargetMode="External"/><Relationship Id="rId4" Type="http://schemas.openxmlformats.org/officeDocument/2006/relationships/hyperlink" Target="https://cococat0.github.io/ML_Anime_Ratings_Predictor/main-project/output/index.html" TargetMode="External"/><Relationship Id="rId5" Type="http://schemas.openxmlformats.org/officeDocument/2006/relationships/hyperlink" Target="https://cococat0.github.io/ML_Anime_Ratings_Predictor/main-project/output/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362" name="Google Shape;362;p1"/>
          <p:cNvSpPr txBox="1"/>
          <p:nvPr>
            <p:ph type="title"/>
          </p:nvPr>
        </p:nvSpPr>
        <p:spPr>
          <a:xfrm>
            <a:off x="249450" y="285900"/>
            <a:ext cx="5427600" cy="3634500"/>
          </a:xfrm>
          <a:prstGeom prst="rect">
            <a:avLst/>
          </a:prstGeom>
          <a:solidFill>
            <a:schemeClr val="dk2"/>
          </a:solidFill>
          <a:ln>
            <a:noFill/>
          </a:ln>
        </p:spPr>
        <p:txBody>
          <a:bodyPr anchorCtr="0" anchor="t" bIns="91425" lIns="0" spcFirstLastPara="1" rIns="91425" wrap="square" tIns="91425">
            <a:noAutofit/>
          </a:bodyPr>
          <a:lstStyle/>
          <a:p>
            <a:pPr indent="0" lvl="0" marL="0" rtl="0" algn="l">
              <a:lnSpc>
                <a:spcPct val="100000"/>
              </a:lnSpc>
              <a:spcBef>
                <a:spcPts val="0"/>
              </a:spcBef>
              <a:spcAft>
                <a:spcPts val="0"/>
              </a:spcAft>
              <a:buSzPts val="4000"/>
              <a:buNone/>
            </a:pPr>
            <a:r>
              <a:rPr b="1" lang="en" sz="4000"/>
              <a:t>Unsupervised Clustering of Animated Series Based on Ratings and Popularity Metrics</a:t>
            </a:r>
            <a:endParaRPr b="1" sz="4000"/>
          </a:p>
        </p:txBody>
      </p:sp>
      <p:sp>
        <p:nvSpPr>
          <p:cNvPr id="363" name="Google Shape;363;p1"/>
          <p:cNvSpPr txBox="1"/>
          <p:nvPr/>
        </p:nvSpPr>
        <p:spPr>
          <a:xfrm>
            <a:off x="320550" y="4315625"/>
            <a:ext cx="8502900" cy="466500"/>
          </a:xfrm>
          <a:prstGeom prst="rect">
            <a:avLst/>
          </a:prstGeom>
          <a:solidFill>
            <a:schemeClr val="accent1"/>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By Christofer Vega</a:t>
            </a:r>
            <a:endParaRPr b="1" i="0" sz="1600" u="none" cap="none" strike="noStrike">
              <a:solidFill>
                <a:schemeClr val="lt1"/>
              </a:solidFill>
              <a:latin typeface="Inter"/>
              <a:ea typeface="Inter"/>
              <a:cs typeface="Inter"/>
              <a:sym typeface="Inter"/>
            </a:endParaRPr>
          </a:p>
          <a:p>
            <a:pPr indent="0" lvl="0" marL="0" marR="0" rtl="0" algn="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Alyssa Sombrero</a:t>
            </a:r>
            <a:endParaRPr b="1" i="0" sz="2000" u="none" cap="none" strike="noStrike">
              <a:solidFill>
                <a:schemeClr val="lt1"/>
              </a:solidFill>
              <a:latin typeface="Inter"/>
              <a:ea typeface="Inter"/>
              <a:cs typeface="Inter"/>
              <a:sym typeface="Inter"/>
            </a:endParaRPr>
          </a:p>
        </p:txBody>
      </p:sp>
      <p:sp>
        <p:nvSpPr>
          <p:cNvPr id="364" name="Google Shape;364;p1"/>
          <p:cNvSpPr/>
          <p:nvPr/>
        </p:nvSpPr>
        <p:spPr>
          <a:xfrm rot="-2711528">
            <a:off x="5426613" y="3133973"/>
            <a:ext cx="632581" cy="541788"/>
          </a:xfrm>
          <a:prstGeom prst="star5">
            <a:avLst>
              <a:gd fmla="val 19098" name="adj"/>
              <a:gd fmla="val 105146" name="hf"/>
              <a:gd fmla="val 110557" name="vf"/>
            </a:avLst>
          </a:prstGeom>
          <a:solidFill>
            <a:schemeClr val="accent1"/>
          </a:solidFill>
          <a:ln>
            <a:noFill/>
          </a:ln>
        </p:spPr>
        <p:txBody>
          <a:bodyPr anchorCtr="0" anchor="ctr" bIns="110275" lIns="110275" spcFirstLastPara="1" rIns="110275" wrap="square" tIns="110275">
            <a:noAutofit/>
          </a:bodyPr>
          <a:lstStyle/>
          <a:p>
            <a:pPr indent="0" lvl="0" marL="0" marR="0" rtl="0" algn="ctr">
              <a:lnSpc>
                <a:spcPct val="100000"/>
              </a:lnSpc>
              <a:spcBef>
                <a:spcPts val="0"/>
              </a:spcBef>
              <a:spcAft>
                <a:spcPts val="0"/>
              </a:spcAft>
              <a:buClr>
                <a:srgbClr val="000000"/>
              </a:buClr>
              <a:buSzPts val="1688"/>
              <a:buFont typeface="Arial"/>
              <a:buNone/>
            </a:pPr>
            <a:r>
              <a:t/>
            </a:r>
            <a:endParaRPr b="0" i="0" sz="1688" u="none" cap="none" strike="noStrike">
              <a:solidFill>
                <a:srgbClr val="000000"/>
              </a:solidFill>
              <a:latin typeface="Inter"/>
              <a:ea typeface="Inter"/>
              <a:cs typeface="Inter"/>
              <a:sym typeface="Inter"/>
            </a:endParaRPr>
          </a:p>
        </p:txBody>
      </p:sp>
      <p:sp>
        <p:nvSpPr>
          <p:cNvPr id="365" name="Google Shape;365;p1"/>
          <p:cNvSpPr/>
          <p:nvPr/>
        </p:nvSpPr>
        <p:spPr>
          <a:xfrm rot="-2711528">
            <a:off x="5972112" y="2584980"/>
            <a:ext cx="632581" cy="541788"/>
          </a:xfrm>
          <a:prstGeom prst="star5">
            <a:avLst>
              <a:gd fmla="val 19098" name="adj"/>
              <a:gd fmla="val 105146" name="hf"/>
              <a:gd fmla="val 110557" name="vf"/>
            </a:avLst>
          </a:prstGeom>
          <a:solidFill>
            <a:schemeClr val="accent1"/>
          </a:solidFill>
          <a:ln>
            <a:noFill/>
          </a:ln>
        </p:spPr>
        <p:txBody>
          <a:bodyPr anchorCtr="0" anchor="ctr" bIns="110275" lIns="110275" spcFirstLastPara="1" rIns="110275" wrap="square" tIns="110275">
            <a:noAutofit/>
          </a:bodyPr>
          <a:lstStyle/>
          <a:p>
            <a:pPr indent="0" lvl="0" marL="0" marR="0" rtl="0" algn="ctr">
              <a:lnSpc>
                <a:spcPct val="100000"/>
              </a:lnSpc>
              <a:spcBef>
                <a:spcPts val="0"/>
              </a:spcBef>
              <a:spcAft>
                <a:spcPts val="0"/>
              </a:spcAft>
              <a:buClr>
                <a:srgbClr val="000000"/>
              </a:buClr>
              <a:buSzPts val="1688"/>
              <a:buFont typeface="Arial"/>
              <a:buNone/>
            </a:pPr>
            <a:r>
              <a:t/>
            </a:r>
            <a:endParaRPr b="0" i="0" sz="1688" u="none" cap="none" strike="noStrike">
              <a:solidFill>
                <a:srgbClr val="000000"/>
              </a:solidFill>
              <a:latin typeface="Inter"/>
              <a:ea typeface="Inter"/>
              <a:cs typeface="Inter"/>
              <a:sym typeface="Inter"/>
            </a:endParaRPr>
          </a:p>
        </p:txBody>
      </p:sp>
      <p:sp>
        <p:nvSpPr>
          <p:cNvPr id="366" name="Google Shape;366;p1"/>
          <p:cNvSpPr/>
          <p:nvPr/>
        </p:nvSpPr>
        <p:spPr>
          <a:xfrm rot="-2711528">
            <a:off x="6517612" y="2035987"/>
            <a:ext cx="632581" cy="541788"/>
          </a:xfrm>
          <a:prstGeom prst="star5">
            <a:avLst>
              <a:gd fmla="val 19098" name="adj"/>
              <a:gd fmla="val 105146" name="hf"/>
              <a:gd fmla="val 110557" name="vf"/>
            </a:avLst>
          </a:prstGeom>
          <a:solidFill>
            <a:schemeClr val="accent1"/>
          </a:solidFill>
          <a:ln>
            <a:noFill/>
          </a:ln>
        </p:spPr>
        <p:txBody>
          <a:bodyPr anchorCtr="0" anchor="ctr" bIns="110275" lIns="110275" spcFirstLastPara="1" rIns="110275" wrap="square" tIns="110275">
            <a:noAutofit/>
          </a:bodyPr>
          <a:lstStyle/>
          <a:p>
            <a:pPr indent="0" lvl="0" marL="0" marR="0" rtl="0" algn="ctr">
              <a:lnSpc>
                <a:spcPct val="100000"/>
              </a:lnSpc>
              <a:spcBef>
                <a:spcPts val="0"/>
              </a:spcBef>
              <a:spcAft>
                <a:spcPts val="0"/>
              </a:spcAft>
              <a:buClr>
                <a:srgbClr val="000000"/>
              </a:buClr>
              <a:buSzPts val="1688"/>
              <a:buFont typeface="Arial"/>
              <a:buNone/>
            </a:pPr>
            <a:r>
              <a:t/>
            </a:r>
            <a:endParaRPr b="0" i="0" sz="1688" u="none" cap="none" strike="noStrike">
              <a:solidFill>
                <a:srgbClr val="000000"/>
              </a:solidFill>
              <a:latin typeface="Inter"/>
              <a:ea typeface="Inter"/>
              <a:cs typeface="Inter"/>
              <a:sym typeface="Inter"/>
            </a:endParaRPr>
          </a:p>
        </p:txBody>
      </p:sp>
      <p:sp>
        <p:nvSpPr>
          <p:cNvPr id="367" name="Google Shape;367;p1"/>
          <p:cNvSpPr/>
          <p:nvPr/>
        </p:nvSpPr>
        <p:spPr>
          <a:xfrm rot="-2711528">
            <a:off x="7063111" y="1486994"/>
            <a:ext cx="632581" cy="541788"/>
          </a:xfrm>
          <a:prstGeom prst="star5">
            <a:avLst>
              <a:gd fmla="val 19098" name="adj"/>
              <a:gd fmla="val 105146" name="hf"/>
              <a:gd fmla="val 110557" name="vf"/>
            </a:avLst>
          </a:prstGeom>
          <a:solidFill>
            <a:schemeClr val="accent1"/>
          </a:solidFill>
          <a:ln>
            <a:noFill/>
          </a:ln>
        </p:spPr>
        <p:txBody>
          <a:bodyPr anchorCtr="0" anchor="ctr" bIns="110275" lIns="110275" spcFirstLastPara="1" rIns="110275" wrap="square" tIns="110275">
            <a:noAutofit/>
          </a:bodyPr>
          <a:lstStyle/>
          <a:p>
            <a:pPr indent="0" lvl="0" marL="0" marR="0" rtl="0" algn="ctr">
              <a:lnSpc>
                <a:spcPct val="100000"/>
              </a:lnSpc>
              <a:spcBef>
                <a:spcPts val="0"/>
              </a:spcBef>
              <a:spcAft>
                <a:spcPts val="0"/>
              </a:spcAft>
              <a:buClr>
                <a:srgbClr val="000000"/>
              </a:buClr>
              <a:buSzPts val="1688"/>
              <a:buFont typeface="Arial"/>
              <a:buNone/>
            </a:pPr>
            <a:r>
              <a:t/>
            </a:r>
            <a:endParaRPr b="0" i="0" sz="1688" u="none" cap="none" strike="noStrike">
              <a:solidFill>
                <a:srgbClr val="000000"/>
              </a:solidFill>
              <a:latin typeface="Inter"/>
              <a:ea typeface="Inter"/>
              <a:cs typeface="Inter"/>
              <a:sym typeface="Inter"/>
            </a:endParaRPr>
          </a:p>
        </p:txBody>
      </p:sp>
      <p:sp>
        <p:nvSpPr>
          <p:cNvPr id="368" name="Google Shape;368;p1"/>
          <p:cNvSpPr/>
          <p:nvPr/>
        </p:nvSpPr>
        <p:spPr>
          <a:xfrm rot="-2711528">
            <a:off x="7608610" y="938001"/>
            <a:ext cx="632581" cy="541788"/>
          </a:xfrm>
          <a:prstGeom prst="star5">
            <a:avLst>
              <a:gd fmla="val 19098" name="adj"/>
              <a:gd fmla="val 105146" name="hf"/>
              <a:gd fmla="val 110557" name="vf"/>
            </a:avLst>
          </a:prstGeom>
          <a:solidFill>
            <a:schemeClr val="accent1"/>
          </a:solidFill>
          <a:ln>
            <a:noFill/>
          </a:ln>
        </p:spPr>
        <p:txBody>
          <a:bodyPr anchorCtr="0" anchor="ctr" bIns="110275" lIns="110275" spcFirstLastPara="1" rIns="110275" wrap="square" tIns="110275">
            <a:noAutofit/>
          </a:bodyPr>
          <a:lstStyle/>
          <a:p>
            <a:pPr indent="0" lvl="0" marL="0" marR="0" rtl="0" algn="ctr">
              <a:lnSpc>
                <a:spcPct val="100000"/>
              </a:lnSpc>
              <a:spcBef>
                <a:spcPts val="0"/>
              </a:spcBef>
              <a:spcAft>
                <a:spcPts val="0"/>
              </a:spcAft>
              <a:buClr>
                <a:srgbClr val="000000"/>
              </a:buClr>
              <a:buSzPts val="1688"/>
              <a:buFont typeface="Arial"/>
              <a:buNone/>
            </a:pPr>
            <a:r>
              <a:t/>
            </a:r>
            <a:endParaRPr b="0" i="0" sz="1688" u="none" cap="none" strike="noStrike">
              <a:solidFill>
                <a:srgbClr val="000000"/>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72" name="Shape 372"/>
        <p:cNvGrpSpPr/>
        <p:nvPr/>
      </p:nvGrpSpPr>
      <p:grpSpPr>
        <a:xfrm>
          <a:off x="0" y="0"/>
          <a:ext cx="0" cy="0"/>
          <a:chOff x="0" y="0"/>
          <a:chExt cx="0" cy="0"/>
        </a:xfrm>
      </p:grpSpPr>
      <p:sp>
        <p:nvSpPr>
          <p:cNvPr id="373" name="Google Shape;373;p2"/>
          <p:cNvSpPr txBox="1"/>
          <p:nvPr>
            <p:ph type="title"/>
          </p:nvPr>
        </p:nvSpPr>
        <p:spPr>
          <a:xfrm>
            <a:off x="284850" y="474875"/>
            <a:ext cx="4227300" cy="11547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0"/>
              </a:spcBef>
              <a:spcAft>
                <a:spcPts val="0"/>
              </a:spcAft>
              <a:buSzPts val="6000"/>
              <a:buNone/>
            </a:pPr>
            <a:r>
              <a:rPr b="1" lang="en"/>
              <a:t>The Problem</a:t>
            </a:r>
            <a:endParaRPr b="1"/>
          </a:p>
        </p:txBody>
      </p:sp>
      <p:pic>
        <p:nvPicPr>
          <p:cNvPr id="374" name="Google Shape;374;p2"/>
          <p:cNvPicPr preferRelativeResize="0"/>
          <p:nvPr/>
        </p:nvPicPr>
        <p:blipFill rotWithShape="1">
          <a:blip r:embed="rId3">
            <a:alphaModFix/>
          </a:blip>
          <a:srcRect b="60191" l="23452" r="28432" t="0"/>
          <a:stretch/>
        </p:blipFill>
        <p:spPr>
          <a:xfrm>
            <a:off x="114074" y="2058925"/>
            <a:ext cx="4450651" cy="1154700"/>
          </a:xfrm>
          <a:prstGeom prst="rect">
            <a:avLst/>
          </a:prstGeom>
          <a:noFill/>
          <a:ln cap="flat" cmpd="sng" w="152400">
            <a:solidFill>
              <a:schemeClr val="lt1"/>
            </a:solidFill>
            <a:prstDash val="solid"/>
            <a:round/>
            <a:headEnd len="sm" w="sm" type="none"/>
            <a:tailEnd len="sm" w="sm" type="none"/>
          </a:ln>
        </p:spPr>
      </p:pic>
      <p:sp>
        <p:nvSpPr>
          <p:cNvPr id="375" name="Google Shape;375;p2"/>
          <p:cNvSpPr/>
          <p:nvPr/>
        </p:nvSpPr>
        <p:spPr>
          <a:xfrm>
            <a:off x="5123825" y="0"/>
            <a:ext cx="4651800" cy="5143500"/>
          </a:xfrm>
          <a:prstGeom prst="diagStripe">
            <a:avLst>
              <a:gd fmla="val 1846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pic>
        <p:nvPicPr>
          <p:cNvPr id="376" name="Google Shape;376;p2"/>
          <p:cNvPicPr preferRelativeResize="0"/>
          <p:nvPr/>
        </p:nvPicPr>
        <p:blipFill rotWithShape="1">
          <a:blip r:embed="rId4">
            <a:alphaModFix/>
          </a:blip>
          <a:srcRect b="60150" l="23379" r="30817" t="0"/>
          <a:stretch/>
        </p:blipFill>
        <p:spPr>
          <a:xfrm>
            <a:off x="114075" y="3399725"/>
            <a:ext cx="4450649" cy="1170080"/>
          </a:xfrm>
          <a:prstGeom prst="rect">
            <a:avLst/>
          </a:prstGeom>
          <a:noFill/>
          <a:ln cap="flat" cmpd="sng" w="152400">
            <a:solidFill>
              <a:schemeClr val="lt1"/>
            </a:solidFill>
            <a:prstDash val="solid"/>
            <a:round/>
            <a:headEnd len="sm" w="sm" type="none"/>
            <a:tailEnd len="sm" w="sm" type="none"/>
          </a:ln>
        </p:spPr>
      </p:pic>
      <p:sp>
        <p:nvSpPr>
          <p:cNvPr id="377" name="Google Shape;377;p2"/>
          <p:cNvSpPr txBox="1"/>
          <p:nvPr>
            <p:ph idx="1" type="body"/>
          </p:nvPr>
        </p:nvSpPr>
        <p:spPr>
          <a:xfrm>
            <a:off x="5123825" y="1026350"/>
            <a:ext cx="3732900" cy="3657300"/>
          </a:xfrm>
          <a:prstGeom prst="rect">
            <a:avLst/>
          </a:prstGeom>
          <a:solidFill>
            <a:schemeClr val="dk1"/>
          </a:solidFill>
          <a:ln>
            <a:noFill/>
          </a:ln>
        </p:spPr>
        <p:txBody>
          <a:bodyPr anchorCtr="0" anchor="t" bIns="91425" lIns="182875" spcFirstLastPara="1" rIns="182875" wrap="square" tIns="91425">
            <a:noAutofit/>
          </a:bodyPr>
          <a:lstStyle/>
          <a:p>
            <a:pPr indent="-317500" lvl="0" marL="457200" rtl="0" algn="l">
              <a:lnSpc>
                <a:spcPct val="100000"/>
              </a:lnSpc>
              <a:spcBef>
                <a:spcPts val="0"/>
              </a:spcBef>
              <a:spcAft>
                <a:spcPts val="0"/>
              </a:spcAft>
              <a:buSzPts val="1400"/>
              <a:buChar char="●"/>
            </a:pPr>
            <a:r>
              <a:rPr lang="en" sz="1400"/>
              <a:t>Critics ratings do not align with the audience’s opinions of a animated show.</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Some shows receive high ratings from the critics but aren’t popular among the standard audience.</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Other shows receive low ratings from critics but high ratings from audiences</a:t>
            </a:r>
            <a:endParaRPr sz="1400"/>
          </a:p>
          <a:p>
            <a:pPr indent="0" lvl="0" marL="45720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b="1" lang="en" sz="1400"/>
              <a:t>Our main goal is to identify the disconnection between critics and audiences ratings of animated media to understand how success is defined</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81" name="Shape 381"/>
        <p:cNvGrpSpPr/>
        <p:nvPr/>
      </p:nvGrpSpPr>
      <p:grpSpPr>
        <a:xfrm>
          <a:off x="0" y="0"/>
          <a:ext cx="0" cy="0"/>
          <a:chOff x="0" y="0"/>
          <a:chExt cx="0" cy="0"/>
        </a:xfrm>
      </p:grpSpPr>
      <p:sp>
        <p:nvSpPr>
          <p:cNvPr id="382" name="Google Shape;382;p3"/>
          <p:cNvSpPr/>
          <p:nvPr/>
        </p:nvSpPr>
        <p:spPr>
          <a:xfrm>
            <a:off x="4319900" y="3186050"/>
            <a:ext cx="3796200" cy="1684800"/>
          </a:xfrm>
          <a:prstGeom prst="rect">
            <a:avLst/>
          </a:prstGeom>
          <a:gradFill>
            <a:gsLst>
              <a:gs pos="0">
                <a:srgbClr val="4D4D4D"/>
              </a:gs>
              <a:gs pos="100000">
                <a:srgbClr val="000000"/>
              </a:gs>
            </a:gsLst>
            <a:lin ang="5400012" scaled="0"/>
          </a:grad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3" name="Google Shape;383;p3"/>
          <p:cNvSpPr/>
          <p:nvPr/>
        </p:nvSpPr>
        <p:spPr>
          <a:xfrm>
            <a:off x="4319900" y="1271600"/>
            <a:ext cx="3796200" cy="1684800"/>
          </a:xfrm>
          <a:prstGeom prst="rect">
            <a:avLst/>
          </a:prstGeom>
          <a:gradFill>
            <a:gsLst>
              <a:gs pos="0">
                <a:srgbClr val="4D4D4D"/>
              </a:gs>
              <a:gs pos="100000">
                <a:srgbClr val="000000"/>
              </a:gs>
            </a:gsLst>
            <a:lin ang="5400012" scaled="0"/>
          </a:grad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4" name="Google Shape;384;p3"/>
          <p:cNvSpPr/>
          <p:nvPr/>
        </p:nvSpPr>
        <p:spPr>
          <a:xfrm>
            <a:off x="190500" y="3186050"/>
            <a:ext cx="3796200" cy="1684800"/>
          </a:xfrm>
          <a:prstGeom prst="rect">
            <a:avLst/>
          </a:prstGeom>
          <a:gradFill>
            <a:gsLst>
              <a:gs pos="0">
                <a:srgbClr val="4D4D4D"/>
              </a:gs>
              <a:gs pos="100000">
                <a:srgbClr val="000000"/>
              </a:gs>
            </a:gsLst>
            <a:lin ang="5400012" scaled="0"/>
          </a:grad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5" name="Google Shape;385;p3"/>
          <p:cNvSpPr/>
          <p:nvPr/>
        </p:nvSpPr>
        <p:spPr>
          <a:xfrm>
            <a:off x="190500" y="1271600"/>
            <a:ext cx="3796200" cy="1684800"/>
          </a:xfrm>
          <a:prstGeom prst="rect">
            <a:avLst/>
          </a:prstGeom>
          <a:gradFill>
            <a:gsLst>
              <a:gs pos="0">
                <a:srgbClr val="4D4D4D"/>
              </a:gs>
              <a:gs pos="100000">
                <a:srgbClr val="000000"/>
              </a:gs>
            </a:gsLst>
            <a:lin ang="5400012" scaled="0"/>
          </a:grad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6" name="Google Shape;386;p3"/>
          <p:cNvSpPr txBox="1"/>
          <p:nvPr>
            <p:ph type="title"/>
          </p:nvPr>
        </p:nvSpPr>
        <p:spPr>
          <a:xfrm>
            <a:off x="190500" y="474875"/>
            <a:ext cx="3942000" cy="16578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0"/>
              </a:spcBef>
              <a:spcAft>
                <a:spcPts val="0"/>
              </a:spcAft>
              <a:buSzPts val="6000"/>
              <a:buNone/>
            </a:pPr>
            <a:r>
              <a:rPr b="1" lang="en"/>
              <a:t>Examples</a:t>
            </a:r>
            <a:endParaRPr b="1"/>
          </a:p>
        </p:txBody>
      </p:sp>
      <p:pic>
        <p:nvPicPr>
          <p:cNvPr id="387" name="Google Shape;387;p3"/>
          <p:cNvPicPr preferRelativeResize="0"/>
          <p:nvPr/>
        </p:nvPicPr>
        <p:blipFill rotWithShape="1">
          <a:blip r:embed="rId3">
            <a:alphaModFix/>
          </a:blip>
          <a:srcRect b="60150" l="23379" r="30817" t="0"/>
          <a:stretch/>
        </p:blipFill>
        <p:spPr>
          <a:xfrm>
            <a:off x="1642279" y="1808490"/>
            <a:ext cx="2288137" cy="611038"/>
          </a:xfrm>
          <a:prstGeom prst="rect">
            <a:avLst/>
          </a:prstGeom>
          <a:noFill/>
          <a:ln>
            <a:noFill/>
          </a:ln>
        </p:spPr>
      </p:pic>
      <p:pic>
        <p:nvPicPr>
          <p:cNvPr id="388" name="Google Shape;388;p3"/>
          <p:cNvPicPr preferRelativeResize="0"/>
          <p:nvPr/>
        </p:nvPicPr>
        <p:blipFill rotWithShape="1">
          <a:blip r:embed="rId4">
            <a:alphaModFix/>
          </a:blip>
          <a:srcRect b="59588" l="24021" r="28034" t="0"/>
          <a:stretch/>
        </p:blipFill>
        <p:spPr>
          <a:xfrm>
            <a:off x="1667381" y="3722931"/>
            <a:ext cx="2275804" cy="611039"/>
          </a:xfrm>
          <a:prstGeom prst="rect">
            <a:avLst/>
          </a:prstGeom>
          <a:noFill/>
          <a:ln>
            <a:noFill/>
          </a:ln>
        </p:spPr>
      </p:pic>
      <p:pic>
        <p:nvPicPr>
          <p:cNvPr id="389" name="Google Shape;389;p3"/>
          <p:cNvPicPr preferRelativeResize="0"/>
          <p:nvPr/>
        </p:nvPicPr>
        <p:blipFill rotWithShape="1">
          <a:blip r:embed="rId5">
            <a:alphaModFix/>
          </a:blip>
          <a:srcRect b="0" l="0" r="0" t="0"/>
          <a:stretch/>
        </p:blipFill>
        <p:spPr>
          <a:xfrm>
            <a:off x="190500" y="1284195"/>
            <a:ext cx="1100148" cy="1659638"/>
          </a:xfrm>
          <a:prstGeom prst="rect">
            <a:avLst/>
          </a:prstGeom>
          <a:noFill/>
          <a:ln>
            <a:noFill/>
          </a:ln>
        </p:spPr>
      </p:pic>
      <p:pic>
        <p:nvPicPr>
          <p:cNvPr id="390" name="Google Shape;390;p3"/>
          <p:cNvPicPr preferRelativeResize="0"/>
          <p:nvPr/>
        </p:nvPicPr>
        <p:blipFill rotWithShape="1">
          <a:blip r:embed="rId6">
            <a:alphaModFix/>
          </a:blip>
          <a:srcRect b="0" l="0" r="0" t="0"/>
          <a:stretch/>
        </p:blipFill>
        <p:spPr>
          <a:xfrm>
            <a:off x="190492" y="3198622"/>
            <a:ext cx="1100148" cy="1659645"/>
          </a:xfrm>
          <a:prstGeom prst="rect">
            <a:avLst/>
          </a:prstGeom>
          <a:noFill/>
          <a:ln>
            <a:noFill/>
          </a:ln>
        </p:spPr>
      </p:pic>
      <p:pic>
        <p:nvPicPr>
          <p:cNvPr id="391" name="Google Shape;391;p3"/>
          <p:cNvPicPr preferRelativeResize="0"/>
          <p:nvPr/>
        </p:nvPicPr>
        <p:blipFill rotWithShape="1">
          <a:blip r:embed="rId7">
            <a:alphaModFix/>
          </a:blip>
          <a:srcRect b="0" l="0" r="0" t="0"/>
          <a:stretch/>
        </p:blipFill>
        <p:spPr>
          <a:xfrm>
            <a:off x="5783475" y="1798913"/>
            <a:ext cx="2288150" cy="630211"/>
          </a:xfrm>
          <a:prstGeom prst="rect">
            <a:avLst/>
          </a:prstGeom>
          <a:noFill/>
          <a:ln>
            <a:noFill/>
          </a:ln>
        </p:spPr>
      </p:pic>
      <p:pic>
        <p:nvPicPr>
          <p:cNvPr id="392" name="Google Shape;392;p3"/>
          <p:cNvPicPr preferRelativeResize="0"/>
          <p:nvPr/>
        </p:nvPicPr>
        <p:blipFill rotWithShape="1">
          <a:blip r:embed="rId8">
            <a:alphaModFix/>
          </a:blip>
          <a:srcRect b="0" l="0" r="0" t="0"/>
          <a:stretch/>
        </p:blipFill>
        <p:spPr>
          <a:xfrm>
            <a:off x="4335625" y="1284187"/>
            <a:ext cx="1244724" cy="1659648"/>
          </a:xfrm>
          <a:prstGeom prst="rect">
            <a:avLst/>
          </a:prstGeom>
          <a:noFill/>
          <a:ln>
            <a:noFill/>
          </a:ln>
        </p:spPr>
      </p:pic>
      <p:sp>
        <p:nvSpPr>
          <p:cNvPr id="393" name="Google Shape;393;p3"/>
          <p:cNvSpPr/>
          <p:nvPr/>
        </p:nvSpPr>
        <p:spPr>
          <a:xfrm>
            <a:off x="4249875" y="474875"/>
            <a:ext cx="524400" cy="449400"/>
          </a:xfrm>
          <a:prstGeom prst="star5">
            <a:avLst>
              <a:gd fmla="val 19098" name="adj"/>
              <a:gd fmla="val 105146" name="hf"/>
              <a:gd fmla="val 110557" name="vf"/>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4" name="Google Shape;394;p3"/>
          <p:cNvSpPr/>
          <p:nvPr/>
        </p:nvSpPr>
        <p:spPr>
          <a:xfrm>
            <a:off x="4891650" y="474875"/>
            <a:ext cx="524400" cy="449400"/>
          </a:xfrm>
          <a:prstGeom prst="star5">
            <a:avLst>
              <a:gd fmla="val 19098" name="adj"/>
              <a:gd fmla="val 105146" name="hf"/>
              <a:gd fmla="val 110557" name="vf"/>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5" name="Google Shape;395;p3"/>
          <p:cNvSpPr/>
          <p:nvPr/>
        </p:nvSpPr>
        <p:spPr>
          <a:xfrm>
            <a:off x="5533425" y="474875"/>
            <a:ext cx="524400" cy="449400"/>
          </a:xfrm>
          <a:prstGeom prst="star5">
            <a:avLst>
              <a:gd fmla="val 19098" name="adj"/>
              <a:gd fmla="val 105146" name="hf"/>
              <a:gd fmla="val 110557" name="vf"/>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6" name="Google Shape;396;p3"/>
          <p:cNvSpPr/>
          <p:nvPr/>
        </p:nvSpPr>
        <p:spPr>
          <a:xfrm>
            <a:off x="6175200" y="474875"/>
            <a:ext cx="524400" cy="449400"/>
          </a:xfrm>
          <a:prstGeom prst="star5">
            <a:avLst>
              <a:gd fmla="val 19098" name="adj"/>
              <a:gd fmla="val 105146" name="hf"/>
              <a:gd fmla="val 110557" name="vf"/>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7" name="Google Shape;397;p3"/>
          <p:cNvSpPr/>
          <p:nvPr/>
        </p:nvSpPr>
        <p:spPr>
          <a:xfrm>
            <a:off x="6816975" y="474875"/>
            <a:ext cx="524400" cy="449400"/>
          </a:xfrm>
          <a:prstGeom prst="star5">
            <a:avLst>
              <a:gd fmla="val 19098" name="adj"/>
              <a:gd fmla="val 105146" name="hf"/>
              <a:gd fmla="val 110557" name="vf"/>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pic>
        <p:nvPicPr>
          <p:cNvPr id="398" name="Google Shape;398;p3"/>
          <p:cNvPicPr preferRelativeResize="0"/>
          <p:nvPr/>
        </p:nvPicPr>
        <p:blipFill rotWithShape="1">
          <a:blip r:embed="rId9">
            <a:alphaModFix/>
          </a:blip>
          <a:srcRect b="0" l="0" r="0" t="0"/>
          <a:stretch/>
        </p:blipFill>
        <p:spPr>
          <a:xfrm>
            <a:off x="4335625" y="3186050"/>
            <a:ext cx="1137947" cy="1684800"/>
          </a:xfrm>
          <a:prstGeom prst="rect">
            <a:avLst/>
          </a:prstGeom>
          <a:noFill/>
          <a:ln>
            <a:noFill/>
          </a:ln>
        </p:spPr>
      </p:pic>
      <p:pic>
        <p:nvPicPr>
          <p:cNvPr id="399" name="Google Shape;399;p3"/>
          <p:cNvPicPr preferRelativeResize="0"/>
          <p:nvPr/>
        </p:nvPicPr>
        <p:blipFill rotWithShape="1">
          <a:blip r:embed="rId10">
            <a:alphaModFix/>
          </a:blip>
          <a:srcRect b="0" l="0" r="0" t="0"/>
          <a:stretch/>
        </p:blipFill>
        <p:spPr>
          <a:xfrm>
            <a:off x="5738996" y="3747859"/>
            <a:ext cx="2332625" cy="5611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
          <p:cNvSpPr/>
          <p:nvPr/>
        </p:nvSpPr>
        <p:spPr>
          <a:xfrm>
            <a:off x="226125" y="285600"/>
            <a:ext cx="8571900" cy="4572300"/>
          </a:xfrm>
          <a:prstGeom prst="rect">
            <a:avLst/>
          </a:prstGeom>
          <a:noFill/>
          <a:ln cap="flat" cmpd="sng" w="22860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5" name="Google Shape;405;p4"/>
          <p:cNvSpPr txBox="1"/>
          <p:nvPr>
            <p:ph idx="21" type="title"/>
          </p:nvPr>
        </p:nvSpPr>
        <p:spPr>
          <a:xfrm>
            <a:off x="226125" y="2285775"/>
            <a:ext cx="8571900" cy="471000"/>
          </a:xfrm>
          <a:prstGeom prst="rect">
            <a:avLst/>
          </a:prstGeom>
          <a:noFill/>
          <a:ln>
            <a:noFill/>
          </a:ln>
        </p:spPr>
        <p:txBody>
          <a:bodyPr anchorCtr="0" anchor="t" bIns="0" lIns="0" spcFirstLastPara="1" rIns="0" wrap="square" tIns="0">
            <a:spAutoFit/>
          </a:bodyPr>
          <a:lstStyle/>
          <a:p>
            <a:pPr indent="0" lvl="0" marL="0" rtl="0" algn="ctr">
              <a:lnSpc>
                <a:spcPct val="85000"/>
              </a:lnSpc>
              <a:spcBef>
                <a:spcPts val="0"/>
              </a:spcBef>
              <a:spcAft>
                <a:spcPts val="0"/>
              </a:spcAft>
              <a:buSzPts val="3600"/>
              <a:buNone/>
            </a:pPr>
            <a:r>
              <a:rPr b="1" lang="en"/>
              <a:t>Bonus: What We Did Extra</a:t>
            </a:r>
            <a:endParaRPr b="1"/>
          </a:p>
        </p:txBody>
      </p:sp>
      <p:pic>
        <p:nvPicPr>
          <p:cNvPr descr="a drawing of a man with a beard pointing at something (Provided by Tenor)" id="406" name="Google Shape;406;p4"/>
          <p:cNvPicPr preferRelativeResize="0"/>
          <p:nvPr/>
        </p:nvPicPr>
        <p:blipFill rotWithShape="1">
          <a:blip r:embed="rId3">
            <a:alphaModFix/>
          </a:blip>
          <a:srcRect b="0" l="0" r="0" t="0"/>
          <a:stretch/>
        </p:blipFill>
        <p:spPr>
          <a:xfrm flipH="1">
            <a:off x="-158975" y="1927525"/>
            <a:ext cx="3215974" cy="32159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1000"/>
                                        <p:tgtEl>
                                          <p:spTgt spid="4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
          <p:cNvSpPr txBox="1"/>
          <p:nvPr>
            <p:ph idx="21" type="title"/>
          </p:nvPr>
        </p:nvSpPr>
        <p:spPr>
          <a:xfrm>
            <a:off x="284850" y="239375"/>
            <a:ext cx="8571900" cy="471000"/>
          </a:xfrm>
          <a:prstGeom prst="rect">
            <a:avLst/>
          </a:prstGeom>
          <a:noFill/>
          <a:ln>
            <a:noFill/>
          </a:ln>
        </p:spPr>
        <p:txBody>
          <a:bodyPr anchorCtr="0" anchor="t" bIns="0" lIns="0" spcFirstLastPara="1" rIns="0" wrap="square" tIns="0">
            <a:spAutoFit/>
          </a:bodyPr>
          <a:lstStyle/>
          <a:p>
            <a:pPr indent="0" lvl="0" marL="0" rtl="0" algn="l">
              <a:lnSpc>
                <a:spcPct val="85000"/>
              </a:lnSpc>
              <a:spcBef>
                <a:spcPts val="0"/>
              </a:spcBef>
              <a:spcAft>
                <a:spcPts val="0"/>
              </a:spcAft>
              <a:buSzPts val="3600"/>
              <a:buNone/>
            </a:pPr>
            <a:r>
              <a:rPr b="1" lang="en"/>
              <a:t>What we originally proposed</a:t>
            </a:r>
            <a:endParaRPr b="1"/>
          </a:p>
        </p:txBody>
      </p:sp>
      <p:sp>
        <p:nvSpPr>
          <p:cNvPr id="412" name="Google Shape;412;p5"/>
          <p:cNvSpPr txBox="1"/>
          <p:nvPr/>
        </p:nvSpPr>
        <p:spPr>
          <a:xfrm>
            <a:off x="286050" y="3716975"/>
            <a:ext cx="8571900" cy="1353000"/>
          </a:xfrm>
          <a:prstGeom prst="rect">
            <a:avLst/>
          </a:prstGeom>
          <a:no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Originally, we proposed to utilize only K-means and another clustering algorithm  to analyze animated media’s trends, audience behavioral pattern through rating systems, and study audience-critic disagreements. Our goal was to produce a simple output, from the algorithms, in hopes it’ll be enough information to study the data.</a:t>
            </a:r>
            <a:endParaRPr b="1" i="0" sz="1600" u="none" cap="none" strike="noStrike">
              <a:solidFill>
                <a:schemeClr val="lt1"/>
              </a:solidFill>
              <a:latin typeface="Inter"/>
              <a:ea typeface="Inter"/>
              <a:cs typeface="Inter"/>
              <a:sym typeface="Inter"/>
            </a:endParaRPr>
          </a:p>
        </p:txBody>
      </p:sp>
      <p:sp>
        <p:nvSpPr>
          <p:cNvPr id="413" name="Google Shape;413;p5"/>
          <p:cNvSpPr/>
          <p:nvPr/>
        </p:nvSpPr>
        <p:spPr>
          <a:xfrm>
            <a:off x="290066" y="1002875"/>
            <a:ext cx="899700" cy="714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Load and Merge Preprocessed Datasets</a:t>
            </a:r>
            <a:endParaRPr b="1" i="0" sz="833" u="none" cap="none" strike="noStrike">
              <a:solidFill>
                <a:schemeClr val="dk1"/>
              </a:solidFill>
              <a:latin typeface="Inter"/>
              <a:ea typeface="Inter"/>
              <a:cs typeface="Inter"/>
              <a:sym typeface="Inter"/>
            </a:endParaRPr>
          </a:p>
        </p:txBody>
      </p:sp>
      <p:sp>
        <p:nvSpPr>
          <p:cNvPr id="414" name="Google Shape;414;p5"/>
          <p:cNvSpPr/>
          <p:nvPr/>
        </p:nvSpPr>
        <p:spPr>
          <a:xfrm>
            <a:off x="2191110" y="1002875"/>
            <a:ext cx="871500" cy="714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Feature Engineering</a:t>
            </a:r>
            <a:endParaRPr b="1" i="0" sz="833" u="none" cap="none" strike="noStrike">
              <a:solidFill>
                <a:schemeClr val="dk1"/>
              </a:solidFill>
              <a:latin typeface="Inter"/>
              <a:ea typeface="Inter"/>
              <a:cs typeface="Inter"/>
              <a:sym typeface="Inter"/>
            </a:endParaRPr>
          </a:p>
        </p:txBody>
      </p:sp>
      <p:sp>
        <p:nvSpPr>
          <p:cNvPr id="415" name="Google Shape;415;p5"/>
          <p:cNvSpPr/>
          <p:nvPr/>
        </p:nvSpPr>
        <p:spPr>
          <a:xfrm>
            <a:off x="4064312" y="1002875"/>
            <a:ext cx="871500" cy="714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Exploratory Data Analysis</a:t>
            </a:r>
            <a:endParaRPr b="1" i="0" sz="833" u="none" cap="none" strike="noStrike">
              <a:solidFill>
                <a:schemeClr val="dk1"/>
              </a:solidFill>
              <a:latin typeface="Inter"/>
              <a:ea typeface="Inter"/>
              <a:cs typeface="Inter"/>
              <a:sym typeface="Inter"/>
            </a:endParaRPr>
          </a:p>
        </p:txBody>
      </p:sp>
      <p:sp>
        <p:nvSpPr>
          <p:cNvPr id="416" name="Google Shape;416;p5"/>
          <p:cNvSpPr/>
          <p:nvPr/>
        </p:nvSpPr>
        <p:spPr>
          <a:xfrm>
            <a:off x="2193891" y="1985941"/>
            <a:ext cx="871500" cy="714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Visualization</a:t>
            </a:r>
            <a:endParaRPr b="1" i="0" sz="833" u="none" cap="none" strike="noStrike">
              <a:solidFill>
                <a:schemeClr val="dk1"/>
              </a:solidFill>
              <a:latin typeface="Inter"/>
              <a:ea typeface="Inter"/>
              <a:cs typeface="Inter"/>
              <a:sym typeface="Inter"/>
            </a:endParaRPr>
          </a:p>
        </p:txBody>
      </p:sp>
      <p:sp>
        <p:nvSpPr>
          <p:cNvPr id="417" name="Google Shape;417;p5"/>
          <p:cNvSpPr/>
          <p:nvPr/>
        </p:nvSpPr>
        <p:spPr>
          <a:xfrm>
            <a:off x="4046375" y="1985941"/>
            <a:ext cx="871500" cy="714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Training K-Means Clustering Model</a:t>
            </a:r>
            <a:endParaRPr b="1" i="0" sz="833" u="none" cap="none" strike="noStrike">
              <a:solidFill>
                <a:schemeClr val="dk1"/>
              </a:solidFill>
              <a:latin typeface="Inter"/>
              <a:ea typeface="Inter"/>
              <a:cs typeface="Inter"/>
              <a:sym typeface="Inter"/>
            </a:endParaRPr>
          </a:p>
        </p:txBody>
      </p:sp>
      <p:sp>
        <p:nvSpPr>
          <p:cNvPr id="418" name="Google Shape;418;p5"/>
          <p:cNvSpPr/>
          <p:nvPr/>
        </p:nvSpPr>
        <p:spPr>
          <a:xfrm>
            <a:off x="286050" y="1985941"/>
            <a:ext cx="927000" cy="714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Cluster</a:t>
            </a:r>
            <a:endParaRPr b="1" i="0" sz="833" u="none" cap="none" strike="noStrike">
              <a:solidFill>
                <a:schemeClr val="dk1"/>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833"/>
              <a:buFont typeface="Arial"/>
              <a:buNone/>
            </a:pPr>
            <a:r>
              <a:rPr b="1" i="0" lang="en" sz="833" u="none" cap="none" strike="noStrike">
                <a:solidFill>
                  <a:schemeClr val="dk1"/>
                </a:solidFill>
                <a:latin typeface="Inter"/>
                <a:ea typeface="Inter"/>
                <a:cs typeface="Inter"/>
                <a:sym typeface="Inter"/>
              </a:rPr>
              <a:t>Interpretation</a:t>
            </a:r>
            <a:endParaRPr b="1" i="0" sz="833" u="none" cap="none" strike="noStrike">
              <a:solidFill>
                <a:schemeClr val="dk1"/>
              </a:solidFill>
              <a:latin typeface="Inter"/>
              <a:ea typeface="Inter"/>
              <a:cs typeface="Inter"/>
              <a:sym typeface="Inter"/>
            </a:endParaRPr>
          </a:p>
        </p:txBody>
      </p:sp>
      <p:sp>
        <p:nvSpPr>
          <p:cNvPr id="419" name="Google Shape;419;p5"/>
          <p:cNvSpPr/>
          <p:nvPr/>
        </p:nvSpPr>
        <p:spPr>
          <a:xfrm>
            <a:off x="1189595" y="1232807"/>
            <a:ext cx="1008300" cy="233700"/>
          </a:xfrm>
          <a:prstGeom prst="rightArrow">
            <a:avLst>
              <a:gd fmla="val 50000" name="adj1"/>
              <a:gd fmla="val 50000" name="adj2"/>
            </a:avLst>
          </a:prstGeom>
          <a:solidFill>
            <a:schemeClr val="lt1"/>
          </a:solidFill>
          <a:ln>
            <a:noFill/>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t/>
            </a:r>
            <a:endParaRPr b="0" i="0" sz="833" u="none" cap="none" strike="noStrike">
              <a:solidFill>
                <a:srgbClr val="000000"/>
              </a:solidFill>
              <a:latin typeface="Inter"/>
              <a:ea typeface="Inter"/>
              <a:cs typeface="Inter"/>
              <a:sym typeface="Inter"/>
            </a:endParaRPr>
          </a:p>
        </p:txBody>
      </p:sp>
      <p:sp>
        <p:nvSpPr>
          <p:cNvPr id="420" name="Google Shape;420;p5"/>
          <p:cNvSpPr/>
          <p:nvPr/>
        </p:nvSpPr>
        <p:spPr>
          <a:xfrm>
            <a:off x="3016943" y="1232807"/>
            <a:ext cx="1054500" cy="233700"/>
          </a:xfrm>
          <a:prstGeom prst="rightArrow">
            <a:avLst>
              <a:gd fmla="val 50000" name="adj1"/>
              <a:gd fmla="val 50000" name="adj2"/>
            </a:avLst>
          </a:prstGeom>
          <a:solidFill>
            <a:schemeClr val="lt1"/>
          </a:solidFill>
          <a:ln>
            <a:noFill/>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t/>
            </a:r>
            <a:endParaRPr b="0" i="0" sz="833" u="none" cap="none" strike="noStrike">
              <a:solidFill>
                <a:srgbClr val="000000"/>
              </a:solidFill>
              <a:latin typeface="Inter"/>
              <a:ea typeface="Inter"/>
              <a:cs typeface="Inter"/>
              <a:sym typeface="Inter"/>
            </a:endParaRPr>
          </a:p>
        </p:txBody>
      </p:sp>
      <p:sp>
        <p:nvSpPr>
          <p:cNvPr id="421" name="Google Shape;421;p5"/>
          <p:cNvSpPr/>
          <p:nvPr/>
        </p:nvSpPr>
        <p:spPr>
          <a:xfrm rot="10800000">
            <a:off x="3044783" y="2226191"/>
            <a:ext cx="1008300" cy="233700"/>
          </a:xfrm>
          <a:prstGeom prst="rightArrow">
            <a:avLst>
              <a:gd fmla="val 50000" name="adj1"/>
              <a:gd fmla="val 50000" name="adj2"/>
            </a:avLst>
          </a:prstGeom>
          <a:solidFill>
            <a:schemeClr val="lt1"/>
          </a:solidFill>
          <a:ln>
            <a:noFill/>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t/>
            </a:r>
            <a:endParaRPr b="0" i="0" sz="833" u="none" cap="none" strike="noStrike">
              <a:solidFill>
                <a:srgbClr val="000000"/>
              </a:solidFill>
              <a:latin typeface="Inter"/>
              <a:ea typeface="Inter"/>
              <a:cs typeface="Inter"/>
              <a:sym typeface="Inter"/>
            </a:endParaRPr>
          </a:p>
        </p:txBody>
      </p:sp>
      <p:sp>
        <p:nvSpPr>
          <p:cNvPr id="422" name="Google Shape;422;p5"/>
          <p:cNvSpPr/>
          <p:nvPr/>
        </p:nvSpPr>
        <p:spPr>
          <a:xfrm rot="10800000">
            <a:off x="1207618" y="2226191"/>
            <a:ext cx="1013700" cy="233700"/>
          </a:xfrm>
          <a:prstGeom prst="rightArrow">
            <a:avLst>
              <a:gd fmla="val 50000" name="adj1"/>
              <a:gd fmla="val 50000" name="adj2"/>
            </a:avLst>
          </a:prstGeom>
          <a:solidFill>
            <a:schemeClr val="lt1"/>
          </a:solidFill>
          <a:ln>
            <a:noFill/>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t/>
            </a:r>
            <a:endParaRPr b="0" i="0" sz="833" u="none" cap="none" strike="noStrike">
              <a:solidFill>
                <a:srgbClr val="000000"/>
              </a:solidFill>
              <a:latin typeface="Inter"/>
              <a:ea typeface="Inter"/>
              <a:cs typeface="Inter"/>
              <a:sym typeface="Inter"/>
            </a:endParaRPr>
          </a:p>
        </p:txBody>
      </p:sp>
      <p:sp>
        <p:nvSpPr>
          <p:cNvPr id="423" name="Google Shape;423;p5"/>
          <p:cNvSpPr/>
          <p:nvPr/>
        </p:nvSpPr>
        <p:spPr>
          <a:xfrm rot="5400000">
            <a:off x="4342409" y="1717097"/>
            <a:ext cx="315600" cy="233700"/>
          </a:xfrm>
          <a:prstGeom prst="rightArrow">
            <a:avLst>
              <a:gd fmla="val 50000" name="adj1"/>
              <a:gd fmla="val 50000" name="adj2"/>
            </a:avLst>
          </a:prstGeom>
          <a:solidFill>
            <a:schemeClr val="lt1"/>
          </a:solidFill>
          <a:ln>
            <a:noFill/>
          </a:ln>
        </p:spPr>
        <p:txBody>
          <a:bodyPr anchorCtr="0" anchor="ctr" bIns="54375" lIns="54375" spcFirstLastPara="1" rIns="54375" wrap="square" tIns="54375">
            <a:noAutofit/>
          </a:bodyPr>
          <a:lstStyle/>
          <a:p>
            <a:pPr indent="0" lvl="0" marL="0" marR="0" rtl="0" algn="ctr">
              <a:lnSpc>
                <a:spcPct val="100000"/>
              </a:lnSpc>
              <a:spcBef>
                <a:spcPts val="0"/>
              </a:spcBef>
              <a:spcAft>
                <a:spcPts val="0"/>
              </a:spcAft>
              <a:buClr>
                <a:srgbClr val="000000"/>
              </a:buClr>
              <a:buSzPts val="833"/>
              <a:buFont typeface="Arial"/>
              <a:buNone/>
            </a:pPr>
            <a:r>
              <a:t/>
            </a:r>
            <a:endParaRPr b="0" i="0" sz="833" u="none" cap="none" strike="noStrike">
              <a:solidFill>
                <a:srgbClr val="000000"/>
              </a:solidFill>
              <a:latin typeface="Inter"/>
              <a:ea typeface="Inter"/>
              <a:cs typeface="Inter"/>
              <a:sym typeface="Inter"/>
            </a:endParaRPr>
          </a:p>
        </p:txBody>
      </p:sp>
      <p:sp>
        <p:nvSpPr>
          <p:cNvPr id="424" name="Google Shape;424;p5"/>
          <p:cNvSpPr txBox="1"/>
          <p:nvPr/>
        </p:nvSpPr>
        <p:spPr>
          <a:xfrm>
            <a:off x="290641" y="2743003"/>
            <a:ext cx="4672500" cy="315600"/>
          </a:xfrm>
          <a:prstGeom prst="rect">
            <a:avLst/>
          </a:prstGeom>
          <a:noFill/>
          <a:ln>
            <a:noFill/>
          </a:ln>
        </p:spPr>
        <p:txBody>
          <a:bodyPr anchorCtr="0" anchor="t" bIns="86550" lIns="86550" spcFirstLastPara="1" rIns="86550" wrap="square" tIns="86550">
            <a:noAutofit/>
          </a:bodyPr>
          <a:lstStyle/>
          <a:p>
            <a:pPr indent="0" lvl="0" marL="0" marR="0" rtl="0" algn="ctr">
              <a:lnSpc>
                <a:spcPct val="100000"/>
              </a:lnSpc>
              <a:spcBef>
                <a:spcPts val="0"/>
              </a:spcBef>
              <a:spcAft>
                <a:spcPts val="0"/>
              </a:spcAft>
              <a:buClr>
                <a:srgbClr val="000000"/>
              </a:buClr>
              <a:buSzPts val="921"/>
              <a:buFont typeface="Arial"/>
              <a:buNone/>
            </a:pPr>
            <a:r>
              <a:rPr b="1" i="1" lang="en" sz="921" u="none" cap="none" strike="noStrike">
                <a:solidFill>
                  <a:schemeClr val="lt1"/>
                </a:solidFill>
                <a:latin typeface="Inter"/>
                <a:ea typeface="Inter"/>
                <a:cs typeface="Inter"/>
                <a:sym typeface="Inter"/>
              </a:rPr>
              <a:t>(original workflow from 1st and 2nd presentation)</a:t>
            </a:r>
            <a:endParaRPr b="1" i="1" sz="921" u="none" cap="none" strike="noStrike">
              <a:solidFill>
                <a:schemeClr val="lt1"/>
              </a:solidFill>
              <a:latin typeface="Inter"/>
              <a:ea typeface="Inter"/>
              <a:cs typeface="Inter"/>
              <a:sym typeface="Inter"/>
            </a:endParaRPr>
          </a:p>
        </p:txBody>
      </p:sp>
      <p:pic>
        <p:nvPicPr>
          <p:cNvPr id="425" name="Google Shape;425;p5"/>
          <p:cNvPicPr preferRelativeResize="0"/>
          <p:nvPr/>
        </p:nvPicPr>
        <p:blipFill rotWithShape="1">
          <a:blip r:embed="rId3">
            <a:alphaModFix/>
          </a:blip>
          <a:srcRect b="0" l="0" r="0" t="0"/>
          <a:stretch/>
        </p:blipFill>
        <p:spPr>
          <a:xfrm>
            <a:off x="4963393" y="1002880"/>
            <a:ext cx="3894553" cy="426475"/>
          </a:xfrm>
          <a:prstGeom prst="rect">
            <a:avLst/>
          </a:prstGeom>
          <a:noFill/>
          <a:ln>
            <a:noFill/>
          </a:ln>
        </p:spPr>
      </p:pic>
      <p:sp>
        <p:nvSpPr>
          <p:cNvPr id="426" name="Google Shape;426;p5"/>
          <p:cNvSpPr txBox="1"/>
          <p:nvPr/>
        </p:nvSpPr>
        <p:spPr>
          <a:xfrm>
            <a:off x="4963402" y="710375"/>
            <a:ext cx="3894600" cy="293100"/>
          </a:xfrm>
          <a:prstGeom prst="rect">
            <a:avLst/>
          </a:prstGeom>
          <a:noFill/>
          <a:ln>
            <a:noFill/>
          </a:ln>
        </p:spPr>
        <p:txBody>
          <a:bodyPr anchorCtr="0" anchor="t" bIns="80400" lIns="80400" spcFirstLastPara="1" rIns="80400" wrap="square" tIns="80400">
            <a:noAutofit/>
          </a:bodyPr>
          <a:lstStyle/>
          <a:p>
            <a:pPr indent="0" lvl="0" marL="0" marR="0" rtl="0" algn="ctr">
              <a:lnSpc>
                <a:spcPct val="100000"/>
              </a:lnSpc>
              <a:spcBef>
                <a:spcPts val="0"/>
              </a:spcBef>
              <a:spcAft>
                <a:spcPts val="0"/>
              </a:spcAft>
              <a:buClr>
                <a:srgbClr val="000000"/>
              </a:buClr>
              <a:buSzPts val="855"/>
              <a:buFont typeface="Arial"/>
              <a:buNone/>
            </a:pPr>
            <a:r>
              <a:rPr b="1" i="1" lang="en" sz="855" u="none" cap="none" strike="noStrike">
                <a:solidFill>
                  <a:schemeClr val="lt1"/>
                </a:solidFill>
                <a:latin typeface="Inter"/>
                <a:ea typeface="Inter"/>
                <a:cs typeface="Inter"/>
                <a:sym typeface="Inter"/>
              </a:rPr>
              <a:t>(anime.csv)</a:t>
            </a:r>
            <a:endParaRPr b="1" i="1" sz="855" u="none" cap="none" strike="noStrike">
              <a:solidFill>
                <a:schemeClr val="lt1"/>
              </a:solidFill>
              <a:latin typeface="Inter"/>
              <a:ea typeface="Inter"/>
              <a:cs typeface="Inter"/>
              <a:sym typeface="Inter"/>
            </a:endParaRPr>
          </a:p>
        </p:txBody>
      </p:sp>
      <p:pic>
        <p:nvPicPr>
          <p:cNvPr id="427" name="Google Shape;427;p5"/>
          <p:cNvPicPr preferRelativeResize="0"/>
          <p:nvPr/>
        </p:nvPicPr>
        <p:blipFill rotWithShape="1">
          <a:blip r:embed="rId4">
            <a:alphaModFix/>
          </a:blip>
          <a:srcRect b="0" l="0" r="0" t="0"/>
          <a:stretch/>
        </p:blipFill>
        <p:spPr>
          <a:xfrm>
            <a:off x="4963378" y="2342053"/>
            <a:ext cx="3894600" cy="535093"/>
          </a:xfrm>
          <a:prstGeom prst="rect">
            <a:avLst/>
          </a:prstGeom>
          <a:noFill/>
          <a:ln>
            <a:noFill/>
          </a:ln>
        </p:spPr>
      </p:pic>
      <p:sp>
        <p:nvSpPr>
          <p:cNvPr id="428" name="Google Shape;428;p5"/>
          <p:cNvSpPr txBox="1"/>
          <p:nvPr/>
        </p:nvSpPr>
        <p:spPr>
          <a:xfrm>
            <a:off x="4963377" y="2094188"/>
            <a:ext cx="3894600" cy="293100"/>
          </a:xfrm>
          <a:prstGeom prst="rect">
            <a:avLst/>
          </a:prstGeom>
          <a:noFill/>
          <a:ln>
            <a:noFill/>
          </a:ln>
        </p:spPr>
        <p:txBody>
          <a:bodyPr anchorCtr="0" anchor="t" bIns="80400" lIns="80400" spcFirstLastPara="1" rIns="80400" wrap="square" tIns="80400">
            <a:noAutofit/>
          </a:bodyPr>
          <a:lstStyle/>
          <a:p>
            <a:pPr indent="0" lvl="0" marL="0" marR="0" rtl="0" algn="ctr">
              <a:lnSpc>
                <a:spcPct val="100000"/>
              </a:lnSpc>
              <a:spcBef>
                <a:spcPts val="0"/>
              </a:spcBef>
              <a:spcAft>
                <a:spcPts val="0"/>
              </a:spcAft>
              <a:buClr>
                <a:srgbClr val="000000"/>
              </a:buClr>
              <a:buSzPts val="855"/>
              <a:buFont typeface="Arial"/>
              <a:buNone/>
            </a:pPr>
            <a:r>
              <a:rPr b="1" i="1" lang="en" sz="855" u="none" cap="none" strike="noStrike">
                <a:solidFill>
                  <a:schemeClr val="lt1"/>
                </a:solidFill>
                <a:latin typeface="Inter"/>
                <a:ea typeface="Inter"/>
                <a:cs typeface="Inter"/>
                <a:sym typeface="Inter"/>
              </a:rPr>
              <a:t>(Votes_2022_01_27l.csv)</a:t>
            </a:r>
            <a:endParaRPr b="1" i="1" sz="855" u="none" cap="none" strike="noStrike">
              <a:solidFill>
                <a:schemeClr val="lt1"/>
              </a:solidFill>
              <a:latin typeface="Inter"/>
              <a:ea typeface="Inter"/>
              <a:cs typeface="Inter"/>
              <a:sym typeface="Inter"/>
            </a:endParaRPr>
          </a:p>
        </p:txBody>
      </p:sp>
      <p:pic>
        <p:nvPicPr>
          <p:cNvPr id="429" name="Google Shape;429;p5"/>
          <p:cNvPicPr preferRelativeResize="0"/>
          <p:nvPr/>
        </p:nvPicPr>
        <p:blipFill rotWithShape="1">
          <a:blip r:embed="rId5">
            <a:alphaModFix/>
          </a:blip>
          <a:srcRect b="0" l="0" r="0" t="0"/>
          <a:stretch/>
        </p:blipFill>
        <p:spPr>
          <a:xfrm>
            <a:off x="8223800" y="2545913"/>
            <a:ext cx="632950" cy="1263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
          <p:cNvSpPr txBox="1"/>
          <p:nvPr>
            <p:ph idx="21" type="title"/>
          </p:nvPr>
        </p:nvSpPr>
        <p:spPr>
          <a:xfrm>
            <a:off x="284850" y="239375"/>
            <a:ext cx="8571900" cy="471000"/>
          </a:xfrm>
          <a:prstGeom prst="rect">
            <a:avLst/>
          </a:prstGeom>
          <a:noFill/>
          <a:ln>
            <a:noFill/>
          </a:ln>
        </p:spPr>
        <p:txBody>
          <a:bodyPr anchorCtr="0" anchor="t" bIns="0" lIns="0" spcFirstLastPara="1" rIns="0" wrap="square" tIns="0">
            <a:spAutoFit/>
          </a:bodyPr>
          <a:lstStyle/>
          <a:p>
            <a:pPr indent="0" lvl="0" marL="0" rtl="0" algn="l">
              <a:lnSpc>
                <a:spcPct val="85000"/>
              </a:lnSpc>
              <a:spcBef>
                <a:spcPts val="0"/>
              </a:spcBef>
              <a:spcAft>
                <a:spcPts val="0"/>
              </a:spcAft>
              <a:buSzPts val="3600"/>
              <a:buNone/>
            </a:pPr>
            <a:r>
              <a:rPr b="1" lang="en"/>
              <a:t>What we did extra:</a:t>
            </a:r>
            <a:endParaRPr b="1"/>
          </a:p>
        </p:txBody>
      </p:sp>
      <p:sp>
        <p:nvSpPr>
          <p:cNvPr id="435" name="Google Shape;435;p6"/>
          <p:cNvSpPr txBox="1"/>
          <p:nvPr/>
        </p:nvSpPr>
        <p:spPr>
          <a:xfrm>
            <a:off x="302325" y="594175"/>
            <a:ext cx="8571900" cy="279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lt1"/>
                </a:solidFill>
                <a:latin typeface="Inter"/>
                <a:ea typeface="Inter"/>
                <a:cs typeface="Inter"/>
                <a:sym typeface="Inter"/>
              </a:rPr>
              <a:t>Implemented 3 additional algorithms:</a:t>
            </a:r>
            <a:endParaRPr b="1" i="0" sz="1500" u="none" cap="none" strike="noStrike">
              <a:solidFill>
                <a:schemeClr val="lt1"/>
              </a:solidFill>
              <a:latin typeface="Inter"/>
              <a:ea typeface="Inter"/>
              <a:cs typeface="Inter"/>
              <a:sym typeface="Inter"/>
            </a:endParaRPr>
          </a:p>
          <a:p>
            <a:pPr indent="-317500" lvl="0" marL="457200" marR="0" rtl="0" algn="l">
              <a:lnSpc>
                <a:spcPct val="115000"/>
              </a:lnSpc>
              <a:spcBef>
                <a:spcPts val="0"/>
              </a:spcBef>
              <a:spcAft>
                <a:spcPts val="0"/>
              </a:spcAft>
              <a:buClr>
                <a:schemeClr val="lt1"/>
              </a:buClr>
              <a:buSzPts val="1400"/>
              <a:buFont typeface="Inter"/>
              <a:buChar char="-"/>
            </a:pPr>
            <a:r>
              <a:rPr b="1" i="0" lang="en" sz="1400" u="none" cap="none" strike="noStrike">
                <a:solidFill>
                  <a:schemeClr val="lt1"/>
                </a:solidFill>
                <a:latin typeface="Inter"/>
                <a:ea typeface="Inter"/>
                <a:cs typeface="Inter"/>
                <a:sym typeface="Inter"/>
              </a:rPr>
              <a:t>BIRCH (Balanced Iterative Reducing and Clustering using Hierarchies)</a:t>
            </a:r>
            <a:endParaRPr b="1" i="0" sz="1400" u="none" cap="none" strike="noStrike">
              <a:solidFill>
                <a:schemeClr val="lt1"/>
              </a:solidFill>
              <a:latin typeface="Inter"/>
              <a:ea typeface="Inter"/>
              <a:cs typeface="Inter"/>
              <a:sym typeface="Inter"/>
            </a:endParaRPr>
          </a:p>
          <a:p>
            <a:pPr indent="-317500" lvl="1" marL="914400" marR="0" rtl="0" algn="l">
              <a:lnSpc>
                <a:spcPct val="115000"/>
              </a:lnSpc>
              <a:spcBef>
                <a:spcPts val="0"/>
              </a:spcBef>
              <a:spcAft>
                <a:spcPts val="0"/>
              </a:spcAft>
              <a:buClr>
                <a:schemeClr val="lt1"/>
              </a:buClr>
              <a:buSzPts val="1400"/>
              <a:buFont typeface="Inter"/>
              <a:buChar char="-"/>
            </a:pPr>
            <a:r>
              <a:rPr b="0" i="0" lang="en" sz="1400" u="none" cap="none" strike="noStrike">
                <a:solidFill>
                  <a:schemeClr val="lt1"/>
                </a:solidFill>
                <a:latin typeface="Inter"/>
                <a:ea typeface="Inter"/>
                <a:cs typeface="Inter"/>
                <a:sym typeface="Inter"/>
              </a:rPr>
              <a:t>Groups large-scale popularity data into hierarchical clusters, useful for scalable analysis of anime engagement trends</a:t>
            </a:r>
            <a:endParaRPr b="0" i="0" sz="1400" u="none" cap="none" strike="noStrike">
              <a:solidFill>
                <a:schemeClr val="lt1"/>
              </a:solidFill>
              <a:latin typeface="Inter"/>
              <a:ea typeface="Inter"/>
              <a:cs typeface="Inter"/>
              <a:sym typeface="Inter"/>
            </a:endParaRPr>
          </a:p>
          <a:p>
            <a:pPr indent="-317500" lvl="0" marL="457200" marR="0" rtl="0" algn="l">
              <a:lnSpc>
                <a:spcPct val="115000"/>
              </a:lnSpc>
              <a:spcBef>
                <a:spcPts val="0"/>
              </a:spcBef>
              <a:spcAft>
                <a:spcPts val="0"/>
              </a:spcAft>
              <a:buClr>
                <a:schemeClr val="lt1"/>
              </a:buClr>
              <a:buSzPts val="1400"/>
              <a:buFont typeface="Inter"/>
              <a:buChar char="-"/>
            </a:pPr>
            <a:r>
              <a:rPr b="1" i="0" lang="en" sz="1400" u="none" cap="none" strike="noStrike">
                <a:solidFill>
                  <a:schemeClr val="lt1"/>
                </a:solidFill>
                <a:latin typeface="Inter"/>
                <a:ea typeface="Inter"/>
                <a:cs typeface="Inter"/>
                <a:sym typeface="Inter"/>
              </a:rPr>
              <a:t>HDBSCAN (Hierarchical Density-Based Spatial Clustering of Applications with Noise</a:t>
            </a:r>
            <a:endParaRPr b="1" i="0" sz="1400" u="none" cap="none" strike="noStrike">
              <a:solidFill>
                <a:schemeClr val="lt1"/>
              </a:solidFill>
              <a:latin typeface="Inter"/>
              <a:ea typeface="Inter"/>
              <a:cs typeface="Inter"/>
              <a:sym typeface="Inter"/>
            </a:endParaRPr>
          </a:p>
          <a:p>
            <a:pPr indent="-317500" lvl="1" marL="914400" marR="0" rtl="0" algn="l">
              <a:lnSpc>
                <a:spcPct val="115000"/>
              </a:lnSpc>
              <a:spcBef>
                <a:spcPts val="0"/>
              </a:spcBef>
              <a:spcAft>
                <a:spcPts val="0"/>
              </a:spcAft>
              <a:buClr>
                <a:schemeClr val="lt1"/>
              </a:buClr>
              <a:buSzPts val="1400"/>
              <a:buFont typeface="Inter"/>
              <a:buChar char="-"/>
            </a:pPr>
            <a:r>
              <a:rPr b="0" i="0" lang="en" sz="1400" u="none" cap="none" strike="noStrike">
                <a:solidFill>
                  <a:schemeClr val="lt1"/>
                </a:solidFill>
                <a:latin typeface="Inter"/>
                <a:ea typeface="Inter"/>
                <a:cs typeface="Inter"/>
                <a:sym typeface="Inter"/>
              </a:rPr>
              <a:t>Extended by detecting clusters of various densities while automatically handling noise</a:t>
            </a:r>
            <a:endParaRPr b="0" i="0" sz="1400" u="none" cap="none" strike="noStrike">
              <a:solidFill>
                <a:schemeClr val="lt1"/>
              </a:solidFill>
              <a:latin typeface="Inter"/>
              <a:ea typeface="Inter"/>
              <a:cs typeface="Inter"/>
              <a:sym typeface="Inter"/>
            </a:endParaRPr>
          </a:p>
          <a:p>
            <a:pPr indent="-317500" lvl="0" marL="457200" marR="0" rtl="0" algn="l">
              <a:lnSpc>
                <a:spcPct val="115000"/>
              </a:lnSpc>
              <a:spcBef>
                <a:spcPts val="0"/>
              </a:spcBef>
              <a:spcAft>
                <a:spcPts val="0"/>
              </a:spcAft>
              <a:buClr>
                <a:schemeClr val="lt1"/>
              </a:buClr>
              <a:buSzPts val="1400"/>
              <a:buFont typeface="Inter"/>
              <a:buChar char="-"/>
            </a:pPr>
            <a:r>
              <a:rPr b="1" i="0" lang="en" sz="1400" u="none" cap="none" strike="noStrike">
                <a:solidFill>
                  <a:schemeClr val="lt1"/>
                </a:solidFill>
                <a:latin typeface="Inter"/>
                <a:ea typeface="Inter"/>
                <a:cs typeface="Inter"/>
                <a:sym typeface="Inter"/>
              </a:rPr>
              <a:t>DBSCAN (Density-Based Spatial Clustering of Applications with Noise)</a:t>
            </a:r>
            <a:endParaRPr b="1" i="0" sz="1400" u="none" cap="none" strike="noStrike">
              <a:solidFill>
                <a:schemeClr val="lt1"/>
              </a:solidFill>
              <a:latin typeface="Inter"/>
              <a:ea typeface="Inter"/>
              <a:cs typeface="Inter"/>
              <a:sym typeface="Inter"/>
            </a:endParaRPr>
          </a:p>
          <a:p>
            <a:pPr indent="-317500" lvl="1" marL="914400" marR="0" rtl="0" algn="l">
              <a:lnSpc>
                <a:spcPct val="115000"/>
              </a:lnSpc>
              <a:spcBef>
                <a:spcPts val="0"/>
              </a:spcBef>
              <a:spcAft>
                <a:spcPts val="0"/>
              </a:spcAft>
              <a:buClr>
                <a:schemeClr val="lt1"/>
              </a:buClr>
              <a:buSzPts val="1400"/>
              <a:buFont typeface="Inter"/>
              <a:buChar char="-"/>
            </a:pPr>
            <a:r>
              <a:rPr b="0" i="0" lang="en" sz="1400" u="none" cap="none" strike="noStrike">
                <a:solidFill>
                  <a:schemeClr val="lt1"/>
                </a:solidFill>
                <a:latin typeface="Inter"/>
                <a:ea typeface="Inter"/>
                <a:cs typeface="Inter"/>
                <a:sym typeface="Inter"/>
              </a:rPr>
              <a:t>Identifies dense voting committees and isolates other anime titles with rating patterns</a:t>
            </a:r>
            <a:endParaRPr b="0" i="0" sz="1400" u="none" cap="none" strike="noStrike">
              <a:solidFill>
                <a:schemeClr val="lt1"/>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a:p>
            <a:pPr indent="0" lvl="0" marL="0" marR="0" rtl="0" algn="ctr">
              <a:lnSpc>
                <a:spcPct val="115000"/>
              </a:lnSpc>
              <a:spcBef>
                <a:spcPts val="0"/>
              </a:spcBef>
              <a:spcAft>
                <a:spcPts val="0"/>
              </a:spcAft>
              <a:buClr>
                <a:srgbClr val="000000"/>
              </a:buClr>
              <a:buSzPts val="1500"/>
              <a:buFont typeface="Arial"/>
              <a:buNone/>
            </a:pPr>
            <a:r>
              <a:rPr b="1" i="0" lang="en" sz="1500" u="sng" cap="none" strike="noStrike">
                <a:solidFill>
                  <a:schemeClr val="lt1"/>
                </a:solidFill>
                <a:latin typeface="Inter"/>
                <a:ea typeface="Inter"/>
                <a:cs typeface="Inter"/>
                <a:sym typeface="Inter"/>
              </a:rPr>
              <a:t>Due to additional algorithms, more visualizations, comparisons &amp; pipelining were implemented</a:t>
            </a:r>
            <a:endParaRPr b="1" i="0" sz="1500" u="sng" cap="none" strike="noStrike">
              <a:solidFill>
                <a:schemeClr val="lt1"/>
              </a:solidFill>
              <a:latin typeface="Inter"/>
              <a:ea typeface="Inter"/>
              <a:cs typeface="Inter"/>
              <a:sym typeface="Inter"/>
            </a:endParaRPr>
          </a:p>
        </p:txBody>
      </p:sp>
      <p:sp>
        <p:nvSpPr>
          <p:cNvPr id="436" name="Google Shape;436;p6"/>
          <p:cNvSpPr/>
          <p:nvPr/>
        </p:nvSpPr>
        <p:spPr>
          <a:xfrm>
            <a:off x="2732133" y="3638106"/>
            <a:ext cx="528300" cy="419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Load and Merge Preprocessed Datasets</a:t>
            </a:r>
            <a:endParaRPr b="1" i="0" sz="489" u="none" cap="none" strike="noStrike">
              <a:solidFill>
                <a:schemeClr val="dk1"/>
              </a:solidFill>
              <a:latin typeface="Inter"/>
              <a:ea typeface="Inter"/>
              <a:cs typeface="Inter"/>
              <a:sym typeface="Inter"/>
            </a:endParaRPr>
          </a:p>
        </p:txBody>
      </p:sp>
      <p:sp>
        <p:nvSpPr>
          <p:cNvPr id="437" name="Google Shape;437;p6"/>
          <p:cNvSpPr/>
          <p:nvPr/>
        </p:nvSpPr>
        <p:spPr>
          <a:xfrm>
            <a:off x="3848623" y="3638106"/>
            <a:ext cx="511800" cy="419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Feature Engineering</a:t>
            </a:r>
            <a:endParaRPr b="1" i="0" sz="489" u="none" cap="none" strike="noStrike">
              <a:solidFill>
                <a:schemeClr val="dk1"/>
              </a:solidFill>
              <a:latin typeface="Inter"/>
              <a:ea typeface="Inter"/>
              <a:cs typeface="Inter"/>
              <a:sym typeface="Inter"/>
            </a:endParaRPr>
          </a:p>
        </p:txBody>
      </p:sp>
      <p:sp>
        <p:nvSpPr>
          <p:cNvPr id="438" name="Google Shape;438;p6"/>
          <p:cNvSpPr/>
          <p:nvPr/>
        </p:nvSpPr>
        <p:spPr>
          <a:xfrm>
            <a:off x="4948761" y="3638106"/>
            <a:ext cx="511800" cy="419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Exploratory Data Analysis</a:t>
            </a:r>
            <a:endParaRPr b="1" i="0" sz="489" u="none" cap="none" strike="noStrike">
              <a:solidFill>
                <a:schemeClr val="dk1"/>
              </a:solidFill>
              <a:latin typeface="Inter"/>
              <a:ea typeface="Inter"/>
              <a:cs typeface="Inter"/>
              <a:sym typeface="Inter"/>
            </a:endParaRPr>
          </a:p>
        </p:txBody>
      </p:sp>
      <p:sp>
        <p:nvSpPr>
          <p:cNvPr id="439" name="Google Shape;439;p6"/>
          <p:cNvSpPr/>
          <p:nvPr/>
        </p:nvSpPr>
        <p:spPr>
          <a:xfrm>
            <a:off x="3850257" y="4215472"/>
            <a:ext cx="511800" cy="419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Visualization</a:t>
            </a:r>
            <a:endParaRPr b="1" i="0" sz="489" u="none" cap="none" strike="noStrike">
              <a:solidFill>
                <a:schemeClr val="dk1"/>
              </a:solidFill>
              <a:latin typeface="Inter"/>
              <a:ea typeface="Inter"/>
              <a:cs typeface="Inter"/>
              <a:sym typeface="Inter"/>
            </a:endParaRPr>
          </a:p>
        </p:txBody>
      </p:sp>
      <p:sp>
        <p:nvSpPr>
          <p:cNvPr id="440" name="Google Shape;440;p6"/>
          <p:cNvSpPr/>
          <p:nvPr/>
        </p:nvSpPr>
        <p:spPr>
          <a:xfrm>
            <a:off x="4938227" y="4215472"/>
            <a:ext cx="511800" cy="419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Training Clustering Model</a:t>
            </a:r>
            <a:endParaRPr b="1" i="0" sz="489" u="none" cap="none" strike="noStrike">
              <a:solidFill>
                <a:schemeClr val="dk1"/>
              </a:solidFill>
              <a:latin typeface="Inter"/>
              <a:ea typeface="Inter"/>
              <a:cs typeface="Inter"/>
              <a:sym typeface="Inter"/>
            </a:endParaRPr>
          </a:p>
        </p:txBody>
      </p:sp>
      <p:sp>
        <p:nvSpPr>
          <p:cNvPr id="441" name="Google Shape;441;p6"/>
          <p:cNvSpPr/>
          <p:nvPr/>
        </p:nvSpPr>
        <p:spPr>
          <a:xfrm>
            <a:off x="2729775" y="4215472"/>
            <a:ext cx="544500" cy="419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Cluster</a:t>
            </a:r>
            <a:endParaRPr b="1" i="0" sz="489" u="none" cap="none" strike="noStrike">
              <a:solidFill>
                <a:schemeClr val="dk1"/>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489"/>
              <a:buFont typeface="Arial"/>
              <a:buNone/>
            </a:pPr>
            <a:r>
              <a:rPr b="1" i="0" lang="en" sz="489" u="none" cap="none" strike="noStrike">
                <a:solidFill>
                  <a:schemeClr val="dk1"/>
                </a:solidFill>
                <a:latin typeface="Inter"/>
                <a:ea typeface="Inter"/>
                <a:cs typeface="Inter"/>
                <a:sym typeface="Inter"/>
              </a:rPr>
              <a:t>Interpretation</a:t>
            </a:r>
            <a:endParaRPr b="1" i="0" sz="489" u="none" cap="none" strike="noStrike">
              <a:solidFill>
                <a:schemeClr val="dk1"/>
              </a:solidFill>
              <a:latin typeface="Inter"/>
              <a:ea typeface="Inter"/>
              <a:cs typeface="Inter"/>
              <a:sym typeface="Inter"/>
            </a:endParaRPr>
          </a:p>
        </p:txBody>
      </p:sp>
      <p:sp>
        <p:nvSpPr>
          <p:cNvPr id="442" name="Google Shape;442;p6"/>
          <p:cNvSpPr/>
          <p:nvPr/>
        </p:nvSpPr>
        <p:spPr>
          <a:xfrm>
            <a:off x="3260430" y="3773148"/>
            <a:ext cx="592200" cy="137400"/>
          </a:xfrm>
          <a:prstGeom prst="rightArrow">
            <a:avLst>
              <a:gd fmla="val 50000" name="adj1"/>
              <a:gd fmla="val 50000" name="adj2"/>
            </a:avLst>
          </a:prstGeom>
          <a:solidFill>
            <a:schemeClr val="lt1"/>
          </a:solidFill>
          <a:ln>
            <a:noFill/>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t/>
            </a:r>
            <a:endParaRPr b="0" i="0" sz="489" u="none" cap="none" strike="noStrike">
              <a:solidFill>
                <a:srgbClr val="000000"/>
              </a:solidFill>
              <a:latin typeface="Inter"/>
              <a:ea typeface="Inter"/>
              <a:cs typeface="Inter"/>
              <a:sym typeface="Inter"/>
            </a:endParaRPr>
          </a:p>
        </p:txBody>
      </p:sp>
      <p:sp>
        <p:nvSpPr>
          <p:cNvPr id="443" name="Google Shape;443;p6"/>
          <p:cNvSpPr/>
          <p:nvPr/>
        </p:nvSpPr>
        <p:spPr>
          <a:xfrm>
            <a:off x="4333638" y="3773148"/>
            <a:ext cx="619200" cy="137400"/>
          </a:xfrm>
          <a:prstGeom prst="rightArrow">
            <a:avLst>
              <a:gd fmla="val 50000" name="adj1"/>
              <a:gd fmla="val 50000" name="adj2"/>
            </a:avLst>
          </a:prstGeom>
          <a:solidFill>
            <a:schemeClr val="lt1"/>
          </a:solidFill>
          <a:ln>
            <a:noFill/>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t/>
            </a:r>
            <a:endParaRPr b="0" i="0" sz="489" u="none" cap="none" strike="noStrike">
              <a:solidFill>
                <a:srgbClr val="000000"/>
              </a:solidFill>
              <a:latin typeface="Inter"/>
              <a:ea typeface="Inter"/>
              <a:cs typeface="Inter"/>
              <a:sym typeface="Inter"/>
            </a:endParaRPr>
          </a:p>
        </p:txBody>
      </p:sp>
      <p:sp>
        <p:nvSpPr>
          <p:cNvPr id="444" name="Google Shape;444;p6"/>
          <p:cNvSpPr/>
          <p:nvPr/>
        </p:nvSpPr>
        <p:spPr>
          <a:xfrm rot="10800000">
            <a:off x="4349966" y="4356427"/>
            <a:ext cx="592200" cy="137400"/>
          </a:xfrm>
          <a:prstGeom prst="rightArrow">
            <a:avLst>
              <a:gd fmla="val 50000" name="adj1"/>
              <a:gd fmla="val 50000" name="adj2"/>
            </a:avLst>
          </a:prstGeom>
          <a:solidFill>
            <a:schemeClr val="lt1"/>
          </a:solidFill>
          <a:ln>
            <a:noFill/>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t/>
            </a:r>
            <a:endParaRPr b="0" i="0" sz="489" u="none" cap="none" strike="noStrike">
              <a:solidFill>
                <a:srgbClr val="000000"/>
              </a:solidFill>
              <a:latin typeface="Inter"/>
              <a:ea typeface="Inter"/>
              <a:cs typeface="Inter"/>
              <a:sym typeface="Inter"/>
            </a:endParaRPr>
          </a:p>
        </p:txBody>
      </p:sp>
      <p:sp>
        <p:nvSpPr>
          <p:cNvPr id="445" name="Google Shape;445;p6"/>
          <p:cNvSpPr/>
          <p:nvPr/>
        </p:nvSpPr>
        <p:spPr>
          <a:xfrm rot="10800000">
            <a:off x="3271164" y="4356427"/>
            <a:ext cx="595200" cy="137400"/>
          </a:xfrm>
          <a:prstGeom prst="rightArrow">
            <a:avLst>
              <a:gd fmla="val 50000" name="adj1"/>
              <a:gd fmla="val 50000" name="adj2"/>
            </a:avLst>
          </a:prstGeom>
          <a:solidFill>
            <a:schemeClr val="lt1"/>
          </a:solidFill>
          <a:ln>
            <a:noFill/>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t/>
            </a:r>
            <a:endParaRPr b="0" i="0" sz="489" u="none" cap="none" strike="noStrike">
              <a:solidFill>
                <a:srgbClr val="000000"/>
              </a:solidFill>
              <a:latin typeface="Inter"/>
              <a:ea typeface="Inter"/>
              <a:cs typeface="Inter"/>
              <a:sym typeface="Inter"/>
            </a:endParaRPr>
          </a:p>
        </p:txBody>
      </p:sp>
      <p:sp>
        <p:nvSpPr>
          <p:cNvPr id="446" name="Google Shape;446;p6"/>
          <p:cNvSpPr txBox="1"/>
          <p:nvPr/>
        </p:nvSpPr>
        <p:spPr>
          <a:xfrm>
            <a:off x="2732472" y="4660102"/>
            <a:ext cx="2744100" cy="185400"/>
          </a:xfrm>
          <a:prstGeom prst="rect">
            <a:avLst/>
          </a:prstGeom>
          <a:noFill/>
          <a:ln>
            <a:noFill/>
          </a:ln>
        </p:spPr>
        <p:txBody>
          <a:bodyPr anchorCtr="0" anchor="t" bIns="50825" lIns="50825" spcFirstLastPara="1" rIns="50825" wrap="square" tIns="50825">
            <a:noAutofit/>
          </a:bodyPr>
          <a:lstStyle/>
          <a:p>
            <a:pPr indent="0" lvl="0" marL="0" marR="0" rtl="0" algn="ctr">
              <a:lnSpc>
                <a:spcPct val="100000"/>
              </a:lnSpc>
              <a:spcBef>
                <a:spcPts val="0"/>
              </a:spcBef>
              <a:spcAft>
                <a:spcPts val="0"/>
              </a:spcAft>
              <a:buClr>
                <a:srgbClr val="000000"/>
              </a:buClr>
              <a:buSzPts val="541"/>
              <a:buFont typeface="Arial"/>
              <a:buNone/>
            </a:pPr>
            <a:r>
              <a:rPr b="1" i="1" lang="en" sz="541" u="none" cap="none" strike="noStrike">
                <a:solidFill>
                  <a:schemeClr val="lt1"/>
                </a:solidFill>
                <a:latin typeface="Inter"/>
                <a:ea typeface="Inter"/>
                <a:cs typeface="Inter"/>
                <a:sym typeface="Inter"/>
              </a:rPr>
              <a:t>(updated  workflow)</a:t>
            </a:r>
            <a:endParaRPr b="1" i="1" sz="541" u="none" cap="none" strike="noStrike">
              <a:solidFill>
                <a:schemeClr val="lt1"/>
              </a:solidFill>
              <a:latin typeface="Inter"/>
              <a:ea typeface="Inter"/>
              <a:cs typeface="Inter"/>
              <a:sym typeface="Inter"/>
            </a:endParaRPr>
          </a:p>
        </p:txBody>
      </p:sp>
      <p:sp>
        <p:nvSpPr>
          <p:cNvPr id="447" name="Google Shape;447;p6"/>
          <p:cNvSpPr/>
          <p:nvPr/>
        </p:nvSpPr>
        <p:spPr>
          <a:xfrm rot="-1427048">
            <a:off x="5345794" y="3534184"/>
            <a:ext cx="763219" cy="137407"/>
          </a:xfrm>
          <a:prstGeom prst="rightArrow">
            <a:avLst>
              <a:gd fmla="val 50000" name="adj1"/>
              <a:gd fmla="val 50000" name="adj2"/>
            </a:avLst>
          </a:prstGeom>
          <a:solidFill>
            <a:schemeClr val="lt1"/>
          </a:solidFill>
          <a:ln>
            <a:noFill/>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t/>
            </a:r>
            <a:endParaRPr b="0" i="0" sz="489" u="none" cap="none" strike="noStrike">
              <a:solidFill>
                <a:srgbClr val="000000"/>
              </a:solidFill>
              <a:latin typeface="Inter"/>
              <a:ea typeface="Inter"/>
              <a:cs typeface="Inter"/>
              <a:sym typeface="Inter"/>
            </a:endParaRPr>
          </a:p>
        </p:txBody>
      </p:sp>
      <p:sp>
        <p:nvSpPr>
          <p:cNvPr id="448" name="Google Shape;448;p6"/>
          <p:cNvSpPr/>
          <p:nvPr/>
        </p:nvSpPr>
        <p:spPr>
          <a:xfrm>
            <a:off x="6104187" y="3386300"/>
            <a:ext cx="415800" cy="340500"/>
          </a:xfrm>
          <a:prstGeom prst="roundRect">
            <a:avLst>
              <a:gd fmla="val 16667" name="adj"/>
            </a:avLst>
          </a:prstGeom>
          <a:solidFill>
            <a:schemeClr val="lt1"/>
          </a:solidFill>
          <a:ln cap="flat" cmpd="sng" w="48175">
            <a:solidFill>
              <a:schemeClr val="lt1"/>
            </a:solidFill>
            <a:prstDash val="solid"/>
            <a:round/>
            <a:headEnd len="sm" w="sm" type="none"/>
            <a:tailEnd len="sm" w="sm" type="none"/>
          </a:ln>
        </p:spPr>
        <p:txBody>
          <a:bodyPr anchorCtr="0" anchor="ctr" bIns="25925" lIns="25925" spcFirstLastPara="1" rIns="25925" wrap="square" tIns="25925">
            <a:noAutofit/>
          </a:bodyPr>
          <a:lstStyle/>
          <a:p>
            <a:pPr indent="0" lvl="0" marL="0" marR="0" rtl="0" algn="ctr">
              <a:lnSpc>
                <a:spcPct val="100000"/>
              </a:lnSpc>
              <a:spcBef>
                <a:spcPts val="0"/>
              </a:spcBef>
              <a:spcAft>
                <a:spcPts val="0"/>
              </a:spcAft>
              <a:buClr>
                <a:srgbClr val="000000"/>
              </a:buClr>
              <a:buSzPts val="397"/>
              <a:buFont typeface="Arial"/>
              <a:buNone/>
            </a:pPr>
            <a:r>
              <a:rPr b="1" i="0" lang="en" sz="397" u="none" cap="none" strike="noStrike">
                <a:solidFill>
                  <a:schemeClr val="dk1"/>
                </a:solidFill>
                <a:latin typeface="Inter"/>
                <a:ea typeface="Inter"/>
                <a:cs typeface="Inter"/>
                <a:sym typeface="Inter"/>
              </a:rPr>
              <a:t>K-Means Algorithm</a:t>
            </a:r>
            <a:endParaRPr b="1" i="0" sz="397" u="none" cap="none" strike="noStrike">
              <a:solidFill>
                <a:schemeClr val="dk1"/>
              </a:solidFill>
              <a:latin typeface="Inter"/>
              <a:ea typeface="Inter"/>
              <a:cs typeface="Inter"/>
              <a:sym typeface="Inter"/>
            </a:endParaRPr>
          </a:p>
        </p:txBody>
      </p:sp>
      <p:sp>
        <p:nvSpPr>
          <p:cNvPr id="449" name="Google Shape;449;p6"/>
          <p:cNvSpPr/>
          <p:nvPr/>
        </p:nvSpPr>
        <p:spPr>
          <a:xfrm>
            <a:off x="6113913" y="3740474"/>
            <a:ext cx="415800" cy="340500"/>
          </a:xfrm>
          <a:prstGeom prst="roundRect">
            <a:avLst>
              <a:gd fmla="val 16667" name="adj"/>
            </a:avLst>
          </a:prstGeom>
          <a:solidFill>
            <a:schemeClr val="lt1"/>
          </a:solidFill>
          <a:ln cap="flat" cmpd="sng" w="48175">
            <a:solidFill>
              <a:schemeClr val="lt1"/>
            </a:solidFill>
            <a:prstDash val="solid"/>
            <a:round/>
            <a:headEnd len="sm" w="sm" type="none"/>
            <a:tailEnd len="sm" w="sm" type="none"/>
          </a:ln>
        </p:spPr>
        <p:txBody>
          <a:bodyPr anchorCtr="0" anchor="ctr" bIns="25925" lIns="25925" spcFirstLastPara="1" rIns="25925" wrap="square" tIns="25925">
            <a:noAutofit/>
          </a:bodyPr>
          <a:lstStyle/>
          <a:p>
            <a:pPr indent="0" lvl="0" marL="0" marR="0" rtl="0" algn="ctr">
              <a:lnSpc>
                <a:spcPct val="100000"/>
              </a:lnSpc>
              <a:spcBef>
                <a:spcPts val="0"/>
              </a:spcBef>
              <a:spcAft>
                <a:spcPts val="0"/>
              </a:spcAft>
              <a:buClr>
                <a:srgbClr val="000000"/>
              </a:buClr>
              <a:buSzPts val="397"/>
              <a:buFont typeface="Arial"/>
              <a:buNone/>
            </a:pPr>
            <a:r>
              <a:rPr b="1" i="0" lang="en" sz="397" u="none" cap="none" strike="noStrike">
                <a:solidFill>
                  <a:schemeClr val="dk1"/>
                </a:solidFill>
                <a:latin typeface="Inter"/>
                <a:ea typeface="Inter"/>
                <a:cs typeface="Inter"/>
                <a:sym typeface="Inter"/>
              </a:rPr>
              <a:t>GMM Algorithm</a:t>
            </a:r>
            <a:endParaRPr b="1" i="0" sz="397" u="none" cap="none" strike="noStrike">
              <a:solidFill>
                <a:schemeClr val="dk1"/>
              </a:solidFill>
              <a:latin typeface="Inter"/>
              <a:ea typeface="Inter"/>
              <a:cs typeface="Inter"/>
              <a:sym typeface="Inter"/>
            </a:endParaRPr>
          </a:p>
        </p:txBody>
      </p:sp>
      <p:sp>
        <p:nvSpPr>
          <p:cNvPr id="450" name="Google Shape;450;p6"/>
          <p:cNvSpPr/>
          <p:nvPr/>
        </p:nvSpPr>
        <p:spPr>
          <a:xfrm>
            <a:off x="6113913" y="4094647"/>
            <a:ext cx="415800" cy="340500"/>
          </a:xfrm>
          <a:prstGeom prst="roundRect">
            <a:avLst>
              <a:gd fmla="val 16667" name="adj"/>
            </a:avLst>
          </a:prstGeom>
          <a:solidFill>
            <a:schemeClr val="lt1"/>
          </a:solidFill>
          <a:ln cap="flat" cmpd="sng" w="48175">
            <a:solidFill>
              <a:schemeClr val="lt1"/>
            </a:solidFill>
            <a:prstDash val="solid"/>
            <a:round/>
            <a:headEnd len="sm" w="sm" type="none"/>
            <a:tailEnd len="sm" w="sm" type="none"/>
          </a:ln>
        </p:spPr>
        <p:txBody>
          <a:bodyPr anchorCtr="0" anchor="ctr" bIns="25925" lIns="25925" spcFirstLastPara="1" rIns="25925" wrap="square" tIns="25925">
            <a:noAutofit/>
          </a:bodyPr>
          <a:lstStyle/>
          <a:p>
            <a:pPr indent="0" lvl="0" marL="0" marR="0" rtl="0" algn="ctr">
              <a:lnSpc>
                <a:spcPct val="100000"/>
              </a:lnSpc>
              <a:spcBef>
                <a:spcPts val="0"/>
              </a:spcBef>
              <a:spcAft>
                <a:spcPts val="0"/>
              </a:spcAft>
              <a:buClr>
                <a:srgbClr val="000000"/>
              </a:buClr>
              <a:buSzPts val="397"/>
              <a:buFont typeface="Arial"/>
              <a:buNone/>
            </a:pPr>
            <a:r>
              <a:rPr b="1" i="0" lang="en" sz="397" u="none" cap="none" strike="noStrike">
                <a:solidFill>
                  <a:schemeClr val="dk1"/>
                </a:solidFill>
                <a:latin typeface="Inter"/>
                <a:ea typeface="Inter"/>
                <a:cs typeface="Inter"/>
                <a:sym typeface="Inter"/>
              </a:rPr>
              <a:t>BIRCH Algorithm</a:t>
            </a:r>
            <a:endParaRPr b="1" i="0" sz="397" u="none" cap="none" strike="noStrike">
              <a:solidFill>
                <a:schemeClr val="dk1"/>
              </a:solidFill>
              <a:latin typeface="Inter"/>
              <a:ea typeface="Inter"/>
              <a:cs typeface="Inter"/>
              <a:sym typeface="Inter"/>
            </a:endParaRPr>
          </a:p>
        </p:txBody>
      </p:sp>
      <p:sp>
        <p:nvSpPr>
          <p:cNvPr id="451" name="Google Shape;451;p6"/>
          <p:cNvSpPr/>
          <p:nvPr/>
        </p:nvSpPr>
        <p:spPr>
          <a:xfrm>
            <a:off x="6113913" y="4448820"/>
            <a:ext cx="415800" cy="340500"/>
          </a:xfrm>
          <a:prstGeom prst="roundRect">
            <a:avLst>
              <a:gd fmla="val 16667" name="adj"/>
            </a:avLst>
          </a:prstGeom>
          <a:solidFill>
            <a:schemeClr val="lt1"/>
          </a:solidFill>
          <a:ln cap="flat" cmpd="sng" w="48175">
            <a:solidFill>
              <a:schemeClr val="lt1"/>
            </a:solidFill>
            <a:prstDash val="solid"/>
            <a:round/>
            <a:headEnd len="sm" w="sm" type="none"/>
            <a:tailEnd len="sm" w="sm" type="none"/>
          </a:ln>
        </p:spPr>
        <p:txBody>
          <a:bodyPr anchorCtr="0" anchor="ctr" bIns="25925" lIns="25925" spcFirstLastPara="1" rIns="25925" wrap="square" tIns="25925">
            <a:noAutofit/>
          </a:bodyPr>
          <a:lstStyle/>
          <a:p>
            <a:pPr indent="0" lvl="0" marL="0" marR="0" rtl="0" algn="ctr">
              <a:lnSpc>
                <a:spcPct val="100000"/>
              </a:lnSpc>
              <a:spcBef>
                <a:spcPts val="0"/>
              </a:spcBef>
              <a:spcAft>
                <a:spcPts val="0"/>
              </a:spcAft>
              <a:buClr>
                <a:srgbClr val="000000"/>
              </a:buClr>
              <a:buSzPts val="397"/>
              <a:buFont typeface="Arial"/>
              <a:buNone/>
            </a:pPr>
            <a:r>
              <a:rPr b="1" i="0" lang="en" sz="397" u="none" cap="none" strike="noStrike">
                <a:solidFill>
                  <a:schemeClr val="dk1"/>
                </a:solidFill>
                <a:latin typeface="Inter"/>
                <a:ea typeface="Inter"/>
                <a:cs typeface="Inter"/>
                <a:sym typeface="Inter"/>
              </a:rPr>
              <a:t>GMM Algorithm</a:t>
            </a:r>
            <a:endParaRPr b="1" i="0" sz="397" u="none" cap="none" strike="noStrike">
              <a:solidFill>
                <a:schemeClr val="dk1"/>
              </a:solidFill>
              <a:latin typeface="Inter"/>
              <a:ea typeface="Inter"/>
              <a:cs typeface="Inter"/>
              <a:sym typeface="Inter"/>
            </a:endParaRPr>
          </a:p>
        </p:txBody>
      </p:sp>
      <p:sp>
        <p:nvSpPr>
          <p:cNvPr id="452" name="Google Shape;452;p6"/>
          <p:cNvSpPr/>
          <p:nvPr/>
        </p:nvSpPr>
        <p:spPr>
          <a:xfrm>
            <a:off x="6113913" y="4802994"/>
            <a:ext cx="415800" cy="340500"/>
          </a:xfrm>
          <a:prstGeom prst="roundRect">
            <a:avLst>
              <a:gd fmla="val 16667" name="adj"/>
            </a:avLst>
          </a:prstGeom>
          <a:solidFill>
            <a:schemeClr val="lt1"/>
          </a:solidFill>
          <a:ln cap="flat" cmpd="sng" w="48175">
            <a:solidFill>
              <a:schemeClr val="lt1"/>
            </a:solidFill>
            <a:prstDash val="solid"/>
            <a:round/>
            <a:headEnd len="sm" w="sm" type="none"/>
            <a:tailEnd len="sm" w="sm" type="none"/>
          </a:ln>
        </p:spPr>
        <p:txBody>
          <a:bodyPr anchorCtr="0" anchor="ctr" bIns="25925" lIns="25925" spcFirstLastPara="1" rIns="25925" wrap="square" tIns="25925">
            <a:noAutofit/>
          </a:bodyPr>
          <a:lstStyle/>
          <a:p>
            <a:pPr indent="0" lvl="0" marL="0" marR="0" rtl="0" algn="ctr">
              <a:lnSpc>
                <a:spcPct val="100000"/>
              </a:lnSpc>
              <a:spcBef>
                <a:spcPts val="0"/>
              </a:spcBef>
              <a:spcAft>
                <a:spcPts val="0"/>
              </a:spcAft>
              <a:buClr>
                <a:srgbClr val="000000"/>
              </a:buClr>
              <a:buSzPts val="397"/>
              <a:buFont typeface="Arial"/>
              <a:buNone/>
            </a:pPr>
            <a:r>
              <a:rPr b="1" i="0" lang="en" sz="397" u="none" cap="none" strike="noStrike">
                <a:solidFill>
                  <a:schemeClr val="dk1"/>
                </a:solidFill>
                <a:latin typeface="Inter"/>
                <a:ea typeface="Inter"/>
                <a:cs typeface="Inter"/>
                <a:sym typeface="Inter"/>
              </a:rPr>
              <a:t>BIRCH Algorithm</a:t>
            </a:r>
            <a:endParaRPr b="1" i="0" sz="397" u="none" cap="none" strike="noStrike">
              <a:solidFill>
                <a:schemeClr val="dk1"/>
              </a:solidFill>
              <a:latin typeface="Inter"/>
              <a:ea typeface="Inter"/>
              <a:cs typeface="Inter"/>
              <a:sym typeface="Inter"/>
            </a:endParaRPr>
          </a:p>
        </p:txBody>
      </p:sp>
      <p:sp>
        <p:nvSpPr>
          <p:cNvPr id="453" name="Google Shape;453;p6"/>
          <p:cNvSpPr/>
          <p:nvPr/>
        </p:nvSpPr>
        <p:spPr>
          <a:xfrm flipH="1" rot="1427048">
            <a:off x="5397857" y="4683938"/>
            <a:ext cx="763219" cy="137407"/>
          </a:xfrm>
          <a:prstGeom prst="rightArrow">
            <a:avLst>
              <a:gd fmla="val 50000" name="adj1"/>
              <a:gd fmla="val 50000" name="adj2"/>
            </a:avLst>
          </a:prstGeom>
          <a:solidFill>
            <a:schemeClr val="lt1"/>
          </a:solidFill>
          <a:ln>
            <a:noFill/>
          </a:ln>
        </p:spPr>
        <p:txBody>
          <a:bodyPr anchorCtr="0" anchor="ctr" bIns="31950" lIns="31950" spcFirstLastPara="1" rIns="31950" wrap="square" tIns="31950">
            <a:noAutofit/>
          </a:bodyPr>
          <a:lstStyle/>
          <a:p>
            <a:pPr indent="0" lvl="0" marL="0" marR="0" rtl="0" algn="ctr">
              <a:lnSpc>
                <a:spcPct val="100000"/>
              </a:lnSpc>
              <a:spcBef>
                <a:spcPts val="0"/>
              </a:spcBef>
              <a:spcAft>
                <a:spcPts val="0"/>
              </a:spcAft>
              <a:buClr>
                <a:srgbClr val="000000"/>
              </a:buClr>
              <a:buSzPts val="489"/>
              <a:buFont typeface="Arial"/>
              <a:buNone/>
            </a:pPr>
            <a:r>
              <a:t/>
            </a:r>
            <a:endParaRPr b="0" i="0" sz="489" u="none" cap="none" strike="noStrike">
              <a:solidFill>
                <a:srgbClr val="000000"/>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
          <p:cNvSpPr txBox="1"/>
          <p:nvPr>
            <p:ph idx="21" type="title"/>
          </p:nvPr>
        </p:nvSpPr>
        <p:spPr>
          <a:xfrm>
            <a:off x="284850" y="239375"/>
            <a:ext cx="8571900" cy="471000"/>
          </a:xfrm>
          <a:prstGeom prst="rect">
            <a:avLst/>
          </a:prstGeom>
          <a:noFill/>
          <a:ln>
            <a:noFill/>
          </a:ln>
        </p:spPr>
        <p:txBody>
          <a:bodyPr anchorCtr="0" anchor="t" bIns="0" lIns="0" spcFirstLastPara="1" rIns="0" wrap="square" tIns="0">
            <a:spAutoFit/>
          </a:bodyPr>
          <a:lstStyle/>
          <a:p>
            <a:pPr indent="0" lvl="0" marL="0" rtl="0" algn="l">
              <a:lnSpc>
                <a:spcPct val="85000"/>
              </a:lnSpc>
              <a:spcBef>
                <a:spcPts val="0"/>
              </a:spcBef>
              <a:spcAft>
                <a:spcPts val="0"/>
              </a:spcAft>
              <a:buSzPts val="3600"/>
              <a:buNone/>
            </a:pPr>
            <a:r>
              <a:rPr b="1" lang="en"/>
              <a:t>Why it matters:</a:t>
            </a:r>
            <a:endParaRPr b="1"/>
          </a:p>
        </p:txBody>
      </p:sp>
      <p:sp>
        <p:nvSpPr>
          <p:cNvPr id="459" name="Google Shape;459;p7"/>
          <p:cNvSpPr txBox="1"/>
          <p:nvPr/>
        </p:nvSpPr>
        <p:spPr>
          <a:xfrm>
            <a:off x="284900" y="885925"/>
            <a:ext cx="8571900" cy="20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The extra work of implementing more algorithms (HDBSCAN, DBSCAN, BIRCH) helps advocate for a deeper analysis of anime rating behaviors since these algorithms were designed to handle </a:t>
            </a:r>
            <a:r>
              <a:rPr b="1" i="1" lang="en" sz="1600" u="sng" cap="none" strike="noStrike">
                <a:solidFill>
                  <a:schemeClr val="lt1"/>
                </a:solidFill>
                <a:latin typeface="Inter"/>
                <a:ea typeface="Inter"/>
                <a:cs typeface="Inter"/>
                <a:sym typeface="Inter"/>
              </a:rPr>
              <a:t>highly uneven, noisy datas</a:t>
            </a:r>
            <a:r>
              <a:rPr b="1" i="0" lang="en" sz="1600" u="none" cap="none" strike="noStrike">
                <a:solidFill>
                  <a:schemeClr val="lt1"/>
                </a:solidFill>
                <a:latin typeface="Inter"/>
                <a:ea typeface="Inter"/>
                <a:cs typeface="Inter"/>
                <a:sym typeface="Inter"/>
              </a:rPr>
              <a:t>. </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By comparing the outputs from DBSCAN, HDBSCAN, and BIRCH, there can be a deeper, better and cleaner analysis of the cluster density, outlier detection and audience’s behavior.</a:t>
            </a:r>
            <a:endParaRPr b="1" i="0" sz="1600" u="none" cap="none" strike="noStrike">
              <a:solidFill>
                <a:schemeClr val="lt1"/>
              </a:solidFill>
              <a:latin typeface="Inter"/>
              <a:ea typeface="Inter"/>
              <a:cs typeface="Inter"/>
              <a:sym typeface="Inter"/>
            </a:endParaRPr>
          </a:p>
        </p:txBody>
      </p:sp>
      <p:pic>
        <p:nvPicPr>
          <p:cNvPr id="460" name="Google Shape;460;p7"/>
          <p:cNvPicPr preferRelativeResize="0"/>
          <p:nvPr/>
        </p:nvPicPr>
        <p:blipFill rotWithShape="1">
          <a:blip r:embed="rId3">
            <a:alphaModFix/>
          </a:blip>
          <a:srcRect b="0" l="0" r="0" t="0"/>
          <a:stretch/>
        </p:blipFill>
        <p:spPr>
          <a:xfrm>
            <a:off x="7062517" y="3150975"/>
            <a:ext cx="2281482" cy="2089500"/>
          </a:xfrm>
          <a:prstGeom prst="rect">
            <a:avLst/>
          </a:prstGeom>
          <a:noFill/>
          <a:ln>
            <a:noFill/>
          </a:ln>
        </p:spPr>
      </p:pic>
      <p:pic>
        <p:nvPicPr>
          <p:cNvPr id="461" name="Google Shape;461;p7"/>
          <p:cNvPicPr preferRelativeResize="0"/>
          <p:nvPr/>
        </p:nvPicPr>
        <p:blipFill rotWithShape="1">
          <a:blip r:embed="rId4">
            <a:alphaModFix/>
          </a:blip>
          <a:srcRect b="0" l="0" r="0" t="0"/>
          <a:stretch/>
        </p:blipFill>
        <p:spPr>
          <a:xfrm>
            <a:off x="-1" y="3280225"/>
            <a:ext cx="1619542" cy="1863275"/>
          </a:xfrm>
          <a:prstGeom prst="rect">
            <a:avLst/>
          </a:prstGeom>
          <a:noFill/>
          <a:ln>
            <a:noFill/>
          </a:ln>
        </p:spPr>
      </p:pic>
      <p:sp>
        <p:nvSpPr>
          <p:cNvPr id="462" name="Google Shape;462;p7"/>
          <p:cNvSpPr/>
          <p:nvPr/>
        </p:nvSpPr>
        <p:spPr>
          <a:xfrm>
            <a:off x="1619550" y="3230525"/>
            <a:ext cx="2002698" cy="1453194"/>
          </a:xfrm>
          <a:prstGeom prst="irregularSeal1">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3" name="Google Shape;463;p7"/>
          <p:cNvSpPr/>
          <p:nvPr/>
        </p:nvSpPr>
        <p:spPr>
          <a:xfrm flipH="1">
            <a:off x="1750276" y="2975399"/>
            <a:ext cx="1087722" cy="470988"/>
          </a:xfrm>
          <a:prstGeom prst="irregularSeal1">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4" name="Google Shape;464;p7"/>
          <p:cNvSpPr/>
          <p:nvPr/>
        </p:nvSpPr>
        <p:spPr>
          <a:xfrm flipH="1">
            <a:off x="5657975" y="3150975"/>
            <a:ext cx="1538700" cy="984600"/>
          </a:xfrm>
          <a:prstGeom prst="wedgeRoundRectCallout">
            <a:avLst>
              <a:gd fmla="val -51587" name="adj1"/>
              <a:gd fmla="val 73570" name="adj2"/>
              <a:gd fmla="val 0" name="adj3"/>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5" name="Google Shape;465;p7"/>
          <p:cNvSpPr/>
          <p:nvPr/>
        </p:nvSpPr>
        <p:spPr>
          <a:xfrm rot="1625896">
            <a:off x="3023502" y="3140806"/>
            <a:ext cx="565703" cy="426499"/>
          </a:xfrm>
          <a:prstGeom prst="irregularSeal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
          <p:cNvSpPr txBox="1"/>
          <p:nvPr/>
        </p:nvSpPr>
        <p:spPr>
          <a:xfrm>
            <a:off x="283850" y="120100"/>
            <a:ext cx="8572800" cy="6597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Implementation Updates</a:t>
            </a:r>
            <a:endParaRPr b="1" i="0" sz="3600" u="none" cap="none" strike="noStrike">
              <a:solidFill>
                <a:schemeClr val="accent1"/>
              </a:solidFill>
              <a:latin typeface="Inter"/>
              <a:ea typeface="Inter"/>
              <a:cs typeface="Inter"/>
              <a:sym typeface="Inter"/>
            </a:endParaRPr>
          </a:p>
        </p:txBody>
      </p:sp>
      <p:sp>
        <p:nvSpPr>
          <p:cNvPr id="471" name="Google Shape;471;p8"/>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472" name="Google Shape;472;p8"/>
          <p:cNvSpPr txBox="1"/>
          <p:nvPr/>
        </p:nvSpPr>
        <p:spPr>
          <a:xfrm>
            <a:off x="2111200" y="779973"/>
            <a:ext cx="6738300" cy="1239300"/>
          </a:xfrm>
          <a:prstGeom prst="rect">
            <a:avLst/>
          </a:prstGeom>
          <a:solidFill>
            <a:schemeClr val="accent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Inter"/>
                <a:ea typeface="Inter"/>
                <a:cs typeface="Inter"/>
                <a:sym typeface="Inter"/>
              </a:rPr>
              <a:t>	</a:t>
            </a:r>
            <a:r>
              <a:rPr b="1" i="0" lang="en" sz="1600" u="none" cap="none" strike="noStrike">
                <a:solidFill>
                  <a:schemeClr val="lt1"/>
                </a:solidFill>
                <a:latin typeface="Inter"/>
                <a:ea typeface="Inter"/>
                <a:cs typeface="Inter"/>
                <a:sym typeface="Inter"/>
              </a:rPr>
              <a:t>Created a total of 5 algorithms: DBSCAN, HDBSCAN, BIRCH,</a:t>
            </a:r>
            <a:endParaRPr b="1" i="0" sz="1600" u="none" cap="none" strike="noStrike">
              <a:solidFill>
                <a:schemeClr val="lt1"/>
              </a:solidFill>
              <a:latin typeface="Inter"/>
              <a:ea typeface="Inter"/>
              <a:cs typeface="Inter"/>
              <a:sym typeface="Inter"/>
            </a:endParaRPr>
          </a:p>
          <a:p>
            <a:pPr indent="45720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K-MEANS, GMM.</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New command line argument for ‘--k’, ‘--find-k’, ‘--no-vis’.</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Created more cluster algorithm reports.</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Inter"/>
                <a:ea typeface="Inter"/>
                <a:cs typeface="Inter"/>
                <a:sym typeface="Inter"/>
              </a:rPr>
              <a:t>	  </a:t>
            </a:r>
            <a:endParaRPr b="1" i="0" sz="1200" u="none" cap="none" strike="noStrike">
              <a:solidFill>
                <a:schemeClr val="lt1"/>
              </a:solidFill>
              <a:latin typeface="Inter"/>
              <a:ea typeface="Inter"/>
              <a:cs typeface="Inter"/>
              <a:sym typeface="Inter"/>
            </a:endParaRPr>
          </a:p>
        </p:txBody>
      </p:sp>
      <p:sp>
        <p:nvSpPr>
          <p:cNvPr id="473" name="Google Shape;473;p8"/>
          <p:cNvSpPr/>
          <p:nvPr/>
        </p:nvSpPr>
        <p:spPr>
          <a:xfrm>
            <a:off x="216025" y="779800"/>
            <a:ext cx="2494200" cy="1239300"/>
          </a:xfrm>
          <a:prstGeom prst="homePlate">
            <a:avLst>
              <a:gd fmla="val 50000" name="adj"/>
            </a:avLst>
          </a:prstGeom>
          <a:solidFill>
            <a:schemeClr val="accent1"/>
          </a:solidFill>
          <a:ln cap="flat" cmpd="sng" w="76200">
            <a:solidFill>
              <a:schemeClr val="lt1"/>
            </a:solidFill>
            <a:prstDash val="solid"/>
            <a:round/>
            <a:headEnd len="sm" w="sm" type="none"/>
            <a:tailEnd len="sm" w="sm" type="none"/>
          </a:ln>
        </p:spPr>
        <p:txBody>
          <a:bodyPr anchorCtr="0" anchor="ctr" bIns="148525" lIns="148525" spcFirstLastPara="1" rIns="148525" wrap="square" tIns="148525">
            <a:noAutofit/>
          </a:bodyPr>
          <a:lstStyle/>
          <a:p>
            <a:pPr indent="0" lvl="0" marL="0" marR="0" rtl="0" algn="ctr">
              <a:lnSpc>
                <a:spcPct val="100000"/>
              </a:lnSpc>
              <a:spcBef>
                <a:spcPts val="0"/>
              </a:spcBef>
              <a:spcAft>
                <a:spcPts val="0"/>
              </a:spcAft>
              <a:buClr>
                <a:srgbClr val="000000"/>
              </a:buClr>
              <a:buSzPts val="2274"/>
              <a:buFont typeface="Arial"/>
              <a:buNone/>
            </a:pPr>
            <a:r>
              <a:rPr b="1" i="0" lang="en" sz="2274" u="none" cap="none" strike="noStrike">
                <a:solidFill>
                  <a:srgbClr val="000000"/>
                </a:solidFill>
                <a:latin typeface="Inter"/>
                <a:ea typeface="Inter"/>
                <a:cs typeface="Inter"/>
                <a:sym typeface="Inter"/>
              </a:rPr>
              <a:t>Improved Working Code</a:t>
            </a:r>
            <a:endParaRPr b="1" i="0" sz="2274" u="none" cap="none" strike="noStrike">
              <a:solidFill>
                <a:srgbClr val="000000"/>
              </a:solidFill>
              <a:latin typeface="Inter"/>
              <a:ea typeface="Inter"/>
              <a:cs typeface="Inter"/>
              <a:sym typeface="Inter"/>
            </a:endParaRPr>
          </a:p>
        </p:txBody>
      </p:sp>
      <p:sp>
        <p:nvSpPr>
          <p:cNvPr id="474" name="Google Shape;474;p8"/>
          <p:cNvSpPr txBox="1"/>
          <p:nvPr/>
        </p:nvSpPr>
        <p:spPr>
          <a:xfrm>
            <a:off x="2111200" y="2161261"/>
            <a:ext cx="6738300" cy="1239300"/>
          </a:xfrm>
          <a:prstGeom prst="rect">
            <a:avLst/>
          </a:prstGeom>
          <a:solidFill>
            <a:schemeClr val="accent2"/>
          </a:solid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“Stitched” all outputs from all the algorithms.</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Applied Config dictionary to make changes on model.</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Sa     Display final outputs and comparison fto web (index.html).</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Implemented a showcase of data preprocessing stages.</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p:txBody>
      </p:sp>
      <p:sp>
        <p:nvSpPr>
          <p:cNvPr id="475" name="Google Shape;475;p8"/>
          <p:cNvSpPr txBox="1"/>
          <p:nvPr/>
        </p:nvSpPr>
        <p:spPr>
          <a:xfrm>
            <a:off x="2111200" y="3542549"/>
            <a:ext cx="6738300" cy="1239300"/>
          </a:xfrm>
          <a:prstGeom prst="rect">
            <a:avLst/>
          </a:prstGeom>
          <a:solidFill>
            <a:schemeClr val="accent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Inter"/>
                <a:ea typeface="Inter"/>
                <a:cs typeface="Inter"/>
                <a:sym typeface="Inter"/>
              </a:rPr>
              <a:t>	</a:t>
            </a:r>
            <a:r>
              <a:rPr b="1" i="0" lang="en" sz="1600" u="none" cap="none" strike="noStrike">
                <a:solidFill>
                  <a:schemeClr val="lt1"/>
                </a:solidFill>
                <a:latin typeface="Inter"/>
                <a:ea typeface="Inter"/>
                <a:cs typeface="Inter"/>
                <a:sym typeface="Inter"/>
              </a:rPr>
              <a:t>VAE (Variational Autoencoder) is implemented to reduce</a:t>
            </a:r>
            <a:endParaRPr b="1" i="0" sz="16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	complexity of the data set so it could visualized clearly</a:t>
            </a:r>
            <a:endParaRPr b="1" i="0" sz="1600" u="none" cap="none" strike="noStrike">
              <a:solidFill>
                <a:schemeClr val="lt1"/>
              </a:solidFill>
              <a:latin typeface="Inter"/>
              <a:ea typeface="Inter"/>
              <a:cs typeface="Inter"/>
              <a:sym typeface="Inter"/>
            </a:endParaRPr>
          </a:p>
          <a:p>
            <a:pPr indent="-323850" lvl="0" marL="914400" marR="0" rtl="0" algn="l">
              <a:lnSpc>
                <a:spcPct val="100000"/>
              </a:lnSpc>
              <a:spcBef>
                <a:spcPts val="0"/>
              </a:spcBef>
              <a:spcAft>
                <a:spcPts val="0"/>
              </a:spcAft>
              <a:buClr>
                <a:schemeClr val="lt1"/>
              </a:buClr>
              <a:buSzPts val="1500"/>
              <a:buFont typeface="Inter"/>
              <a:buChar char="-"/>
            </a:pPr>
            <a:r>
              <a:rPr b="0" i="0" lang="en" sz="1500" u="none" cap="none" strike="noStrike">
                <a:solidFill>
                  <a:schemeClr val="lt1"/>
                </a:solidFill>
                <a:latin typeface="Inter"/>
                <a:ea typeface="Inter"/>
                <a:cs typeface="Inter"/>
                <a:sym typeface="Inter"/>
              </a:rPr>
              <a:t>encode function to transform anime feature vectors into latent-space coords</a:t>
            </a:r>
            <a:endParaRPr b="0" i="0" sz="1500" u="none" cap="none" strike="noStrike">
              <a:solidFill>
                <a:schemeClr val="lt1"/>
              </a:solidFill>
              <a:latin typeface="Inter"/>
              <a:ea typeface="Inter"/>
              <a:cs typeface="Inter"/>
              <a:sym typeface="Inter"/>
            </a:endParaRPr>
          </a:p>
          <a:p>
            <a:pPr indent="-323850" lvl="0" marL="914400" marR="0" rtl="0" algn="l">
              <a:lnSpc>
                <a:spcPct val="100000"/>
              </a:lnSpc>
              <a:spcBef>
                <a:spcPts val="0"/>
              </a:spcBef>
              <a:spcAft>
                <a:spcPts val="0"/>
              </a:spcAft>
              <a:buClr>
                <a:schemeClr val="lt1"/>
              </a:buClr>
              <a:buSzPts val="1500"/>
              <a:buFont typeface="Inter"/>
              <a:buChar char="-"/>
            </a:pPr>
            <a:r>
              <a:rPr b="0" i="0" lang="en" sz="1500" u="none" cap="none" strike="noStrike">
                <a:solidFill>
                  <a:schemeClr val="lt1"/>
                </a:solidFill>
                <a:latin typeface="Inter"/>
                <a:ea typeface="Inter"/>
                <a:cs typeface="Inter"/>
                <a:sym typeface="Inter"/>
              </a:rPr>
              <a:t>train_vae_projection to initialize and train VAE model</a:t>
            </a:r>
            <a:endParaRPr b="0" i="0" sz="1500" u="none" cap="none" strike="noStrike">
              <a:solidFill>
                <a:schemeClr val="lt1"/>
              </a:solidFill>
              <a:latin typeface="Inter"/>
              <a:ea typeface="Inter"/>
              <a:cs typeface="Inter"/>
              <a:sym typeface="Inter"/>
            </a:endParaRPr>
          </a:p>
        </p:txBody>
      </p:sp>
      <p:sp>
        <p:nvSpPr>
          <p:cNvPr id="476" name="Google Shape;476;p8"/>
          <p:cNvSpPr/>
          <p:nvPr/>
        </p:nvSpPr>
        <p:spPr>
          <a:xfrm>
            <a:off x="216025" y="2161262"/>
            <a:ext cx="2494200" cy="1239300"/>
          </a:xfrm>
          <a:prstGeom prst="homePlate">
            <a:avLst>
              <a:gd fmla="val 50000" name="adj"/>
            </a:avLst>
          </a:prstGeom>
          <a:solidFill>
            <a:schemeClr val="accent1"/>
          </a:solidFill>
          <a:ln cap="flat" cmpd="sng" w="76200">
            <a:solidFill>
              <a:srgbClr val="000000"/>
            </a:solidFill>
            <a:prstDash val="solid"/>
            <a:round/>
            <a:headEnd len="sm" w="sm" type="none"/>
            <a:tailEnd len="sm" w="sm" type="none"/>
          </a:ln>
        </p:spPr>
        <p:txBody>
          <a:bodyPr anchorCtr="0" anchor="ctr" bIns="148525" lIns="148525" spcFirstLastPara="1" rIns="148525" wrap="square" tIns="148525">
            <a:noAutofit/>
          </a:bodyPr>
          <a:lstStyle/>
          <a:p>
            <a:pPr indent="0" lvl="0" marL="0" marR="0" rtl="0" algn="ctr">
              <a:lnSpc>
                <a:spcPct val="100000"/>
              </a:lnSpc>
              <a:spcBef>
                <a:spcPts val="0"/>
              </a:spcBef>
              <a:spcAft>
                <a:spcPts val="0"/>
              </a:spcAft>
              <a:buClr>
                <a:srgbClr val="000000"/>
              </a:buClr>
              <a:buSzPts val="2274"/>
              <a:buFont typeface="Arial"/>
              <a:buNone/>
            </a:pPr>
            <a:r>
              <a:rPr b="1" i="0" lang="en" sz="2274" u="none" cap="none" strike="noStrike">
                <a:solidFill>
                  <a:srgbClr val="000000"/>
                </a:solidFill>
                <a:latin typeface="Inter"/>
                <a:ea typeface="Inter"/>
                <a:cs typeface="Inter"/>
                <a:sym typeface="Inter"/>
              </a:rPr>
              <a:t>Improved Running Pipeline</a:t>
            </a:r>
            <a:endParaRPr b="1" i="0" sz="2274" u="none" cap="none" strike="noStrike">
              <a:solidFill>
                <a:srgbClr val="000000"/>
              </a:solidFill>
              <a:latin typeface="Inter"/>
              <a:ea typeface="Inter"/>
              <a:cs typeface="Inter"/>
              <a:sym typeface="Inter"/>
            </a:endParaRPr>
          </a:p>
        </p:txBody>
      </p:sp>
      <p:sp>
        <p:nvSpPr>
          <p:cNvPr id="477" name="Google Shape;477;p8"/>
          <p:cNvSpPr/>
          <p:nvPr/>
        </p:nvSpPr>
        <p:spPr>
          <a:xfrm>
            <a:off x="216025" y="3542724"/>
            <a:ext cx="2494200" cy="1239300"/>
          </a:xfrm>
          <a:prstGeom prst="homePlate">
            <a:avLst>
              <a:gd fmla="val 50000" name="adj"/>
            </a:avLst>
          </a:prstGeom>
          <a:solidFill>
            <a:schemeClr val="accent1"/>
          </a:solidFill>
          <a:ln cap="flat" cmpd="sng" w="76200">
            <a:solidFill>
              <a:schemeClr val="lt1"/>
            </a:solidFill>
            <a:prstDash val="solid"/>
            <a:round/>
            <a:headEnd len="sm" w="sm" type="none"/>
            <a:tailEnd len="sm" w="sm" type="none"/>
          </a:ln>
        </p:spPr>
        <p:txBody>
          <a:bodyPr anchorCtr="0" anchor="ctr" bIns="148525" lIns="148525" spcFirstLastPara="1" rIns="148525" wrap="square" tIns="148525">
            <a:noAutofit/>
          </a:bodyPr>
          <a:lstStyle/>
          <a:p>
            <a:pPr indent="0" lvl="0" marL="0" marR="0" rtl="0" algn="ctr">
              <a:lnSpc>
                <a:spcPct val="100000"/>
              </a:lnSpc>
              <a:spcBef>
                <a:spcPts val="0"/>
              </a:spcBef>
              <a:spcAft>
                <a:spcPts val="0"/>
              </a:spcAft>
              <a:buClr>
                <a:srgbClr val="000000"/>
              </a:buClr>
              <a:buSzPts val="2274"/>
              <a:buFont typeface="Arial"/>
              <a:buNone/>
            </a:pPr>
            <a:r>
              <a:rPr b="1" i="0" lang="en" sz="2274" u="none" cap="none" strike="noStrike">
                <a:solidFill>
                  <a:srgbClr val="000000"/>
                </a:solidFill>
                <a:latin typeface="Inter"/>
                <a:ea typeface="Inter"/>
                <a:cs typeface="Inter"/>
                <a:sym typeface="Inter"/>
              </a:rPr>
              <a:t>Improved Trained Model</a:t>
            </a:r>
            <a:endParaRPr b="1" i="0" sz="2274" u="none" cap="none" strike="noStrike">
              <a:solidFill>
                <a:srgbClr val="000000"/>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9"/>
          <p:cNvSpPr/>
          <p:nvPr/>
        </p:nvSpPr>
        <p:spPr>
          <a:xfrm>
            <a:off x="6422725" y="-36275"/>
            <a:ext cx="1984500" cy="5345100"/>
          </a:xfrm>
          <a:prstGeom prst="rect">
            <a:avLst/>
          </a:prstGeom>
          <a:solidFill>
            <a:schemeClr val="accent1"/>
          </a:solidFill>
          <a:ln cap="flat" cmpd="sng" w="1143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83" name="Google Shape;483;p9"/>
          <p:cNvSpPr txBox="1"/>
          <p:nvPr/>
        </p:nvSpPr>
        <p:spPr>
          <a:xfrm>
            <a:off x="283850" y="120100"/>
            <a:ext cx="8572800" cy="6597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Working Program: Code</a:t>
            </a:r>
            <a:endParaRPr b="1" i="0" sz="3600" u="none" cap="none" strike="noStrike">
              <a:solidFill>
                <a:schemeClr val="accent1"/>
              </a:solidFill>
              <a:latin typeface="Inter"/>
              <a:ea typeface="Inter"/>
              <a:cs typeface="Inter"/>
              <a:sym typeface="Inter"/>
            </a:endParaRPr>
          </a:p>
        </p:txBody>
      </p:sp>
      <p:sp>
        <p:nvSpPr>
          <p:cNvPr id="484" name="Google Shape;484;p9"/>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485" name="Google Shape;485;p9"/>
          <p:cNvSpPr txBox="1"/>
          <p:nvPr/>
        </p:nvSpPr>
        <p:spPr>
          <a:xfrm rot="5400000">
            <a:off x="1799538" y="2097413"/>
            <a:ext cx="2772300" cy="46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Working Main Code </a:t>
            </a:r>
            <a:endParaRPr b="1" i="0" sz="1600" u="none" cap="none" strike="noStrike">
              <a:solidFill>
                <a:schemeClr val="dk1"/>
              </a:solidFill>
              <a:latin typeface="Inter"/>
              <a:ea typeface="Inter"/>
              <a:cs typeface="Inter"/>
              <a:sym typeface="Inter"/>
            </a:endParaRPr>
          </a:p>
        </p:txBody>
      </p:sp>
      <p:sp>
        <p:nvSpPr>
          <p:cNvPr id="486" name="Google Shape;486;p9"/>
          <p:cNvSpPr txBox="1"/>
          <p:nvPr/>
        </p:nvSpPr>
        <p:spPr>
          <a:xfrm rot="5400000">
            <a:off x="4827838" y="2097425"/>
            <a:ext cx="2772300" cy="46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Running Pipeline Code</a:t>
            </a:r>
            <a:endParaRPr b="1" i="0" sz="1600" u="none" cap="none" strike="noStrike">
              <a:solidFill>
                <a:schemeClr val="dk1"/>
              </a:solidFill>
              <a:latin typeface="Inter"/>
              <a:ea typeface="Inter"/>
              <a:cs typeface="Inter"/>
              <a:sym typeface="Inter"/>
            </a:endParaRPr>
          </a:p>
        </p:txBody>
      </p:sp>
      <p:sp>
        <p:nvSpPr>
          <p:cNvPr id="487" name="Google Shape;487;p9"/>
          <p:cNvSpPr txBox="1"/>
          <p:nvPr/>
        </p:nvSpPr>
        <p:spPr>
          <a:xfrm rot="5400000">
            <a:off x="7196338" y="2238275"/>
            <a:ext cx="2772300" cy="46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Core Train Model Code</a:t>
            </a:r>
            <a:endParaRPr b="1" i="0" sz="1600" u="none" cap="none" strike="noStrike">
              <a:solidFill>
                <a:schemeClr val="dk1"/>
              </a:solidFill>
              <a:latin typeface="Inter"/>
              <a:ea typeface="Inter"/>
              <a:cs typeface="Inter"/>
              <a:sym typeface="Inter"/>
            </a:endParaRPr>
          </a:p>
        </p:txBody>
      </p:sp>
      <p:pic>
        <p:nvPicPr>
          <p:cNvPr id="488" name="Google Shape;488;p9"/>
          <p:cNvPicPr preferRelativeResize="0"/>
          <p:nvPr/>
        </p:nvPicPr>
        <p:blipFill rotWithShape="1">
          <a:blip r:embed="rId3">
            <a:alphaModFix/>
          </a:blip>
          <a:srcRect b="0" l="0" r="0" t="0"/>
          <a:stretch/>
        </p:blipFill>
        <p:spPr>
          <a:xfrm>
            <a:off x="3482587" y="1029850"/>
            <a:ext cx="2461338" cy="4131417"/>
          </a:xfrm>
          <a:prstGeom prst="rect">
            <a:avLst/>
          </a:prstGeom>
          <a:noFill/>
          <a:ln cap="flat" cmpd="sng" w="114300">
            <a:solidFill>
              <a:schemeClr val="accent1"/>
            </a:solidFill>
            <a:prstDash val="solid"/>
            <a:round/>
            <a:headEnd len="sm" w="sm" type="none"/>
            <a:tailEnd len="sm" w="sm" type="none"/>
          </a:ln>
        </p:spPr>
      </p:pic>
      <p:pic>
        <p:nvPicPr>
          <p:cNvPr id="489" name="Google Shape;489;p9"/>
          <p:cNvPicPr preferRelativeResize="0"/>
          <p:nvPr/>
        </p:nvPicPr>
        <p:blipFill rotWithShape="1">
          <a:blip r:embed="rId4">
            <a:alphaModFix/>
          </a:blip>
          <a:srcRect b="0" l="0" r="0" t="0"/>
          <a:stretch/>
        </p:blipFill>
        <p:spPr>
          <a:xfrm>
            <a:off x="31987" y="1029850"/>
            <a:ext cx="2885339" cy="4113651"/>
          </a:xfrm>
          <a:prstGeom prst="rect">
            <a:avLst/>
          </a:prstGeom>
          <a:noFill/>
          <a:ln cap="flat" cmpd="sng" w="114300">
            <a:solidFill>
              <a:schemeClr val="accent1"/>
            </a:solidFill>
            <a:prstDash val="solid"/>
            <a:round/>
            <a:headEnd len="sm" w="sm" type="none"/>
            <a:tailEnd len="sm" w="sm" type="none"/>
          </a:ln>
        </p:spPr>
      </p:pic>
      <p:pic>
        <p:nvPicPr>
          <p:cNvPr id="490" name="Google Shape;490;p9"/>
          <p:cNvPicPr preferRelativeResize="0"/>
          <p:nvPr/>
        </p:nvPicPr>
        <p:blipFill rotWithShape="1">
          <a:blip r:embed="rId5">
            <a:alphaModFix/>
          </a:blip>
          <a:srcRect b="0" l="0" r="0" t="0"/>
          <a:stretch/>
        </p:blipFill>
        <p:spPr>
          <a:xfrm>
            <a:off x="6484070" y="26875"/>
            <a:ext cx="1878127" cy="2899387"/>
          </a:xfrm>
          <a:prstGeom prst="rect">
            <a:avLst/>
          </a:prstGeom>
          <a:noFill/>
          <a:ln>
            <a:noFill/>
          </a:ln>
        </p:spPr>
      </p:pic>
      <p:pic>
        <p:nvPicPr>
          <p:cNvPr id="491" name="Google Shape;491;p9"/>
          <p:cNvPicPr preferRelativeResize="0"/>
          <p:nvPr/>
        </p:nvPicPr>
        <p:blipFill rotWithShape="1">
          <a:blip r:embed="rId6">
            <a:alphaModFix/>
          </a:blip>
          <a:srcRect b="0" l="0" r="0" t="0"/>
          <a:stretch/>
        </p:blipFill>
        <p:spPr>
          <a:xfrm>
            <a:off x="6484050" y="2926262"/>
            <a:ext cx="1878128" cy="22441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0"/>
          <p:cNvSpPr txBox="1"/>
          <p:nvPr/>
        </p:nvSpPr>
        <p:spPr>
          <a:xfrm>
            <a:off x="283850" y="120100"/>
            <a:ext cx="8572800" cy="6597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Data After Preprocessing</a:t>
            </a:r>
            <a:endParaRPr b="1" i="0" sz="3600" u="none" cap="none" strike="noStrike">
              <a:solidFill>
                <a:schemeClr val="accent1"/>
              </a:solidFill>
              <a:latin typeface="Inter"/>
              <a:ea typeface="Inter"/>
              <a:cs typeface="Inter"/>
              <a:sym typeface="Inter"/>
            </a:endParaRPr>
          </a:p>
        </p:txBody>
      </p:sp>
      <p:sp>
        <p:nvSpPr>
          <p:cNvPr id="497" name="Google Shape;497;p1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498" name="Google Shape;498;p10"/>
          <p:cNvSpPr/>
          <p:nvPr/>
        </p:nvSpPr>
        <p:spPr>
          <a:xfrm>
            <a:off x="285450" y="1042122"/>
            <a:ext cx="2727900" cy="381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Inter"/>
              <a:ea typeface="Inter"/>
              <a:cs typeface="Inter"/>
              <a:sym typeface="Inter"/>
            </a:endParaRPr>
          </a:p>
        </p:txBody>
      </p:sp>
      <p:sp>
        <p:nvSpPr>
          <p:cNvPr id="499" name="Google Shape;499;p10"/>
          <p:cNvSpPr/>
          <p:nvPr/>
        </p:nvSpPr>
        <p:spPr>
          <a:xfrm>
            <a:off x="3197035" y="1042122"/>
            <a:ext cx="2727900" cy="381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Inter"/>
                <a:ea typeface="Inter"/>
                <a:cs typeface="Inter"/>
                <a:sym typeface="Inter"/>
              </a:rPr>
              <a:t>Running Pipeline Screenshot</a:t>
            </a:r>
            <a:endParaRPr b="1" i="0" sz="1400" u="none" cap="none" strike="noStrike">
              <a:solidFill>
                <a:srgbClr val="000000"/>
              </a:solidFill>
              <a:latin typeface="Inter"/>
              <a:ea typeface="Inter"/>
              <a:cs typeface="Inter"/>
              <a:sym typeface="Inter"/>
            </a:endParaRPr>
          </a:p>
        </p:txBody>
      </p:sp>
      <p:sp>
        <p:nvSpPr>
          <p:cNvPr id="500" name="Google Shape;500;p10"/>
          <p:cNvSpPr/>
          <p:nvPr/>
        </p:nvSpPr>
        <p:spPr>
          <a:xfrm>
            <a:off x="6086104" y="1042122"/>
            <a:ext cx="2727900" cy="381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Inter"/>
                <a:ea typeface="Inter"/>
                <a:cs typeface="Inter"/>
                <a:sym typeface="Inter"/>
              </a:rPr>
              <a:t>Trained Model Screenshot</a:t>
            </a:r>
            <a:endParaRPr b="1" i="0" sz="1400" u="none" cap="none" strike="noStrike">
              <a:solidFill>
                <a:srgbClr val="000000"/>
              </a:solidFill>
              <a:latin typeface="Inter"/>
              <a:ea typeface="Inter"/>
              <a:cs typeface="Inter"/>
              <a:sym typeface="Inter"/>
            </a:endParaRPr>
          </a:p>
        </p:txBody>
      </p:sp>
      <p:sp>
        <p:nvSpPr>
          <p:cNvPr id="501" name="Google Shape;501;p10"/>
          <p:cNvSpPr txBox="1"/>
          <p:nvPr/>
        </p:nvSpPr>
        <p:spPr>
          <a:xfrm>
            <a:off x="285450" y="689425"/>
            <a:ext cx="27279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Raw Data Set</a:t>
            </a:r>
            <a:endParaRPr b="1" i="0" sz="1600" u="none" cap="none" strike="noStrike">
              <a:solidFill>
                <a:schemeClr val="dk1"/>
              </a:solidFill>
              <a:latin typeface="Inter"/>
              <a:ea typeface="Inter"/>
              <a:cs typeface="Inter"/>
              <a:sym typeface="Inter"/>
            </a:endParaRPr>
          </a:p>
        </p:txBody>
      </p:sp>
      <p:sp>
        <p:nvSpPr>
          <p:cNvPr id="502" name="Google Shape;502;p10"/>
          <p:cNvSpPr txBox="1"/>
          <p:nvPr/>
        </p:nvSpPr>
        <p:spPr>
          <a:xfrm>
            <a:off x="3197027" y="689425"/>
            <a:ext cx="27279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Cleaned Data Set</a:t>
            </a:r>
            <a:endParaRPr b="1" i="0" sz="1600" u="none" cap="none" strike="noStrike">
              <a:solidFill>
                <a:schemeClr val="dk1"/>
              </a:solidFill>
              <a:latin typeface="Inter"/>
              <a:ea typeface="Inter"/>
              <a:cs typeface="Inter"/>
              <a:sym typeface="Inter"/>
            </a:endParaRPr>
          </a:p>
        </p:txBody>
      </p:sp>
      <p:sp>
        <p:nvSpPr>
          <p:cNvPr id="503" name="Google Shape;503;p10"/>
          <p:cNvSpPr txBox="1"/>
          <p:nvPr/>
        </p:nvSpPr>
        <p:spPr>
          <a:xfrm>
            <a:off x="6108589" y="689425"/>
            <a:ext cx="27279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Processed Data Set</a:t>
            </a:r>
            <a:endParaRPr b="1" i="0" sz="1600" u="none" cap="none" strike="noStrike">
              <a:solidFill>
                <a:schemeClr val="dk1"/>
              </a:solidFill>
              <a:latin typeface="Inter"/>
              <a:ea typeface="Inter"/>
              <a:cs typeface="Inter"/>
              <a:sym typeface="Inter"/>
            </a:endParaRPr>
          </a:p>
        </p:txBody>
      </p:sp>
      <p:pic>
        <p:nvPicPr>
          <p:cNvPr id="504" name="Google Shape;504;p10"/>
          <p:cNvPicPr preferRelativeResize="0"/>
          <p:nvPr/>
        </p:nvPicPr>
        <p:blipFill rotWithShape="1">
          <a:blip r:embed="rId3">
            <a:alphaModFix/>
          </a:blip>
          <a:srcRect b="0" l="0" r="0" t="0"/>
          <a:stretch/>
        </p:blipFill>
        <p:spPr>
          <a:xfrm>
            <a:off x="285450" y="1326688"/>
            <a:ext cx="2727899" cy="1395394"/>
          </a:xfrm>
          <a:prstGeom prst="rect">
            <a:avLst/>
          </a:prstGeom>
          <a:solidFill>
            <a:schemeClr val="accent1"/>
          </a:solidFill>
          <a:ln>
            <a:noFill/>
          </a:ln>
        </p:spPr>
      </p:pic>
      <p:pic>
        <p:nvPicPr>
          <p:cNvPr id="505" name="Google Shape;505;p10"/>
          <p:cNvPicPr preferRelativeResize="0"/>
          <p:nvPr/>
        </p:nvPicPr>
        <p:blipFill rotWithShape="1">
          <a:blip r:embed="rId4">
            <a:alphaModFix/>
          </a:blip>
          <a:srcRect b="0" l="0" r="0" t="0"/>
          <a:stretch/>
        </p:blipFill>
        <p:spPr>
          <a:xfrm>
            <a:off x="285450" y="2722092"/>
            <a:ext cx="2727899" cy="1851759"/>
          </a:xfrm>
          <a:prstGeom prst="rect">
            <a:avLst/>
          </a:prstGeom>
          <a:solidFill>
            <a:schemeClr val="accent1"/>
          </a:solidFill>
          <a:ln>
            <a:noFill/>
          </a:ln>
        </p:spPr>
      </p:pic>
      <p:pic>
        <p:nvPicPr>
          <p:cNvPr id="506" name="Google Shape;506;p10" title="Screenshot 2026-05-04 171237.png"/>
          <p:cNvPicPr preferRelativeResize="0"/>
          <p:nvPr/>
        </p:nvPicPr>
        <p:blipFill rotWithShape="1">
          <a:blip r:embed="rId5">
            <a:alphaModFix/>
          </a:blip>
          <a:srcRect b="0" l="19659" r="19665" t="0"/>
          <a:stretch/>
        </p:blipFill>
        <p:spPr>
          <a:xfrm>
            <a:off x="3197025" y="1316058"/>
            <a:ext cx="2727899" cy="1416653"/>
          </a:xfrm>
          <a:prstGeom prst="rect">
            <a:avLst/>
          </a:prstGeom>
          <a:noFill/>
          <a:ln>
            <a:noFill/>
          </a:ln>
        </p:spPr>
      </p:pic>
      <p:pic>
        <p:nvPicPr>
          <p:cNvPr id="507" name="Google Shape;507;p10" title="Screenshot 2026-05-04 171338.png"/>
          <p:cNvPicPr preferRelativeResize="0"/>
          <p:nvPr/>
        </p:nvPicPr>
        <p:blipFill rotWithShape="1">
          <a:blip r:embed="rId6">
            <a:alphaModFix/>
          </a:blip>
          <a:srcRect b="0" l="13040" r="13040" t="0"/>
          <a:stretch/>
        </p:blipFill>
        <p:spPr>
          <a:xfrm>
            <a:off x="3197025" y="2722077"/>
            <a:ext cx="2727903" cy="1858191"/>
          </a:xfrm>
          <a:prstGeom prst="rect">
            <a:avLst/>
          </a:prstGeom>
          <a:solidFill>
            <a:schemeClr val="accent1"/>
          </a:solidFill>
          <a:ln>
            <a:noFill/>
          </a:ln>
        </p:spPr>
      </p:pic>
      <p:pic>
        <p:nvPicPr>
          <p:cNvPr id="508" name="Google Shape;508;p10"/>
          <p:cNvPicPr preferRelativeResize="0"/>
          <p:nvPr/>
        </p:nvPicPr>
        <p:blipFill rotWithShape="1">
          <a:blip r:embed="rId7">
            <a:alphaModFix/>
          </a:blip>
          <a:srcRect b="0" l="0" r="0" t="0"/>
          <a:stretch/>
        </p:blipFill>
        <p:spPr>
          <a:xfrm>
            <a:off x="6075350" y="1689640"/>
            <a:ext cx="2749899" cy="1294960"/>
          </a:xfrm>
          <a:prstGeom prst="rect">
            <a:avLst/>
          </a:prstGeom>
          <a:solidFill>
            <a:schemeClr val="accent1"/>
          </a:solidFill>
          <a:ln>
            <a:noFill/>
          </a:ln>
        </p:spPr>
      </p:pic>
      <p:pic>
        <p:nvPicPr>
          <p:cNvPr id="509" name="Google Shape;509;p10"/>
          <p:cNvPicPr preferRelativeResize="0"/>
          <p:nvPr/>
        </p:nvPicPr>
        <p:blipFill rotWithShape="1">
          <a:blip r:embed="rId8">
            <a:alphaModFix/>
          </a:blip>
          <a:srcRect b="0" l="0" r="0" t="0"/>
          <a:stretch/>
        </p:blipFill>
        <p:spPr>
          <a:xfrm>
            <a:off x="6074850" y="2984600"/>
            <a:ext cx="2749901" cy="1284603"/>
          </a:xfrm>
          <a:prstGeom prst="rect">
            <a:avLst/>
          </a:prstGeom>
          <a:noFill/>
          <a:ln>
            <a:noFill/>
          </a:ln>
        </p:spPr>
      </p:pic>
      <p:sp>
        <p:nvSpPr>
          <p:cNvPr id="510" name="Google Shape;510;p10"/>
          <p:cNvSpPr txBox="1"/>
          <p:nvPr/>
        </p:nvSpPr>
        <p:spPr>
          <a:xfrm>
            <a:off x="457800" y="1042125"/>
            <a:ext cx="27279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Inter"/>
                <a:ea typeface="Inter"/>
                <a:cs typeface="Inter"/>
                <a:sym typeface="Inter"/>
              </a:rPr>
              <a:t>Python </a:t>
            </a:r>
            <a:r>
              <a:rPr b="1" i="0" lang="en" sz="1200" u="sng" cap="none" strike="noStrike">
                <a:solidFill>
                  <a:schemeClr val="hlink"/>
                </a:solidFill>
                <a:latin typeface="Inter"/>
                <a:ea typeface="Inter"/>
                <a:cs typeface="Inter"/>
                <a:sym typeface="Inter"/>
                <a:hlinkClick r:id="rId9"/>
              </a:rPr>
              <a:t>main.py</a:t>
            </a:r>
            <a:r>
              <a:rPr b="1" i="0" lang="en" sz="1200" u="none" cap="none" strike="noStrike">
                <a:solidFill>
                  <a:schemeClr val="lt1"/>
                </a:solidFill>
                <a:latin typeface="Inter"/>
                <a:ea typeface="Inter"/>
                <a:cs typeface="Inter"/>
                <a:sym typeface="Inter"/>
              </a:rPr>
              <a:t> - - raw</a:t>
            </a:r>
            <a:endParaRPr b="1" i="0" sz="1200" u="none" cap="none" strike="noStrike">
              <a:solidFill>
                <a:schemeClr val="lt1"/>
              </a:solidFill>
              <a:latin typeface="Inter"/>
              <a:ea typeface="Inter"/>
              <a:cs typeface="Inter"/>
              <a:sym typeface="Inter"/>
            </a:endParaRPr>
          </a:p>
        </p:txBody>
      </p:sp>
      <p:sp>
        <p:nvSpPr>
          <p:cNvPr id="511" name="Google Shape;511;p10"/>
          <p:cNvSpPr txBox="1"/>
          <p:nvPr/>
        </p:nvSpPr>
        <p:spPr>
          <a:xfrm>
            <a:off x="3271950" y="1042125"/>
            <a:ext cx="27279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Inter"/>
                <a:ea typeface="Inter"/>
                <a:cs typeface="Inter"/>
                <a:sym typeface="Inter"/>
              </a:rPr>
              <a:t>Python </a:t>
            </a:r>
            <a:r>
              <a:rPr b="1" i="0" lang="en" sz="1200" u="sng" cap="none" strike="noStrike">
                <a:solidFill>
                  <a:schemeClr val="hlink"/>
                </a:solidFill>
                <a:latin typeface="Inter"/>
                <a:ea typeface="Inter"/>
                <a:cs typeface="Inter"/>
                <a:sym typeface="Inter"/>
                <a:hlinkClick r:id="rId10"/>
              </a:rPr>
              <a:t>main.py</a:t>
            </a:r>
            <a:r>
              <a:rPr b="1" i="0" lang="en" sz="1200" u="none" cap="none" strike="noStrike">
                <a:solidFill>
                  <a:schemeClr val="lt1"/>
                </a:solidFill>
                <a:latin typeface="Inter"/>
                <a:ea typeface="Inter"/>
                <a:cs typeface="Inter"/>
                <a:sym typeface="Inter"/>
              </a:rPr>
              <a:t> - - clean</a:t>
            </a:r>
            <a:endParaRPr b="1" i="0" sz="1200" u="none" cap="none" strike="noStrike">
              <a:solidFill>
                <a:schemeClr val="lt1"/>
              </a:solidFill>
              <a:latin typeface="Inter"/>
              <a:ea typeface="Inter"/>
              <a:cs typeface="Inter"/>
              <a:sym typeface="Inter"/>
            </a:endParaRPr>
          </a:p>
        </p:txBody>
      </p:sp>
      <p:sp>
        <p:nvSpPr>
          <p:cNvPr id="512" name="Google Shape;512;p10"/>
          <p:cNvSpPr txBox="1"/>
          <p:nvPr/>
        </p:nvSpPr>
        <p:spPr>
          <a:xfrm>
            <a:off x="6108600" y="1078575"/>
            <a:ext cx="27279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Inter"/>
                <a:ea typeface="Inter"/>
                <a:cs typeface="Inter"/>
                <a:sym typeface="Inter"/>
              </a:rPr>
              <a:t>Python </a:t>
            </a:r>
            <a:r>
              <a:rPr b="1" i="0" lang="en" sz="1200" u="sng" cap="none" strike="noStrike">
                <a:solidFill>
                  <a:schemeClr val="hlink"/>
                </a:solidFill>
                <a:latin typeface="Inter"/>
                <a:ea typeface="Inter"/>
                <a:cs typeface="Inter"/>
                <a:sym typeface="Inter"/>
                <a:hlinkClick r:id="rId11"/>
              </a:rPr>
              <a:t>main.py</a:t>
            </a:r>
            <a:r>
              <a:rPr b="1" i="0" lang="en" sz="1200" u="none" cap="none" strike="noStrike">
                <a:solidFill>
                  <a:schemeClr val="lt1"/>
                </a:solidFill>
                <a:latin typeface="Inter"/>
                <a:ea typeface="Inter"/>
                <a:cs typeface="Inter"/>
                <a:sym typeface="Inter"/>
              </a:rPr>
              <a:t> - - preprocess</a:t>
            </a:r>
            <a:endParaRPr b="1" i="0" sz="1200" u="none" cap="none" strike="noStrike">
              <a:solidFill>
                <a:schemeClr val="lt1"/>
              </a:solidFill>
              <a:latin typeface="Inter"/>
              <a:ea typeface="Inter"/>
              <a:cs typeface="Inter"/>
              <a:sym typeface="Inter"/>
            </a:endParaRPr>
          </a:p>
        </p:txBody>
      </p:sp>
      <p:pic>
        <p:nvPicPr>
          <p:cNvPr id="513" name="Google Shape;513;p10" title="Screenshot 2026-05-04 171357.png"/>
          <p:cNvPicPr preferRelativeResize="0"/>
          <p:nvPr/>
        </p:nvPicPr>
        <p:blipFill rotWithShape="1">
          <a:blip r:embed="rId12">
            <a:alphaModFix/>
          </a:blip>
          <a:srcRect b="0" l="0" r="0" t="0"/>
          <a:stretch/>
        </p:blipFill>
        <p:spPr>
          <a:xfrm>
            <a:off x="3185775" y="4573855"/>
            <a:ext cx="2727901" cy="1700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1"/>
          <p:cNvSpPr txBox="1"/>
          <p:nvPr/>
        </p:nvSpPr>
        <p:spPr>
          <a:xfrm rot="-5400000">
            <a:off x="-1435950" y="2376313"/>
            <a:ext cx="34416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Visual Outputs</a:t>
            </a:r>
            <a:endParaRPr b="1" i="0" sz="3600" u="none" cap="none" strike="noStrike">
              <a:solidFill>
                <a:schemeClr val="accent1"/>
              </a:solidFill>
              <a:latin typeface="Inter"/>
              <a:ea typeface="Inter"/>
              <a:cs typeface="Inter"/>
              <a:sym typeface="Inter"/>
            </a:endParaRPr>
          </a:p>
        </p:txBody>
      </p:sp>
      <p:sp>
        <p:nvSpPr>
          <p:cNvPr id="519" name="Google Shape;519;p11"/>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pic>
        <p:nvPicPr>
          <p:cNvPr id="520" name="Google Shape;520;p11"/>
          <p:cNvPicPr preferRelativeResize="0"/>
          <p:nvPr/>
        </p:nvPicPr>
        <p:blipFill rotWithShape="1">
          <a:blip r:embed="rId3">
            <a:alphaModFix/>
          </a:blip>
          <a:srcRect b="0" l="0" r="0" t="0"/>
          <a:stretch/>
        </p:blipFill>
        <p:spPr>
          <a:xfrm>
            <a:off x="635522" y="545850"/>
            <a:ext cx="3876552" cy="2422838"/>
          </a:xfrm>
          <a:prstGeom prst="rect">
            <a:avLst/>
          </a:prstGeom>
          <a:noFill/>
          <a:ln>
            <a:noFill/>
          </a:ln>
        </p:spPr>
      </p:pic>
      <p:pic>
        <p:nvPicPr>
          <p:cNvPr id="521" name="Google Shape;521;p11"/>
          <p:cNvPicPr preferRelativeResize="0"/>
          <p:nvPr/>
        </p:nvPicPr>
        <p:blipFill rotWithShape="1">
          <a:blip r:embed="rId4">
            <a:alphaModFix/>
          </a:blip>
          <a:srcRect b="0" l="0" r="0" t="0"/>
          <a:stretch/>
        </p:blipFill>
        <p:spPr>
          <a:xfrm>
            <a:off x="636038" y="3472625"/>
            <a:ext cx="3875523" cy="1211099"/>
          </a:xfrm>
          <a:prstGeom prst="rect">
            <a:avLst/>
          </a:prstGeom>
          <a:noFill/>
          <a:ln>
            <a:noFill/>
          </a:ln>
        </p:spPr>
      </p:pic>
      <p:sp>
        <p:nvSpPr>
          <p:cNvPr id="522" name="Google Shape;522;p11"/>
          <p:cNvSpPr txBox="1"/>
          <p:nvPr/>
        </p:nvSpPr>
        <p:spPr>
          <a:xfrm>
            <a:off x="238550" y="25950"/>
            <a:ext cx="24495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000"/>
              <a:buFont typeface="Arial"/>
              <a:buNone/>
            </a:pPr>
            <a:r>
              <a:rPr b="1" i="0" lang="en" sz="3000" u="none" cap="none" strike="noStrike">
                <a:solidFill>
                  <a:schemeClr val="accent1"/>
                </a:solidFill>
                <a:latin typeface="Inter"/>
                <a:ea typeface="Inter"/>
                <a:cs typeface="Inter"/>
                <a:sym typeface="Inter"/>
              </a:rPr>
              <a:t>K = Best K</a:t>
            </a:r>
            <a:endParaRPr b="1" i="0" sz="3000" u="none" cap="none" strike="noStrike">
              <a:solidFill>
                <a:schemeClr val="accent1"/>
              </a:solidFill>
              <a:latin typeface="Inter"/>
              <a:ea typeface="Inter"/>
              <a:cs typeface="Inter"/>
              <a:sym typeface="Inter"/>
            </a:endParaRPr>
          </a:p>
        </p:txBody>
      </p:sp>
      <p:pic>
        <p:nvPicPr>
          <p:cNvPr id="523" name="Google Shape;523;p11"/>
          <p:cNvPicPr preferRelativeResize="0"/>
          <p:nvPr/>
        </p:nvPicPr>
        <p:blipFill rotWithShape="1">
          <a:blip r:embed="rId5">
            <a:alphaModFix/>
          </a:blip>
          <a:srcRect b="0" l="0" r="0" t="0"/>
          <a:stretch/>
        </p:blipFill>
        <p:spPr>
          <a:xfrm>
            <a:off x="4939188" y="2748652"/>
            <a:ext cx="3725727" cy="2334800"/>
          </a:xfrm>
          <a:prstGeom prst="rect">
            <a:avLst/>
          </a:prstGeom>
          <a:noFill/>
          <a:ln>
            <a:noFill/>
          </a:ln>
        </p:spPr>
      </p:pic>
      <p:pic>
        <p:nvPicPr>
          <p:cNvPr id="524" name="Google Shape;524;p11"/>
          <p:cNvPicPr preferRelativeResize="0"/>
          <p:nvPr/>
        </p:nvPicPr>
        <p:blipFill rotWithShape="1">
          <a:blip r:embed="rId6">
            <a:alphaModFix/>
          </a:blip>
          <a:srcRect b="0" l="0" r="0" t="0"/>
          <a:stretch/>
        </p:blipFill>
        <p:spPr>
          <a:xfrm>
            <a:off x="4939200" y="313404"/>
            <a:ext cx="3745669" cy="2334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2"/>
          <p:cNvSpPr txBox="1"/>
          <p:nvPr/>
        </p:nvSpPr>
        <p:spPr>
          <a:xfrm rot="-5400000">
            <a:off x="-1435950" y="2376313"/>
            <a:ext cx="34416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Visual Outputs</a:t>
            </a:r>
            <a:endParaRPr b="1" i="0" sz="3600" u="none" cap="none" strike="noStrike">
              <a:solidFill>
                <a:schemeClr val="accent1"/>
              </a:solidFill>
              <a:latin typeface="Inter"/>
              <a:ea typeface="Inter"/>
              <a:cs typeface="Inter"/>
              <a:sym typeface="Inter"/>
            </a:endParaRPr>
          </a:p>
        </p:txBody>
      </p:sp>
      <p:sp>
        <p:nvSpPr>
          <p:cNvPr id="530" name="Google Shape;530;p1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pic>
        <p:nvPicPr>
          <p:cNvPr id="531" name="Google Shape;531;p12"/>
          <p:cNvPicPr preferRelativeResize="0"/>
          <p:nvPr/>
        </p:nvPicPr>
        <p:blipFill rotWithShape="1">
          <a:blip r:embed="rId3">
            <a:alphaModFix/>
          </a:blip>
          <a:srcRect b="0" l="0" r="0" t="0"/>
          <a:stretch/>
        </p:blipFill>
        <p:spPr>
          <a:xfrm>
            <a:off x="645136" y="653650"/>
            <a:ext cx="3675888" cy="2297430"/>
          </a:xfrm>
          <a:prstGeom prst="rect">
            <a:avLst/>
          </a:prstGeom>
          <a:noFill/>
          <a:ln>
            <a:noFill/>
          </a:ln>
        </p:spPr>
      </p:pic>
      <p:pic>
        <p:nvPicPr>
          <p:cNvPr id="532" name="Google Shape;532;p12"/>
          <p:cNvPicPr preferRelativeResize="0"/>
          <p:nvPr/>
        </p:nvPicPr>
        <p:blipFill rotWithShape="1">
          <a:blip r:embed="rId4">
            <a:alphaModFix/>
          </a:blip>
          <a:srcRect b="0" l="0" r="0" t="0"/>
          <a:stretch/>
        </p:blipFill>
        <p:spPr>
          <a:xfrm>
            <a:off x="5117711" y="2797337"/>
            <a:ext cx="3134076" cy="2350575"/>
          </a:xfrm>
          <a:prstGeom prst="rect">
            <a:avLst/>
          </a:prstGeom>
          <a:noFill/>
          <a:ln>
            <a:noFill/>
          </a:ln>
        </p:spPr>
      </p:pic>
      <p:pic>
        <p:nvPicPr>
          <p:cNvPr id="533" name="Google Shape;533;p12"/>
          <p:cNvPicPr preferRelativeResize="0"/>
          <p:nvPr/>
        </p:nvPicPr>
        <p:blipFill rotWithShape="1">
          <a:blip r:embed="rId5">
            <a:alphaModFix/>
          </a:blip>
          <a:srcRect b="0" l="0" r="0" t="0"/>
          <a:stretch/>
        </p:blipFill>
        <p:spPr>
          <a:xfrm>
            <a:off x="4503550" y="-4412"/>
            <a:ext cx="4362399" cy="2726550"/>
          </a:xfrm>
          <a:prstGeom prst="rect">
            <a:avLst/>
          </a:prstGeom>
          <a:noFill/>
          <a:ln>
            <a:noFill/>
          </a:ln>
        </p:spPr>
      </p:pic>
      <p:pic>
        <p:nvPicPr>
          <p:cNvPr id="534" name="Google Shape;534;p12"/>
          <p:cNvPicPr preferRelativeResize="0"/>
          <p:nvPr/>
        </p:nvPicPr>
        <p:blipFill rotWithShape="1">
          <a:blip r:embed="rId6">
            <a:alphaModFix/>
          </a:blip>
          <a:srcRect b="0" l="0" r="0" t="0"/>
          <a:stretch/>
        </p:blipFill>
        <p:spPr>
          <a:xfrm>
            <a:off x="645125" y="3142612"/>
            <a:ext cx="3675899" cy="1148731"/>
          </a:xfrm>
          <a:prstGeom prst="rect">
            <a:avLst/>
          </a:prstGeom>
          <a:noFill/>
          <a:ln>
            <a:noFill/>
          </a:ln>
        </p:spPr>
      </p:pic>
      <p:sp>
        <p:nvSpPr>
          <p:cNvPr id="535" name="Google Shape;535;p12"/>
          <p:cNvSpPr txBox="1"/>
          <p:nvPr/>
        </p:nvSpPr>
        <p:spPr>
          <a:xfrm>
            <a:off x="284850" y="133750"/>
            <a:ext cx="24495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000"/>
              <a:buFont typeface="Arial"/>
              <a:buNone/>
            </a:pPr>
            <a:r>
              <a:rPr b="1" i="0" lang="en" sz="3000" u="none" cap="none" strike="noStrike">
                <a:solidFill>
                  <a:schemeClr val="accent1"/>
                </a:solidFill>
                <a:latin typeface="Inter"/>
                <a:ea typeface="Inter"/>
                <a:cs typeface="Inter"/>
                <a:sym typeface="Inter"/>
              </a:rPr>
              <a:t>K = Best K</a:t>
            </a:r>
            <a:endParaRPr b="1" i="0" sz="3000" u="none" cap="none" strike="noStrike">
              <a:solidFill>
                <a:schemeClr val="accent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3"/>
          <p:cNvSpPr txBox="1"/>
          <p:nvPr/>
        </p:nvSpPr>
        <p:spPr>
          <a:xfrm rot="-5400000">
            <a:off x="-1435950" y="2376313"/>
            <a:ext cx="34416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Visual Outputs</a:t>
            </a:r>
            <a:endParaRPr b="1" i="0" sz="3600" u="none" cap="none" strike="noStrike">
              <a:solidFill>
                <a:schemeClr val="accent1"/>
              </a:solidFill>
              <a:latin typeface="Inter"/>
              <a:ea typeface="Inter"/>
              <a:cs typeface="Inter"/>
              <a:sym typeface="Inter"/>
            </a:endParaRPr>
          </a:p>
        </p:txBody>
      </p:sp>
      <p:sp>
        <p:nvSpPr>
          <p:cNvPr id="541" name="Google Shape;541;p1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pic>
        <p:nvPicPr>
          <p:cNvPr id="542" name="Google Shape;542;p13"/>
          <p:cNvPicPr preferRelativeResize="0"/>
          <p:nvPr/>
        </p:nvPicPr>
        <p:blipFill rotWithShape="1">
          <a:blip r:embed="rId3">
            <a:alphaModFix/>
          </a:blip>
          <a:srcRect b="0" l="0" r="0" t="0"/>
          <a:stretch/>
        </p:blipFill>
        <p:spPr>
          <a:xfrm>
            <a:off x="4939937" y="2545400"/>
            <a:ext cx="3749023" cy="2343149"/>
          </a:xfrm>
          <a:prstGeom prst="rect">
            <a:avLst/>
          </a:prstGeom>
          <a:noFill/>
          <a:ln>
            <a:noFill/>
          </a:ln>
        </p:spPr>
      </p:pic>
      <p:pic>
        <p:nvPicPr>
          <p:cNvPr id="543" name="Google Shape;543;p13"/>
          <p:cNvPicPr preferRelativeResize="0"/>
          <p:nvPr/>
        </p:nvPicPr>
        <p:blipFill rotWithShape="1">
          <a:blip r:embed="rId4">
            <a:alphaModFix/>
          </a:blip>
          <a:srcRect b="0" l="0" r="0" t="0"/>
          <a:stretch/>
        </p:blipFill>
        <p:spPr>
          <a:xfrm>
            <a:off x="4939924" y="147425"/>
            <a:ext cx="3749038" cy="2343149"/>
          </a:xfrm>
          <a:prstGeom prst="rect">
            <a:avLst/>
          </a:prstGeom>
          <a:noFill/>
          <a:ln>
            <a:noFill/>
          </a:ln>
        </p:spPr>
      </p:pic>
      <p:sp>
        <p:nvSpPr>
          <p:cNvPr id="544" name="Google Shape;544;p13"/>
          <p:cNvSpPr txBox="1"/>
          <p:nvPr/>
        </p:nvSpPr>
        <p:spPr>
          <a:xfrm>
            <a:off x="284850" y="214925"/>
            <a:ext cx="24495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000"/>
              <a:buFont typeface="Arial"/>
              <a:buNone/>
            </a:pPr>
            <a:r>
              <a:rPr b="1" i="0" lang="en" sz="3000" u="none" cap="none" strike="noStrike">
                <a:solidFill>
                  <a:schemeClr val="accent1"/>
                </a:solidFill>
                <a:latin typeface="Inter"/>
                <a:ea typeface="Inter"/>
                <a:cs typeface="Inter"/>
                <a:sym typeface="Inter"/>
              </a:rPr>
              <a:t>K = 15</a:t>
            </a:r>
            <a:endParaRPr b="1" i="0" sz="3000" u="none" cap="none" strike="noStrike">
              <a:solidFill>
                <a:schemeClr val="accent1"/>
              </a:solidFill>
              <a:latin typeface="Inter"/>
              <a:ea typeface="Inter"/>
              <a:cs typeface="Inter"/>
              <a:sym typeface="Inter"/>
            </a:endParaRPr>
          </a:p>
        </p:txBody>
      </p:sp>
      <p:pic>
        <p:nvPicPr>
          <p:cNvPr id="545" name="Google Shape;545;p13"/>
          <p:cNvPicPr preferRelativeResize="0"/>
          <p:nvPr/>
        </p:nvPicPr>
        <p:blipFill rotWithShape="1">
          <a:blip r:embed="rId5">
            <a:alphaModFix/>
          </a:blip>
          <a:srcRect b="0" l="0" r="0" t="0"/>
          <a:stretch/>
        </p:blipFill>
        <p:spPr>
          <a:xfrm>
            <a:off x="609525" y="666025"/>
            <a:ext cx="3829350" cy="2393325"/>
          </a:xfrm>
          <a:prstGeom prst="rect">
            <a:avLst/>
          </a:prstGeom>
          <a:noFill/>
          <a:ln>
            <a:noFill/>
          </a:ln>
        </p:spPr>
      </p:pic>
      <p:pic>
        <p:nvPicPr>
          <p:cNvPr id="546" name="Google Shape;546;p13"/>
          <p:cNvPicPr preferRelativeResize="0"/>
          <p:nvPr/>
        </p:nvPicPr>
        <p:blipFill rotWithShape="1">
          <a:blip r:embed="rId6">
            <a:alphaModFix/>
          </a:blip>
          <a:srcRect b="0" l="0" r="0" t="0"/>
          <a:stretch/>
        </p:blipFill>
        <p:spPr>
          <a:xfrm>
            <a:off x="585667" y="3474450"/>
            <a:ext cx="3877059" cy="12092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14"/>
          <p:cNvSpPr txBox="1"/>
          <p:nvPr/>
        </p:nvSpPr>
        <p:spPr>
          <a:xfrm rot="-5400000">
            <a:off x="-1435950" y="2376313"/>
            <a:ext cx="34416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Visual Outputs</a:t>
            </a:r>
            <a:endParaRPr b="1" i="0" sz="3600" u="none" cap="none" strike="noStrike">
              <a:solidFill>
                <a:schemeClr val="accent1"/>
              </a:solidFill>
              <a:latin typeface="Inter"/>
              <a:ea typeface="Inter"/>
              <a:cs typeface="Inter"/>
              <a:sym typeface="Inter"/>
            </a:endParaRPr>
          </a:p>
        </p:txBody>
      </p:sp>
      <p:sp>
        <p:nvSpPr>
          <p:cNvPr id="552" name="Google Shape;552;p14"/>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553" name="Google Shape;553;p14"/>
          <p:cNvSpPr txBox="1"/>
          <p:nvPr/>
        </p:nvSpPr>
        <p:spPr>
          <a:xfrm>
            <a:off x="284850" y="214925"/>
            <a:ext cx="2449500" cy="519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000"/>
              <a:buFont typeface="Arial"/>
              <a:buNone/>
            </a:pPr>
            <a:r>
              <a:rPr b="1" i="0" lang="en" sz="3000" u="none" cap="none" strike="noStrike">
                <a:solidFill>
                  <a:schemeClr val="accent1"/>
                </a:solidFill>
                <a:latin typeface="Inter"/>
                <a:ea typeface="Inter"/>
                <a:cs typeface="Inter"/>
                <a:sym typeface="Inter"/>
              </a:rPr>
              <a:t>K = 15</a:t>
            </a:r>
            <a:endParaRPr b="1" i="0" sz="3000" u="none" cap="none" strike="noStrike">
              <a:solidFill>
                <a:schemeClr val="accent1"/>
              </a:solidFill>
              <a:latin typeface="Inter"/>
              <a:ea typeface="Inter"/>
              <a:cs typeface="Inter"/>
              <a:sym typeface="Inter"/>
            </a:endParaRPr>
          </a:p>
        </p:txBody>
      </p:sp>
      <p:pic>
        <p:nvPicPr>
          <p:cNvPr id="554" name="Google Shape;554;p14"/>
          <p:cNvPicPr preferRelativeResize="0"/>
          <p:nvPr/>
        </p:nvPicPr>
        <p:blipFill rotWithShape="1">
          <a:blip r:embed="rId3">
            <a:alphaModFix/>
          </a:blip>
          <a:srcRect b="0" l="0" r="0" t="0"/>
          <a:stretch/>
        </p:blipFill>
        <p:spPr>
          <a:xfrm>
            <a:off x="688903" y="734825"/>
            <a:ext cx="3680331" cy="2306349"/>
          </a:xfrm>
          <a:prstGeom prst="rect">
            <a:avLst/>
          </a:prstGeom>
          <a:noFill/>
          <a:ln>
            <a:noFill/>
          </a:ln>
        </p:spPr>
      </p:pic>
      <p:pic>
        <p:nvPicPr>
          <p:cNvPr id="555" name="Google Shape;555;p14"/>
          <p:cNvPicPr preferRelativeResize="0"/>
          <p:nvPr/>
        </p:nvPicPr>
        <p:blipFill rotWithShape="1">
          <a:blip r:embed="rId4">
            <a:alphaModFix/>
          </a:blip>
          <a:srcRect b="0" l="0" r="0" t="0"/>
          <a:stretch/>
        </p:blipFill>
        <p:spPr>
          <a:xfrm>
            <a:off x="5125976" y="2822626"/>
            <a:ext cx="3136392" cy="2352294"/>
          </a:xfrm>
          <a:prstGeom prst="rect">
            <a:avLst/>
          </a:prstGeom>
          <a:noFill/>
          <a:ln>
            <a:noFill/>
          </a:ln>
        </p:spPr>
      </p:pic>
      <p:pic>
        <p:nvPicPr>
          <p:cNvPr id="556" name="Google Shape;556;p14"/>
          <p:cNvPicPr preferRelativeResize="0"/>
          <p:nvPr/>
        </p:nvPicPr>
        <p:blipFill rotWithShape="1">
          <a:blip r:embed="rId5">
            <a:alphaModFix/>
          </a:blip>
          <a:srcRect b="0" l="0" r="0" t="0"/>
          <a:stretch/>
        </p:blipFill>
        <p:spPr>
          <a:xfrm>
            <a:off x="4513328" y="0"/>
            <a:ext cx="4361687" cy="2700534"/>
          </a:xfrm>
          <a:prstGeom prst="rect">
            <a:avLst/>
          </a:prstGeom>
          <a:noFill/>
          <a:ln>
            <a:noFill/>
          </a:ln>
        </p:spPr>
      </p:pic>
      <p:pic>
        <p:nvPicPr>
          <p:cNvPr id="557" name="Google Shape;557;p14"/>
          <p:cNvPicPr preferRelativeResize="0"/>
          <p:nvPr/>
        </p:nvPicPr>
        <p:blipFill rotWithShape="1">
          <a:blip r:embed="rId6">
            <a:alphaModFix/>
          </a:blip>
          <a:srcRect b="0" l="0" r="0" t="0"/>
          <a:stretch/>
        </p:blipFill>
        <p:spPr>
          <a:xfrm>
            <a:off x="674725" y="3199978"/>
            <a:ext cx="3708652" cy="115709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15"/>
          <p:cNvSpPr txBox="1"/>
          <p:nvPr/>
        </p:nvSpPr>
        <p:spPr>
          <a:xfrm>
            <a:off x="283850" y="120100"/>
            <a:ext cx="8572800" cy="6597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Initial Experimental Results</a:t>
            </a:r>
            <a:endParaRPr b="1" i="0" sz="3600" u="none" cap="none" strike="noStrike">
              <a:solidFill>
                <a:schemeClr val="accent1"/>
              </a:solidFill>
              <a:latin typeface="Inter"/>
              <a:ea typeface="Inter"/>
              <a:cs typeface="Inter"/>
              <a:sym typeface="Inter"/>
            </a:endParaRPr>
          </a:p>
        </p:txBody>
      </p:sp>
      <p:graphicFrame>
        <p:nvGraphicFramePr>
          <p:cNvPr id="563" name="Google Shape;563;p15"/>
          <p:cNvGraphicFramePr/>
          <p:nvPr/>
        </p:nvGraphicFramePr>
        <p:xfrm>
          <a:off x="160875" y="650638"/>
          <a:ext cx="3000000" cy="3000000"/>
        </p:xfrm>
        <a:graphic>
          <a:graphicData uri="http://schemas.openxmlformats.org/drawingml/2006/table">
            <a:tbl>
              <a:tblPr>
                <a:noFill/>
                <a:tableStyleId>{903CCCBB-0292-433E-926E-5255B9072C96}</a:tableStyleId>
              </a:tblPr>
              <a:tblGrid>
                <a:gridCol w="2947400"/>
                <a:gridCol w="2947400"/>
                <a:gridCol w="2947400"/>
              </a:tblGrid>
              <a:tr h="4201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Cluster Visualization</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Metric Scores (MAL - Critics)</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Qualitative Findings </a:t>
                      </a:r>
                      <a:endParaRPr b="1" sz="1400" u="none" cap="none" strike="noStrike">
                        <a:solidFill>
                          <a:schemeClr val="dk1"/>
                        </a:solidFill>
                        <a:latin typeface="Inter"/>
                        <a:ea typeface="Inter"/>
                        <a:cs typeface="Inter"/>
                        <a:sym typeface="Inter"/>
                      </a:endParaRPr>
                    </a:p>
                  </a:txBody>
                  <a:tcPr marT="91425" marB="91425" marR="91425" marL="91425"/>
                </a:tc>
              </a:tr>
              <a:tr h="6146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Well Regarded by Critics and MAL</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0.14</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Re:Zero, Steins;Gate, Toradora!</a:t>
                      </a:r>
                      <a:endParaRPr b="1" sz="1400" u="none" cap="none" strike="noStrike">
                        <a:solidFill>
                          <a:schemeClr val="dk1"/>
                        </a:solidFill>
                        <a:latin typeface="Inter"/>
                        <a:ea typeface="Inter"/>
                        <a:cs typeface="Inter"/>
                        <a:sym typeface="Inter"/>
                      </a:endParaRPr>
                    </a:p>
                  </a:txBody>
                  <a:tcPr marT="91425" marB="91425" marR="91425" marL="91425"/>
                </a:tc>
              </a:tr>
              <a:tr h="50495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Recent high-rated/ mainstream</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0.01</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Jujutsu Kaisen, Dr.Stone</a:t>
                      </a:r>
                      <a:endParaRPr b="1" sz="1400" u="none" cap="none" strike="noStrike">
                        <a:solidFill>
                          <a:schemeClr val="dk1"/>
                        </a:solidFill>
                        <a:latin typeface="Inter"/>
                        <a:ea typeface="Inter"/>
                        <a:cs typeface="Inter"/>
                        <a:sym typeface="Inter"/>
                      </a:endParaRPr>
                    </a:p>
                  </a:txBody>
                  <a:tcPr marT="91425" marB="91425" marR="91425" marL="91425"/>
                </a:tc>
              </a:tr>
              <a:tr h="4040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Classic with high critic</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-0.18</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Cowboy Bebop</a:t>
                      </a:r>
                      <a:endParaRPr b="1" sz="1400" u="none" cap="none" strike="noStrike">
                        <a:solidFill>
                          <a:schemeClr val="dk1"/>
                        </a:solidFill>
                        <a:latin typeface="Inter"/>
                        <a:ea typeface="Inter"/>
                        <a:cs typeface="Inter"/>
                        <a:sym typeface="Inter"/>
                      </a:endParaRPr>
                    </a:p>
                  </a:txBody>
                  <a:tcPr marT="91425" marB="91425" marR="91425" marL="91425"/>
                </a:tc>
              </a:tr>
              <a:tr h="4040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Divisive Series</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-0.16</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Fairy Tail, Akame Ga Kill!</a:t>
                      </a:r>
                      <a:endParaRPr b="1" sz="1400" u="none" cap="none" strike="noStrike">
                        <a:solidFill>
                          <a:schemeClr val="dk1"/>
                        </a:solidFill>
                        <a:latin typeface="Inter"/>
                        <a:ea typeface="Inter"/>
                        <a:cs typeface="Inter"/>
                        <a:sym typeface="Inter"/>
                      </a:endParaRPr>
                    </a:p>
                  </a:txBody>
                  <a:tcPr marT="91425" marB="91425" marR="91425" marL="91425"/>
                </a:tc>
              </a:tr>
              <a:tr h="4040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Iconic/ Long running franchises</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-0.41</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One Piece and Dragon Ball Z</a:t>
                      </a:r>
                      <a:endParaRPr b="1" sz="1400" u="none" cap="none" strike="noStrike">
                        <a:solidFill>
                          <a:schemeClr val="dk1"/>
                        </a:solidFill>
                        <a:latin typeface="Inter"/>
                        <a:ea typeface="Inter"/>
                        <a:cs typeface="Inter"/>
                        <a:sym typeface="Inter"/>
                      </a:endParaRPr>
                    </a:p>
                  </a:txBody>
                  <a:tcPr marT="91425" marB="91425" marR="91425" marL="91425"/>
                </a:tc>
              </a:tr>
              <a:tr h="4040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Universally acclaimed master-piece</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-0.13</a:t>
                      </a:r>
                      <a:endParaRPr b="1" sz="1400" u="none" cap="none" strike="noStrike">
                        <a:solidFill>
                          <a:schemeClr val="dk1"/>
                        </a:solidFill>
                        <a:latin typeface="Inter"/>
                        <a:ea typeface="Inter"/>
                        <a:cs typeface="Inter"/>
                        <a:sym typeface="Inte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Inter"/>
                          <a:ea typeface="Inter"/>
                          <a:cs typeface="Inter"/>
                          <a:sym typeface="Inter"/>
                        </a:rPr>
                        <a:t>Fullmetal Alchemist: Brotherhood</a:t>
                      </a:r>
                      <a:endParaRPr b="1" sz="1400" u="none" cap="none" strike="noStrike">
                        <a:solidFill>
                          <a:schemeClr val="dk1"/>
                        </a:solidFill>
                        <a:latin typeface="Inter"/>
                        <a:ea typeface="Inter"/>
                        <a:cs typeface="Inter"/>
                        <a:sym typeface="Inter"/>
                      </a:endParaRPr>
                    </a:p>
                  </a:txBody>
                  <a:tcPr marT="91425" marB="91425" marR="91425" marL="91425"/>
                </a:tc>
              </a:tr>
            </a:tbl>
          </a:graphicData>
        </a:graphic>
      </p:graphicFrame>
      <p:sp>
        <p:nvSpPr>
          <p:cNvPr id="564" name="Google Shape;564;p15"/>
          <p:cNvSpPr txBox="1"/>
          <p:nvPr/>
        </p:nvSpPr>
        <p:spPr>
          <a:xfrm>
            <a:off x="249475" y="4023175"/>
            <a:ext cx="8572800" cy="8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Inter"/>
                <a:ea typeface="Inter"/>
                <a:cs typeface="Inter"/>
                <a:sym typeface="Inter"/>
              </a:rPr>
              <a:t>The remaining questions are:</a:t>
            </a:r>
            <a:endParaRPr b="1" i="0" sz="1200" u="none" cap="none" strike="noStrike">
              <a:solidFill>
                <a:schemeClr val="dk1"/>
              </a:solidFill>
              <a:latin typeface="Inter"/>
              <a:ea typeface="Inter"/>
              <a:cs typeface="Inter"/>
              <a:sym typeface="Inter"/>
            </a:endParaRPr>
          </a:p>
          <a:p>
            <a:pPr indent="-304800" lvl="0" marL="457200" marR="0" rtl="0" algn="l">
              <a:lnSpc>
                <a:spcPct val="100000"/>
              </a:lnSpc>
              <a:spcBef>
                <a:spcPts val="0"/>
              </a:spcBef>
              <a:spcAft>
                <a:spcPts val="0"/>
              </a:spcAft>
              <a:buClr>
                <a:schemeClr val="dk1"/>
              </a:buClr>
              <a:buSzPts val="1200"/>
              <a:buFont typeface="Inter"/>
              <a:buChar char="-"/>
            </a:pPr>
            <a:r>
              <a:rPr b="1" i="0" lang="en" sz="1200" u="none" cap="none" strike="noStrike">
                <a:solidFill>
                  <a:schemeClr val="dk1"/>
                </a:solidFill>
                <a:latin typeface="Inter"/>
                <a:ea typeface="Inter"/>
                <a:cs typeface="Inter"/>
                <a:sym typeface="Inter"/>
              </a:rPr>
              <a:t>How would the clusters look like if we had used different open-source critic sources (Rotten Tomatoes)?</a:t>
            </a:r>
            <a:endParaRPr b="1" i="0" sz="1200" u="none" cap="none" strike="noStrike">
              <a:solidFill>
                <a:schemeClr val="dk1"/>
              </a:solidFill>
              <a:latin typeface="Inter"/>
              <a:ea typeface="Inter"/>
              <a:cs typeface="Inter"/>
              <a:sym typeface="Inter"/>
            </a:endParaRPr>
          </a:p>
          <a:p>
            <a:pPr indent="-304800" lvl="0" marL="457200" marR="0" rtl="0" algn="l">
              <a:lnSpc>
                <a:spcPct val="100000"/>
              </a:lnSpc>
              <a:spcBef>
                <a:spcPts val="0"/>
              </a:spcBef>
              <a:spcAft>
                <a:spcPts val="0"/>
              </a:spcAft>
              <a:buClr>
                <a:schemeClr val="dk1"/>
              </a:buClr>
              <a:buSzPts val="1200"/>
              <a:buFont typeface="Inter"/>
              <a:buChar char="-"/>
            </a:pPr>
            <a:r>
              <a:rPr b="1" i="0" lang="en" sz="1200" u="none" cap="none" strike="noStrike">
                <a:solidFill>
                  <a:schemeClr val="dk1"/>
                </a:solidFill>
                <a:latin typeface="Inter"/>
                <a:ea typeface="Inter"/>
                <a:cs typeface="Inter"/>
                <a:sym typeface="Inter"/>
              </a:rPr>
              <a:t>Would a bigger dataset with more anime titles affect the overall spread of the clusters?</a:t>
            </a:r>
            <a:endParaRPr b="1" i="0" sz="1200" u="none" cap="none" strike="noStrike">
              <a:solidFill>
                <a:schemeClr val="dk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6"/>
          <p:cNvSpPr txBox="1"/>
          <p:nvPr/>
        </p:nvSpPr>
        <p:spPr>
          <a:xfrm>
            <a:off x="284850" y="286800"/>
            <a:ext cx="8472300" cy="6090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000000"/>
              </a:buClr>
              <a:buSzPts val="3600"/>
              <a:buFont typeface="Arial"/>
              <a:buNone/>
            </a:pPr>
            <a:r>
              <a:rPr b="1" i="0" lang="en" sz="3600" u="none" cap="none" strike="noStrike">
                <a:solidFill>
                  <a:schemeClr val="accent1"/>
                </a:solidFill>
                <a:latin typeface="Inter"/>
                <a:ea typeface="Inter"/>
                <a:cs typeface="Inter"/>
                <a:sym typeface="Inter"/>
              </a:rPr>
              <a:t>GitHub Repository </a:t>
            </a:r>
            <a:endParaRPr b="1" i="0" sz="3600" u="none" cap="none" strike="noStrike">
              <a:solidFill>
                <a:schemeClr val="accent1"/>
              </a:solidFill>
              <a:latin typeface="Inter"/>
              <a:ea typeface="Inter"/>
              <a:cs typeface="Inter"/>
              <a:sym typeface="Inter"/>
            </a:endParaRPr>
          </a:p>
        </p:txBody>
      </p:sp>
      <p:sp>
        <p:nvSpPr>
          <p:cNvPr id="570" name="Google Shape;570;p16"/>
          <p:cNvSpPr txBox="1"/>
          <p:nvPr/>
        </p:nvSpPr>
        <p:spPr>
          <a:xfrm>
            <a:off x="-125" y="895875"/>
            <a:ext cx="9144000" cy="3488100"/>
          </a:xfrm>
          <a:prstGeom prst="rect">
            <a:avLst/>
          </a:prstGeom>
          <a:solidFill>
            <a:schemeClr val="accent1"/>
          </a:solid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GitHub Repository Link: </a:t>
            </a:r>
            <a:endParaRPr b="1" i="0" sz="1600" u="none" cap="none" strike="noStrike">
              <a:solidFill>
                <a:schemeClr val="lt1"/>
              </a:solidFill>
              <a:latin typeface="Inter"/>
              <a:ea typeface="Inter"/>
              <a:cs typeface="Inter"/>
              <a:sym typeface="Inter"/>
            </a:endParaRPr>
          </a:p>
          <a:p>
            <a:pPr indent="457200" lvl="0" marL="0" marR="0" rtl="0" algn="l">
              <a:lnSpc>
                <a:spcPct val="115000"/>
              </a:lnSpc>
              <a:spcBef>
                <a:spcPts val="0"/>
              </a:spcBef>
              <a:spcAft>
                <a:spcPts val="0"/>
              </a:spcAft>
              <a:buClr>
                <a:srgbClr val="000000"/>
              </a:buClr>
              <a:buSzPts val="1600"/>
              <a:buFont typeface="Arial"/>
              <a:buNone/>
            </a:pPr>
            <a:r>
              <a:rPr lang="en" sz="1600" u="sng">
                <a:solidFill>
                  <a:schemeClr val="hlink"/>
                </a:solidFill>
                <a:hlinkClick r:id="rId3"/>
              </a:rPr>
              <a:t>https://github.com/CocoCat0/ML_Anime_Ratings_Predictor</a:t>
            </a:r>
            <a:endParaRPr b="0" i="0" sz="16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600"/>
              <a:buFont typeface="Arial"/>
              <a:buNone/>
            </a:pPr>
            <a:r>
              <a:t/>
            </a:r>
            <a:endParaRPr b="1" i="0" sz="1600" u="none" cap="none" strike="noStrike">
              <a:solidFill>
                <a:schemeClr val="lt1"/>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lt1"/>
                </a:solidFill>
                <a:latin typeface="Inter"/>
                <a:ea typeface="Inter"/>
                <a:cs typeface="Inter"/>
                <a:sym typeface="Inter"/>
              </a:rPr>
              <a:t>GitHub Report Webpage: </a:t>
            </a:r>
            <a:endParaRPr b="1" i="0" sz="1600" u="none" cap="none" strike="noStrike">
              <a:solidFill>
                <a:schemeClr val="lt1"/>
              </a:solidFill>
              <a:latin typeface="Inter"/>
              <a:ea typeface="Inter"/>
              <a:cs typeface="Inter"/>
              <a:sym typeface="Inter"/>
            </a:endParaRPr>
          </a:p>
          <a:p>
            <a:pPr indent="457200" lvl="0" marL="0" marR="0" rtl="0" algn="l">
              <a:lnSpc>
                <a:spcPct val="115000"/>
              </a:lnSpc>
              <a:spcBef>
                <a:spcPts val="0"/>
              </a:spcBef>
              <a:spcAft>
                <a:spcPts val="0"/>
              </a:spcAft>
              <a:buClr>
                <a:schemeClr val="lt1"/>
              </a:buClr>
              <a:buSzPts val="1100"/>
              <a:buFont typeface="Arial"/>
              <a:buNone/>
            </a:pPr>
            <a:r>
              <a:rPr lang="en" sz="1600" u="sng">
                <a:solidFill>
                  <a:schemeClr val="hlink"/>
                </a:solidFill>
                <a:latin typeface="Inter"/>
                <a:ea typeface="Inter"/>
                <a:cs typeface="Inter"/>
                <a:sym typeface="Inter"/>
                <a:hlinkClick r:id="rId4"/>
              </a:rPr>
              <a:t>https://cococat0.github.io/ML_Anime_Ratings_Predictor/main-project/output/index.html</a:t>
            </a:r>
            <a:r>
              <a:rPr b="0" i="0" lang="en" sz="1600" u="sng" cap="none" strike="noStrike">
                <a:solidFill>
                  <a:schemeClr val="hlink"/>
                </a:solidFill>
                <a:latin typeface="Inter"/>
                <a:ea typeface="Inter"/>
                <a:cs typeface="Inter"/>
                <a:sym typeface="Inter"/>
                <a:hlinkClick r:id="rId5"/>
              </a:rPr>
              <a:t> </a:t>
            </a:r>
            <a:endParaRPr b="0" i="0" sz="1600" u="none" cap="none" strike="noStrike">
              <a:solidFill>
                <a:schemeClr val="lt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7"/>
          <p:cNvSpPr txBox="1"/>
          <p:nvPr>
            <p:ph type="title"/>
          </p:nvPr>
        </p:nvSpPr>
        <p:spPr>
          <a:xfrm>
            <a:off x="2619013" y="1598775"/>
            <a:ext cx="3683400" cy="922500"/>
          </a:xfrm>
          <a:prstGeom prst="rect">
            <a:avLst/>
          </a:prstGeom>
          <a:noFill/>
          <a:ln>
            <a:noFill/>
          </a:ln>
        </p:spPr>
        <p:txBody>
          <a:bodyPr anchorCtr="0" anchor="t" bIns="91425" lIns="0" spcFirstLastPara="1" rIns="91425" wrap="square" tIns="91425">
            <a:noAutofit/>
          </a:bodyPr>
          <a:lstStyle/>
          <a:p>
            <a:pPr indent="0" lvl="0" marL="0" rtl="0" algn="l">
              <a:lnSpc>
                <a:spcPct val="70000"/>
              </a:lnSpc>
              <a:spcBef>
                <a:spcPts val="0"/>
              </a:spcBef>
              <a:spcAft>
                <a:spcPts val="0"/>
              </a:spcAft>
              <a:buSzPts val="5000"/>
              <a:buNone/>
            </a:pPr>
            <a:r>
              <a:rPr b="1" lang="en" sz="5000">
                <a:solidFill>
                  <a:schemeClr val="accent1"/>
                </a:solidFill>
              </a:rPr>
              <a:t>Thank you!</a:t>
            </a:r>
            <a:endParaRPr b="1" sz="5000">
              <a:solidFill>
                <a:schemeClr val="accent1"/>
              </a:solidFill>
            </a:endParaRPr>
          </a:p>
        </p:txBody>
      </p:sp>
      <p:sp>
        <p:nvSpPr>
          <p:cNvPr id="576" name="Google Shape;576;p17"/>
          <p:cNvSpPr txBox="1"/>
          <p:nvPr/>
        </p:nvSpPr>
        <p:spPr>
          <a:xfrm>
            <a:off x="1606200" y="3067875"/>
            <a:ext cx="6287400" cy="77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Inter"/>
                <a:ea typeface="Inter"/>
                <a:cs typeface="Inter"/>
                <a:sym typeface="Inter"/>
              </a:rPr>
              <a:t>Any Questions or Feedback?</a:t>
            </a:r>
            <a:endParaRPr b="1" i="0" sz="3000" u="none" cap="none" strike="noStrike">
              <a:solidFill>
                <a:schemeClr val="dk1"/>
              </a:solidFill>
              <a:latin typeface="Inter"/>
              <a:ea typeface="Inter"/>
              <a:cs typeface="Inter"/>
              <a:sym typeface="Inter"/>
            </a:endParaRPr>
          </a:p>
        </p:txBody>
      </p:sp>
      <p:sp>
        <p:nvSpPr>
          <p:cNvPr id="577" name="Google Shape;577;p17"/>
          <p:cNvSpPr/>
          <p:nvPr/>
        </p:nvSpPr>
        <p:spPr>
          <a:xfrm>
            <a:off x="6918600" y="2903350"/>
            <a:ext cx="580200" cy="277200"/>
          </a:xfrm>
          <a:prstGeom prst="wedgeEllipseCallout">
            <a:avLst>
              <a:gd fmla="val -20833" name="adj1"/>
              <a:gd fmla="val 6250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8" name="Google Shape;578;p17"/>
          <p:cNvSpPr/>
          <p:nvPr/>
        </p:nvSpPr>
        <p:spPr>
          <a:xfrm>
            <a:off x="907700" y="21175"/>
            <a:ext cx="1659200" cy="1117375"/>
          </a:xfrm>
          <a:prstGeom prst="flowChartInputOutpu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9" name="Google Shape;579;p17"/>
          <p:cNvSpPr/>
          <p:nvPr/>
        </p:nvSpPr>
        <p:spPr>
          <a:xfrm>
            <a:off x="3682475" y="21186"/>
            <a:ext cx="1659200" cy="1117364"/>
          </a:xfrm>
          <a:prstGeom prst="flowChartInputOutpu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0" name="Google Shape;580;p17"/>
          <p:cNvSpPr/>
          <p:nvPr/>
        </p:nvSpPr>
        <p:spPr>
          <a:xfrm>
            <a:off x="6457250" y="21186"/>
            <a:ext cx="1659200" cy="1117364"/>
          </a:xfrm>
          <a:prstGeom prst="flowChartInputOutpu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1" name="Google Shape;581;p17"/>
          <p:cNvSpPr/>
          <p:nvPr/>
        </p:nvSpPr>
        <p:spPr>
          <a:xfrm flipH="1">
            <a:off x="1027850" y="2903350"/>
            <a:ext cx="715800" cy="277200"/>
          </a:xfrm>
          <a:prstGeom prst="cloudCallout">
            <a:avLst>
              <a:gd fmla="val -20833" name="adj1"/>
              <a:gd fmla="val 625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pic>
        <p:nvPicPr>
          <p:cNvPr descr="a cartoon character with red hair and big eyes is making a funny face (Provided by Tenor)" id="582" name="Google Shape;582;p17"/>
          <p:cNvPicPr preferRelativeResize="0"/>
          <p:nvPr/>
        </p:nvPicPr>
        <p:blipFill rotWithShape="1">
          <a:blip r:embed="rId3">
            <a:alphaModFix/>
          </a:blip>
          <a:srcRect b="0" l="0" r="0" t="0"/>
          <a:stretch/>
        </p:blipFill>
        <p:spPr>
          <a:xfrm>
            <a:off x="3559900" y="3545150"/>
            <a:ext cx="2380010" cy="1598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gtEl>
                                        <p:attrNameLst>
                                          <p:attrName>style.visibility</p:attrName>
                                        </p:attrNameLst>
                                      </p:cBhvr>
                                      <p:to>
                                        <p:strVal val="visible"/>
                                      </p:to>
                                    </p:set>
                                    <p:anim calcmode="lin" valueType="num">
                                      <p:cBhvr additive="base">
                                        <p:cTn dur="5000"/>
                                        <p:tgtEl>
                                          <p:spTgt spid="5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0"/>
                                        <p:tgtEl>
                                          <p:spTgt spid="582"/>
                                        </p:tgtEl>
                                        <p:attrNameLst>
                                          <p:attrName>ppt_y</p:attrName>
                                        </p:attrNameLst>
                                      </p:cBhvr>
                                      <p:tavLst>
                                        <p:tav fmla="" tm="0">
                                          <p:val>
                                            <p:strVal val="#ppt_y"/>
                                          </p:val>
                                        </p:tav>
                                        <p:tav fmla="" tm="100000">
                                          <p:val>
                                            <p:strVal val="#ppt_y+1"/>
                                          </p:val>
                                        </p:tav>
                                      </p:tavLst>
                                    </p:anim>
                                    <p:set>
                                      <p:cBhvr>
                                        <p:cTn dur="1" fill="hold">
                                          <p:stCondLst>
                                            <p:cond delay="5000"/>
                                          </p:stCondLst>
                                        </p:cTn>
                                        <p:tgtEl>
                                          <p:spTgt spid="5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