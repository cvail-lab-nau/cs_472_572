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9"/>
  </p:notesMasterIdLst>
  <p:sldIdLst>
    <p:sldId id="267" r:id="rId3"/>
    <p:sldId id="266" r:id="rId4"/>
    <p:sldId id="282" r:id="rId5"/>
    <p:sldId id="279" r:id="rId6"/>
    <p:sldId id="271" r:id="rId7"/>
    <p:sldId id="283" r:id="rId8"/>
    <p:sldId id="284" r:id="rId9"/>
    <p:sldId id="288" r:id="rId10"/>
    <p:sldId id="289" r:id="rId11"/>
    <p:sldId id="280" r:id="rId12"/>
    <p:sldId id="274" r:id="rId13"/>
    <p:sldId id="275" r:id="rId14"/>
    <p:sldId id="277" r:id="rId15"/>
    <p:sldId id="285" r:id="rId16"/>
    <p:sldId id="287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CB5164-117B-6D45-A6E2-C00EDC57147E}" v="100" dt="2026-05-04T23:30:25.662"/>
    <p1510:client id="{67C3D6FB-D0B0-4F3F-1CC2-5768D877311F}" v="19" dt="2026-05-04T17:37:26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86288"/>
  </p:normalViewPr>
  <p:slideViewPr>
    <p:cSldViewPr snapToGrid="0">
      <p:cViewPr varScale="1">
        <p:scale>
          <a:sx n="107" d="100"/>
          <a:sy n="107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C688F8-E2E6-4D2F-8525-7734EF836C3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7BD67E8-080C-4C47-A8BA-4DE7E761767F}">
      <dgm:prSet/>
      <dgm:spPr/>
      <dgm:t>
        <a:bodyPr/>
        <a:lstStyle/>
        <a:p>
          <a:pPr>
            <a:defRPr cap="all"/>
          </a:pPr>
          <a:r>
            <a:rPr lang="en-US"/>
            <a:t>High-dimensional images are expensive to store and process</a:t>
          </a:r>
        </a:p>
      </dgm:t>
    </dgm:pt>
    <dgm:pt modelId="{184F918C-73D0-430B-A3FC-60D9ED047CAC}" type="parTrans" cxnId="{2A1191EA-9D8C-4BD1-8A1A-369E632202C8}">
      <dgm:prSet/>
      <dgm:spPr/>
      <dgm:t>
        <a:bodyPr/>
        <a:lstStyle/>
        <a:p>
          <a:endParaRPr lang="en-US"/>
        </a:p>
      </dgm:t>
    </dgm:pt>
    <dgm:pt modelId="{52A12D4E-18A5-4FDA-BCB3-F9E8688F0CDB}" type="sibTrans" cxnId="{2A1191EA-9D8C-4BD1-8A1A-369E632202C8}">
      <dgm:prSet/>
      <dgm:spPr/>
      <dgm:t>
        <a:bodyPr/>
        <a:lstStyle/>
        <a:p>
          <a:endParaRPr lang="en-US"/>
        </a:p>
      </dgm:t>
    </dgm:pt>
    <dgm:pt modelId="{9AAEC494-4997-4B62-B9F2-5916FF8C8291}">
      <dgm:prSet/>
      <dgm:spPr/>
      <dgm:t>
        <a:bodyPr/>
        <a:lstStyle/>
        <a:p>
          <a:pPr>
            <a:defRPr cap="all"/>
          </a:pPr>
          <a:r>
            <a:rPr lang="en-US"/>
            <a:t>Dimensionality reduction compresses images into smaller representations</a:t>
          </a:r>
        </a:p>
      </dgm:t>
    </dgm:pt>
    <dgm:pt modelId="{AB5B9580-6177-4027-99B6-7443834A8404}" type="parTrans" cxnId="{DF21812B-76A5-41C9-ABB4-639D825E2466}">
      <dgm:prSet/>
      <dgm:spPr/>
      <dgm:t>
        <a:bodyPr/>
        <a:lstStyle/>
        <a:p>
          <a:endParaRPr lang="en-US"/>
        </a:p>
      </dgm:t>
    </dgm:pt>
    <dgm:pt modelId="{30DAAC08-E46C-4B21-A0F4-6AAD0C9B0615}" type="sibTrans" cxnId="{DF21812B-76A5-41C9-ABB4-639D825E2466}">
      <dgm:prSet/>
      <dgm:spPr/>
      <dgm:t>
        <a:bodyPr/>
        <a:lstStyle/>
        <a:p>
          <a:endParaRPr lang="en-US"/>
        </a:p>
      </dgm:t>
    </dgm:pt>
    <dgm:pt modelId="{5B42E15B-29E7-446C-8803-873B7E5ED517}">
      <dgm:prSet/>
      <dgm:spPr/>
      <dgm:t>
        <a:bodyPr/>
        <a:lstStyle/>
        <a:p>
          <a:pPr>
            <a:defRPr cap="all"/>
          </a:pPr>
          <a:r>
            <a:rPr lang="en-US"/>
            <a:t>PCA is classical &amp; linear</a:t>
          </a:r>
        </a:p>
      </dgm:t>
    </dgm:pt>
    <dgm:pt modelId="{F6159C12-BF09-47F1-B9EB-1A892D800C8D}" type="parTrans" cxnId="{5D2612A5-902C-4428-B995-AA5CD870E4D1}">
      <dgm:prSet/>
      <dgm:spPr/>
      <dgm:t>
        <a:bodyPr/>
        <a:lstStyle/>
        <a:p>
          <a:endParaRPr lang="en-US"/>
        </a:p>
      </dgm:t>
    </dgm:pt>
    <dgm:pt modelId="{C3B30F73-01B5-4590-8F11-335BD6AC7219}" type="sibTrans" cxnId="{5D2612A5-902C-4428-B995-AA5CD870E4D1}">
      <dgm:prSet/>
      <dgm:spPr/>
      <dgm:t>
        <a:bodyPr/>
        <a:lstStyle/>
        <a:p>
          <a:endParaRPr lang="en-US"/>
        </a:p>
      </dgm:t>
    </dgm:pt>
    <dgm:pt modelId="{40FEFE3E-8682-4281-B611-16AFEFB2238A}">
      <dgm:prSet/>
      <dgm:spPr/>
      <dgm:t>
        <a:bodyPr/>
        <a:lstStyle/>
        <a:p>
          <a:pPr>
            <a:defRPr cap="all"/>
          </a:pPr>
          <a:r>
            <a:rPr lang="en-US"/>
            <a:t>Autoencoders are neural &amp; nonlinear</a:t>
          </a:r>
        </a:p>
      </dgm:t>
    </dgm:pt>
    <dgm:pt modelId="{9B8A426C-DEFC-40B8-8B8A-D46DA60EBBBE}" type="parTrans" cxnId="{E3C2C827-1665-4E27-88EC-E97BE0ACD7D6}">
      <dgm:prSet/>
      <dgm:spPr/>
      <dgm:t>
        <a:bodyPr/>
        <a:lstStyle/>
        <a:p>
          <a:endParaRPr lang="en-US"/>
        </a:p>
      </dgm:t>
    </dgm:pt>
    <dgm:pt modelId="{8F5C579F-B84D-4FB2-9BBA-E7654ECC2121}" type="sibTrans" cxnId="{E3C2C827-1665-4E27-88EC-E97BE0ACD7D6}">
      <dgm:prSet/>
      <dgm:spPr/>
      <dgm:t>
        <a:bodyPr/>
        <a:lstStyle/>
        <a:p>
          <a:endParaRPr lang="en-US"/>
        </a:p>
      </dgm:t>
    </dgm:pt>
    <dgm:pt modelId="{F91F16B7-6392-4B16-8638-6EAFE13EA0DB}">
      <dgm:prSet/>
      <dgm:spPr/>
      <dgm:t>
        <a:bodyPr/>
        <a:lstStyle/>
        <a:p>
          <a:pPr>
            <a:defRPr cap="all"/>
          </a:pPr>
          <a:r>
            <a:rPr lang="en-US"/>
            <a:t>Question: Which reconstructs images better under equal compression?</a:t>
          </a:r>
        </a:p>
      </dgm:t>
    </dgm:pt>
    <dgm:pt modelId="{65F6158A-54B0-4D35-8100-68D135C6CA78}" type="parTrans" cxnId="{558E7770-A361-4915-BA5A-ED355EF3644A}">
      <dgm:prSet/>
      <dgm:spPr/>
      <dgm:t>
        <a:bodyPr/>
        <a:lstStyle/>
        <a:p>
          <a:endParaRPr lang="en-US"/>
        </a:p>
      </dgm:t>
    </dgm:pt>
    <dgm:pt modelId="{6F35D158-7454-4529-99A6-AE4098B34C35}" type="sibTrans" cxnId="{558E7770-A361-4915-BA5A-ED355EF3644A}">
      <dgm:prSet/>
      <dgm:spPr/>
      <dgm:t>
        <a:bodyPr/>
        <a:lstStyle/>
        <a:p>
          <a:endParaRPr lang="en-US"/>
        </a:p>
      </dgm:t>
    </dgm:pt>
    <dgm:pt modelId="{58BB6FD6-DFE8-4035-B773-9C67363F92EC}" type="pres">
      <dgm:prSet presAssocID="{91C688F8-E2E6-4D2F-8525-7734EF836C3D}" presName="root" presStyleCnt="0">
        <dgm:presLayoutVars>
          <dgm:dir/>
          <dgm:resizeHandles val="exact"/>
        </dgm:presLayoutVars>
      </dgm:prSet>
      <dgm:spPr/>
    </dgm:pt>
    <dgm:pt modelId="{56788658-66B2-4383-8963-2E758393BC90}" type="pres">
      <dgm:prSet presAssocID="{07BD67E8-080C-4C47-A8BA-4DE7E761767F}" presName="compNode" presStyleCnt="0"/>
      <dgm:spPr/>
    </dgm:pt>
    <dgm:pt modelId="{48C0D377-39F9-49F4-8B8E-ABFE50A6BB66}" type="pres">
      <dgm:prSet presAssocID="{07BD67E8-080C-4C47-A8BA-4DE7E761767F}" presName="iconBgRect" presStyleLbl="bgShp" presStyleIdx="0" presStyleCnt="5"/>
      <dgm:spPr/>
    </dgm:pt>
    <dgm:pt modelId="{EFB084B9-D525-4944-90D5-DC6CF3266B0E}" type="pres">
      <dgm:prSet presAssocID="{07BD67E8-080C-4C47-A8BA-4DE7E761767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F49A9ACE-8EE6-4085-B06A-AAC7DA82FA07}" type="pres">
      <dgm:prSet presAssocID="{07BD67E8-080C-4C47-A8BA-4DE7E761767F}" presName="spaceRect" presStyleCnt="0"/>
      <dgm:spPr/>
    </dgm:pt>
    <dgm:pt modelId="{A3D333E7-62E2-4B02-B2AF-DF3AEFA07C43}" type="pres">
      <dgm:prSet presAssocID="{07BD67E8-080C-4C47-A8BA-4DE7E761767F}" presName="textRect" presStyleLbl="revTx" presStyleIdx="0" presStyleCnt="5">
        <dgm:presLayoutVars>
          <dgm:chMax val="1"/>
          <dgm:chPref val="1"/>
        </dgm:presLayoutVars>
      </dgm:prSet>
      <dgm:spPr/>
    </dgm:pt>
    <dgm:pt modelId="{9B163217-EFB3-4221-AA0B-F2B03AB9DBC5}" type="pres">
      <dgm:prSet presAssocID="{52A12D4E-18A5-4FDA-BCB3-F9E8688F0CDB}" presName="sibTrans" presStyleCnt="0"/>
      <dgm:spPr/>
    </dgm:pt>
    <dgm:pt modelId="{D5AC380B-9252-4640-9A87-54801BBACA0B}" type="pres">
      <dgm:prSet presAssocID="{9AAEC494-4997-4B62-B9F2-5916FF8C8291}" presName="compNode" presStyleCnt="0"/>
      <dgm:spPr/>
    </dgm:pt>
    <dgm:pt modelId="{8E230377-E27A-4BE0-88E0-DE04BEA59B13}" type="pres">
      <dgm:prSet presAssocID="{9AAEC494-4997-4B62-B9F2-5916FF8C8291}" presName="iconBgRect" presStyleLbl="bgShp" presStyleIdx="1" presStyleCnt="5"/>
      <dgm:spPr/>
    </dgm:pt>
    <dgm:pt modelId="{50E2D58F-C01C-4070-AE40-9A9546C30DBD}" type="pres">
      <dgm:prSet presAssocID="{9AAEC494-4997-4B62-B9F2-5916FF8C829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5845655-EE36-491E-AD86-3BEC5626FAAA}" type="pres">
      <dgm:prSet presAssocID="{9AAEC494-4997-4B62-B9F2-5916FF8C8291}" presName="spaceRect" presStyleCnt="0"/>
      <dgm:spPr/>
    </dgm:pt>
    <dgm:pt modelId="{6A1AE3B4-1927-4216-90F3-7B50DAA386ED}" type="pres">
      <dgm:prSet presAssocID="{9AAEC494-4997-4B62-B9F2-5916FF8C8291}" presName="textRect" presStyleLbl="revTx" presStyleIdx="1" presStyleCnt="5">
        <dgm:presLayoutVars>
          <dgm:chMax val="1"/>
          <dgm:chPref val="1"/>
        </dgm:presLayoutVars>
      </dgm:prSet>
      <dgm:spPr/>
    </dgm:pt>
    <dgm:pt modelId="{F3E3833C-AD4D-4A94-A335-77EE66FF9202}" type="pres">
      <dgm:prSet presAssocID="{30DAAC08-E46C-4B21-A0F4-6AAD0C9B0615}" presName="sibTrans" presStyleCnt="0"/>
      <dgm:spPr/>
    </dgm:pt>
    <dgm:pt modelId="{016EADA9-58A8-4723-AB7B-A9B6860DFA8C}" type="pres">
      <dgm:prSet presAssocID="{5B42E15B-29E7-446C-8803-873B7E5ED517}" presName="compNode" presStyleCnt="0"/>
      <dgm:spPr/>
    </dgm:pt>
    <dgm:pt modelId="{0C856401-BC1E-4F19-8535-1841CA5C3278}" type="pres">
      <dgm:prSet presAssocID="{5B42E15B-29E7-446C-8803-873B7E5ED517}" presName="iconBgRect" presStyleLbl="bgShp" presStyleIdx="2" presStyleCnt="5"/>
      <dgm:spPr/>
    </dgm:pt>
    <dgm:pt modelId="{20B73166-90BD-4B37-A8FB-FAAC94A021BB}" type="pres">
      <dgm:prSet presAssocID="{5B42E15B-29E7-446C-8803-873B7E5ED517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955506F2-CFAD-4AA7-821B-CD896C17A1F5}" type="pres">
      <dgm:prSet presAssocID="{5B42E15B-29E7-446C-8803-873B7E5ED517}" presName="spaceRect" presStyleCnt="0"/>
      <dgm:spPr/>
    </dgm:pt>
    <dgm:pt modelId="{B1CA23AE-398C-4F57-B4CD-955FC520D274}" type="pres">
      <dgm:prSet presAssocID="{5B42E15B-29E7-446C-8803-873B7E5ED517}" presName="textRect" presStyleLbl="revTx" presStyleIdx="2" presStyleCnt="5">
        <dgm:presLayoutVars>
          <dgm:chMax val="1"/>
          <dgm:chPref val="1"/>
        </dgm:presLayoutVars>
      </dgm:prSet>
      <dgm:spPr/>
    </dgm:pt>
    <dgm:pt modelId="{9681C57B-CCDB-4D02-98C6-AD3147171114}" type="pres">
      <dgm:prSet presAssocID="{C3B30F73-01B5-4590-8F11-335BD6AC7219}" presName="sibTrans" presStyleCnt="0"/>
      <dgm:spPr/>
    </dgm:pt>
    <dgm:pt modelId="{800A3739-0ADA-4E46-984D-8C87C79317AC}" type="pres">
      <dgm:prSet presAssocID="{40FEFE3E-8682-4281-B611-16AFEFB2238A}" presName="compNode" presStyleCnt="0"/>
      <dgm:spPr/>
    </dgm:pt>
    <dgm:pt modelId="{3BEAE30A-AB2E-47CB-83D4-EA7B89BB1F05}" type="pres">
      <dgm:prSet presAssocID="{40FEFE3E-8682-4281-B611-16AFEFB2238A}" presName="iconBgRect" presStyleLbl="bgShp" presStyleIdx="3" presStyleCnt="5"/>
      <dgm:spPr/>
    </dgm:pt>
    <dgm:pt modelId="{E0599E5B-AA1C-4E5A-9268-91AEC2FCB5AD}" type="pres">
      <dgm:prSet presAssocID="{40FEFE3E-8682-4281-B611-16AFEFB2238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6DD20C8-DDE0-4CB0-A473-60810FDB202C}" type="pres">
      <dgm:prSet presAssocID="{40FEFE3E-8682-4281-B611-16AFEFB2238A}" presName="spaceRect" presStyleCnt="0"/>
      <dgm:spPr/>
    </dgm:pt>
    <dgm:pt modelId="{1E537811-5CB9-484D-8E6E-9EA0A7C22B1E}" type="pres">
      <dgm:prSet presAssocID="{40FEFE3E-8682-4281-B611-16AFEFB2238A}" presName="textRect" presStyleLbl="revTx" presStyleIdx="3" presStyleCnt="5">
        <dgm:presLayoutVars>
          <dgm:chMax val="1"/>
          <dgm:chPref val="1"/>
        </dgm:presLayoutVars>
      </dgm:prSet>
      <dgm:spPr/>
    </dgm:pt>
    <dgm:pt modelId="{84462C84-D12C-4E5F-A0AB-DAD68FBDFFDD}" type="pres">
      <dgm:prSet presAssocID="{8F5C579F-B84D-4FB2-9BBA-E7654ECC2121}" presName="sibTrans" presStyleCnt="0"/>
      <dgm:spPr/>
    </dgm:pt>
    <dgm:pt modelId="{7706DCED-BD20-48BA-A6E5-A7ECCB2CAA70}" type="pres">
      <dgm:prSet presAssocID="{F91F16B7-6392-4B16-8638-6EAFE13EA0DB}" presName="compNode" presStyleCnt="0"/>
      <dgm:spPr/>
    </dgm:pt>
    <dgm:pt modelId="{E7899F78-EAAB-4FDE-BC2E-F2E64183FAFD}" type="pres">
      <dgm:prSet presAssocID="{F91F16B7-6392-4B16-8638-6EAFE13EA0DB}" presName="iconBgRect" presStyleLbl="bgShp" presStyleIdx="4" presStyleCnt="5"/>
      <dgm:spPr/>
    </dgm:pt>
    <dgm:pt modelId="{3B9EF177-9663-42CB-9F2C-19E2D770BEFD}" type="pres">
      <dgm:prSet presAssocID="{F91F16B7-6392-4B16-8638-6EAFE13EA0D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4CBD58-EBBB-4545-9ED9-79FED6E879B6}" type="pres">
      <dgm:prSet presAssocID="{F91F16B7-6392-4B16-8638-6EAFE13EA0DB}" presName="spaceRect" presStyleCnt="0"/>
      <dgm:spPr/>
    </dgm:pt>
    <dgm:pt modelId="{34178AAC-B92F-4C97-BA72-40B7640C53F8}" type="pres">
      <dgm:prSet presAssocID="{F91F16B7-6392-4B16-8638-6EAFE13EA0D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4683F0D-3771-48B0-B7FF-491D9CC9DAE8}" type="presOf" srcId="{F91F16B7-6392-4B16-8638-6EAFE13EA0DB}" destId="{34178AAC-B92F-4C97-BA72-40B7640C53F8}" srcOrd="0" destOrd="0" presId="urn:microsoft.com/office/officeart/2018/5/layout/IconCircleLabelList"/>
    <dgm:cxn modelId="{E3C2C827-1665-4E27-88EC-E97BE0ACD7D6}" srcId="{91C688F8-E2E6-4D2F-8525-7734EF836C3D}" destId="{40FEFE3E-8682-4281-B611-16AFEFB2238A}" srcOrd="3" destOrd="0" parTransId="{9B8A426C-DEFC-40B8-8B8A-D46DA60EBBBE}" sibTransId="{8F5C579F-B84D-4FB2-9BBA-E7654ECC2121}"/>
    <dgm:cxn modelId="{DF21812B-76A5-41C9-ABB4-639D825E2466}" srcId="{91C688F8-E2E6-4D2F-8525-7734EF836C3D}" destId="{9AAEC494-4997-4B62-B9F2-5916FF8C8291}" srcOrd="1" destOrd="0" parTransId="{AB5B9580-6177-4027-99B6-7443834A8404}" sibTransId="{30DAAC08-E46C-4B21-A0F4-6AAD0C9B0615}"/>
    <dgm:cxn modelId="{071CE258-BE35-48F8-97C0-FD735143D0FF}" type="presOf" srcId="{91C688F8-E2E6-4D2F-8525-7734EF836C3D}" destId="{58BB6FD6-DFE8-4035-B773-9C67363F92EC}" srcOrd="0" destOrd="0" presId="urn:microsoft.com/office/officeart/2018/5/layout/IconCircleLabelList"/>
    <dgm:cxn modelId="{C6C27566-45D7-408B-8615-FCDF804CF5F9}" type="presOf" srcId="{40FEFE3E-8682-4281-B611-16AFEFB2238A}" destId="{1E537811-5CB9-484D-8E6E-9EA0A7C22B1E}" srcOrd="0" destOrd="0" presId="urn:microsoft.com/office/officeart/2018/5/layout/IconCircleLabelList"/>
    <dgm:cxn modelId="{558E7770-A361-4915-BA5A-ED355EF3644A}" srcId="{91C688F8-E2E6-4D2F-8525-7734EF836C3D}" destId="{F91F16B7-6392-4B16-8638-6EAFE13EA0DB}" srcOrd="4" destOrd="0" parTransId="{65F6158A-54B0-4D35-8100-68D135C6CA78}" sibTransId="{6F35D158-7454-4529-99A6-AE4098B34C35}"/>
    <dgm:cxn modelId="{6257CC9B-42B6-4F33-A0A2-8C7F3871F250}" type="presOf" srcId="{07BD67E8-080C-4C47-A8BA-4DE7E761767F}" destId="{A3D333E7-62E2-4B02-B2AF-DF3AEFA07C43}" srcOrd="0" destOrd="0" presId="urn:microsoft.com/office/officeart/2018/5/layout/IconCircleLabelList"/>
    <dgm:cxn modelId="{5D2612A5-902C-4428-B995-AA5CD870E4D1}" srcId="{91C688F8-E2E6-4D2F-8525-7734EF836C3D}" destId="{5B42E15B-29E7-446C-8803-873B7E5ED517}" srcOrd="2" destOrd="0" parTransId="{F6159C12-BF09-47F1-B9EB-1A892D800C8D}" sibTransId="{C3B30F73-01B5-4590-8F11-335BD6AC7219}"/>
    <dgm:cxn modelId="{428282B3-4808-498F-ABE0-44F7F0B68080}" type="presOf" srcId="{5B42E15B-29E7-446C-8803-873B7E5ED517}" destId="{B1CA23AE-398C-4F57-B4CD-955FC520D274}" srcOrd="0" destOrd="0" presId="urn:microsoft.com/office/officeart/2018/5/layout/IconCircleLabelList"/>
    <dgm:cxn modelId="{9B313BCF-5680-4D1C-B18B-25C237CE537F}" type="presOf" srcId="{9AAEC494-4997-4B62-B9F2-5916FF8C8291}" destId="{6A1AE3B4-1927-4216-90F3-7B50DAA386ED}" srcOrd="0" destOrd="0" presId="urn:microsoft.com/office/officeart/2018/5/layout/IconCircleLabelList"/>
    <dgm:cxn modelId="{2A1191EA-9D8C-4BD1-8A1A-369E632202C8}" srcId="{91C688F8-E2E6-4D2F-8525-7734EF836C3D}" destId="{07BD67E8-080C-4C47-A8BA-4DE7E761767F}" srcOrd="0" destOrd="0" parTransId="{184F918C-73D0-430B-A3FC-60D9ED047CAC}" sibTransId="{52A12D4E-18A5-4FDA-BCB3-F9E8688F0CDB}"/>
    <dgm:cxn modelId="{2C8E188D-4E97-46D9-940F-74733D207C7E}" type="presParOf" srcId="{58BB6FD6-DFE8-4035-B773-9C67363F92EC}" destId="{56788658-66B2-4383-8963-2E758393BC90}" srcOrd="0" destOrd="0" presId="urn:microsoft.com/office/officeart/2018/5/layout/IconCircleLabelList"/>
    <dgm:cxn modelId="{276CF551-F4E3-4B2A-A11B-D9D1F260654A}" type="presParOf" srcId="{56788658-66B2-4383-8963-2E758393BC90}" destId="{48C0D377-39F9-49F4-8B8E-ABFE50A6BB66}" srcOrd="0" destOrd="0" presId="urn:microsoft.com/office/officeart/2018/5/layout/IconCircleLabelList"/>
    <dgm:cxn modelId="{23C961F8-DA3B-4E18-86C9-F8847928F0B0}" type="presParOf" srcId="{56788658-66B2-4383-8963-2E758393BC90}" destId="{EFB084B9-D525-4944-90D5-DC6CF3266B0E}" srcOrd="1" destOrd="0" presId="urn:microsoft.com/office/officeart/2018/5/layout/IconCircleLabelList"/>
    <dgm:cxn modelId="{7CF3655B-EAB8-4C85-B218-0C95C7388A33}" type="presParOf" srcId="{56788658-66B2-4383-8963-2E758393BC90}" destId="{F49A9ACE-8EE6-4085-B06A-AAC7DA82FA07}" srcOrd="2" destOrd="0" presId="urn:microsoft.com/office/officeart/2018/5/layout/IconCircleLabelList"/>
    <dgm:cxn modelId="{12E4DB5F-0915-412A-83BE-E0BB10CB0875}" type="presParOf" srcId="{56788658-66B2-4383-8963-2E758393BC90}" destId="{A3D333E7-62E2-4B02-B2AF-DF3AEFA07C43}" srcOrd="3" destOrd="0" presId="urn:microsoft.com/office/officeart/2018/5/layout/IconCircleLabelList"/>
    <dgm:cxn modelId="{EAFFD4BA-A6B6-4028-9E70-8BABADE67568}" type="presParOf" srcId="{58BB6FD6-DFE8-4035-B773-9C67363F92EC}" destId="{9B163217-EFB3-4221-AA0B-F2B03AB9DBC5}" srcOrd="1" destOrd="0" presId="urn:microsoft.com/office/officeart/2018/5/layout/IconCircleLabelList"/>
    <dgm:cxn modelId="{95707E92-5F08-4C5C-9C07-F8883851AFC0}" type="presParOf" srcId="{58BB6FD6-DFE8-4035-B773-9C67363F92EC}" destId="{D5AC380B-9252-4640-9A87-54801BBACA0B}" srcOrd="2" destOrd="0" presId="urn:microsoft.com/office/officeart/2018/5/layout/IconCircleLabelList"/>
    <dgm:cxn modelId="{ED018689-5F9F-43FB-90B1-7AA69963F601}" type="presParOf" srcId="{D5AC380B-9252-4640-9A87-54801BBACA0B}" destId="{8E230377-E27A-4BE0-88E0-DE04BEA59B13}" srcOrd="0" destOrd="0" presId="urn:microsoft.com/office/officeart/2018/5/layout/IconCircleLabelList"/>
    <dgm:cxn modelId="{FA09BC93-DDAE-465A-98E8-2FF21F532BF0}" type="presParOf" srcId="{D5AC380B-9252-4640-9A87-54801BBACA0B}" destId="{50E2D58F-C01C-4070-AE40-9A9546C30DBD}" srcOrd="1" destOrd="0" presId="urn:microsoft.com/office/officeart/2018/5/layout/IconCircleLabelList"/>
    <dgm:cxn modelId="{E05562E9-213F-4DFB-8984-1187CB04F73A}" type="presParOf" srcId="{D5AC380B-9252-4640-9A87-54801BBACA0B}" destId="{D5845655-EE36-491E-AD86-3BEC5626FAAA}" srcOrd="2" destOrd="0" presId="urn:microsoft.com/office/officeart/2018/5/layout/IconCircleLabelList"/>
    <dgm:cxn modelId="{18365DEE-895B-4D64-B730-3B1D46BBF4B9}" type="presParOf" srcId="{D5AC380B-9252-4640-9A87-54801BBACA0B}" destId="{6A1AE3B4-1927-4216-90F3-7B50DAA386ED}" srcOrd="3" destOrd="0" presId="urn:microsoft.com/office/officeart/2018/5/layout/IconCircleLabelList"/>
    <dgm:cxn modelId="{E54AB190-6EBC-478E-8549-62AD0A28FB6A}" type="presParOf" srcId="{58BB6FD6-DFE8-4035-B773-9C67363F92EC}" destId="{F3E3833C-AD4D-4A94-A335-77EE66FF9202}" srcOrd="3" destOrd="0" presId="urn:microsoft.com/office/officeart/2018/5/layout/IconCircleLabelList"/>
    <dgm:cxn modelId="{7E04542E-A53D-41E2-85EB-687595652EF3}" type="presParOf" srcId="{58BB6FD6-DFE8-4035-B773-9C67363F92EC}" destId="{016EADA9-58A8-4723-AB7B-A9B6860DFA8C}" srcOrd="4" destOrd="0" presId="urn:microsoft.com/office/officeart/2018/5/layout/IconCircleLabelList"/>
    <dgm:cxn modelId="{E2AF20C4-1262-484F-A316-CD4A444EC2B8}" type="presParOf" srcId="{016EADA9-58A8-4723-AB7B-A9B6860DFA8C}" destId="{0C856401-BC1E-4F19-8535-1841CA5C3278}" srcOrd="0" destOrd="0" presId="urn:microsoft.com/office/officeart/2018/5/layout/IconCircleLabelList"/>
    <dgm:cxn modelId="{EF28BFB3-1AD7-4314-92A6-B9C8472E462F}" type="presParOf" srcId="{016EADA9-58A8-4723-AB7B-A9B6860DFA8C}" destId="{20B73166-90BD-4B37-A8FB-FAAC94A021BB}" srcOrd="1" destOrd="0" presId="urn:microsoft.com/office/officeart/2018/5/layout/IconCircleLabelList"/>
    <dgm:cxn modelId="{CD9ABE36-7411-401C-98B9-A6F8771FD09B}" type="presParOf" srcId="{016EADA9-58A8-4723-AB7B-A9B6860DFA8C}" destId="{955506F2-CFAD-4AA7-821B-CD896C17A1F5}" srcOrd="2" destOrd="0" presId="urn:microsoft.com/office/officeart/2018/5/layout/IconCircleLabelList"/>
    <dgm:cxn modelId="{62BCB37A-9564-42D9-A6E4-83C13FA279F6}" type="presParOf" srcId="{016EADA9-58A8-4723-AB7B-A9B6860DFA8C}" destId="{B1CA23AE-398C-4F57-B4CD-955FC520D274}" srcOrd="3" destOrd="0" presId="urn:microsoft.com/office/officeart/2018/5/layout/IconCircleLabelList"/>
    <dgm:cxn modelId="{A22304E2-3906-4AF0-A4CA-2F5ABC0A7CB1}" type="presParOf" srcId="{58BB6FD6-DFE8-4035-B773-9C67363F92EC}" destId="{9681C57B-CCDB-4D02-98C6-AD3147171114}" srcOrd="5" destOrd="0" presId="urn:microsoft.com/office/officeart/2018/5/layout/IconCircleLabelList"/>
    <dgm:cxn modelId="{944DA95C-8619-41A8-9E8F-985719235885}" type="presParOf" srcId="{58BB6FD6-DFE8-4035-B773-9C67363F92EC}" destId="{800A3739-0ADA-4E46-984D-8C87C79317AC}" srcOrd="6" destOrd="0" presId="urn:microsoft.com/office/officeart/2018/5/layout/IconCircleLabelList"/>
    <dgm:cxn modelId="{4E8E8997-24F7-4F3C-A2DE-EFC850208F0F}" type="presParOf" srcId="{800A3739-0ADA-4E46-984D-8C87C79317AC}" destId="{3BEAE30A-AB2E-47CB-83D4-EA7B89BB1F05}" srcOrd="0" destOrd="0" presId="urn:microsoft.com/office/officeart/2018/5/layout/IconCircleLabelList"/>
    <dgm:cxn modelId="{12DF27C7-D5F4-4076-B9B4-BEEF2AA04D0B}" type="presParOf" srcId="{800A3739-0ADA-4E46-984D-8C87C79317AC}" destId="{E0599E5B-AA1C-4E5A-9268-91AEC2FCB5AD}" srcOrd="1" destOrd="0" presId="urn:microsoft.com/office/officeart/2018/5/layout/IconCircleLabelList"/>
    <dgm:cxn modelId="{912E2D51-880A-466A-8B98-469C09E6FD41}" type="presParOf" srcId="{800A3739-0ADA-4E46-984D-8C87C79317AC}" destId="{16DD20C8-DDE0-4CB0-A473-60810FDB202C}" srcOrd="2" destOrd="0" presId="urn:microsoft.com/office/officeart/2018/5/layout/IconCircleLabelList"/>
    <dgm:cxn modelId="{70DB69A1-4076-4AFE-B218-CFB7CCB39B90}" type="presParOf" srcId="{800A3739-0ADA-4E46-984D-8C87C79317AC}" destId="{1E537811-5CB9-484D-8E6E-9EA0A7C22B1E}" srcOrd="3" destOrd="0" presId="urn:microsoft.com/office/officeart/2018/5/layout/IconCircleLabelList"/>
    <dgm:cxn modelId="{D15ECA45-8D27-498F-93F4-8C47C97AA5B0}" type="presParOf" srcId="{58BB6FD6-DFE8-4035-B773-9C67363F92EC}" destId="{84462C84-D12C-4E5F-A0AB-DAD68FBDFFDD}" srcOrd="7" destOrd="0" presId="urn:microsoft.com/office/officeart/2018/5/layout/IconCircleLabelList"/>
    <dgm:cxn modelId="{410DBF00-9CE6-4C0B-B724-ED6EEE1CC5B3}" type="presParOf" srcId="{58BB6FD6-DFE8-4035-B773-9C67363F92EC}" destId="{7706DCED-BD20-48BA-A6E5-A7ECCB2CAA70}" srcOrd="8" destOrd="0" presId="urn:microsoft.com/office/officeart/2018/5/layout/IconCircleLabelList"/>
    <dgm:cxn modelId="{E488B0D3-E1F8-4F7A-8BB7-0E323F37A934}" type="presParOf" srcId="{7706DCED-BD20-48BA-A6E5-A7ECCB2CAA70}" destId="{E7899F78-EAAB-4FDE-BC2E-F2E64183FAFD}" srcOrd="0" destOrd="0" presId="urn:microsoft.com/office/officeart/2018/5/layout/IconCircleLabelList"/>
    <dgm:cxn modelId="{A3BF5ACF-8C4D-4B2B-84DE-3368CEECC8D5}" type="presParOf" srcId="{7706DCED-BD20-48BA-A6E5-A7ECCB2CAA70}" destId="{3B9EF177-9663-42CB-9F2C-19E2D770BEFD}" srcOrd="1" destOrd="0" presId="urn:microsoft.com/office/officeart/2018/5/layout/IconCircleLabelList"/>
    <dgm:cxn modelId="{87789D44-79A8-4B68-996A-DD4CDEF29B87}" type="presParOf" srcId="{7706DCED-BD20-48BA-A6E5-A7ECCB2CAA70}" destId="{824CBD58-EBBB-4545-9ED9-79FED6E879B6}" srcOrd="2" destOrd="0" presId="urn:microsoft.com/office/officeart/2018/5/layout/IconCircleLabelList"/>
    <dgm:cxn modelId="{1CC2472E-A5D6-4531-9347-E0DB0306C88D}" type="presParOf" srcId="{7706DCED-BD20-48BA-A6E5-A7ECCB2CAA70}" destId="{34178AAC-B92F-4C97-BA72-40B7640C53F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64FDD0-E981-411A-97E7-3034D78D6965}" type="doc">
      <dgm:prSet loTypeId="urn:microsoft.com/office/officeart/2005/8/layout/process1" loCatId="process" qsTypeId="urn:microsoft.com/office/officeart/2005/8/quickstyle/simple1" qsCatId="simple" csTypeId="urn:microsoft.com/office/officeart/2005/8/colors/accent3_2" csCatId="accent3" phldr="1"/>
      <dgm:spPr/>
    </dgm:pt>
    <dgm:pt modelId="{1AFDBFE8-E5A9-4F6C-9A3F-536E3229D6C6}">
      <dgm:prSet phldrT="[Text]" phldr="0"/>
      <dgm:spPr/>
      <dgm:t>
        <a:bodyPr/>
        <a:lstStyle/>
        <a:p>
          <a:r>
            <a:rPr lang="en-US"/>
            <a:t>Image</a:t>
          </a:r>
        </a:p>
      </dgm:t>
    </dgm:pt>
    <dgm:pt modelId="{E7152DC7-382F-4C76-812E-64ECF7892F5A}" type="parTrans" cxnId="{EC5D3B48-3BBB-4BC1-AF05-95A409FF88F2}">
      <dgm:prSet/>
      <dgm:spPr/>
      <dgm:t>
        <a:bodyPr/>
        <a:lstStyle/>
        <a:p>
          <a:endParaRPr lang="en-US"/>
        </a:p>
      </dgm:t>
    </dgm:pt>
    <dgm:pt modelId="{32F58060-8B66-4B14-97E2-F989B91B2D12}" type="sibTrans" cxnId="{EC5D3B48-3BBB-4BC1-AF05-95A409FF88F2}">
      <dgm:prSet/>
      <dgm:spPr/>
      <dgm:t>
        <a:bodyPr/>
        <a:lstStyle/>
        <a:p>
          <a:endParaRPr lang="en-US"/>
        </a:p>
      </dgm:t>
    </dgm:pt>
    <dgm:pt modelId="{9165BDBE-74F4-4AD9-9196-69E9E4034E55}">
      <dgm:prSet phldrT="[Text]" phldr="0"/>
      <dgm:spPr/>
      <dgm:t>
        <a:bodyPr/>
        <a:lstStyle/>
        <a:p>
          <a:pPr rtl="0"/>
          <a:r>
            <a:rPr lang="en-US"/>
            <a:t>Latent Code</a:t>
          </a:r>
        </a:p>
        <a:p>
          <a:pPr rtl="0"/>
          <a:r>
            <a:rPr lang="en-US">
              <a:latin typeface="Aptos Display" panose="02110004020202020204"/>
            </a:rPr>
            <a:t>(k dimensions)</a:t>
          </a:r>
        </a:p>
      </dgm:t>
    </dgm:pt>
    <dgm:pt modelId="{0CF8B02F-3852-45F2-92A1-7585D3632C5F}" type="parTrans" cxnId="{7B907774-8DBE-42CA-9384-5A81DD74FADA}">
      <dgm:prSet/>
      <dgm:spPr/>
      <dgm:t>
        <a:bodyPr/>
        <a:lstStyle/>
        <a:p>
          <a:endParaRPr lang="en-US"/>
        </a:p>
      </dgm:t>
    </dgm:pt>
    <dgm:pt modelId="{175C9CD0-FEE0-4403-BC92-053FDB8E97E7}" type="sibTrans" cxnId="{7B907774-8DBE-42CA-9384-5A81DD74FADA}">
      <dgm:prSet/>
      <dgm:spPr/>
      <dgm:t>
        <a:bodyPr/>
        <a:lstStyle/>
        <a:p>
          <a:endParaRPr lang="en-US"/>
        </a:p>
      </dgm:t>
    </dgm:pt>
    <dgm:pt modelId="{BD9FDB6E-6871-481F-B71F-3D89FF7D820A}">
      <dgm:prSet phldrT="[Text]" phldr="0"/>
      <dgm:spPr/>
      <dgm:t>
        <a:bodyPr/>
        <a:lstStyle/>
        <a:p>
          <a:pPr rtl="0"/>
          <a:r>
            <a:rPr lang="en-US"/>
            <a:t>Reconstructed Image</a:t>
          </a:r>
        </a:p>
      </dgm:t>
    </dgm:pt>
    <dgm:pt modelId="{BD6C2676-C754-4FB8-95BC-2D7A0DF11BD0}" type="parTrans" cxnId="{DE721B24-0C5F-42BC-8D02-134171D0466A}">
      <dgm:prSet/>
      <dgm:spPr/>
      <dgm:t>
        <a:bodyPr/>
        <a:lstStyle/>
        <a:p>
          <a:endParaRPr lang="en-US"/>
        </a:p>
      </dgm:t>
    </dgm:pt>
    <dgm:pt modelId="{85A65C2A-8835-494E-A7D3-0626BB7B6870}" type="sibTrans" cxnId="{DE721B24-0C5F-42BC-8D02-134171D0466A}">
      <dgm:prSet/>
      <dgm:spPr/>
      <dgm:t>
        <a:bodyPr/>
        <a:lstStyle/>
        <a:p>
          <a:endParaRPr lang="en-US"/>
        </a:p>
      </dgm:t>
    </dgm:pt>
    <dgm:pt modelId="{430DD811-C577-4DA8-8A97-816617A6913C}" type="pres">
      <dgm:prSet presAssocID="{C464FDD0-E981-411A-97E7-3034D78D6965}" presName="Name0" presStyleCnt="0">
        <dgm:presLayoutVars>
          <dgm:dir/>
          <dgm:resizeHandles val="exact"/>
        </dgm:presLayoutVars>
      </dgm:prSet>
      <dgm:spPr/>
    </dgm:pt>
    <dgm:pt modelId="{0DEC6D2C-98C8-4FA8-85E2-B5944FA2C444}" type="pres">
      <dgm:prSet presAssocID="{1AFDBFE8-E5A9-4F6C-9A3F-536E3229D6C6}" presName="node" presStyleLbl="node1" presStyleIdx="0" presStyleCnt="3">
        <dgm:presLayoutVars>
          <dgm:bulletEnabled val="1"/>
        </dgm:presLayoutVars>
      </dgm:prSet>
      <dgm:spPr/>
    </dgm:pt>
    <dgm:pt modelId="{8C96AEA1-9FC7-4649-86AF-3E9B352D4F11}" type="pres">
      <dgm:prSet presAssocID="{32F58060-8B66-4B14-97E2-F989B91B2D12}" presName="sibTrans" presStyleLbl="sibTrans2D1" presStyleIdx="0" presStyleCnt="2"/>
      <dgm:spPr/>
    </dgm:pt>
    <dgm:pt modelId="{9EF786F4-0231-44E8-996B-CF9786821418}" type="pres">
      <dgm:prSet presAssocID="{32F58060-8B66-4B14-97E2-F989B91B2D12}" presName="connectorText" presStyleLbl="sibTrans2D1" presStyleIdx="0" presStyleCnt="2"/>
      <dgm:spPr/>
    </dgm:pt>
    <dgm:pt modelId="{AD2DBA84-E2C2-41B7-AEE5-1C6E31F681B5}" type="pres">
      <dgm:prSet presAssocID="{9165BDBE-74F4-4AD9-9196-69E9E4034E55}" presName="node" presStyleLbl="node1" presStyleIdx="1" presStyleCnt="3">
        <dgm:presLayoutVars>
          <dgm:bulletEnabled val="1"/>
        </dgm:presLayoutVars>
      </dgm:prSet>
      <dgm:spPr/>
    </dgm:pt>
    <dgm:pt modelId="{BC41E77B-4784-4AA4-9F15-3C43E10A2CDA}" type="pres">
      <dgm:prSet presAssocID="{175C9CD0-FEE0-4403-BC92-053FDB8E97E7}" presName="sibTrans" presStyleLbl="sibTrans2D1" presStyleIdx="1" presStyleCnt="2"/>
      <dgm:spPr/>
    </dgm:pt>
    <dgm:pt modelId="{606EE382-A2F3-4FC7-B2AA-6D69AC2C0385}" type="pres">
      <dgm:prSet presAssocID="{175C9CD0-FEE0-4403-BC92-053FDB8E97E7}" presName="connectorText" presStyleLbl="sibTrans2D1" presStyleIdx="1" presStyleCnt="2"/>
      <dgm:spPr/>
    </dgm:pt>
    <dgm:pt modelId="{336C2542-DA03-4065-BA33-ED6F1BF3BB63}" type="pres">
      <dgm:prSet presAssocID="{BD9FDB6E-6871-481F-B71F-3D89FF7D820A}" presName="node" presStyleLbl="node1" presStyleIdx="2" presStyleCnt="3">
        <dgm:presLayoutVars>
          <dgm:bulletEnabled val="1"/>
        </dgm:presLayoutVars>
      </dgm:prSet>
      <dgm:spPr/>
    </dgm:pt>
  </dgm:ptLst>
  <dgm:cxnLst>
    <dgm:cxn modelId="{65CF2604-1869-4F31-9368-A2058BDEF9D4}" type="presOf" srcId="{C464FDD0-E981-411A-97E7-3034D78D6965}" destId="{430DD811-C577-4DA8-8A97-816617A6913C}" srcOrd="0" destOrd="0" presId="urn:microsoft.com/office/officeart/2005/8/layout/process1"/>
    <dgm:cxn modelId="{DE721B24-0C5F-42BC-8D02-134171D0466A}" srcId="{C464FDD0-E981-411A-97E7-3034D78D6965}" destId="{BD9FDB6E-6871-481F-B71F-3D89FF7D820A}" srcOrd="2" destOrd="0" parTransId="{BD6C2676-C754-4FB8-95BC-2D7A0DF11BD0}" sibTransId="{85A65C2A-8835-494E-A7D3-0626BB7B6870}"/>
    <dgm:cxn modelId="{EC5D3B48-3BBB-4BC1-AF05-95A409FF88F2}" srcId="{C464FDD0-E981-411A-97E7-3034D78D6965}" destId="{1AFDBFE8-E5A9-4F6C-9A3F-536E3229D6C6}" srcOrd="0" destOrd="0" parTransId="{E7152DC7-382F-4C76-812E-64ECF7892F5A}" sibTransId="{32F58060-8B66-4B14-97E2-F989B91B2D12}"/>
    <dgm:cxn modelId="{7B907774-8DBE-42CA-9384-5A81DD74FADA}" srcId="{C464FDD0-E981-411A-97E7-3034D78D6965}" destId="{9165BDBE-74F4-4AD9-9196-69E9E4034E55}" srcOrd="1" destOrd="0" parTransId="{0CF8B02F-3852-45F2-92A1-7585D3632C5F}" sibTransId="{175C9CD0-FEE0-4403-BC92-053FDB8E97E7}"/>
    <dgm:cxn modelId="{2FB70490-753C-422E-9F9C-5D71BC697C5F}" type="presOf" srcId="{32F58060-8B66-4B14-97E2-F989B91B2D12}" destId="{8C96AEA1-9FC7-4649-86AF-3E9B352D4F11}" srcOrd="0" destOrd="0" presId="urn:microsoft.com/office/officeart/2005/8/layout/process1"/>
    <dgm:cxn modelId="{3D7D9FAE-8CC7-42B6-A858-EDFD030865DD}" type="presOf" srcId="{175C9CD0-FEE0-4403-BC92-053FDB8E97E7}" destId="{606EE382-A2F3-4FC7-B2AA-6D69AC2C0385}" srcOrd="1" destOrd="0" presId="urn:microsoft.com/office/officeart/2005/8/layout/process1"/>
    <dgm:cxn modelId="{6126FCAF-2FED-4684-AA14-40967CED7770}" type="presOf" srcId="{1AFDBFE8-E5A9-4F6C-9A3F-536E3229D6C6}" destId="{0DEC6D2C-98C8-4FA8-85E2-B5944FA2C444}" srcOrd="0" destOrd="0" presId="urn:microsoft.com/office/officeart/2005/8/layout/process1"/>
    <dgm:cxn modelId="{2DEB06DD-A46F-426C-BA4D-D57563B66071}" type="presOf" srcId="{175C9CD0-FEE0-4403-BC92-053FDB8E97E7}" destId="{BC41E77B-4784-4AA4-9F15-3C43E10A2CDA}" srcOrd="0" destOrd="0" presId="urn:microsoft.com/office/officeart/2005/8/layout/process1"/>
    <dgm:cxn modelId="{2CA7F5F0-B326-4B89-BFF9-384E9C3EA7DA}" type="presOf" srcId="{9165BDBE-74F4-4AD9-9196-69E9E4034E55}" destId="{AD2DBA84-E2C2-41B7-AEE5-1C6E31F681B5}" srcOrd="0" destOrd="0" presId="urn:microsoft.com/office/officeart/2005/8/layout/process1"/>
    <dgm:cxn modelId="{635C27F9-338F-4079-B47C-D95588790280}" type="presOf" srcId="{32F58060-8B66-4B14-97E2-F989B91B2D12}" destId="{9EF786F4-0231-44E8-996B-CF9786821418}" srcOrd="1" destOrd="0" presId="urn:microsoft.com/office/officeart/2005/8/layout/process1"/>
    <dgm:cxn modelId="{443B6AFF-CA93-487D-9668-86BFCE52970A}" type="presOf" srcId="{BD9FDB6E-6871-481F-B71F-3D89FF7D820A}" destId="{336C2542-DA03-4065-BA33-ED6F1BF3BB63}" srcOrd="0" destOrd="0" presId="urn:microsoft.com/office/officeart/2005/8/layout/process1"/>
    <dgm:cxn modelId="{9C9E81B8-5EC4-4AB2-BBD2-5411A3695D4A}" type="presParOf" srcId="{430DD811-C577-4DA8-8A97-816617A6913C}" destId="{0DEC6D2C-98C8-4FA8-85E2-B5944FA2C444}" srcOrd="0" destOrd="0" presId="urn:microsoft.com/office/officeart/2005/8/layout/process1"/>
    <dgm:cxn modelId="{BF2F2727-4122-4073-B227-BC3BE3F4C9DA}" type="presParOf" srcId="{430DD811-C577-4DA8-8A97-816617A6913C}" destId="{8C96AEA1-9FC7-4649-86AF-3E9B352D4F11}" srcOrd="1" destOrd="0" presId="urn:microsoft.com/office/officeart/2005/8/layout/process1"/>
    <dgm:cxn modelId="{87E67B0E-45DA-448B-92C5-EE84CCF45278}" type="presParOf" srcId="{8C96AEA1-9FC7-4649-86AF-3E9B352D4F11}" destId="{9EF786F4-0231-44E8-996B-CF9786821418}" srcOrd="0" destOrd="0" presId="urn:microsoft.com/office/officeart/2005/8/layout/process1"/>
    <dgm:cxn modelId="{68B43827-716F-4D66-B6A1-C1591142E8A9}" type="presParOf" srcId="{430DD811-C577-4DA8-8A97-816617A6913C}" destId="{AD2DBA84-E2C2-41B7-AEE5-1C6E31F681B5}" srcOrd="2" destOrd="0" presId="urn:microsoft.com/office/officeart/2005/8/layout/process1"/>
    <dgm:cxn modelId="{5009FF6B-CBE3-47E6-964E-095A1F04D3EC}" type="presParOf" srcId="{430DD811-C577-4DA8-8A97-816617A6913C}" destId="{BC41E77B-4784-4AA4-9F15-3C43E10A2CDA}" srcOrd="3" destOrd="0" presId="urn:microsoft.com/office/officeart/2005/8/layout/process1"/>
    <dgm:cxn modelId="{7EBBAFD1-A72D-476F-80DC-56C82DF325BD}" type="presParOf" srcId="{BC41E77B-4784-4AA4-9F15-3C43E10A2CDA}" destId="{606EE382-A2F3-4FC7-B2AA-6D69AC2C0385}" srcOrd="0" destOrd="0" presId="urn:microsoft.com/office/officeart/2005/8/layout/process1"/>
    <dgm:cxn modelId="{A22F1988-757C-429F-B981-70D266CA19C7}" type="presParOf" srcId="{430DD811-C577-4DA8-8A97-816617A6913C}" destId="{336C2542-DA03-4065-BA33-ED6F1BF3BB6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F8B417-B038-4E42-B154-37A5E4BE6962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65BDB46-4E4D-4680-A1AE-B39DA97677DA}">
      <dgm:prSet/>
      <dgm:spPr/>
      <dgm:t>
        <a:bodyPr/>
        <a:lstStyle/>
        <a:p>
          <a:r>
            <a:rPr lang="en-US"/>
            <a:t>PCA</a:t>
          </a:r>
        </a:p>
      </dgm:t>
    </dgm:pt>
    <dgm:pt modelId="{E5F2E625-B195-4EFC-88E7-86C39F6D502D}" type="parTrans" cxnId="{0735FB12-CF6F-4883-810A-9D432F4AF614}">
      <dgm:prSet/>
      <dgm:spPr/>
      <dgm:t>
        <a:bodyPr/>
        <a:lstStyle/>
        <a:p>
          <a:endParaRPr lang="en-US"/>
        </a:p>
      </dgm:t>
    </dgm:pt>
    <dgm:pt modelId="{1DFA2010-5CCD-4172-92BB-00FE90CC085E}" type="sibTrans" cxnId="{0735FB12-CF6F-4883-810A-9D432F4AF614}">
      <dgm:prSet/>
      <dgm:spPr/>
      <dgm:t>
        <a:bodyPr/>
        <a:lstStyle/>
        <a:p>
          <a:endParaRPr lang="en-US"/>
        </a:p>
      </dgm:t>
    </dgm:pt>
    <dgm:pt modelId="{65BB2820-4356-4C46-A2DF-5F4BFD83FFE0}">
      <dgm:prSet/>
      <dgm:spPr/>
      <dgm:t>
        <a:bodyPr/>
        <a:lstStyle/>
        <a:p>
          <a:r>
            <a:rPr lang="en-US"/>
            <a:t>- Linear Projection</a:t>
          </a:r>
        </a:p>
      </dgm:t>
    </dgm:pt>
    <dgm:pt modelId="{A8C53CCE-26CF-45F9-966C-C52DDF6EEC42}" type="parTrans" cxnId="{4E807981-4A72-4819-8BF1-4B76BF9F8A79}">
      <dgm:prSet/>
      <dgm:spPr/>
      <dgm:t>
        <a:bodyPr/>
        <a:lstStyle/>
        <a:p>
          <a:endParaRPr lang="en-US"/>
        </a:p>
      </dgm:t>
    </dgm:pt>
    <dgm:pt modelId="{91D85C82-53BD-45AB-BC8B-DBD1CDA6E0AB}" type="sibTrans" cxnId="{4E807981-4A72-4819-8BF1-4B76BF9F8A79}">
      <dgm:prSet/>
      <dgm:spPr/>
      <dgm:t>
        <a:bodyPr/>
        <a:lstStyle/>
        <a:p>
          <a:endParaRPr lang="en-US"/>
        </a:p>
      </dgm:t>
    </dgm:pt>
    <dgm:pt modelId="{CC1675F1-1902-4FF1-9A5C-5D7194B0274E}">
      <dgm:prSet/>
      <dgm:spPr/>
      <dgm:t>
        <a:bodyPr/>
        <a:lstStyle/>
        <a:p>
          <a:r>
            <a:rPr lang="en-US"/>
            <a:t>- No Gradient Training</a:t>
          </a:r>
        </a:p>
      </dgm:t>
    </dgm:pt>
    <dgm:pt modelId="{792EDEDC-2475-4700-9C7A-90CBF6609E6B}" type="parTrans" cxnId="{6375B5F7-01DB-420A-BDA6-5B5E32AE04E2}">
      <dgm:prSet/>
      <dgm:spPr/>
      <dgm:t>
        <a:bodyPr/>
        <a:lstStyle/>
        <a:p>
          <a:endParaRPr lang="en-US"/>
        </a:p>
      </dgm:t>
    </dgm:pt>
    <dgm:pt modelId="{FD623B22-CD5E-4A7E-BAC1-72714C3A2AE9}" type="sibTrans" cxnId="{6375B5F7-01DB-420A-BDA6-5B5E32AE04E2}">
      <dgm:prSet/>
      <dgm:spPr/>
      <dgm:t>
        <a:bodyPr/>
        <a:lstStyle/>
        <a:p>
          <a:endParaRPr lang="en-US"/>
        </a:p>
      </dgm:t>
    </dgm:pt>
    <dgm:pt modelId="{B622AD02-F863-48BE-8567-4FE40BE49965}">
      <dgm:prSet/>
      <dgm:spPr/>
      <dgm:t>
        <a:bodyPr/>
        <a:lstStyle/>
        <a:p>
          <a:r>
            <a:rPr lang="en-US"/>
            <a:t>- Parameter Efficient</a:t>
          </a:r>
        </a:p>
      </dgm:t>
    </dgm:pt>
    <dgm:pt modelId="{C243BAE6-5561-4F65-92E3-4F6D2FD378E2}" type="parTrans" cxnId="{628B3931-774D-4B13-9B2B-62BAF9798E0D}">
      <dgm:prSet/>
      <dgm:spPr/>
      <dgm:t>
        <a:bodyPr/>
        <a:lstStyle/>
        <a:p>
          <a:endParaRPr lang="en-US"/>
        </a:p>
      </dgm:t>
    </dgm:pt>
    <dgm:pt modelId="{CC00A1A9-4A14-4689-9595-9E927199CDE8}" type="sibTrans" cxnId="{628B3931-774D-4B13-9B2B-62BAF9798E0D}">
      <dgm:prSet/>
      <dgm:spPr/>
      <dgm:t>
        <a:bodyPr/>
        <a:lstStyle/>
        <a:p>
          <a:endParaRPr lang="en-US"/>
        </a:p>
      </dgm:t>
    </dgm:pt>
    <dgm:pt modelId="{D5973310-DB6E-4FC3-B2FA-251B56CDA14A}">
      <dgm:prSet/>
      <dgm:spPr/>
      <dgm:t>
        <a:bodyPr/>
        <a:lstStyle/>
        <a:p>
          <a:r>
            <a:rPr lang="en-US"/>
            <a:t>Autoencoder</a:t>
          </a:r>
        </a:p>
      </dgm:t>
    </dgm:pt>
    <dgm:pt modelId="{65A3ABEB-E282-4062-8100-F0DD5481B963}" type="parTrans" cxnId="{5A151F25-A4A3-46F5-82D7-A7EEDFEEA663}">
      <dgm:prSet/>
      <dgm:spPr/>
      <dgm:t>
        <a:bodyPr/>
        <a:lstStyle/>
        <a:p>
          <a:endParaRPr lang="en-US"/>
        </a:p>
      </dgm:t>
    </dgm:pt>
    <dgm:pt modelId="{2676B8FB-321A-4806-BBAA-F42FE7683620}" type="sibTrans" cxnId="{5A151F25-A4A3-46F5-82D7-A7EEDFEEA663}">
      <dgm:prSet/>
      <dgm:spPr/>
      <dgm:t>
        <a:bodyPr/>
        <a:lstStyle/>
        <a:p>
          <a:endParaRPr lang="en-US"/>
        </a:p>
      </dgm:t>
    </dgm:pt>
    <dgm:pt modelId="{02F244FB-3497-472C-95E2-FBE5EB344614}">
      <dgm:prSet/>
      <dgm:spPr/>
      <dgm:t>
        <a:bodyPr/>
        <a:lstStyle/>
        <a:p>
          <a:r>
            <a:rPr lang="en-US"/>
            <a:t>- Nonlinear Encoder/Decoder</a:t>
          </a:r>
        </a:p>
      </dgm:t>
    </dgm:pt>
    <dgm:pt modelId="{E3D01F49-7D8B-48EA-BBAC-D3DECA0BC809}" type="parTrans" cxnId="{A5996D5E-CB5F-42E0-A82A-460D38247535}">
      <dgm:prSet/>
      <dgm:spPr/>
      <dgm:t>
        <a:bodyPr/>
        <a:lstStyle/>
        <a:p>
          <a:endParaRPr lang="en-US"/>
        </a:p>
      </dgm:t>
    </dgm:pt>
    <dgm:pt modelId="{407F6F91-D31E-4279-B051-8FCF46EA58F2}" type="sibTrans" cxnId="{A5996D5E-CB5F-42E0-A82A-460D38247535}">
      <dgm:prSet/>
      <dgm:spPr/>
      <dgm:t>
        <a:bodyPr/>
        <a:lstStyle/>
        <a:p>
          <a:endParaRPr lang="en-US"/>
        </a:p>
      </dgm:t>
    </dgm:pt>
    <dgm:pt modelId="{93630D07-604D-4044-BCD6-0151571F9134}">
      <dgm:prSet/>
      <dgm:spPr/>
      <dgm:t>
        <a:bodyPr/>
        <a:lstStyle/>
        <a:p>
          <a:r>
            <a:rPr lang="en-US"/>
            <a:t>- Learns Latent Representation</a:t>
          </a:r>
        </a:p>
      </dgm:t>
    </dgm:pt>
    <dgm:pt modelId="{1DCDDEA4-76F8-4618-AEA3-331D08F1068A}" type="parTrans" cxnId="{6AA2A507-E8DD-4366-8A06-4589DDE0E51C}">
      <dgm:prSet/>
      <dgm:spPr/>
      <dgm:t>
        <a:bodyPr/>
        <a:lstStyle/>
        <a:p>
          <a:endParaRPr lang="en-US"/>
        </a:p>
      </dgm:t>
    </dgm:pt>
    <dgm:pt modelId="{1FBADBB2-2A2E-40A6-BCE4-1CD50EB4689D}" type="sibTrans" cxnId="{6AA2A507-E8DD-4366-8A06-4589DDE0E51C}">
      <dgm:prSet/>
      <dgm:spPr/>
      <dgm:t>
        <a:bodyPr/>
        <a:lstStyle/>
        <a:p>
          <a:endParaRPr lang="en-US"/>
        </a:p>
      </dgm:t>
    </dgm:pt>
    <dgm:pt modelId="{1A3424AF-7B98-4D6B-A5BF-A5827F1378E1}">
      <dgm:prSet/>
      <dgm:spPr/>
      <dgm:t>
        <a:bodyPr/>
        <a:lstStyle/>
        <a:p>
          <a:r>
            <a:rPr lang="en-US"/>
            <a:t>- More flexible, but more expensive</a:t>
          </a:r>
        </a:p>
      </dgm:t>
    </dgm:pt>
    <dgm:pt modelId="{2569548D-3212-49C9-870D-18980901C33C}" type="parTrans" cxnId="{1BB517D6-805B-4B76-A51F-55662CA0847D}">
      <dgm:prSet/>
      <dgm:spPr/>
      <dgm:t>
        <a:bodyPr/>
        <a:lstStyle/>
        <a:p>
          <a:endParaRPr lang="en-US"/>
        </a:p>
      </dgm:t>
    </dgm:pt>
    <dgm:pt modelId="{E8DB7B2E-D68C-4384-8F03-F3614963A38D}" type="sibTrans" cxnId="{1BB517D6-805B-4B76-A51F-55662CA0847D}">
      <dgm:prSet/>
      <dgm:spPr/>
      <dgm:t>
        <a:bodyPr/>
        <a:lstStyle/>
        <a:p>
          <a:endParaRPr lang="en-US"/>
        </a:p>
      </dgm:t>
    </dgm:pt>
    <dgm:pt modelId="{D54AF5BE-5348-42BB-8784-A39713D8343F}">
      <dgm:prSet/>
      <dgm:spPr/>
      <dgm:t>
        <a:bodyPr/>
        <a:lstStyle/>
        <a:p>
          <a:r>
            <a:rPr lang="en-US"/>
            <a:t>Diffusion</a:t>
          </a:r>
        </a:p>
      </dgm:t>
    </dgm:pt>
    <dgm:pt modelId="{E05AA562-601B-41D3-B9DC-11CCCF9AB4EE}" type="parTrans" cxnId="{71E0C627-CB7E-4F8C-884C-40674473227F}">
      <dgm:prSet/>
      <dgm:spPr/>
      <dgm:t>
        <a:bodyPr/>
        <a:lstStyle/>
        <a:p>
          <a:endParaRPr lang="en-US"/>
        </a:p>
      </dgm:t>
    </dgm:pt>
    <dgm:pt modelId="{848B0B7B-D381-4FB7-B0EC-CDC2FD67086A}" type="sibTrans" cxnId="{71E0C627-CB7E-4F8C-884C-40674473227F}">
      <dgm:prSet/>
      <dgm:spPr/>
      <dgm:t>
        <a:bodyPr/>
        <a:lstStyle/>
        <a:p>
          <a:endParaRPr lang="en-US"/>
        </a:p>
      </dgm:t>
    </dgm:pt>
    <dgm:pt modelId="{7139EF80-1B8A-4AD3-B610-165F6347943A}">
      <dgm:prSet/>
      <dgm:spPr/>
      <dgm:t>
        <a:bodyPr/>
        <a:lstStyle/>
        <a:p>
          <a:r>
            <a:rPr lang="en-US"/>
            <a:t>- Bonus!</a:t>
          </a:r>
        </a:p>
      </dgm:t>
    </dgm:pt>
    <dgm:pt modelId="{E3C31EAF-2D8B-475C-A620-CF50C8498425}" type="parTrans" cxnId="{BF6907C2-7317-428A-80AC-49420F564C27}">
      <dgm:prSet/>
      <dgm:spPr/>
      <dgm:t>
        <a:bodyPr/>
        <a:lstStyle/>
        <a:p>
          <a:endParaRPr lang="en-US"/>
        </a:p>
      </dgm:t>
    </dgm:pt>
    <dgm:pt modelId="{F938841E-EF5A-4D03-8E9B-4F1D779EC38D}" type="sibTrans" cxnId="{BF6907C2-7317-428A-80AC-49420F564C27}">
      <dgm:prSet/>
      <dgm:spPr/>
      <dgm:t>
        <a:bodyPr/>
        <a:lstStyle/>
        <a:p>
          <a:endParaRPr lang="en-US"/>
        </a:p>
      </dgm:t>
    </dgm:pt>
    <dgm:pt modelId="{63C4F9B2-7A3D-0440-BB71-9E3263AF52C8}" type="pres">
      <dgm:prSet presAssocID="{4BF8B417-B038-4E42-B154-37A5E4BE6962}" presName="Name0" presStyleCnt="0">
        <dgm:presLayoutVars>
          <dgm:dir/>
          <dgm:animLvl val="lvl"/>
          <dgm:resizeHandles val="exact"/>
        </dgm:presLayoutVars>
      </dgm:prSet>
      <dgm:spPr/>
    </dgm:pt>
    <dgm:pt modelId="{248DC48D-0379-D24B-8CB1-04D63F1702B4}" type="pres">
      <dgm:prSet presAssocID="{E65BDB46-4E4D-4680-A1AE-B39DA97677DA}" presName="composite" presStyleCnt="0"/>
      <dgm:spPr/>
    </dgm:pt>
    <dgm:pt modelId="{DB45F999-893B-6146-80CF-27B4EC004872}" type="pres">
      <dgm:prSet presAssocID="{E65BDB46-4E4D-4680-A1AE-B39DA97677DA}" presName="parTx" presStyleLbl="alignNode1" presStyleIdx="0" presStyleCnt="3">
        <dgm:presLayoutVars>
          <dgm:chMax val="0"/>
          <dgm:chPref val="0"/>
        </dgm:presLayoutVars>
      </dgm:prSet>
      <dgm:spPr/>
    </dgm:pt>
    <dgm:pt modelId="{ADE94DAC-B4CE-E543-A5E3-765B6BCD2F24}" type="pres">
      <dgm:prSet presAssocID="{E65BDB46-4E4D-4680-A1AE-B39DA97677DA}" presName="desTx" presStyleLbl="alignAccFollowNode1" presStyleIdx="0" presStyleCnt="3">
        <dgm:presLayoutVars/>
      </dgm:prSet>
      <dgm:spPr/>
    </dgm:pt>
    <dgm:pt modelId="{735EA2A8-8099-CA4E-BFD2-D24A4D13D670}" type="pres">
      <dgm:prSet presAssocID="{1DFA2010-5CCD-4172-92BB-00FE90CC085E}" presName="space" presStyleCnt="0"/>
      <dgm:spPr/>
    </dgm:pt>
    <dgm:pt modelId="{CF7FCD45-ADFC-AA45-8CED-BF67698C872E}" type="pres">
      <dgm:prSet presAssocID="{D5973310-DB6E-4FC3-B2FA-251B56CDA14A}" presName="composite" presStyleCnt="0"/>
      <dgm:spPr/>
    </dgm:pt>
    <dgm:pt modelId="{06355C1C-6C6A-2349-966C-657F2F678ECF}" type="pres">
      <dgm:prSet presAssocID="{D5973310-DB6E-4FC3-B2FA-251B56CDA14A}" presName="parTx" presStyleLbl="alignNode1" presStyleIdx="1" presStyleCnt="3">
        <dgm:presLayoutVars>
          <dgm:chMax val="0"/>
          <dgm:chPref val="0"/>
        </dgm:presLayoutVars>
      </dgm:prSet>
      <dgm:spPr/>
    </dgm:pt>
    <dgm:pt modelId="{4F312B52-ACA8-F54E-8053-E84FBC68C65D}" type="pres">
      <dgm:prSet presAssocID="{D5973310-DB6E-4FC3-B2FA-251B56CDA14A}" presName="desTx" presStyleLbl="alignAccFollowNode1" presStyleIdx="1" presStyleCnt="3">
        <dgm:presLayoutVars/>
      </dgm:prSet>
      <dgm:spPr/>
    </dgm:pt>
    <dgm:pt modelId="{14259811-8217-D743-B52F-73E949F49BEB}" type="pres">
      <dgm:prSet presAssocID="{2676B8FB-321A-4806-BBAA-F42FE7683620}" presName="space" presStyleCnt="0"/>
      <dgm:spPr/>
    </dgm:pt>
    <dgm:pt modelId="{A2124946-97CC-AB40-A05A-A646135B49B4}" type="pres">
      <dgm:prSet presAssocID="{D54AF5BE-5348-42BB-8784-A39713D8343F}" presName="composite" presStyleCnt="0"/>
      <dgm:spPr/>
    </dgm:pt>
    <dgm:pt modelId="{6BF4D10A-A410-2F4B-B96F-73242B2830E4}" type="pres">
      <dgm:prSet presAssocID="{D54AF5BE-5348-42BB-8784-A39713D8343F}" presName="parTx" presStyleLbl="alignNode1" presStyleIdx="2" presStyleCnt="3">
        <dgm:presLayoutVars>
          <dgm:chMax val="0"/>
          <dgm:chPref val="0"/>
        </dgm:presLayoutVars>
      </dgm:prSet>
      <dgm:spPr/>
    </dgm:pt>
    <dgm:pt modelId="{0D76F8EE-150D-BD47-AF38-BCAA4F69ABBC}" type="pres">
      <dgm:prSet presAssocID="{D54AF5BE-5348-42BB-8784-A39713D8343F}" presName="desTx" presStyleLbl="alignAccFollowNode1" presStyleIdx="2" presStyleCnt="3">
        <dgm:presLayoutVars/>
      </dgm:prSet>
      <dgm:spPr/>
    </dgm:pt>
  </dgm:ptLst>
  <dgm:cxnLst>
    <dgm:cxn modelId="{7E026F03-3BAD-1049-A911-0690C26D9AF3}" type="presOf" srcId="{4BF8B417-B038-4E42-B154-37A5E4BE6962}" destId="{63C4F9B2-7A3D-0440-BB71-9E3263AF52C8}" srcOrd="0" destOrd="0" presId="urn:microsoft.com/office/officeart/2016/7/layout/HorizontalActionList"/>
    <dgm:cxn modelId="{6AA2A507-E8DD-4366-8A06-4589DDE0E51C}" srcId="{D5973310-DB6E-4FC3-B2FA-251B56CDA14A}" destId="{93630D07-604D-4044-BCD6-0151571F9134}" srcOrd="1" destOrd="0" parTransId="{1DCDDEA4-76F8-4618-AEA3-331D08F1068A}" sibTransId="{1FBADBB2-2A2E-40A6-BCE4-1CD50EB4689D}"/>
    <dgm:cxn modelId="{D2651D0B-8477-3F44-8F69-B10E7B1E66C3}" type="presOf" srcId="{1A3424AF-7B98-4D6B-A5BF-A5827F1378E1}" destId="{4F312B52-ACA8-F54E-8053-E84FBC68C65D}" srcOrd="0" destOrd="2" presId="urn:microsoft.com/office/officeart/2016/7/layout/HorizontalActionList"/>
    <dgm:cxn modelId="{C453E711-BBF6-4C4B-800F-397914D96E95}" type="presOf" srcId="{B622AD02-F863-48BE-8567-4FE40BE49965}" destId="{ADE94DAC-B4CE-E543-A5E3-765B6BCD2F24}" srcOrd="0" destOrd="2" presId="urn:microsoft.com/office/officeart/2016/7/layout/HorizontalActionList"/>
    <dgm:cxn modelId="{0735FB12-CF6F-4883-810A-9D432F4AF614}" srcId="{4BF8B417-B038-4E42-B154-37A5E4BE6962}" destId="{E65BDB46-4E4D-4680-A1AE-B39DA97677DA}" srcOrd="0" destOrd="0" parTransId="{E5F2E625-B195-4EFC-88E7-86C39F6D502D}" sibTransId="{1DFA2010-5CCD-4172-92BB-00FE90CC085E}"/>
    <dgm:cxn modelId="{5A151F25-A4A3-46F5-82D7-A7EEDFEEA663}" srcId="{4BF8B417-B038-4E42-B154-37A5E4BE6962}" destId="{D5973310-DB6E-4FC3-B2FA-251B56CDA14A}" srcOrd="1" destOrd="0" parTransId="{65A3ABEB-E282-4062-8100-F0DD5481B963}" sibTransId="{2676B8FB-321A-4806-BBAA-F42FE7683620}"/>
    <dgm:cxn modelId="{71E0C627-CB7E-4F8C-884C-40674473227F}" srcId="{4BF8B417-B038-4E42-B154-37A5E4BE6962}" destId="{D54AF5BE-5348-42BB-8784-A39713D8343F}" srcOrd="2" destOrd="0" parTransId="{E05AA562-601B-41D3-B9DC-11CCCF9AB4EE}" sibTransId="{848B0B7B-D381-4FB7-B0EC-CDC2FD67086A}"/>
    <dgm:cxn modelId="{628B3931-774D-4B13-9B2B-62BAF9798E0D}" srcId="{E65BDB46-4E4D-4680-A1AE-B39DA97677DA}" destId="{B622AD02-F863-48BE-8567-4FE40BE49965}" srcOrd="2" destOrd="0" parTransId="{C243BAE6-5561-4F65-92E3-4F6D2FD378E2}" sibTransId="{CC00A1A9-4A14-4689-9595-9E927199CDE8}"/>
    <dgm:cxn modelId="{E8FB4F3E-CDF6-8345-990B-C4E0EE0787DF}" type="presOf" srcId="{D5973310-DB6E-4FC3-B2FA-251B56CDA14A}" destId="{06355C1C-6C6A-2349-966C-657F2F678ECF}" srcOrd="0" destOrd="0" presId="urn:microsoft.com/office/officeart/2016/7/layout/HorizontalActionList"/>
    <dgm:cxn modelId="{148E603F-2102-E043-94EB-2173A6C61429}" type="presOf" srcId="{65BB2820-4356-4C46-A2DF-5F4BFD83FFE0}" destId="{ADE94DAC-B4CE-E543-A5E3-765B6BCD2F24}" srcOrd="0" destOrd="0" presId="urn:microsoft.com/office/officeart/2016/7/layout/HorizontalActionList"/>
    <dgm:cxn modelId="{28847C46-C910-9345-82C8-3B8EC23EAD9B}" type="presOf" srcId="{CC1675F1-1902-4FF1-9A5C-5D7194B0274E}" destId="{ADE94DAC-B4CE-E543-A5E3-765B6BCD2F24}" srcOrd="0" destOrd="1" presId="urn:microsoft.com/office/officeart/2016/7/layout/HorizontalActionList"/>
    <dgm:cxn modelId="{58F59B56-78FB-DC48-A067-DB27D181A37B}" type="presOf" srcId="{D54AF5BE-5348-42BB-8784-A39713D8343F}" destId="{6BF4D10A-A410-2F4B-B96F-73242B2830E4}" srcOrd="0" destOrd="0" presId="urn:microsoft.com/office/officeart/2016/7/layout/HorizontalActionList"/>
    <dgm:cxn modelId="{A5996D5E-CB5F-42E0-A82A-460D38247535}" srcId="{D5973310-DB6E-4FC3-B2FA-251B56CDA14A}" destId="{02F244FB-3497-472C-95E2-FBE5EB344614}" srcOrd="0" destOrd="0" parTransId="{E3D01F49-7D8B-48EA-BBAC-D3DECA0BC809}" sibTransId="{407F6F91-D31E-4279-B051-8FCF46EA58F2}"/>
    <dgm:cxn modelId="{4E807981-4A72-4819-8BF1-4B76BF9F8A79}" srcId="{E65BDB46-4E4D-4680-A1AE-B39DA97677DA}" destId="{65BB2820-4356-4C46-A2DF-5F4BFD83FFE0}" srcOrd="0" destOrd="0" parTransId="{A8C53CCE-26CF-45F9-966C-C52DDF6EEC42}" sibTransId="{91D85C82-53BD-45AB-BC8B-DBD1CDA6E0AB}"/>
    <dgm:cxn modelId="{5BC3538E-0BDA-444F-99FE-6FCC91F9C66F}" type="presOf" srcId="{93630D07-604D-4044-BCD6-0151571F9134}" destId="{4F312B52-ACA8-F54E-8053-E84FBC68C65D}" srcOrd="0" destOrd="1" presId="urn:microsoft.com/office/officeart/2016/7/layout/HorizontalActionList"/>
    <dgm:cxn modelId="{32DBF4A7-8498-434D-8EEE-FB194AFD66F0}" type="presOf" srcId="{02F244FB-3497-472C-95E2-FBE5EB344614}" destId="{4F312B52-ACA8-F54E-8053-E84FBC68C65D}" srcOrd="0" destOrd="0" presId="urn:microsoft.com/office/officeart/2016/7/layout/HorizontalActionList"/>
    <dgm:cxn modelId="{BF6907C2-7317-428A-80AC-49420F564C27}" srcId="{D54AF5BE-5348-42BB-8784-A39713D8343F}" destId="{7139EF80-1B8A-4AD3-B610-165F6347943A}" srcOrd="0" destOrd="0" parTransId="{E3C31EAF-2D8B-475C-A620-CF50C8498425}" sibTransId="{F938841E-EF5A-4D03-8E9B-4F1D779EC38D}"/>
    <dgm:cxn modelId="{FCE55EC4-ED4D-8C40-9AF3-90B53AE28E89}" type="presOf" srcId="{7139EF80-1B8A-4AD3-B610-165F6347943A}" destId="{0D76F8EE-150D-BD47-AF38-BCAA4F69ABBC}" srcOrd="0" destOrd="0" presId="urn:microsoft.com/office/officeart/2016/7/layout/HorizontalActionList"/>
    <dgm:cxn modelId="{1BB517D6-805B-4B76-A51F-55662CA0847D}" srcId="{D5973310-DB6E-4FC3-B2FA-251B56CDA14A}" destId="{1A3424AF-7B98-4D6B-A5BF-A5827F1378E1}" srcOrd="2" destOrd="0" parTransId="{2569548D-3212-49C9-870D-18980901C33C}" sibTransId="{E8DB7B2E-D68C-4384-8F03-F3614963A38D}"/>
    <dgm:cxn modelId="{BF8C56F1-5418-DA4E-BCAD-8C884076AB9F}" type="presOf" srcId="{E65BDB46-4E4D-4680-A1AE-B39DA97677DA}" destId="{DB45F999-893B-6146-80CF-27B4EC004872}" srcOrd="0" destOrd="0" presId="urn:microsoft.com/office/officeart/2016/7/layout/HorizontalActionList"/>
    <dgm:cxn modelId="{6375B5F7-01DB-420A-BDA6-5B5E32AE04E2}" srcId="{E65BDB46-4E4D-4680-A1AE-B39DA97677DA}" destId="{CC1675F1-1902-4FF1-9A5C-5D7194B0274E}" srcOrd="1" destOrd="0" parTransId="{792EDEDC-2475-4700-9C7A-90CBF6609E6B}" sibTransId="{FD623B22-CD5E-4A7E-BAC1-72714C3A2AE9}"/>
    <dgm:cxn modelId="{3F33612B-032B-244D-BCE6-FA140868A106}" type="presParOf" srcId="{63C4F9B2-7A3D-0440-BB71-9E3263AF52C8}" destId="{248DC48D-0379-D24B-8CB1-04D63F1702B4}" srcOrd="0" destOrd="0" presId="urn:microsoft.com/office/officeart/2016/7/layout/HorizontalActionList"/>
    <dgm:cxn modelId="{B64FFE0A-4E90-2B4D-B4A9-E41A7C157BB3}" type="presParOf" srcId="{248DC48D-0379-D24B-8CB1-04D63F1702B4}" destId="{DB45F999-893B-6146-80CF-27B4EC004872}" srcOrd="0" destOrd="0" presId="urn:microsoft.com/office/officeart/2016/7/layout/HorizontalActionList"/>
    <dgm:cxn modelId="{F932D8B1-FCE7-524F-B62E-2663A1EA41D1}" type="presParOf" srcId="{248DC48D-0379-D24B-8CB1-04D63F1702B4}" destId="{ADE94DAC-B4CE-E543-A5E3-765B6BCD2F24}" srcOrd="1" destOrd="0" presId="urn:microsoft.com/office/officeart/2016/7/layout/HorizontalActionList"/>
    <dgm:cxn modelId="{390480D0-8A20-D34D-AA3D-829D439B864F}" type="presParOf" srcId="{63C4F9B2-7A3D-0440-BB71-9E3263AF52C8}" destId="{735EA2A8-8099-CA4E-BFD2-D24A4D13D670}" srcOrd="1" destOrd="0" presId="urn:microsoft.com/office/officeart/2016/7/layout/HorizontalActionList"/>
    <dgm:cxn modelId="{AEC3EE82-B44E-D04E-8CFA-D43B37780B98}" type="presParOf" srcId="{63C4F9B2-7A3D-0440-BB71-9E3263AF52C8}" destId="{CF7FCD45-ADFC-AA45-8CED-BF67698C872E}" srcOrd="2" destOrd="0" presId="urn:microsoft.com/office/officeart/2016/7/layout/HorizontalActionList"/>
    <dgm:cxn modelId="{C68736F4-BA7D-DD44-87D9-675EE748FC89}" type="presParOf" srcId="{CF7FCD45-ADFC-AA45-8CED-BF67698C872E}" destId="{06355C1C-6C6A-2349-966C-657F2F678ECF}" srcOrd="0" destOrd="0" presId="urn:microsoft.com/office/officeart/2016/7/layout/HorizontalActionList"/>
    <dgm:cxn modelId="{031123D8-D0E3-6B41-8856-253B6F55A58A}" type="presParOf" srcId="{CF7FCD45-ADFC-AA45-8CED-BF67698C872E}" destId="{4F312B52-ACA8-F54E-8053-E84FBC68C65D}" srcOrd="1" destOrd="0" presId="urn:microsoft.com/office/officeart/2016/7/layout/HorizontalActionList"/>
    <dgm:cxn modelId="{32873FDA-9106-8542-B7A6-4028BBE789E0}" type="presParOf" srcId="{63C4F9B2-7A3D-0440-BB71-9E3263AF52C8}" destId="{14259811-8217-D743-B52F-73E949F49BEB}" srcOrd="3" destOrd="0" presId="urn:microsoft.com/office/officeart/2016/7/layout/HorizontalActionList"/>
    <dgm:cxn modelId="{9C23ABA6-B24E-2246-90AD-9324A2EAE06F}" type="presParOf" srcId="{63C4F9B2-7A3D-0440-BB71-9E3263AF52C8}" destId="{A2124946-97CC-AB40-A05A-A646135B49B4}" srcOrd="4" destOrd="0" presId="urn:microsoft.com/office/officeart/2016/7/layout/HorizontalActionList"/>
    <dgm:cxn modelId="{CA14B1F5-5798-EA4C-9977-E19ACE7100BA}" type="presParOf" srcId="{A2124946-97CC-AB40-A05A-A646135B49B4}" destId="{6BF4D10A-A410-2F4B-B96F-73242B2830E4}" srcOrd="0" destOrd="0" presId="urn:microsoft.com/office/officeart/2016/7/layout/HorizontalActionList"/>
    <dgm:cxn modelId="{FD02D6B6-315D-B741-BD2F-C1F214471915}" type="presParOf" srcId="{A2124946-97CC-AB40-A05A-A646135B49B4}" destId="{0D76F8EE-150D-BD47-AF38-BCAA4F69ABBC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0D377-39F9-49F4-8B8E-ABFE50A6BB66}">
      <dsp:nvSpPr>
        <dsp:cNvPr id="0" name=""/>
        <dsp:cNvSpPr/>
      </dsp:nvSpPr>
      <dsp:spPr>
        <a:xfrm>
          <a:off x="684914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B084B9-D525-4944-90D5-DC6CF3266B0E}">
      <dsp:nvSpPr>
        <dsp:cNvPr id="0" name=""/>
        <dsp:cNvSpPr/>
      </dsp:nvSpPr>
      <dsp:spPr>
        <a:xfrm>
          <a:off x="91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D333E7-62E2-4B02-B2AF-DF3AEFA07C43}">
      <dsp:nvSpPr>
        <dsp:cNvPr id="0" name=""/>
        <dsp:cNvSpPr/>
      </dsp:nvSpPr>
      <dsp:spPr>
        <a:xfrm>
          <a:off x="33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High-dimensional images are expensive to store and process</a:t>
          </a:r>
        </a:p>
      </dsp:txBody>
      <dsp:txXfrm>
        <a:off x="333914" y="2456402"/>
        <a:ext cx="1800000" cy="720000"/>
      </dsp:txXfrm>
    </dsp:sp>
    <dsp:sp modelId="{8E230377-E27A-4BE0-88E0-DE04BEA59B13}">
      <dsp:nvSpPr>
        <dsp:cNvPr id="0" name=""/>
        <dsp:cNvSpPr/>
      </dsp:nvSpPr>
      <dsp:spPr>
        <a:xfrm>
          <a:off x="2799914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E2D58F-C01C-4070-AE40-9A9546C30DBD}">
      <dsp:nvSpPr>
        <dsp:cNvPr id="0" name=""/>
        <dsp:cNvSpPr/>
      </dsp:nvSpPr>
      <dsp:spPr>
        <a:xfrm>
          <a:off x="303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1AE3B4-1927-4216-90F3-7B50DAA386ED}">
      <dsp:nvSpPr>
        <dsp:cNvPr id="0" name=""/>
        <dsp:cNvSpPr/>
      </dsp:nvSpPr>
      <dsp:spPr>
        <a:xfrm>
          <a:off x="244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Dimensionality reduction compresses images into smaller representations</a:t>
          </a:r>
        </a:p>
      </dsp:txBody>
      <dsp:txXfrm>
        <a:off x="2448914" y="2456402"/>
        <a:ext cx="1800000" cy="720000"/>
      </dsp:txXfrm>
    </dsp:sp>
    <dsp:sp modelId="{0C856401-BC1E-4F19-8535-1841CA5C3278}">
      <dsp:nvSpPr>
        <dsp:cNvPr id="0" name=""/>
        <dsp:cNvSpPr/>
      </dsp:nvSpPr>
      <dsp:spPr>
        <a:xfrm>
          <a:off x="4914914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B73166-90BD-4B37-A8FB-FAAC94A021BB}">
      <dsp:nvSpPr>
        <dsp:cNvPr id="0" name=""/>
        <dsp:cNvSpPr/>
      </dsp:nvSpPr>
      <dsp:spPr>
        <a:xfrm>
          <a:off x="514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A23AE-398C-4F57-B4CD-955FC520D274}">
      <dsp:nvSpPr>
        <dsp:cNvPr id="0" name=""/>
        <dsp:cNvSpPr/>
      </dsp:nvSpPr>
      <dsp:spPr>
        <a:xfrm>
          <a:off x="456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PCA is classical &amp; linear</a:t>
          </a:r>
        </a:p>
      </dsp:txBody>
      <dsp:txXfrm>
        <a:off x="4563914" y="2456402"/>
        <a:ext cx="1800000" cy="720000"/>
      </dsp:txXfrm>
    </dsp:sp>
    <dsp:sp modelId="{3BEAE30A-AB2E-47CB-83D4-EA7B89BB1F05}">
      <dsp:nvSpPr>
        <dsp:cNvPr id="0" name=""/>
        <dsp:cNvSpPr/>
      </dsp:nvSpPr>
      <dsp:spPr>
        <a:xfrm>
          <a:off x="7029914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99E5B-AA1C-4E5A-9268-91AEC2FCB5AD}">
      <dsp:nvSpPr>
        <dsp:cNvPr id="0" name=""/>
        <dsp:cNvSpPr/>
      </dsp:nvSpPr>
      <dsp:spPr>
        <a:xfrm>
          <a:off x="7263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37811-5CB9-484D-8E6E-9EA0A7C22B1E}">
      <dsp:nvSpPr>
        <dsp:cNvPr id="0" name=""/>
        <dsp:cNvSpPr/>
      </dsp:nvSpPr>
      <dsp:spPr>
        <a:xfrm>
          <a:off x="6678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Autoencoders are neural &amp; nonlinear</a:t>
          </a:r>
        </a:p>
      </dsp:txBody>
      <dsp:txXfrm>
        <a:off x="6678914" y="2456402"/>
        <a:ext cx="1800000" cy="720000"/>
      </dsp:txXfrm>
    </dsp:sp>
    <dsp:sp modelId="{E7899F78-EAAB-4FDE-BC2E-F2E64183FAFD}">
      <dsp:nvSpPr>
        <dsp:cNvPr id="0" name=""/>
        <dsp:cNvSpPr/>
      </dsp:nvSpPr>
      <dsp:spPr>
        <a:xfrm>
          <a:off x="9144914" y="1016402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9EF177-9663-42CB-9F2C-19E2D770BEFD}">
      <dsp:nvSpPr>
        <dsp:cNvPr id="0" name=""/>
        <dsp:cNvSpPr/>
      </dsp:nvSpPr>
      <dsp:spPr>
        <a:xfrm>
          <a:off x="9378914" y="1250402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78AAC-B92F-4C97-BA72-40B7640C53F8}">
      <dsp:nvSpPr>
        <dsp:cNvPr id="0" name=""/>
        <dsp:cNvSpPr/>
      </dsp:nvSpPr>
      <dsp:spPr>
        <a:xfrm>
          <a:off x="8793914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Question: Which reconstructs images better under equal compression?</a:t>
          </a:r>
        </a:p>
      </dsp:txBody>
      <dsp:txXfrm>
        <a:off x="8793914" y="2456402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C6D2C-98C8-4FA8-85E2-B5944FA2C444}">
      <dsp:nvSpPr>
        <dsp:cNvPr id="0" name=""/>
        <dsp:cNvSpPr/>
      </dsp:nvSpPr>
      <dsp:spPr>
        <a:xfrm>
          <a:off x="6229" y="1242024"/>
          <a:ext cx="1861936" cy="11171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Image</a:t>
          </a:r>
        </a:p>
      </dsp:txBody>
      <dsp:txXfrm>
        <a:off x="38950" y="1274745"/>
        <a:ext cx="1796494" cy="1051720"/>
      </dsp:txXfrm>
    </dsp:sp>
    <dsp:sp modelId="{8C96AEA1-9FC7-4649-86AF-3E9B352D4F11}">
      <dsp:nvSpPr>
        <dsp:cNvPr id="0" name=""/>
        <dsp:cNvSpPr/>
      </dsp:nvSpPr>
      <dsp:spPr>
        <a:xfrm>
          <a:off x="2054360" y="1569725"/>
          <a:ext cx="394730" cy="461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2054360" y="1662077"/>
        <a:ext cx="276311" cy="277056"/>
      </dsp:txXfrm>
    </dsp:sp>
    <dsp:sp modelId="{AD2DBA84-E2C2-41B7-AEE5-1C6E31F681B5}">
      <dsp:nvSpPr>
        <dsp:cNvPr id="0" name=""/>
        <dsp:cNvSpPr/>
      </dsp:nvSpPr>
      <dsp:spPr>
        <a:xfrm>
          <a:off x="2612941" y="1242024"/>
          <a:ext cx="1861936" cy="11171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Latent Code</a:t>
          </a:r>
        </a:p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Aptos Display" panose="02110004020202020204"/>
            </a:rPr>
            <a:t>(k dimensions)</a:t>
          </a:r>
        </a:p>
      </dsp:txBody>
      <dsp:txXfrm>
        <a:off x="2645662" y="1274745"/>
        <a:ext cx="1796494" cy="1051720"/>
      </dsp:txXfrm>
    </dsp:sp>
    <dsp:sp modelId="{BC41E77B-4784-4AA4-9F15-3C43E10A2CDA}">
      <dsp:nvSpPr>
        <dsp:cNvPr id="0" name=""/>
        <dsp:cNvSpPr/>
      </dsp:nvSpPr>
      <dsp:spPr>
        <a:xfrm>
          <a:off x="4661071" y="1569725"/>
          <a:ext cx="394730" cy="461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661071" y="1662077"/>
        <a:ext cx="276311" cy="277056"/>
      </dsp:txXfrm>
    </dsp:sp>
    <dsp:sp modelId="{336C2542-DA03-4065-BA33-ED6F1BF3BB63}">
      <dsp:nvSpPr>
        <dsp:cNvPr id="0" name=""/>
        <dsp:cNvSpPr/>
      </dsp:nvSpPr>
      <dsp:spPr>
        <a:xfrm>
          <a:off x="5219652" y="1242024"/>
          <a:ext cx="1861936" cy="111716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Reconstructed Image</a:t>
          </a:r>
        </a:p>
      </dsp:txBody>
      <dsp:txXfrm>
        <a:off x="5252373" y="1274745"/>
        <a:ext cx="1796494" cy="10517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5F999-893B-6146-80CF-27B4EC004872}">
      <dsp:nvSpPr>
        <dsp:cNvPr id="0" name=""/>
        <dsp:cNvSpPr/>
      </dsp:nvSpPr>
      <dsp:spPr>
        <a:xfrm>
          <a:off x="6719" y="108776"/>
          <a:ext cx="3566200" cy="106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809" tIns="281809" rIns="281809" bIns="281809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PCA</a:t>
          </a:r>
        </a:p>
      </dsp:txBody>
      <dsp:txXfrm>
        <a:off x="6719" y="108776"/>
        <a:ext cx="3566200" cy="1069860"/>
      </dsp:txXfrm>
    </dsp:sp>
    <dsp:sp modelId="{ADE94DAC-B4CE-E543-A5E3-765B6BCD2F24}">
      <dsp:nvSpPr>
        <dsp:cNvPr id="0" name=""/>
        <dsp:cNvSpPr/>
      </dsp:nvSpPr>
      <dsp:spPr>
        <a:xfrm>
          <a:off x="6719" y="1178636"/>
          <a:ext cx="3566200" cy="29053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261" tIns="352261" rIns="352261" bIns="352261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Linear Projection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No Gradient Training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Parameter Efficient</a:t>
          </a:r>
        </a:p>
      </dsp:txBody>
      <dsp:txXfrm>
        <a:off x="6719" y="1178636"/>
        <a:ext cx="3566200" cy="2905392"/>
      </dsp:txXfrm>
    </dsp:sp>
    <dsp:sp modelId="{06355C1C-6C6A-2349-966C-657F2F678ECF}">
      <dsp:nvSpPr>
        <dsp:cNvPr id="0" name=""/>
        <dsp:cNvSpPr/>
      </dsp:nvSpPr>
      <dsp:spPr>
        <a:xfrm>
          <a:off x="3680814" y="108776"/>
          <a:ext cx="3566200" cy="106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809" tIns="281809" rIns="281809" bIns="281809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Autoencoder</a:t>
          </a:r>
        </a:p>
      </dsp:txBody>
      <dsp:txXfrm>
        <a:off x="3680814" y="108776"/>
        <a:ext cx="3566200" cy="1069860"/>
      </dsp:txXfrm>
    </dsp:sp>
    <dsp:sp modelId="{4F312B52-ACA8-F54E-8053-E84FBC68C65D}">
      <dsp:nvSpPr>
        <dsp:cNvPr id="0" name=""/>
        <dsp:cNvSpPr/>
      </dsp:nvSpPr>
      <dsp:spPr>
        <a:xfrm>
          <a:off x="3680814" y="1178636"/>
          <a:ext cx="3566200" cy="29053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261" tIns="352261" rIns="352261" bIns="352261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Nonlinear Encoder/Decoder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Learns Latent Representation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More flexible, but more expensive</a:t>
          </a:r>
        </a:p>
      </dsp:txBody>
      <dsp:txXfrm>
        <a:off x="3680814" y="1178636"/>
        <a:ext cx="3566200" cy="2905392"/>
      </dsp:txXfrm>
    </dsp:sp>
    <dsp:sp modelId="{6BF4D10A-A410-2F4B-B96F-73242B2830E4}">
      <dsp:nvSpPr>
        <dsp:cNvPr id="0" name=""/>
        <dsp:cNvSpPr/>
      </dsp:nvSpPr>
      <dsp:spPr>
        <a:xfrm>
          <a:off x="7354909" y="108776"/>
          <a:ext cx="3566200" cy="106986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1809" tIns="281809" rIns="281809" bIns="281809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Diffusion</a:t>
          </a:r>
        </a:p>
      </dsp:txBody>
      <dsp:txXfrm>
        <a:off x="7354909" y="108776"/>
        <a:ext cx="3566200" cy="1069860"/>
      </dsp:txXfrm>
    </dsp:sp>
    <dsp:sp modelId="{0D76F8EE-150D-BD47-AF38-BCAA4F69ABBC}">
      <dsp:nvSpPr>
        <dsp:cNvPr id="0" name=""/>
        <dsp:cNvSpPr/>
      </dsp:nvSpPr>
      <dsp:spPr>
        <a:xfrm>
          <a:off x="7354909" y="1178636"/>
          <a:ext cx="3566200" cy="290539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261" tIns="352261" rIns="352261" bIns="352261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- Bonus!</a:t>
          </a:r>
        </a:p>
      </dsp:txBody>
      <dsp:txXfrm>
        <a:off x="7354909" y="1178636"/>
        <a:ext cx="3566200" cy="29053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1C036-D373-4640-A4D4-E80AD2CFFB3A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31005-5BF7-534E-9755-BE51846B7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99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07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TJ- High-dimensional images are expensive to store and process. Even a small 28×28 grayscale image contains 784 dimensions. Larger modern images can contain hundreds of thousands.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Dimensionality reduction allows us to compress these images into smaller latent representations while preserving as much structure as possible.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PCA is a classical, linear approach grounded in linear algebra. Autoencoders, on the other hand, are neural and nonlinear.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So our central question is: under equal compression, which method reconstructs images more accurately?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BF3962-E3FC-E14D-880B-3E2A528A15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895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0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6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Kaleb - Images were converted to tensors and normalized to 0..1, which allowed MSE, PSNR, and SSIM to be computed on the same scale.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782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74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671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  <a:p>
            <a:r>
              <a:rPr lang="en-US"/>
              <a:t>PSNR: Peak Signal-to-Noise Ratio - measures how close the reconstructed image is to the original based on pixel error. Higher is better.</a:t>
            </a:r>
          </a:p>
          <a:p>
            <a:r>
              <a:rPr lang="en-US"/>
              <a:t>SSIM: Structural Similarity Index Measure - measures how similar the reconstructed image is to the original in perceived structure and visual organization. Higher is better.</a:t>
            </a:r>
          </a:p>
          <a:p>
            <a:r>
              <a:rPr lang="en-US"/>
              <a:t>dB: decibels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281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10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  <a:p>
            <a:r>
              <a:rPr lang="en-US"/>
              <a:t>- Green bars above zero mean AE is better.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Purple bars below zero mean PCA is better.</a:t>
            </a:r>
          </a:p>
          <a:p>
            <a:endParaRPr lang="en-US"/>
          </a:p>
          <a:p>
            <a:r>
              <a:rPr lang="en-US"/>
              <a:t>- Warm colors mean AE has the advantage.</a:t>
            </a:r>
          </a:p>
          <a:p>
            <a:r>
              <a:rPr lang="en-US"/>
              <a:t>- Cool colors mean PCA has the advantage.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02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29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790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286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TJ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11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Kaleb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42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31005-5BF7-534E-9755-BE51846B717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12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3A3B-58A8-C507-9F5E-7280626A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38BB8-FDBF-7949-8910-072BAB49F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EB43-8A64-B180-12EC-6C89602C5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59136-DE25-D821-7423-25A38B45F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E0295-5DE8-3DA0-3865-7D043F899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525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C33D-DD89-E837-BD78-4E0D2F8C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D915-6896-4DB6-A9A9-395E6CA84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475AB-2208-B1DA-956D-3F285B3E8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7760C-2BFF-C334-59E6-63A1F9FF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A7015-A9F5-3FA7-DC1C-0DB8DB194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00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6F40-D646-E19A-06F2-DA1B3AB1A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ADE05-6731-35F8-8932-77042D26E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2C05C-9937-AB89-A479-9B10D4C69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36130-9E30-ECEC-7732-69F351466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64009-04C4-827E-7DF1-3A86D7407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BE21-3280-AE61-6C4C-CAA253DA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72960-1FBB-DD09-157F-4384CDE08B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1F782-2462-0FF9-9220-F715CBAC3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F7DE5-8404-061B-4875-7959E8BC2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F90ED-9644-4E72-CEFD-64ABA04B1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7A014-C50D-36E6-8219-D3F905A13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42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1714D-1BA9-6F7B-47F5-46C97B72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74B15-0B1D-F92A-B3E6-5980F2E42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784A6-1472-96E4-63E8-BD9BC9BE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0E494E-D2E8-0AFE-9B79-32F7CF172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B06857-FDCF-9B8F-63A5-CF065B8EE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D88FC-6CAB-D590-DBC9-8C5ACBFE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C8D9F-6D2B-A4A3-BA53-117D2542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86FAF-6B1A-6291-3F14-8D9F8405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2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5F11-C6BE-0BD0-58D7-732FFE0B2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E2816-6E93-C3E2-FF3F-7564A5EE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54999-F1CB-4A4E-FD22-B8DED6432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7E226-935D-E3F1-CCE0-30F72EE5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099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4D58B3-7806-5FA3-7C67-7C4A19680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34E337-EAAE-FD32-591B-A5CD3F415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0DA5D-3966-854B-8EAB-AB71C4A3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50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3319F-20C4-73ED-B370-87BB9CBE7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1367B-FD5E-7EA7-3996-71C2A092D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A36373-4526-C1F3-1424-F6EB22867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D6C573-44A2-215F-BA6F-14C03EA3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84CED-FF17-BF83-84F6-35DA8DCA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4C0B18-38E8-30ED-2847-39F9E0A0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0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3873-AA33-5DD9-71FA-F6E94524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C409D-A18C-8CB3-5EF4-53AB0537D4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3B473-5EE7-8790-1BFC-17032E5A1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2ABC5-C1E2-03E6-72DB-28BBE43A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481038-A0E1-4702-002A-C93D25A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6AC1D-D1FF-62AF-36C4-6FC62D6F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0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9252-7A7C-3433-ADF7-F0B3A448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5F5EB-773A-F90F-B574-927E1C7A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7B3F6-6B36-CC1C-5A18-18A087357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5C8E4-E3F6-7EAD-ACFD-A5777C45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1A5A2-6297-C14D-16B1-E6A8BD0FA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0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954907-F0F1-C9AD-5475-107598A15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4270B-6247-A928-3E8E-ADC464C56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5FF1E-73A7-84EA-3716-292A9A92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B98CD-6230-1494-D7FA-54EEF1879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C982A-8ED4-A1D4-AE59-61B4BD1FD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87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28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8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8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112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796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140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7818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203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6652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432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70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56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5CA79-B6EF-B065-9702-AC02134B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4CA7-4338-199C-7F5B-FFE0027C2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CE9C4-F650-E1B3-E2A0-A7042ED6C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59E2A-4E56-1E4D-AE89-621D38942279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E6DA0-A520-A02D-301A-88FD78B0A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C084-6DDC-7C4D-F318-248C93CEE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FF82A-926F-574A-A679-D8D3EF5B2C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5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D4682-9A0D-7448-A2E7-8FC544D83A5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407BB-2065-5245-A43A-F10D0A4D1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3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jdavis51/Linear-vs-Nonlinear-Dimensionality-Reduction-in-Image-Reconstruction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hyperlink" Target="https://tjdavis51.github.io/Linear-vs-Nonlinear-Dimensionality-Reduction-in-Image-Reconstruction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D9F7-F108-F3E0-E969-3193FAE20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Comparison of Linear and Nonlinear Dimensionality Reduction Methods for Image Reconstruction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2E31A-28A4-3C71-90F7-26015ADD6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4824" y="4664636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Final Update Presented By: Taylor Davis and Kaleb Coleman</a:t>
            </a:r>
          </a:p>
        </p:txBody>
      </p:sp>
    </p:spTree>
    <p:extLst>
      <p:ext uri="{BB962C8B-B14F-4D97-AF65-F5344CB8AC3E}">
        <p14:creationId xmlns:p14="http://schemas.microsoft.com/office/powerpoint/2010/main" val="3540507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4A33A-BEB5-959F-200E-E856EAD0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Problem Reminder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9ECC13CE-05F5-3CE9-FD17-EA09BD0ABD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2552" y="1399772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CBAFBD-53BF-0CF9-FBF6-7691A9FFE5F1}"/>
              </a:ext>
            </a:extLst>
          </p:cNvPr>
          <p:cNvGraphicFramePr/>
          <p:nvPr/>
        </p:nvGraphicFramePr>
        <p:xfrm>
          <a:off x="2326234" y="3889500"/>
          <a:ext cx="7087819" cy="360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54692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89713-A3EA-449A-44BC-888A037A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Methods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64EDF6-10CC-D936-6CAC-E7A2DCDCFC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7276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169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9CDAF-831E-8CC0-1EA2-B9C1E1A3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D7F64A8-D625-4F61-A290-B499BB62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6ED83-EC3F-ACBE-5A72-3585DBBE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350" y="-298044"/>
            <a:ext cx="5801917" cy="22287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Implementation Update</a:t>
            </a:r>
            <a:endParaRPr lang="en-US" sz="4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4" name="Graphic 23" descr="Books">
            <a:extLst>
              <a:ext uri="{FF2B5EF4-FFF2-40B4-BE49-F238E27FC236}">
                <a16:creationId xmlns:a16="http://schemas.microsoft.com/office/drawing/2014/main" id="{F5DBD04F-1BB3-44F7-48F5-65C242D214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304" y="1072303"/>
            <a:ext cx="1198532" cy="119853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84D075-50B1-F8A8-82FA-A6658F90B4AC}"/>
              </a:ext>
            </a:extLst>
          </p:cNvPr>
          <p:cNvSpPr txBox="1">
            <a:spLocks/>
          </p:cNvSpPr>
          <p:nvPr/>
        </p:nvSpPr>
        <p:spPr>
          <a:xfrm>
            <a:off x="2087351" y="2102431"/>
            <a:ext cx="5801917" cy="2057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PCA Module</a:t>
            </a:r>
          </a:p>
          <a:p>
            <a:r>
              <a:rPr lang="en-US" sz="2000"/>
              <a:t>AE Module</a:t>
            </a:r>
          </a:p>
          <a:p>
            <a:r>
              <a:rPr lang="en-US" sz="2000"/>
              <a:t>Full Comparison Module</a:t>
            </a:r>
          </a:p>
          <a:p>
            <a:r>
              <a:rPr lang="en-US" sz="2000"/>
              <a:t>Diffusion Bonus Module</a:t>
            </a:r>
          </a:p>
        </p:txBody>
      </p:sp>
      <p:pic>
        <p:nvPicPr>
          <p:cNvPr id="26" name="Graphic 25" descr="Books">
            <a:extLst>
              <a:ext uri="{FF2B5EF4-FFF2-40B4-BE49-F238E27FC236}">
                <a16:creationId xmlns:a16="http://schemas.microsoft.com/office/drawing/2014/main" id="{2E1DB849-3E42-47EE-BCF7-6DE144DA3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7C8A267-B001-6AD0-B082-6466FCB5E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01" y="4976160"/>
            <a:ext cx="11029950" cy="152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57672B68-2372-9139-CBE6-CC55B503A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730062" y="383993"/>
            <a:ext cx="237458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01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343DDD-E6B6-BCBF-55C0-3E1981A8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Data and Preprocessing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CFAB-C019-1076-C79C-28B6F9EAE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Grayscale 28x28</a:t>
            </a:r>
          </a:p>
          <a:p>
            <a:r>
              <a:rPr lang="en-US" sz="2000" dirty="0"/>
              <a:t>Tensor Conversion</a:t>
            </a:r>
          </a:p>
          <a:p>
            <a:r>
              <a:rPr lang="en-US" sz="2000" dirty="0"/>
              <a:t>Normalized to 0-1</a:t>
            </a:r>
          </a:p>
          <a:p>
            <a:r>
              <a:rPr lang="en-US" sz="2000" dirty="0"/>
              <a:t>Training and Testing Split for PCA vs. AE</a:t>
            </a:r>
          </a:p>
          <a:p>
            <a:r>
              <a:rPr lang="en-US" sz="2000" dirty="0"/>
              <a:t>Shape: Nx1x28x28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BB2F7-2AE5-0994-D818-82F7C6FE7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32" y="2834921"/>
            <a:ext cx="5150277" cy="301291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226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ACA27-9049-10FE-94F1-E17CC245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PCA Implementation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ADADF5-79B9-F749-FAA2-9E491BAF0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310" y="1809780"/>
            <a:ext cx="5745379" cy="2316044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38400E-0735-5D53-4854-94D4EECCCAB3}"/>
              </a:ext>
            </a:extLst>
          </p:cNvPr>
          <p:cNvGraphicFramePr>
            <a:graphicFrameLocks noGrp="1"/>
          </p:cNvGraphicFramePr>
          <p:nvPr/>
        </p:nvGraphicFramePr>
        <p:xfrm>
          <a:off x="1156428" y="4345767"/>
          <a:ext cx="9641434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717">
                  <a:extLst>
                    <a:ext uri="{9D8B030D-6E8A-4147-A177-3AD203B41FA5}">
                      <a16:colId xmlns:a16="http://schemas.microsoft.com/office/drawing/2014/main" val="1346240342"/>
                    </a:ext>
                  </a:extLst>
                </a:gridCol>
                <a:gridCol w="4820717">
                  <a:extLst>
                    <a:ext uri="{9D8B030D-6E8A-4147-A177-3AD203B41FA5}">
                      <a16:colId xmlns:a16="http://schemas.microsoft.com/office/drawing/2014/main" val="1758810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Core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80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err="1"/>
                        <a:t>pca.fit</a:t>
                      </a:r>
                      <a:r>
                        <a:rPr lang="en-US"/>
                        <a:t>(</a:t>
                      </a:r>
                      <a:r>
                        <a:rPr lang="en-US" err="1"/>
                        <a:t>X_train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Make PCA model with a set number of latent dimensions, then fit to training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63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latent = </a:t>
                      </a:r>
                      <a:r>
                        <a:rPr lang="en-US" err="1"/>
                        <a:t>pca.transform</a:t>
                      </a:r>
                      <a:r>
                        <a:rPr lang="en-US"/>
                        <a:t>(</a:t>
                      </a:r>
                      <a:r>
                        <a:rPr lang="en-US" err="1"/>
                        <a:t>X_test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Project test image into lower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609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reconstructed = </a:t>
                      </a:r>
                      <a:r>
                        <a:rPr lang="en-US" err="1"/>
                        <a:t>pca.inverse_transform</a:t>
                      </a:r>
                      <a:r>
                        <a:rPr lang="en-US"/>
                        <a:t>(latent)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Recreate the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763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ACA27-9049-10FE-94F1-E17CC245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AE Implementation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238400E-0735-5D53-4854-94D4EECCC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059412"/>
              </p:ext>
            </p:extLst>
          </p:nvPr>
        </p:nvGraphicFramePr>
        <p:xfrm>
          <a:off x="5167184" y="1928621"/>
          <a:ext cx="6756884" cy="4247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8442">
                  <a:extLst>
                    <a:ext uri="{9D8B030D-6E8A-4147-A177-3AD203B41FA5}">
                      <a16:colId xmlns:a16="http://schemas.microsoft.com/office/drawing/2014/main" val="1346240342"/>
                    </a:ext>
                  </a:extLst>
                </a:gridCol>
                <a:gridCol w="3378442">
                  <a:extLst>
                    <a:ext uri="{9D8B030D-6E8A-4147-A177-3AD203B41FA5}">
                      <a16:colId xmlns:a16="http://schemas.microsoft.com/office/drawing/2014/main" val="1758810005"/>
                    </a:ext>
                  </a:extLst>
                </a:gridCol>
              </a:tblGrid>
              <a:tr h="613937">
                <a:tc>
                  <a:txBody>
                    <a:bodyPr/>
                    <a:lstStyle/>
                    <a:p>
                      <a:r>
                        <a:rPr lang="en-US"/>
                        <a:t>Core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803272"/>
                  </a:ext>
                </a:extLst>
              </a:tr>
              <a:tr h="1513816">
                <a:tc>
                  <a:txBody>
                    <a:bodyPr/>
                    <a:lstStyle/>
                    <a:p>
                      <a:r>
                        <a:rPr lang="en-US" err="1"/>
                        <a:t>self.encoder</a:t>
                      </a:r>
                      <a:r>
                        <a:rPr lang="en-US"/>
                        <a:t> = </a:t>
                      </a:r>
                      <a:r>
                        <a:rPr lang="en-US" err="1"/>
                        <a:t>nn.Sequential</a:t>
                      </a:r>
                      <a:r>
                        <a:rPr lang="en-US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Compresses each 28x28 image into a smaller latent representation that keeps the most useful features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463865"/>
                  </a:ext>
                </a:extLst>
              </a:tr>
              <a:tr h="10596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self.decoder</a:t>
                      </a:r>
                      <a:r>
                        <a:rPr lang="en-US"/>
                        <a:t> = </a:t>
                      </a:r>
                      <a:r>
                        <a:rPr lang="en-US" err="1"/>
                        <a:t>nn.Sequential</a:t>
                      </a:r>
                      <a:r>
                        <a:rPr lang="en-US"/>
                        <a:t>…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Reconstructs the image from the latent code, expanding it back into pixel space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6609504"/>
                  </a:ext>
                </a:extLst>
              </a:tr>
              <a:tr h="1059671">
                <a:tc>
                  <a:txBody>
                    <a:bodyPr/>
                    <a:lstStyle/>
                    <a:p>
                      <a:r>
                        <a:rPr lang="en-US"/>
                        <a:t>forward()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Defines the full reconstruction path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2852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2659647-AAFB-0D56-B61A-6E55E90E5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30" y="1748594"/>
            <a:ext cx="4303422" cy="493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1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CB6696-B6B9-2062-F60B-3B7CDB14C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659A8EB-13BF-249F-A969-6B617B554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F04055-4F91-1F3D-8AB2-590980583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D5D513-E5F2-C893-1DA0-CB2AA53A8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D3C9C4-60D9-8051-6879-1119BE41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50726A-8D75-E34B-3B6A-3F3066026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6CC60-A9EA-4FFD-E3A8-D27BAFA9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8613098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Initial Experimental Results: Quantitative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4E7890C-F511-89EE-FEFC-D842D8C50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65841" y="1721401"/>
            <a:ext cx="7060317" cy="499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7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AE3C5-1C2F-0D5E-3F7E-D43C1BA3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DD0A642-80C4-2ED9-20DA-51A3A453E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BE0B9C-582F-2A4E-6D0D-7AA6DB841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61C972-0822-A631-78AA-4BEC9DFBA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ECCFCB-7C88-BD53-D66C-049C8B323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247682-C583-1220-3B01-51E679219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DE290E-2F56-9ABD-0B4B-EA39EA25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Tradeoffs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E0CA86BA-7E14-4A3C-964E-4CB094D40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2376993"/>
            <a:ext cx="10515600" cy="368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2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-1500"/>
            <a:ext cx="12191998" cy="6858000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635" y="-1500"/>
            <a:ext cx="8119933" cy="6858001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0659F6-0853-468D-B1B2-44FDBE98B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9272" y="-3000"/>
            <a:ext cx="12201265" cy="6859501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24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8536" y="0"/>
            <a:ext cx="11718098" cy="6858000"/>
          </a:xfrm>
          <a:prstGeom prst="rect">
            <a:avLst/>
          </a:prstGeom>
          <a:gradFill>
            <a:gsLst>
              <a:gs pos="19000">
                <a:srgbClr val="000000">
                  <a:alpha val="62000"/>
                </a:srgbClr>
              </a:gs>
              <a:gs pos="100000">
                <a:schemeClr val="accent1">
                  <a:lumMod val="75000"/>
                  <a:alpha val="44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B5216-CACF-84DD-2205-EF9372565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57395" y="5542379"/>
            <a:ext cx="9932691" cy="116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7ACDD7-882D-4B81-A213-84C82B96B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2888341"/>
            <a:ext cx="12203819" cy="396815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D7384F-E9DC-35F2-0287-C4369BF8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8640" y="3468661"/>
            <a:ext cx="6065439" cy="310853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334F00-C4FE-528D-50C1-C615520A90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783250" y="149625"/>
            <a:ext cx="8637310" cy="302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41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5AA1E-70BA-8C25-6C7A-895115BF7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Initial Experimental Results: Visuals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967502-8F49-DDA7-28BF-FD2992AFA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86141" y="470953"/>
            <a:ext cx="4974088" cy="615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18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6809DE-7A53-F0D8-677A-3AD25292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300">
                <a:solidFill>
                  <a:srgbClr val="FFFFFF"/>
                </a:solidFill>
              </a:rPr>
              <a:t>Interpretations and Tradeoffs</a:t>
            </a:r>
          </a:p>
        </p:txBody>
      </p:sp>
      <p:sp>
        <p:nvSpPr>
          <p:cNvPr id="26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EF1FA-B16C-1DC4-697E-3255EA66E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AE beats PCA at small and medium latent sizes on both MNIST and Fashion-MNIST</a:t>
            </a:r>
          </a:p>
          <a:p>
            <a:pPr>
              <a:buFont typeface="Wingdings" pitchFamily="2" charset="2"/>
              <a:buChar char="ü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PCA wins again at latent size 64</a:t>
            </a:r>
          </a:p>
          <a:p>
            <a:pPr>
              <a:buFont typeface="Wingdings" pitchFamily="2" charset="2"/>
              <a:buChar char="ü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PCA is much more parameter-efficient and easier to train</a:t>
            </a:r>
          </a:p>
          <a:p>
            <a:pPr>
              <a:buFont typeface="Wingdings" pitchFamily="2" charset="2"/>
              <a:buChar char="ü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Best choice depends on the goal: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Use AE when the bottleneck is tight and reconstruction quality matters most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Use PCA when simplicity, speed, and efficiency matter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28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97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B40AB6-6C6D-1228-F3D9-92F555D48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Bonus: Diffusion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CBA890-E698-4350-B985-3C329D8E3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8" y="3250235"/>
            <a:ext cx="5131088" cy="186001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D02A54-EFA0-819E-C2D9-F29B97F15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345165" y="2632508"/>
            <a:ext cx="5131087" cy="316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246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84F6C5-6267-2686-6C9C-6D602BE8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B876A-4BCA-D3C7-680E-FD0D4BA6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Bonus: Diffusion</a:t>
            </a:r>
          </a:p>
        </p:txBody>
      </p:sp>
      <p:pic>
        <p:nvPicPr>
          <p:cNvPr id="6" name="Content Placeholder 5" descr="A collage of different animals&#10;&#10;AI-generated content may be incorrect.">
            <a:extLst>
              <a:ext uri="{FF2B5EF4-FFF2-40B4-BE49-F238E27FC236}">
                <a16:creationId xmlns:a16="http://schemas.microsoft.com/office/drawing/2014/main" id="{126A1A8A-66EF-1BB7-94C9-1C20930BDF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49198" y="2181426"/>
            <a:ext cx="3997637" cy="3997637"/>
          </a:xfrm>
          <a:prstGeom prst="rect">
            <a:avLst/>
          </a:prstGeom>
        </p:spPr>
      </p:pic>
      <p:pic>
        <p:nvPicPr>
          <p:cNvPr id="8" name="Picture 7" descr="A number on a black background&#10;&#10;AI-generated content may be incorrect.">
            <a:extLst>
              <a:ext uri="{FF2B5EF4-FFF2-40B4-BE49-F238E27FC236}">
                <a16:creationId xmlns:a16="http://schemas.microsoft.com/office/drawing/2014/main" id="{8BFB927D-1232-143B-6794-E8387E8CF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165" y="2217815"/>
            <a:ext cx="3997831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48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81913-F9E1-3EC0-C40B-6A3FBE1A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0314A-A55A-8503-1A8F-80E4025F6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75026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GitHub and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B7C1B-70CF-82C4-9DB1-820E129D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93021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2000">
                <a:hlinkClick r:id="rId3"/>
              </a:rPr>
              <a:t>https://github.com/tjdavis51/Linear-vs-Nonlinear-Dimensionality-Reduction-in-Image-Reconstruction</a:t>
            </a:r>
            <a:endParaRPr lang="en-US" sz="2000"/>
          </a:p>
          <a:p>
            <a:pPr marL="0" indent="0">
              <a:buNone/>
            </a:pPr>
            <a:endParaRPr lang="en-US" sz="2000"/>
          </a:p>
          <a:p>
            <a:r>
              <a:rPr lang="en-US" sz="2000" u="sng">
                <a:hlinkClick r:id="rId4"/>
              </a:rPr>
              <a:t>https://tjdavis51.github.io/Linear-vs-Nonlinear-Dimensionality-Reduction-in-Image-Reconstruction/</a:t>
            </a:r>
            <a:endParaRPr lang="en-US" sz="2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15F3C4-E44F-5A1F-ED5F-BFCA15B0A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4505" y="1938429"/>
            <a:ext cx="6130295" cy="327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71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F2122-1F08-7CCD-9C95-77B9E422D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C824F-CA20-ACA6-1008-F981EE9B7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Are there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0107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7d49e9f-89e1-4aa0-99a3-d35b57b2ba03}" enabled="0" method="" siteId="{27d49e9f-89e1-4aa0-99a3-d35b57b2ba0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Macintosh PowerPoint</Application>
  <PresentationFormat>Widescreen</PresentationFormat>
  <Paragraphs>116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Office 2013 - 2022 Theme</vt:lpstr>
      <vt:lpstr>Comparison of Linear and Nonlinear Dimensionality Reduction Methods for Image Reconstruction</vt:lpstr>
      <vt:lpstr>Problem Reminder</vt:lpstr>
      <vt:lpstr>Methods Overview</vt:lpstr>
      <vt:lpstr>Implementation Update</vt:lpstr>
      <vt:lpstr>Data and Preprocessing</vt:lpstr>
      <vt:lpstr>PCA Implementation</vt:lpstr>
      <vt:lpstr>AE Implementation</vt:lpstr>
      <vt:lpstr>Initial Experimental Results: Quantitative</vt:lpstr>
      <vt:lpstr>Tradeoffs</vt:lpstr>
      <vt:lpstr>Details</vt:lpstr>
      <vt:lpstr>Initial Experimental Results: Visuals</vt:lpstr>
      <vt:lpstr>Interpretations and Tradeoffs</vt:lpstr>
      <vt:lpstr>Bonus: Diffusion</vt:lpstr>
      <vt:lpstr>Bonus: Diffusion</vt:lpstr>
      <vt:lpstr>GitHub and Website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John Davis</dc:creator>
  <cp:lastModifiedBy>Taylor John Davis</cp:lastModifiedBy>
  <cp:revision>1</cp:revision>
  <dcterms:created xsi:type="dcterms:W3CDTF">2026-05-03T16:28:16Z</dcterms:created>
  <dcterms:modified xsi:type="dcterms:W3CDTF">2026-05-04T23:30:25Z</dcterms:modified>
</cp:coreProperties>
</file>