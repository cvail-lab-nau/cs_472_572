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2"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y="5143500" cx="9144000"/>
  <p:notesSz cx="6858000" cy="9144000"/>
  <p:embeddedFontLst>
    <p:embeddedFont>
      <p:font typeface="Montserrat"/>
      <p:regular r:id="rId17"/>
      <p:bold r:id="rId18"/>
      <p:italic r:id="rId19"/>
      <p:boldItalic r:id="rId20"/>
    </p:embeddedFont>
    <p:embeddedFont>
      <p:font typeface="Montserrat Medium"/>
      <p:regular r:id="rId21"/>
      <p:bold r:id="rId22"/>
      <p:italic r:id="rId23"/>
      <p:boldItalic r:id="rId24"/>
    </p:embeddedFont>
    <p:embeddedFont>
      <p:font typeface="Montserrat ExtraLight"/>
      <p:regular r:id="rId25"/>
      <p:bold r:id="rId26"/>
      <p:italic r:id="rId27"/>
      <p:boldItalic r:id="rId28"/>
    </p:embeddedFont>
    <p:embeddedFont>
      <p:font typeface="Montserrat ExtraBold"/>
      <p:bold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Montserrat-boldItalic.fntdata"/><Relationship Id="rId22" Type="http://schemas.openxmlformats.org/officeDocument/2006/relationships/font" Target="fonts/MontserratMedium-bold.fntdata"/><Relationship Id="rId21" Type="http://schemas.openxmlformats.org/officeDocument/2006/relationships/font" Target="fonts/MontserratMedium-regular.fntdata"/><Relationship Id="rId24" Type="http://schemas.openxmlformats.org/officeDocument/2006/relationships/font" Target="fonts/MontserratMedium-boldItalic.fntdata"/><Relationship Id="rId23" Type="http://schemas.openxmlformats.org/officeDocument/2006/relationships/font" Target="fonts/MontserratMedium-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MontserratExtraLight-bold.fntdata"/><Relationship Id="rId25" Type="http://schemas.openxmlformats.org/officeDocument/2006/relationships/font" Target="fonts/MontserratExtraLight-regular.fntdata"/><Relationship Id="rId28" Type="http://schemas.openxmlformats.org/officeDocument/2006/relationships/font" Target="fonts/MontserratExtraLight-boldItalic.fntdata"/><Relationship Id="rId27" Type="http://schemas.openxmlformats.org/officeDocument/2006/relationships/font" Target="fonts/MontserratExtraLight-italic.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MontserratExtraBold-bold.fntdata"/><Relationship Id="rId7" Type="http://schemas.openxmlformats.org/officeDocument/2006/relationships/slide" Target="slides/slide3.xml"/><Relationship Id="rId8" Type="http://schemas.openxmlformats.org/officeDocument/2006/relationships/slide" Target="slides/slide4.xml"/><Relationship Id="rId30" Type="http://schemas.openxmlformats.org/officeDocument/2006/relationships/font" Target="fonts/MontserratExtraBold-boldItalic.fnt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font" Target="fonts/Montserrat-regular.fntdata"/><Relationship Id="rId16" Type="http://schemas.openxmlformats.org/officeDocument/2006/relationships/slide" Target="slides/slide12.xml"/><Relationship Id="rId19" Type="http://schemas.openxmlformats.org/officeDocument/2006/relationships/font" Target="fonts/Montserrat-italic.fntdata"/><Relationship Id="rId18" Type="http://schemas.openxmlformats.org/officeDocument/2006/relationships/font" Target="fonts/Montserrat-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7f9262ee2f_0_262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7f9262ee2f_0_262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Aa a recap of our project, the core idea is to investigate distinct market regimes, the different behavioral states that financial markets move through over time. These are often known as bull markets, bear markets, and high volatility periods. Rather than identifying these manually, we're using clustering algorithms to detect them automatically, with the specific scope to capture and compare multiple models across different kinds of datasets against known market regimes such as the Covid-19 crash, and the 2022 bear market.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For our data, we're pulling from four sets that give different insights ito specific pieces of the market. SPY tracks the S&amp;P 500, so it represents the broad stock market.  IWM tracks the Russell 2000, which covers small-cap stocks, smaller, more volatile companies that tend to react more to economic shifts than the SPY. QQQ focuses on tech-heavy stocks like Apple, Microsoft, and Nvidia. And TLT represents long-term treasury bonds, which tend to rise when investors flee stocks, making it a good safe haven signal. We did also end up expanding to </a:t>
            </a:r>
            <a:endParaRPr>
              <a:solidFill>
                <a:schemeClr val="dk1"/>
              </a:solidFill>
            </a:endParaRPr>
          </a:p>
          <a:p>
            <a:pPr indent="0" lvl="0" marL="0" rtl="0" algn="l">
              <a:lnSpc>
                <a:spcPct val="115000"/>
              </a:lnSpc>
              <a:spcBef>
                <a:spcPts val="1200"/>
              </a:spcBef>
              <a:spcAft>
                <a:spcPts val="1200"/>
              </a:spcAft>
              <a:buNone/>
            </a:pPr>
            <a:r>
              <a:rPr lang="en">
                <a:solidFill>
                  <a:schemeClr val="dk1"/>
                </a:solidFill>
              </a:rPr>
              <a:t>For our models, we're running three clustering methods. K-Means, GMM, and DBSCAN to get different methods of regime detection.</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7290233416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7290233416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Before getting into the results, here's a quick look at what we built and what changed since our last update.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flowchart on the left shows our full pipeline. We start by pulling daily price data for our four chosen datasets, compute percentage returns to capture day-to-day movement, engineer the features such as volatility, dispersion, correlation, and so on. And then normalize everything before feeding it into the clustering models. Each model produces regime labels, which we visualize, and then Isolation Forest runs on the same preprocessed data as our bonus step.</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In terms of progress, we already had basic versions of KMeans, GMM, and HDBSCAN running with preprocessing in place, but the visualizations weren't telling us much, iit was hard to see what each regime actually meant and we had way to big of a time period that we wanted to investigate.</a:t>
            </a:r>
            <a:endParaRPr>
              <a:solidFill>
                <a:schemeClr val="dk1"/>
              </a:solidFill>
            </a:endParaRPr>
          </a:p>
          <a:p>
            <a:pPr indent="0" lvl="0" marL="0" rtl="0" algn="l">
              <a:lnSpc>
                <a:spcPct val="115000"/>
              </a:lnSpc>
              <a:spcBef>
                <a:spcPts val="1200"/>
              </a:spcBef>
              <a:spcAft>
                <a:spcPts val="1200"/>
              </a:spcAft>
              <a:buNone/>
            </a:pPr>
            <a:r>
              <a:rPr lang="en">
                <a:solidFill>
                  <a:schemeClr val="dk1"/>
                </a:solidFill>
              </a:rPr>
              <a:t>What's new is that we refined the whole pipeline into a single standardized flow, so all three models share the same preprocessing and feature set, which makes the comparison fair. We also rebuilt the visualizations to actually show regime behavior over time, for this presentation we focused on the 2020 COVID crash and . And finally, we added Isolation Forest as a bonus to validate our clustering results with a completely independent method.</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7f9262ee2f_0_262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7f9262ee2f_0_262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Daily Stock Prices -&gt; Moving </a:t>
            </a:r>
            <a:r>
              <a:rPr lang="en"/>
              <a:t>return changes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SPY – Tracks the S&amp;P 500 (large U.S. companies; overall market)</a:t>
            </a:r>
            <a:endParaRPr/>
          </a:p>
          <a:p>
            <a:pPr indent="0" lvl="0" marL="0" rtl="0" algn="l">
              <a:spcBef>
                <a:spcPts val="0"/>
              </a:spcBef>
              <a:spcAft>
                <a:spcPts val="0"/>
              </a:spcAft>
              <a:buNone/>
            </a:pPr>
            <a:r>
              <a:rPr lang="en"/>
              <a:t>QQQ – Tracks the Nasdaq-100 (tech-heavy growth stocks)</a:t>
            </a:r>
            <a:endParaRPr/>
          </a:p>
          <a:p>
            <a:pPr indent="0" lvl="0" marL="0" rtl="0" algn="l">
              <a:spcBef>
                <a:spcPts val="0"/>
              </a:spcBef>
              <a:spcAft>
                <a:spcPts val="0"/>
              </a:spcAft>
              <a:buNone/>
            </a:pPr>
            <a:r>
              <a:rPr lang="en"/>
              <a:t>IWM – Tracks the Russell 2000 (small-cap companies; more sensitive to economic changes)</a:t>
            </a:r>
            <a:endParaRPr/>
          </a:p>
          <a:p>
            <a:pPr indent="0" lvl="0" marL="0" rtl="0" algn="l">
              <a:spcBef>
                <a:spcPts val="0"/>
              </a:spcBef>
              <a:spcAft>
                <a:spcPts val="0"/>
              </a:spcAft>
              <a:buNone/>
            </a:pPr>
            <a:r>
              <a:rPr lang="en"/>
              <a:t>TLT – Tracks long-term U.S. Treasury bonds (safe-haven asset; rises during market stress)</a:t>
            </a:r>
            <a:endParaRPr/>
          </a:p>
          <a:p>
            <a:pPr indent="0" lvl="0" marL="0" rtl="0" algn="l">
              <a:spcBef>
                <a:spcPts val="0"/>
              </a:spcBef>
              <a:spcAft>
                <a:spcPts val="0"/>
              </a:spcAft>
              <a:buNone/>
            </a:pPr>
            <a:r>
              <a:rPr lang="en"/>
              <a:t>SHY – Tracks short-term U.S. Treasury bonds (very low risk; similar to cash)</a:t>
            </a:r>
            <a:endParaRPr/>
          </a:p>
          <a:p>
            <a:pPr indent="0" lvl="0" marL="0" rtl="0" algn="l">
              <a:spcBef>
                <a:spcPts val="0"/>
              </a:spcBef>
              <a:spcAft>
                <a:spcPts val="0"/>
              </a:spcAft>
              <a:buNone/>
            </a:pPr>
            <a:r>
              <a:rPr lang="en"/>
              <a:t>GLD – Tracks gold prices (inflation hedge and crisis asset)</a:t>
            </a:r>
            <a:endParaRPr/>
          </a:p>
          <a:p>
            <a:pPr indent="0" lvl="0" marL="0" rtl="0" algn="l">
              <a:spcBef>
                <a:spcPts val="0"/>
              </a:spcBef>
              <a:spcAft>
                <a:spcPts val="0"/>
              </a:spcAft>
              <a:buNone/>
            </a:pPr>
            <a:r>
              <a:rPr lang="en"/>
              <a:t>XLE – Tracks the energy sector (oil &amp; gas companies; sensitive to inflation and commodities)</a:t>
            </a:r>
            <a:endParaRPr/>
          </a:p>
          <a:p>
            <a:pPr indent="0" lvl="0" marL="0" rtl="0" algn="l">
              <a:spcBef>
                <a:spcPts val="0"/>
              </a:spcBef>
              <a:spcAft>
                <a:spcPts val="0"/>
              </a:spcAft>
              <a:buNone/>
            </a:pPr>
            <a:r>
              <a:rPr lang="en"/>
              <a:t>XLF – Tracks the financial sector (banks and insurers; sensitive to interest rates)</a:t>
            </a:r>
            <a:endParaRPr/>
          </a:p>
          <a:p>
            <a:pPr indent="0" lvl="0" marL="0" rtl="0" algn="l">
              <a:spcBef>
                <a:spcPts val="0"/>
              </a:spcBef>
              <a:spcAft>
                <a:spcPts val="0"/>
              </a:spcAft>
              <a:buNone/>
            </a:pPr>
            <a:r>
              <a:rPr lang="en"/>
              <a:t>XLK – Tracks the technology sector (growth and innovation companies)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dbc699c53d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dbc699c53d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Descriptions</a:t>
            </a:r>
            <a:endParaRPr/>
          </a:p>
          <a:p>
            <a:pPr indent="0" lvl="0" marL="0" rtl="0" algn="l">
              <a:spcBef>
                <a:spcPts val="0"/>
              </a:spcBef>
              <a:spcAft>
                <a:spcPts val="0"/>
              </a:spcAft>
              <a:buNone/>
            </a:pPr>
            <a:r>
              <a:rPr lang="en"/>
              <a:t>================</a:t>
            </a:r>
            <a:endParaRPr/>
          </a:p>
          <a:p>
            <a:pPr indent="0" lvl="0" marL="0" rtl="0" algn="l">
              <a:spcBef>
                <a:spcPts val="0"/>
              </a:spcBef>
              <a:spcAft>
                <a:spcPts val="0"/>
              </a:spcAft>
              <a:buNone/>
            </a:pPr>
            <a:r>
              <a:rPr lang="en"/>
              <a:t>Volatility: How much are prices jumping around </a:t>
            </a:r>
            <a:endParaRPr/>
          </a:p>
          <a:p>
            <a:pPr indent="0" lvl="0" marL="0" rtl="0" algn="l">
              <a:spcBef>
                <a:spcPts val="0"/>
              </a:spcBef>
              <a:spcAft>
                <a:spcPts val="0"/>
              </a:spcAft>
              <a:buNone/>
            </a:pPr>
            <a:r>
              <a:rPr lang="en"/>
              <a:t>Average Return : Is the market going up or down? </a:t>
            </a:r>
            <a:endParaRPr/>
          </a:p>
          <a:p>
            <a:pPr indent="0" lvl="0" marL="0" rtl="0" algn="l">
              <a:spcBef>
                <a:spcPts val="0"/>
              </a:spcBef>
              <a:spcAft>
                <a:spcPts val="0"/>
              </a:spcAft>
              <a:buNone/>
            </a:pPr>
            <a:r>
              <a:rPr lang="en"/>
              <a:t>Dispersion: Are assets moving differently from each other? </a:t>
            </a:r>
            <a:endParaRPr/>
          </a:p>
          <a:p>
            <a:pPr indent="0" lvl="0" marL="0" rtl="0" algn="l">
              <a:spcBef>
                <a:spcPts val="0"/>
              </a:spcBef>
              <a:spcAft>
                <a:spcPts val="0"/>
              </a:spcAft>
              <a:buNone/>
            </a:pPr>
            <a:r>
              <a:rPr lang="en"/>
              <a:t>Correlation: Are assets moving differently from each other? </a:t>
            </a:r>
            <a:endParaRPr/>
          </a:p>
          <a:p>
            <a:pPr indent="0" lvl="0" marL="0" rtl="0" algn="l">
              <a:spcBef>
                <a:spcPts val="0"/>
              </a:spcBef>
              <a:spcAft>
                <a:spcPts val="0"/>
              </a:spcAft>
              <a:buNone/>
            </a:pPr>
            <a:r>
              <a:rPr lang="en"/>
              <a:t>Equity Bond Spread: Are investors favoring risk (stocks) or safety (bonds)? </a:t>
            </a:r>
            <a:endParaRPr/>
          </a:p>
          <a:p>
            <a:pPr indent="0" lvl="0" marL="0" rtl="0" algn="l">
              <a:spcBef>
                <a:spcPts val="0"/>
              </a:spcBef>
              <a:spcAft>
                <a:spcPts val="0"/>
              </a:spcAft>
              <a:buNone/>
            </a:pPr>
            <a:r>
              <a:rPr lang="en"/>
              <a:t>Drawdown: How far are we below recent highs? </a:t>
            </a:r>
            <a:endParaRPr/>
          </a:p>
          <a:p>
            <a:pPr indent="0" lvl="0" marL="0" rtl="0" algn="l">
              <a:spcBef>
                <a:spcPts val="0"/>
              </a:spcBef>
              <a:spcAft>
                <a:spcPts val="0"/>
              </a:spcAft>
              <a:buNone/>
            </a:pPr>
            <a:r>
              <a:rPr lang="en"/>
              <a:t>Volume Change: Is risk increasing or decreasing? </a:t>
            </a:r>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7f9262ee2f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7f9262ee2f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KMeans partitions the data into a fixed number of regimes.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Regime 3 shows a strong bullish (positive growth) pattern</a:t>
            </a:r>
            <a:endParaRPr/>
          </a:p>
          <a:p>
            <a:pPr indent="0" lvl="0" marL="0" rtl="0" algn="l">
              <a:spcBef>
                <a:spcPts val="0"/>
              </a:spcBef>
              <a:spcAft>
                <a:spcPts val="0"/>
              </a:spcAft>
              <a:buNone/>
            </a:pPr>
            <a:r>
              <a:rPr lang="en"/>
              <a:t>Regime 2 shows massive Crisis pattern in growth</a:t>
            </a:r>
            <a:endParaRPr/>
          </a:p>
          <a:p>
            <a:pPr indent="0" lvl="0" marL="0" rtl="0" algn="l">
              <a:spcBef>
                <a:spcPts val="0"/>
              </a:spcBef>
              <a:spcAft>
                <a:spcPts val="0"/>
              </a:spcAft>
              <a:buNone/>
            </a:pPr>
            <a:r>
              <a:rPr lang="en"/>
              <a:t>Other regimes show smaller patterns of </a:t>
            </a:r>
            <a:r>
              <a:rPr lang="en"/>
              <a:t>growth such as bear, stagnant, etc</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Explain graphs for avg return trends with regimes and how volatile they are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Overall K means is able to segment meaningful regimes however creates smaller similar trends as well which can be observed on the market however due to its nature it can be very susceptible to noise.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dbc699c53d_1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dbc699c53d_1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GMM models regimes probabilistically, allowing for overlap between states rather than forcing hard boundaries.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Clear regimes without </a:t>
            </a:r>
            <a:r>
              <a:rPr lang="en"/>
              <a:t>extremes</a:t>
            </a:r>
            <a:r>
              <a:rPr lang="en"/>
              <a:t> as can be seen positive return in regime 0, negative (bear) with regime 1, and crisis markets in regime 2</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PCA plot shows one main cluster along with one major seperated region within, capturing the underlying structure more realistically, with smoother transitions between regimes.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Unlike Kmeans, GMM is able to more accurately represent the </a:t>
            </a:r>
            <a:r>
              <a:rPr lang="en"/>
              <a:t>continuous</a:t>
            </a:r>
            <a:r>
              <a:rPr lang="en"/>
              <a:t> nature of the </a:t>
            </a:r>
            <a:r>
              <a:rPr lang="en"/>
              <a:t>stock</a:t>
            </a:r>
            <a:r>
              <a:rPr lang="en"/>
              <a:t> market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dbc699c53d_1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dbc699c53d_1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HDBSCAN identifies clusters based on density and automatically detects noise or outliers.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Unlike the prior two models shown the </a:t>
            </a:r>
            <a:r>
              <a:rPr lang="en"/>
              <a:t>clusters</a:t>
            </a:r>
            <a:r>
              <a:rPr lang="en"/>
              <a:t> captured represent </a:t>
            </a:r>
            <a:r>
              <a:rPr lang="en"/>
              <a:t>normal</a:t>
            </a:r>
            <a:r>
              <a:rPr lang="en"/>
              <a:t> market beahvior compared to massive </a:t>
            </a:r>
            <a:r>
              <a:rPr lang="en"/>
              <a:t>changes</a:t>
            </a:r>
            <a:r>
              <a:rPr lang="en"/>
              <a:t> during crisis and stress. Additionally highlighting the bubble nature of the stock market.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Overall, HDBSCAN highlights that most market behavior is continuous, with only a few distinct extreme regimes. Where captured noise is registered as extreme negative changes within the strock market such as the 2020 crash.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To sum it up compared to the other two, HDBSCAN suggests the market primarily operates in one regime, with occasional shocks.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dbc699c53d_1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3dbc699c53d_1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consistency across methods validates the feature engineering and suggests that these regimes are real, not artifacts of a specific model.</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GMM provides the most balanced representation, capturing both regime structure and smooth transitions.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These results suggest that regime-based models can be used to adapt investment strategies dynamically based on market conditions.</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dbd5e7db02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3dbd5e7db02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The original scope of our project dealt with simple market detection, specifically wanting to just use kmeans as the method used to detect these regions. After the overview </a:t>
            </a:r>
            <a:r>
              <a:rPr lang="en"/>
              <a:t>presentation</a:t>
            </a:r>
            <a:r>
              <a:rPr lang="en"/>
              <a:t>, we received the </a:t>
            </a:r>
            <a:r>
              <a:rPr lang="en"/>
              <a:t>feedback</a:t>
            </a:r>
            <a:r>
              <a:rPr lang="en"/>
              <a:t> to include multiple methods and compare them against eachother, with a recommendation to look into isolation forests, but not required for our project, so f</a:t>
            </a:r>
            <a:r>
              <a:rPr lang="en"/>
              <a:t>or our bonus implementation, we added Isolation Forest, which approaches the problem differently from our clustering models. Instead of grouping points by distance or density, it builds random decision trees and measures how quickly each point gets isolated. Anomalies end up alone after just a few random splits, while normal points take many more. The shorter the average path length, the more anomalous the point.</a:t>
            </a:r>
            <a:endParaRPr/>
          </a:p>
          <a:p>
            <a:pPr indent="0" lvl="0" marL="0" rtl="0" algn="l">
              <a:lnSpc>
                <a:spcPct val="115000"/>
              </a:lnSpc>
              <a:spcBef>
                <a:spcPts val="1200"/>
              </a:spcBef>
              <a:spcAft>
                <a:spcPts val="0"/>
              </a:spcAft>
              <a:buClr>
                <a:schemeClr val="dk1"/>
              </a:buClr>
              <a:buSzPts val="1100"/>
              <a:buFont typeface="Arial"/>
              <a:buNone/>
            </a:pPr>
            <a:r>
              <a:rPr lang="en"/>
              <a:t>You can see the result in the top graph. The score plunges below the decision boundary only in March and April of 2020, showing the extremely high </a:t>
            </a:r>
            <a:r>
              <a:rPr lang="en"/>
              <a:t>volatility</a:t>
            </a:r>
            <a:r>
              <a:rPr lang="en"/>
              <a:t> of the COVID crash. What these anomalous regions really represent are periods of extreme market instability, the moments where the biggest, most violent changes in the stock market actually happen. </a:t>
            </a:r>
            <a:r>
              <a:rPr lang="en">
                <a:solidFill>
                  <a:schemeClr val="dk1"/>
                </a:solidFill>
              </a:rPr>
              <a:t>You can see it too in the PCA scatter, where the red anomaly points sit far from the dense mass of normal trading days, better showing the distribution of trading days, specifically detailing the points that the model picked out as anomalies, with the direction and volatility at those times.</a:t>
            </a:r>
            <a:r>
              <a:rPr lang="en"/>
              <a:t> These are the days that don't behave like normal trading days</a:t>
            </a:r>
            <a:r>
              <a:rPr lang="en"/>
              <a:t>, and have the biggest impacts on the market, giving us more insight into the market behaviors at certain periods in time</a:t>
            </a:r>
            <a:r>
              <a:rPr lang="en"/>
              <a:t>.</a:t>
            </a:r>
            <a:endParaRPr/>
          </a:p>
          <a:p>
            <a:pPr indent="0" lvl="0" marL="0" rtl="0" algn="l">
              <a:lnSpc>
                <a:spcPct val="115000"/>
              </a:lnSpc>
              <a:spcBef>
                <a:spcPts val="1200"/>
              </a:spcBef>
              <a:spcAft>
                <a:spcPts val="0"/>
              </a:spcAft>
              <a:buClr>
                <a:schemeClr val="dk1"/>
              </a:buClr>
              <a:buSzPts val="1100"/>
              <a:buFont typeface="Arial"/>
              <a:buNone/>
            </a:pPr>
            <a:r>
              <a:t/>
            </a:r>
            <a:endParaRPr/>
          </a:p>
          <a:p>
            <a:pPr indent="0" lvl="0" marL="0" rtl="0" algn="l">
              <a:spcBef>
                <a:spcPts val="120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7290233416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7290233416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7290233416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7290233416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7.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7.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0.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3.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7.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8.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hyperlink" Target="http://bit.ly/2Tynxth" TargetMode="External"/><Relationship Id="rId4" Type="http://schemas.openxmlformats.org/officeDocument/2006/relationships/hyperlink" Target="http://bit.ly/2TyoMsr" TargetMode="External"/><Relationship Id="rId5" Type="http://schemas.openxmlformats.org/officeDocument/2006/relationships/hyperlink" Target="http://bit.ly/2TtBDfr" TargetMode="Externa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blipFill>
          <a:blip r:embed="rId2">
            <a:alphaModFix/>
          </a:blip>
          <a:stretch>
            <a:fillRect/>
          </a:stretch>
        </a:blipFill>
      </p:bgPr>
    </p:bg>
    <p:spTree>
      <p:nvGrpSpPr>
        <p:cNvPr id="8" name="Shape 8"/>
        <p:cNvGrpSpPr/>
        <p:nvPr/>
      </p:nvGrpSpPr>
      <p:grpSpPr>
        <a:xfrm>
          <a:off x="0" y="0"/>
          <a:ext cx="0" cy="0"/>
          <a:chOff x="0" y="0"/>
          <a:chExt cx="0" cy="0"/>
        </a:xfrm>
      </p:grpSpPr>
      <p:sp>
        <p:nvSpPr>
          <p:cNvPr id="9" name="Google Shape;9;p2"/>
          <p:cNvSpPr txBox="1"/>
          <p:nvPr>
            <p:ph type="ctrTitle"/>
          </p:nvPr>
        </p:nvSpPr>
        <p:spPr>
          <a:xfrm>
            <a:off x="2175900" y="1950100"/>
            <a:ext cx="4792200" cy="6447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lt1"/>
              </a:buClr>
              <a:buSzPts val="3600"/>
              <a:buNone/>
              <a:defRPr b="1" sz="3600">
                <a:solidFill>
                  <a:schemeClr val="lt1"/>
                </a:solidFill>
              </a:defRPr>
            </a:lvl1pPr>
            <a:lvl2pPr lvl="1" algn="ctr">
              <a:spcBef>
                <a:spcPts val="0"/>
              </a:spcBef>
              <a:spcAft>
                <a:spcPts val="0"/>
              </a:spcAft>
              <a:buClr>
                <a:schemeClr val="lt1"/>
              </a:buClr>
              <a:buSzPts val="3600"/>
              <a:buNone/>
              <a:defRPr b="1" sz="3600">
                <a:solidFill>
                  <a:schemeClr val="lt1"/>
                </a:solidFill>
              </a:defRPr>
            </a:lvl2pPr>
            <a:lvl3pPr lvl="2" algn="ctr">
              <a:spcBef>
                <a:spcPts val="0"/>
              </a:spcBef>
              <a:spcAft>
                <a:spcPts val="0"/>
              </a:spcAft>
              <a:buClr>
                <a:schemeClr val="lt1"/>
              </a:buClr>
              <a:buSzPts val="3600"/>
              <a:buNone/>
              <a:defRPr b="1" sz="3600">
                <a:solidFill>
                  <a:schemeClr val="lt1"/>
                </a:solidFill>
              </a:defRPr>
            </a:lvl3pPr>
            <a:lvl4pPr lvl="3" algn="ctr">
              <a:spcBef>
                <a:spcPts val="0"/>
              </a:spcBef>
              <a:spcAft>
                <a:spcPts val="0"/>
              </a:spcAft>
              <a:buClr>
                <a:schemeClr val="lt1"/>
              </a:buClr>
              <a:buSzPts val="3600"/>
              <a:buNone/>
              <a:defRPr b="1" sz="3600">
                <a:solidFill>
                  <a:schemeClr val="lt1"/>
                </a:solidFill>
              </a:defRPr>
            </a:lvl4pPr>
            <a:lvl5pPr lvl="4" algn="ctr">
              <a:spcBef>
                <a:spcPts val="0"/>
              </a:spcBef>
              <a:spcAft>
                <a:spcPts val="0"/>
              </a:spcAft>
              <a:buClr>
                <a:schemeClr val="lt1"/>
              </a:buClr>
              <a:buSzPts val="3600"/>
              <a:buNone/>
              <a:defRPr b="1" sz="3600">
                <a:solidFill>
                  <a:schemeClr val="lt1"/>
                </a:solidFill>
              </a:defRPr>
            </a:lvl5pPr>
            <a:lvl6pPr lvl="5" algn="ctr">
              <a:spcBef>
                <a:spcPts val="0"/>
              </a:spcBef>
              <a:spcAft>
                <a:spcPts val="0"/>
              </a:spcAft>
              <a:buClr>
                <a:schemeClr val="lt1"/>
              </a:buClr>
              <a:buSzPts val="3600"/>
              <a:buNone/>
              <a:defRPr b="1" sz="3600">
                <a:solidFill>
                  <a:schemeClr val="lt1"/>
                </a:solidFill>
              </a:defRPr>
            </a:lvl6pPr>
            <a:lvl7pPr lvl="6" algn="ctr">
              <a:spcBef>
                <a:spcPts val="0"/>
              </a:spcBef>
              <a:spcAft>
                <a:spcPts val="0"/>
              </a:spcAft>
              <a:buClr>
                <a:schemeClr val="lt1"/>
              </a:buClr>
              <a:buSzPts val="3600"/>
              <a:buNone/>
              <a:defRPr b="1" sz="3600">
                <a:solidFill>
                  <a:schemeClr val="lt1"/>
                </a:solidFill>
              </a:defRPr>
            </a:lvl7pPr>
            <a:lvl8pPr lvl="7" algn="ctr">
              <a:spcBef>
                <a:spcPts val="0"/>
              </a:spcBef>
              <a:spcAft>
                <a:spcPts val="0"/>
              </a:spcAft>
              <a:buClr>
                <a:schemeClr val="lt1"/>
              </a:buClr>
              <a:buSzPts val="3600"/>
              <a:buNone/>
              <a:defRPr b="1" sz="3600">
                <a:solidFill>
                  <a:schemeClr val="lt1"/>
                </a:solidFill>
              </a:defRPr>
            </a:lvl8pPr>
            <a:lvl9pPr lvl="8" algn="ctr">
              <a:spcBef>
                <a:spcPts val="0"/>
              </a:spcBef>
              <a:spcAft>
                <a:spcPts val="0"/>
              </a:spcAft>
              <a:buClr>
                <a:schemeClr val="lt1"/>
              </a:buClr>
              <a:buSzPts val="3600"/>
              <a:buNone/>
              <a:defRPr b="1" sz="3600">
                <a:solidFill>
                  <a:schemeClr val="lt1"/>
                </a:solidFill>
              </a:defRPr>
            </a:lvl9pPr>
          </a:lstStyle>
          <a:p/>
        </p:txBody>
      </p:sp>
      <p:sp>
        <p:nvSpPr>
          <p:cNvPr id="10" name="Google Shape;10;p2"/>
          <p:cNvSpPr txBox="1"/>
          <p:nvPr>
            <p:ph idx="1" type="subTitle"/>
          </p:nvPr>
        </p:nvSpPr>
        <p:spPr>
          <a:xfrm>
            <a:off x="2044200" y="3704650"/>
            <a:ext cx="5055600" cy="464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accent1"/>
              </a:buClr>
              <a:buSzPts val="1400"/>
              <a:buNone/>
              <a:defRPr sz="1400">
                <a:solidFill>
                  <a:schemeClr val="accent1"/>
                </a:solidFill>
              </a:defRPr>
            </a:lvl1pPr>
            <a:lvl2pPr lvl="1" algn="ctr">
              <a:lnSpc>
                <a:spcPct val="100000"/>
              </a:lnSpc>
              <a:spcBef>
                <a:spcPts val="0"/>
              </a:spcBef>
              <a:spcAft>
                <a:spcPts val="0"/>
              </a:spcAft>
              <a:buClr>
                <a:schemeClr val="lt1"/>
              </a:buClr>
              <a:buSzPts val="1800"/>
              <a:buNone/>
              <a:defRPr sz="1800">
                <a:solidFill>
                  <a:schemeClr val="lt1"/>
                </a:solidFill>
              </a:defRPr>
            </a:lvl2pPr>
            <a:lvl3pPr lvl="2" algn="ctr">
              <a:lnSpc>
                <a:spcPct val="100000"/>
              </a:lnSpc>
              <a:spcBef>
                <a:spcPts val="0"/>
              </a:spcBef>
              <a:spcAft>
                <a:spcPts val="0"/>
              </a:spcAft>
              <a:buClr>
                <a:schemeClr val="lt1"/>
              </a:buClr>
              <a:buSzPts val="1800"/>
              <a:buNone/>
              <a:defRPr sz="1800">
                <a:solidFill>
                  <a:schemeClr val="lt1"/>
                </a:solidFill>
              </a:defRPr>
            </a:lvl3pPr>
            <a:lvl4pPr lvl="3" algn="ctr">
              <a:lnSpc>
                <a:spcPct val="100000"/>
              </a:lnSpc>
              <a:spcBef>
                <a:spcPts val="0"/>
              </a:spcBef>
              <a:spcAft>
                <a:spcPts val="0"/>
              </a:spcAft>
              <a:buClr>
                <a:schemeClr val="lt1"/>
              </a:buClr>
              <a:buSzPts val="1800"/>
              <a:buNone/>
              <a:defRPr sz="1800">
                <a:solidFill>
                  <a:schemeClr val="lt1"/>
                </a:solidFill>
              </a:defRPr>
            </a:lvl4pPr>
            <a:lvl5pPr lvl="4" algn="ctr">
              <a:lnSpc>
                <a:spcPct val="100000"/>
              </a:lnSpc>
              <a:spcBef>
                <a:spcPts val="0"/>
              </a:spcBef>
              <a:spcAft>
                <a:spcPts val="0"/>
              </a:spcAft>
              <a:buClr>
                <a:schemeClr val="lt1"/>
              </a:buClr>
              <a:buSzPts val="1800"/>
              <a:buNone/>
              <a:defRPr sz="1800">
                <a:solidFill>
                  <a:schemeClr val="lt1"/>
                </a:solidFill>
              </a:defRPr>
            </a:lvl5pPr>
            <a:lvl6pPr lvl="5" algn="ctr">
              <a:lnSpc>
                <a:spcPct val="100000"/>
              </a:lnSpc>
              <a:spcBef>
                <a:spcPts val="0"/>
              </a:spcBef>
              <a:spcAft>
                <a:spcPts val="0"/>
              </a:spcAft>
              <a:buClr>
                <a:schemeClr val="lt1"/>
              </a:buClr>
              <a:buSzPts val="1800"/>
              <a:buNone/>
              <a:defRPr sz="1800">
                <a:solidFill>
                  <a:schemeClr val="lt1"/>
                </a:solidFill>
              </a:defRPr>
            </a:lvl6pPr>
            <a:lvl7pPr lvl="6" algn="ctr">
              <a:lnSpc>
                <a:spcPct val="100000"/>
              </a:lnSpc>
              <a:spcBef>
                <a:spcPts val="0"/>
              </a:spcBef>
              <a:spcAft>
                <a:spcPts val="0"/>
              </a:spcAft>
              <a:buClr>
                <a:schemeClr val="lt1"/>
              </a:buClr>
              <a:buSzPts val="1800"/>
              <a:buNone/>
              <a:defRPr sz="1800">
                <a:solidFill>
                  <a:schemeClr val="lt1"/>
                </a:solidFill>
              </a:defRPr>
            </a:lvl7pPr>
            <a:lvl8pPr lvl="7" algn="ctr">
              <a:lnSpc>
                <a:spcPct val="100000"/>
              </a:lnSpc>
              <a:spcBef>
                <a:spcPts val="0"/>
              </a:spcBef>
              <a:spcAft>
                <a:spcPts val="0"/>
              </a:spcAft>
              <a:buClr>
                <a:schemeClr val="lt1"/>
              </a:buClr>
              <a:buSzPts val="1800"/>
              <a:buNone/>
              <a:defRPr sz="1800">
                <a:solidFill>
                  <a:schemeClr val="lt1"/>
                </a:solidFill>
              </a:defRPr>
            </a:lvl8pPr>
            <a:lvl9pPr lvl="8" algn="ctr">
              <a:lnSpc>
                <a:spcPct val="100000"/>
              </a:lnSpc>
              <a:spcBef>
                <a:spcPts val="0"/>
              </a:spcBef>
              <a:spcAft>
                <a:spcPts val="0"/>
              </a:spcAft>
              <a:buClr>
                <a:schemeClr val="lt1"/>
              </a:buClr>
              <a:buSzPts val="1800"/>
              <a:buNone/>
              <a:defRPr sz="1800">
                <a:solidFill>
                  <a:schemeClr val="lt1"/>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blipFill>
          <a:blip r:embed="rId2">
            <a:alphaModFix/>
          </a:blip>
          <a:stretch>
            <a:fillRect/>
          </a:stretch>
        </a:blipFill>
      </p:bgPr>
    </p:bg>
    <p:spTree>
      <p:nvGrpSpPr>
        <p:cNvPr id="11" name="Shape 11"/>
        <p:cNvGrpSpPr/>
        <p:nvPr/>
      </p:nvGrpSpPr>
      <p:grpSpPr>
        <a:xfrm>
          <a:off x="0" y="0"/>
          <a:ext cx="0" cy="0"/>
          <a:chOff x="0" y="0"/>
          <a:chExt cx="0" cy="0"/>
        </a:xfrm>
      </p:grpSpPr>
      <p:sp>
        <p:nvSpPr>
          <p:cNvPr id="12" name="Google Shape;12;p3"/>
          <p:cNvSpPr txBox="1"/>
          <p:nvPr>
            <p:ph type="title"/>
          </p:nvPr>
        </p:nvSpPr>
        <p:spPr>
          <a:xfrm>
            <a:off x="3762670" y="3177750"/>
            <a:ext cx="3068700" cy="5988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3" name="Google Shape;13;p3"/>
          <p:cNvSpPr txBox="1"/>
          <p:nvPr>
            <p:ph hasCustomPrompt="1" idx="2" type="title"/>
          </p:nvPr>
        </p:nvSpPr>
        <p:spPr>
          <a:xfrm>
            <a:off x="1048270" y="3287500"/>
            <a:ext cx="2412900" cy="931500"/>
          </a:xfrm>
          <a:prstGeom prst="rect">
            <a:avLst/>
          </a:prstGeom>
          <a:effectLst>
            <a:outerShdw blurRad="114300" rotWithShape="0" algn="bl" dir="6360000" dist="28575">
              <a:schemeClr val="accent1">
                <a:alpha val="50000"/>
              </a:schemeClr>
            </a:outerShdw>
          </a:effectLst>
        </p:spPr>
        <p:txBody>
          <a:bodyPr anchorCtr="0" anchor="ctr" bIns="91425" lIns="91425" spcFirstLastPara="1" rIns="91425" wrap="square" tIns="91425">
            <a:noAutofit/>
          </a:bodyPr>
          <a:lstStyle>
            <a:lvl1pPr lvl="0" rtl="0" algn="r">
              <a:spcBef>
                <a:spcPts val="0"/>
              </a:spcBef>
              <a:spcAft>
                <a:spcPts val="0"/>
              </a:spcAft>
              <a:buClr>
                <a:schemeClr val="lt1"/>
              </a:buClr>
              <a:buSzPts val="6000"/>
              <a:buNone/>
              <a:defRPr sz="6000">
                <a:solidFill>
                  <a:schemeClr val="lt1"/>
                </a:solidFill>
              </a:defRPr>
            </a:lvl1pPr>
            <a:lvl2pPr lvl="1" rtl="0" algn="ctr">
              <a:spcBef>
                <a:spcPts val="0"/>
              </a:spcBef>
              <a:spcAft>
                <a:spcPts val="0"/>
              </a:spcAft>
              <a:buClr>
                <a:schemeClr val="lt1"/>
              </a:buClr>
              <a:buSzPts val="7200"/>
              <a:buNone/>
              <a:defRPr sz="7200">
                <a:solidFill>
                  <a:schemeClr val="lt1"/>
                </a:solidFill>
              </a:defRPr>
            </a:lvl2pPr>
            <a:lvl3pPr lvl="2" rtl="0" algn="ctr">
              <a:spcBef>
                <a:spcPts val="0"/>
              </a:spcBef>
              <a:spcAft>
                <a:spcPts val="0"/>
              </a:spcAft>
              <a:buClr>
                <a:schemeClr val="lt1"/>
              </a:buClr>
              <a:buSzPts val="7200"/>
              <a:buNone/>
              <a:defRPr sz="7200">
                <a:solidFill>
                  <a:schemeClr val="lt1"/>
                </a:solidFill>
              </a:defRPr>
            </a:lvl3pPr>
            <a:lvl4pPr lvl="3" rtl="0" algn="ctr">
              <a:spcBef>
                <a:spcPts val="0"/>
              </a:spcBef>
              <a:spcAft>
                <a:spcPts val="0"/>
              </a:spcAft>
              <a:buClr>
                <a:schemeClr val="lt1"/>
              </a:buClr>
              <a:buSzPts val="7200"/>
              <a:buNone/>
              <a:defRPr sz="7200">
                <a:solidFill>
                  <a:schemeClr val="lt1"/>
                </a:solidFill>
              </a:defRPr>
            </a:lvl4pPr>
            <a:lvl5pPr lvl="4" rtl="0" algn="ctr">
              <a:spcBef>
                <a:spcPts val="0"/>
              </a:spcBef>
              <a:spcAft>
                <a:spcPts val="0"/>
              </a:spcAft>
              <a:buClr>
                <a:schemeClr val="lt1"/>
              </a:buClr>
              <a:buSzPts val="7200"/>
              <a:buNone/>
              <a:defRPr sz="7200">
                <a:solidFill>
                  <a:schemeClr val="lt1"/>
                </a:solidFill>
              </a:defRPr>
            </a:lvl5pPr>
            <a:lvl6pPr lvl="5" rtl="0" algn="ctr">
              <a:spcBef>
                <a:spcPts val="0"/>
              </a:spcBef>
              <a:spcAft>
                <a:spcPts val="0"/>
              </a:spcAft>
              <a:buClr>
                <a:schemeClr val="lt1"/>
              </a:buClr>
              <a:buSzPts val="7200"/>
              <a:buNone/>
              <a:defRPr sz="7200">
                <a:solidFill>
                  <a:schemeClr val="lt1"/>
                </a:solidFill>
              </a:defRPr>
            </a:lvl6pPr>
            <a:lvl7pPr lvl="6" rtl="0" algn="ctr">
              <a:spcBef>
                <a:spcPts val="0"/>
              </a:spcBef>
              <a:spcAft>
                <a:spcPts val="0"/>
              </a:spcAft>
              <a:buClr>
                <a:schemeClr val="lt1"/>
              </a:buClr>
              <a:buSzPts val="7200"/>
              <a:buNone/>
              <a:defRPr sz="7200">
                <a:solidFill>
                  <a:schemeClr val="lt1"/>
                </a:solidFill>
              </a:defRPr>
            </a:lvl7pPr>
            <a:lvl8pPr lvl="7" rtl="0" algn="ctr">
              <a:spcBef>
                <a:spcPts val="0"/>
              </a:spcBef>
              <a:spcAft>
                <a:spcPts val="0"/>
              </a:spcAft>
              <a:buClr>
                <a:schemeClr val="lt1"/>
              </a:buClr>
              <a:buSzPts val="7200"/>
              <a:buNone/>
              <a:defRPr sz="7200">
                <a:solidFill>
                  <a:schemeClr val="lt1"/>
                </a:solidFill>
              </a:defRPr>
            </a:lvl8pPr>
            <a:lvl9pPr lvl="8" rtl="0" algn="ctr">
              <a:spcBef>
                <a:spcPts val="0"/>
              </a:spcBef>
              <a:spcAft>
                <a:spcPts val="0"/>
              </a:spcAft>
              <a:buClr>
                <a:schemeClr val="lt1"/>
              </a:buClr>
              <a:buSzPts val="7200"/>
              <a:buNone/>
              <a:defRPr sz="7200">
                <a:solidFill>
                  <a:schemeClr val="lt1"/>
                </a:solidFill>
              </a:defRPr>
            </a:lvl9pPr>
          </a:lstStyle>
          <a:p>
            <a:r>
              <a:t>xx%</a:t>
            </a:r>
          </a:p>
        </p:txBody>
      </p:sp>
      <p:sp>
        <p:nvSpPr>
          <p:cNvPr id="14" name="Google Shape;14;p3"/>
          <p:cNvSpPr txBox="1"/>
          <p:nvPr>
            <p:ph idx="1" type="subTitle"/>
          </p:nvPr>
        </p:nvSpPr>
        <p:spPr>
          <a:xfrm>
            <a:off x="3762670" y="3720650"/>
            <a:ext cx="3068700" cy="464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accent1"/>
              </a:buClr>
              <a:buSzPts val="1400"/>
              <a:buNone/>
              <a:defRPr sz="1400">
                <a:solidFill>
                  <a:schemeClr val="accent1"/>
                </a:solidFill>
              </a:defRPr>
            </a:lvl1pPr>
            <a:lvl2pPr lvl="1" rtl="0">
              <a:lnSpc>
                <a:spcPct val="100000"/>
              </a:lnSpc>
              <a:spcBef>
                <a:spcPts val="0"/>
              </a:spcBef>
              <a:spcAft>
                <a:spcPts val="0"/>
              </a:spcAft>
              <a:buClr>
                <a:schemeClr val="accent1"/>
              </a:buClr>
              <a:buSzPts val="1400"/>
              <a:buNone/>
              <a:defRPr>
                <a:solidFill>
                  <a:schemeClr val="accent1"/>
                </a:solidFill>
              </a:defRPr>
            </a:lvl2pPr>
            <a:lvl3pPr lvl="2" rtl="0">
              <a:lnSpc>
                <a:spcPct val="100000"/>
              </a:lnSpc>
              <a:spcBef>
                <a:spcPts val="0"/>
              </a:spcBef>
              <a:spcAft>
                <a:spcPts val="0"/>
              </a:spcAft>
              <a:buClr>
                <a:schemeClr val="accent1"/>
              </a:buClr>
              <a:buSzPts val="1400"/>
              <a:buNone/>
              <a:defRPr>
                <a:solidFill>
                  <a:schemeClr val="accent1"/>
                </a:solidFill>
              </a:defRPr>
            </a:lvl3pPr>
            <a:lvl4pPr lvl="3" rtl="0">
              <a:lnSpc>
                <a:spcPct val="100000"/>
              </a:lnSpc>
              <a:spcBef>
                <a:spcPts val="0"/>
              </a:spcBef>
              <a:spcAft>
                <a:spcPts val="0"/>
              </a:spcAft>
              <a:buClr>
                <a:schemeClr val="accent1"/>
              </a:buClr>
              <a:buSzPts val="1400"/>
              <a:buNone/>
              <a:defRPr>
                <a:solidFill>
                  <a:schemeClr val="accent1"/>
                </a:solidFill>
              </a:defRPr>
            </a:lvl4pPr>
            <a:lvl5pPr lvl="4" rtl="0">
              <a:lnSpc>
                <a:spcPct val="100000"/>
              </a:lnSpc>
              <a:spcBef>
                <a:spcPts val="0"/>
              </a:spcBef>
              <a:spcAft>
                <a:spcPts val="0"/>
              </a:spcAft>
              <a:buClr>
                <a:schemeClr val="accent1"/>
              </a:buClr>
              <a:buSzPts val="1400"/>
              <a:buNone/>
              <a:defRPr>
                <a:solidFill>
                  <a:schemeClr val="accent1"/>
                </a:solidFill>
              </a:defRPr>
            </a:lvl5pPr>
            <a:lvl6pPr lvl="5" rtl="0">
              <a:lnSpc>
                <a:spcPct val="100000"/>
              </a:lnSpc>
              <a:spcBef>
                <a:spcPts val="0"/>
              </a:spcBef>
              <a:spcAft>
                <a:spcPts val="0"/>
              </a:spcAft>
              <a:buClr>
                <a:schemeClr val="accent1"/>
              </a:buClr>
              <a:buSzPts val="1400"/>
              <a:buNone/>
              <a:defRPr>
                <a:solidFill>
                  <a:schemeClr val="accent1"/>
                </a:solidFill>
              </a:defRPr>
            </a:lvl6pPr>
            <a:lvl7pPr lvl="6" rtl="0">
              <a:lnSpc>
                <a:spcPct val="100000"/>
              </a:lnSpc>
              <a:spcBef>
                <a:spcPts val="0"/>
              </a:spcBef>
              <a:spcAft>
                <a:spcPts val="0"/>
              </a:spcAft>
              <a:buClr>
                <a:schemeClr val="accent1"/>
              </a:buClr>
              <a:buSzPts val="1400"/>
              <a:buNone/>
              <a:defRPr>
                <a:solidFill>
                  <a:schemeClr val="accent1"/>
                </a:solidFill>
              </a:defRPr>
            </a:lvl7pPr>
            <a:lvl8pPr lvl="7" rtl="0">
              <a:lnSpc>
                <a:spcPct val="100000"/>
              </a:lnSpc>
              <a:spcBef>
                <a:spcPts val="0"/>
              </a:spcBef>
              <a:spcAft>
                <a:spcPts val="0"/>
              </a:spcAft>
              <a:buClr>
                <a:schemeClr val="accent1"/>
              </a:buClr>
              <a:buSzPts val="1400"/>
              <a:buNone/>
              <a:defRPr>
                <a:solidFill>
                  <a:schemeClr val="accent1"/>
                </a:solidFill>
              </a:defRPr>
            </a:lvl8pPr>
            <a:lvl9pPr lvl="8" rtl="0">
              <a:lnSpc>
                <a:spcPct val="100000"/>
              </a:lnSpc>
              <a:spcBef>
                <a:spcPts val="0"/>
              </a:spcBef>
              <a:spcAft>
                <a:spcPts val="0"/>
              </a:spcAft>
              <a:buClr>
                <a:schemeClr val="accent1"/>
              </a:buClr>
              <a:buSzPts val="1400"/>
              <a:buNone/>
              <a:defRPr>
                <a:solidFill>
                  <a:schemeClr val="accent1"/>
                </a:solidFil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blipFill>
          <a:blip r:embed="rId2">
            <a:alphaModFix/>
          </a:blip>
          <a:stretch>
            <a:fillRect/>
          </a:stretch>
        </a:blipFill>
      </p:bgPr>
    </p:bg>
    <p:spTree>
      <p:nvGrpSpPr>
        <p:cNvPr id="15" name="Shape 15"/>
        <p:cNvGrpSpPr/>
        <p:nvPr/>
      </p:nvGrpSpPr>
      <p:grpSpPr>
        <a:xfrm>
          <a:off x="0" y="0"/>
          <a:ext cx="0" cy="0"/>
          <a:chOff x="0" y="0"/>
          <a:chExt cx="0" cy="0"/>
        </a:xfrm>
      </p:grpSpPr>
      <p:sp>
        <p:nvSpPr>
          <p:cNvPr id="16" name="Google Shape;16;p4"/>
          <p:cNvSpPr txBox="1"/>
          <p:nvPr>
            <p:ph type="title"/>
          </p:nvPr>
        </p:nvSpPr>
        <p:spPr>
          <a:xfrm>
            <a:off x="938500" y="445025"/>
            <a:ext cx="4629300" cy="9414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2400"/>
              <a:buNone/>
              <a:defRPr sz="2400">
                <a:solidFill>
                  <a:schemeClr val="accen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17" name="Google Shape;17;p4"/>
          <p:cNvSpPr txBox="1"/>
          <p:nvPr>
            <p:ph idx="1" type="body"/>
          </p:nvPr>
        </p:nvSpPr>
        <p:spPr>
          <a:xfrm>
            <a:off x="938500" y="1659275"/>
            <a:ext cx="4946400" cy="27609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Clr>
                <a:schemeClr val="lt1"/>
              </a:buClr>
              <a:buSzPts val="1400"/>
              <a:buChar char="●"/>
              <a:defRPr sz="1400">
                <a:solidFill>
                  <a:schemeClr val="lt1"/>
                </a:solidFill>
              </a:defRPr>
            </a:lvl1pPr>
            <a:lvl2pPr indent="-317500" lvl="1" marL="914400">
              <a:spcBef>
                <a:spcPts val="1600"/>
              </a:spcBef>
              <a:spcAft>
                <a:spcPts val="0"/>
              </a:spcAft>
              <a:buClr>
                <a:schemeClr val="lt1"/>
              </a:buClr>
              <a:buSzPts val="1400"/>
              <a:buChar char="○"/>
              <a:defRPr>
                <a:solidFill>
                  <a:schemeClr val="lt1"/>
                </a:solidFill>
              </a:defRPr>
            </a:lvl2pPr>
            <a:lvl3pPr indent="-317500" lvl="2" marL="1371600">
              <a:spcBef>
                <a:spcPts val="1600"/>
              </a:spcBef>
              <a:spcAft>
                <a:spcPts val="0"/>
              </a:spcAft>
              <a:buClr>
                <a:schemeClr val="lt1"/>
              </a:buClr>
              <a:buSzPts val="1400"/>
              <a:buChar char="■"/>
              <a:defRPr>
                <a:solidFill>
                  <a:schemeClr val="lt1"/>
                </a:solidFill>
              </a:defRPr>
            </a:lvl3pPr>
            <a:lvl4pPr indent="-317500" lvl="3" marL="1828800">
              <a:spcBef>
                <a:spcPts val="1600"/>
              </a:spcBef>
              <a:spcAft>
                <a:spcPts val="0"/>
              </a:spcAft>
              <a:buClr>
                <a:schemeClr val="lt1"/>
              </a:buClr>
              <a:buSzPts val="1400"/>
              <a:buChar char="●"/>
              <a:defRPr>
                <a:solidFill>
                  <a:schemeClr val="lt1"/>
                </a:solidFill>
              </a:defRPr>
            </a:lvl4pPr>
            <a:lvl5pPr indent="-317500" lvl="4" marL="2286000">
              <a:spcBef>
                <a:spcPts val="1600"/>
              </a:spcBef>
              <a:spcAft>
                <a:spcPts val="0"/>
              </a:spcAft>
              <a:buClr>
                <a:schemeClr val="lt1"/>
              </a:buClr>
              <a:buSzPts val="1400"/>
              <a:buChar char="○"/>
              <a:defRPr>
                <a:solidFill>
                  <a:schemeClr val="lt1"/>
                </a:solidFill>
              </a:defRPr>
            </a:lvl5pPr>
            <a:lvl6pPr indent="-317500" lvl="5" marL="2743200">
              <a:spcBef>
                <a:spcPts val="1600"/>
              </a:spcBef>
              <a:spcAft>
                <a:spcPts val="0"/>
              </a:spcAft>
              <a:buClr>
                <a:schemeClr val="lt1"/>
              </a:buClr>
              <a:buSzPts val="1400"/>
              <a:buChar char="■"/>
              <a:defRPr>
                <a:solidFill>
                  <a:schemeClr val="lt1"/>
                </a:solidFill>
              </a:defRPr>
            </a:lvl6pPr>
            <a:lvl7pPr indent="-317500" lvl="6" marL="3200400">
              <a:spcBef>
                <a:spcPts val="1600"/>
              </a:spcBef>
              <a:spcAft>
                <a:spcPts val="0"/>
              </a:spcAft>
              <a:buClr>
                <a:schemeClr val="lt1"/>
              </a:buClr>
              <a:buSzPts val="1400"/>
              <a:buChar char="●"/>
              <a:defRPr>
                <a:solidFill>
                  <a:schemeClr val="lt1"/>
                </a:solidFill>
              </a:defRPr>
            </a:lvl7pPr>
            <a:lvl8pPr indent="-317500" lvl="7" marL="3657600">
              <a:spcBef>
                <a:spcPts val="1600"/>
              </a:spcBef>
              <a:spcAft>
                <a:spcPts val="0"/>
              </a:spcAft>
              <a:buClr>
                <a:schemeClr val="lt1"/>
              </a:buClr>
              <a:buSzPts val="1400"/>
              <a:buChar char="○"/>
              <a:defRPr>
                <a:solidFill>
                  <a:schemeClr val="lt1"/>
                </a:solidFill>
              </a:defRPr>
            </a:lvl8pPr>
            <a:lvl9pPr indent="-317500" lvl="8" marL="4114800">
              <a:spcBef>
                <a:spcPts val="1600"/>
              </a:spcBef>
              <a:spcAft>
                <a:spcPts val="1600"/>
              </a:spcAft>
              <a:buClr>
                <a:schemeClr val="lt1"/>
              </a:buClr>
              <a:buSzPts val="1400"/>
              <a:buChar char="■"/>
              <a:defRPr>
                <a:solidFill>
                  <a:schemeClr val="lt1"/>
                </a:solidFil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blipFill>
          <a:blip r:embed="rId2">
            <a:alphaModFix/>
          </a:blip>
          <a:stretch>
            <a:fillRect/>
          </a:stretch>
        </a:blipFill>
      </p:bgPr>
    </p:bg>
    <p:spTree>
      <p:nvGrpSpPr>
        <p:cNvPr id="18" name="Shape 18"/>
        <p:cNvGrpSpPr/>
        <p:nvPr/>
      </p:nvGrpSpPr>
      <p:grpSpPr>
        <a:xfrm>
          <a:off x="0" y="0"/>
          <a:ext cx="0" cy="0"/>
          <a:chOff x="0" y="0"/>
          <a:chExt cx="0" cy="0"/>
        </a:xfrm>
      </p:grpSpPr>
      <p:sp>
        <p:nvSpPr>
          <p:cNvPr id="19" name="Google Shape;19;p5"/>
          <p:cNvSpPr txBox="1"/>
          <p:nvPr>
            <p:ph type="title"/>
          </p:nvPr>
        </p:nvSpPr>
        <p:spPr>
          <a:xfrm>
            <a:off x="938500" y="445025"/>
            <a:ext cx="4629300" cy="9414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accent1"/>
              </a:buClr>
              <a:buSzPts val="2400"/>
              <a:buNone/>
              <a:defRPr sz="24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20" name="Google Shape;20;p5"/>
          <p:cNvSpPr txBox="1"/>
          <p:nvPr>
            <p:ph idx="1" type="body"/>
          </p:nvPr>
        </p:nvSpPr>
        <p:spPr>
          <a:xfrm>
            <a:off x="938500" y="1659275"/>
            <a:ext cx="3186900" cy="27609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lt1"/>
              </a:buClr>
              <a:buSzPts val="1400"/>
              <a:buChar char="●"/>
              <a:defRPr sz="1400">
                <a:solidFill>
                  <a:schemeClr val="lt1"/>
                </a:solidFill>
              </a:defRPr>
            </a:lvl1pPr>
            <a:lvl2pPr indent="-317500" lvl="1" marL="914400" rtl="0">
              <a:spcBef>
                <a:spcPts val="1600"/>
              </a:spcBef>
              <a:spcAft>
                <a:spcPts val="0"/>
              </a:spcAft>
              <a:buClr>
                <a:schemeClr val="lt1"/>
              </a:buClr>
              <a:buSzPts val="1400"/>
              <a:buChar char="○"/>
              <a:defRPr>
                <a:solidFill>
                  <a:schemeClr val="lt1"/>
                </a:solidFill>
              </a:defRPr>
            </a:lvl2pPr>
            <a:lvl3pPr indent="-317500" lvl="2" marL="1371600" rtl="0">
              <a:spcBef>
                <a:spcPts val="1600"/>
              </a:spcBef>
              <a:spcAft>
                <a:spcPts val="0"/>
              </a:spcAft>
              <a:buClr>
                <a:schemeClr val="lt1"/>
              </a:buClr>
              <a:buSzPts val="1400"/>
              <a:buChar char="■"/>
              <a:defRPr>
                <a:solidFill>
                  <a:schemeClr val="lt1"/>
                </a:solidFill>
              </a:defRPr>
            </a:lvl3pPr>
            <a:lvl4pPr indent="-317500" lvl="3" marL="1828800" rtl="0">
              <a:spcBef>
                <a:spcPts val="1600"/>
              </a:spcBef>
              <a:spcAft>
                <a:spcPts val="0"/>
              </a:spcAft>
              <a:buClr>
                <a:schemeClr val="lt1"/>
              </a:buClr>
              <a:buSzPts val="1400"/>
              <a:buChar char="●"/>
              <a:defRPr>
                <a:solidFill>
                  <a:schemeClr val="lt1"/>
                </a:solidFill>
              </a:defRPr>
            </a:lvl4pPr>
            <a:lvl5pPr indent="-317500" lvl="4" marL="2286000" rtl="0">
              <a:spcBef>
                <a:spcPts val="1600"/>
              </a:spcBef>
              <a:spcAft>
                <a:spcPts val="0"/>
              </a:spcAft>
              <a:buClr>
                <a:schemeClr val="lt1"/>
              </a:buClr>
              <a:buSzPts val="1400"/>
              <a:buChar char="○"/>
              <a:defRPr>
                <a:solidFill>
                  <a:schemeClr val="lt1"/>
                </a:solidFill>
              </a:defRPr>
            </a:lvl5pPr>
            <a:lvl6pPr indent="-317500" lvl="5" marL="2743200" rtl="0">
              <a:spcBef>
                <a:spcPts val="1600"/>
              </a:spcBef>
              <a:spcAft>
                <a:spcPts val="0"/>
              </a:spcAft>
              <a:buClr>
                <a:schemeClr val="lt1"/>
              </a:buClr>
              <a:buSzPts val="1400"/>
              <a:buChar char="■"/>
              <a:defRPr>
                <a:solidFill>
                  <a:schemeClr val="lt1"/>
                </a:solidFill>
              </a:defRPr>
            </a:lvl6pPr>
            <a:lvl7pPr indent="-317500" lvl="6" marL="3200400" rtl="0">
              <a:spcBef>
                <a:spcPts val="1600"/>
              </a:spcBef>
              <a:spcAft>
                <a:spcPts val="0"/>
              </a:spcAft>
              <a:buClr>
                <a:schemeClr val="lt1"/>
              </a:buClr>
              <a:buSzPts val="1400"/>
              <a:buChar char="●"/>
              <a:defRPr>
                <a:solidFill>
                  <a:schemeClr val="lt1"/>
                </a:solidFill>
              </a:defRPr>
            </a:lvl7pPr>
            <a:lvl8pPr indent="-317500" lvl="7" marL="3657600" rtl="0">
              <a:spcBef>
                <a:spcPts val="1600"/>
              </a:spcBef>
              <a:spcAft>
                <a:spcPts val="0"/>
              </a:spcAft>
              <a:buClr>
                <a:schemeClr val="lt1"/>
              </a:buClr>
              <a:buSzPts val="1400"/>
              <a:buChar char="○"/>
              <a:defRPr>
                <a:solidFill>
                  <a:schemeClr val="lt1"/>
                </a:solidFill>
              </a:defRPr>
            </a:lvl8pPr>
            <a:lvl9pPr indent="-317500" lvl="8" marL="4114800" rtl="0">
              <a:spcBef>
                <a:spcPts val="1600"/>
              </a:spcBef>
              <a:spcAft>
                <a:spcPts val="1600"/>
              </a:spcAft>
              <a:buClr>
                <a:schemeClr val="lt1"/>
              </a:buClr>
              <a:buSzPts val="1400"/>
              <a:buChar char="■"/>
              <a:defRPr>
                <a:solidFill>
                  <a:schemeClr val="lt1"/>
                </a:solidFill>
              </a:defRPr>
            </a:lvl9pPr>
          </a:lstStyle>
          <a:p/>
        </p:txBody>
      </p:sp>
      <p:sp>
        <p:nvSpPr>
          <p:cNvPr id="21" name="Google Shape;21;p5"/>
          <p:cNvSpPr txBox="1"/>
          <p:nvPr>
            <p:ph idx="2" type="body"/>
          </p:nvPr>
        </p:nvSpPr>
        <p:spPr>
          <a:xfrm>
            <a:off x="5037525" y="1659275"/>
            <a:ext cx="3186900" cy="27609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lt1"/>
              </a:buClr>
              <a:buSzPts val="1400"/>
              <a:buChar char="●"/>
              <a:defRPr sz="1400">
                <a:solidFill>
                  <a:schemeClr val="lt1"/>
                </a:solidFill>
              </a:defRPr>
            </a:lvl1pPr>
            <a:lvl2pPr indent="-317500" lvl="1" marL="914400" rtl="0">
              <a:spcBef>
                <a:spcPts val="1600"/>
              </a:spcBef>
              <a:spcAft>
                <a:spcPts val="0"/>
              </a:spcAft>
              <a:buClr>
                <a:schemeClr val="lt1"/>
              </a:buClr>
              <a:buSzPts val="1400"/>
              <a:buChar char="○"/>
              <a:defRPr>
                <a:solidFill>
                  <a:schemeClr val="lt1"/>
                </a:solidFill>
              </a:defRPr>
            </a:lvl2pPr>
            <a:lvl3pPr indent="-317500" lvl="2" marL="1371600" rtl="0">
              <a:spcBef>
                <a:spcPts val="1600"/>
              </a:spcBef>
              <a:spcAft>
                <a:spcPts val="0"/>
              </a:spcAft>
              <a:buClr>
                <a:schemeClr val="lt1"/>
              </a:buClr>
              <a:buSzPts val="1400"/>
              <a:buChar char="■"/>
              <a:defRPr>
                <a:solidFill>
                  <a:schemeClr val="lt1"/>
                </a:solidFill>
              </a:defRPr>
            </a:lvl3pPr>
            <a:lvl4pPr indent="-317500" lvl="3" marL="1828800" rtl="0">
              <a:spcBef>
                <a:spcPts val="1600"/>
              </a:spcBef>
              <a:spcAft>
                <a:spcPts val="0"/>
              </a:spcAft>
              <a:buClr>
                <a:schemeClr val="lt1"/>
              </a:buClr>
              <a:buSzPts val="1400"/>
              <a:buChar char="●"/>
              <a:defRPr>
                <a:solidFill>
                  <a:schemeClr val="lt1"/>
                </a:solidFill>
              </a:defRPr>
            </a:lvl4pPr>
            <a:lvl5pPr indent="-317500" lvl="4" marL="2286000" rtl="0">
              <a:spcBef>
                <a:spcPts val="1600"/>
              </a:spcBef>
              <a:spcAft>
                <a:spcPts val="0"/>
              </a:spcAft>
              <a:buClr>
                <a:schemeClr val="lt1"/>
              </a:buClr>
              <a:buSzPts val="1400"/>
              <a:buChar char="○"/>
              <a:defRPr>
                <a:solidFill>
                  <a:schemeClr val="lt1"/>
                </a:solidFill>
              </a:defRPr>
            </a:lvl5pPr>
            <a:lvl6pPr indent="-317500" lvl="5" marL="2743200" rtl="0">
              <a:spcBef>
                <a:spcPts val="1600"/>
              </a:spcBef>
              <a:spcAft>
                <a:spcPts val="0"/>
              </a:spcAft>
              <a:buClr>
                <a:schemeClr val="lt1"/>
              </a:buClr>
              <a:buSzPts val="1400"/>
              <a:buChar char="■"/>
              <a:defRPr>
                <a:solidFill>
                  <a:schemeClr val="lt1"/>
                </a:solidFill>
              </a:defRPr>
            </a:lvl6pPr>
            <a:lvl7pPr indent="-317500" lvl="6" marL="3200400" rtl="0">
              <a:spcBef>
                <a:spcPts val="1600"/>
              </a:spcBef>
              <a:spcAft>
                <a:spcPts val="0"/>
              </a:spcAft>
              <a:buClr>
                <a:schemeClr val="lt1"/>
              </a:buClr>
              <a:buSzPts val="1400"/>
              <a:buChar char="●"/>
              <a:defRPr>
                <a:solidFill>
                  <a:schemeClr val="lt1"/>
                </a:solidFill>
              </a:defRPr>
            </a:lvl7pPr>
            <a:lvl8pPr indent="-317500" lvl="7" marL="3657600" rtl="0">
              <a:spcBef>
                <a:spcPts val="1600"/>
              </a:spcBef>
              <a:spcAft>
                <a:spcPts val="0"/>
              </a:spcAft>
              <a:buClr>
                <a:schemeClr val="lt1"/>
              </a:buClr>
              <a:buSzPts val="1400"/>
              <a:buChar char="○"/>
              <a:defRPr>
                <a:solidFill>
                  <a:schemeClr val="lt1"/>
                </a:solidFill>
              </a:defRPr>
            </a:lvl8pPr>
            <a:lvl9pPr indent="-317500" lvl="8" marL="4114800" rtl="0">
              <a:spcBef>
                <a:spcPts val="1600"/>
              </a:spcBef>
              <a:spcAft>
                <a:spcPts val="1600"/>
              </a:spcAft>
              <a:buClr>
                <a:schemeClr val="lt1"/>
              </a:buClr>
              <a:buSzPts val="1400"/>
              <a:buChar char="■"/>
              <a:defRPr>
                <a:solidFill>
                  <a:schemeClr val="lt1"/>
                </a:solidFil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blipFill>
          <a:blip r:embed="rId2">
            <a:alphaModFix/>
          </a:blip>
          <a:stretch>
            <a:fillRect/>
          </a:stretch>
        </a:blipFill>
      </p:bgPr>
    </p:bg>
    <p:spTree>
      <p:nvGrpSpPr>
        <p:cNvPr id="22" name="Shape 22"/>
        <p:cNvGrpSpPr/>
        <p:nvPr/>
      </p:nvGrpSpPr>
      <p:grpSpPr>
        <a:xfrm>
          <a:off x="0" y="0"/>
          <a:ext cx="0" cy="0"/>
          <a:chOff x="0" y="0"/>
          <a:chExt cx="0" cy="0"/>
        </a:xfrm>
      </p:grpSpPr>
      <p:sp>
        <p:nvSpPr>
          <p:cNvPr id="23" name="Google Shape;23;p6"/>
          <p:cNvSpPr txBox="1"/>
          <p:nvPr>
            <p:ph type="title"/>
          </p:nvPr>
        </p:nvSpPr>
        <p:spPr>
          <a:xfrm>
            <a:off x="938500" y="445025"/>
            <a:ext cx="4629300" cy="9414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accent1"/>
              </a:buClr>
              <a:buSzPts val="2400"/>
              <a:buNone/>
              <a:defRPr sz="24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blipFill>
          <a:blip r:embed="rId2">
            <a:alphaModFix/>
          </a:blip>
          <a:stretch>
            <a:fillRect/>
          </a:stretch>
        </a:blipFill>
      </p:bgPr>
    </p:bg>
    <p:spTree>
      <p:nvGrpSpPr>
        <p:cNvPr id="24" name="Shape 24"/>
        <p:cNvGrpSpPr/>
        <p:nvPr/>
      </p:nvGrpSpPr>
      <p:grpSpPr>
        <a:xfrm>
          <a:off x="0" y="0"/>
          <a:ext cx="0" cy="0"/>
          <a:chOff x="0" y="0"/>
          <a:chExt cx="0" cy="0"/>
        </a:xfrm>
      </p:grpSpPr>
      <p:sp>
        <p:nvSpPr>
          <p:cNvPr id="25" name="Google Shape;25;p7"/>
          <p:cNvSpPr txBox="1"/>
          <p:nvPr>
            <p:ph type="title"/>
          </p:nvPr>
        </p:nvSpPr>
        <p:spPr>
          <a:xfrm>
            <a:off x="5337175" y="1297125"/>
            <a:ext cx="2837400" cy="12525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accent1"/>
              </a:buClr>
              <a:buSzPts val="2400"/>
              <a:buNone/>
              <a:defRPr sz="24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26" name="Google Shape;26;p7"/>
          <p:cNvSpPr txBox="1"/>
          <p:nvPr>
            <p:ph idx="1" type="body"/>
          </p:nvPr>
        </p:nvSpPr>
        <p:spPr>
          <a:xfrm>
            <a:off x="5337175" y="2593875"/>
            <a:ext cx="2837400" cy="1252500"/>
          </a:xfrm>
          <a:prstGeom prst="rect">
            <a:avLst/>
          </a:prstGeom>
        </p:spPr>
        <p:txBody>
          <a:bodyPr anchorCtr="0" anchor="t" bIns="91425" lIns="91425" spcFirstLastPara="1" rIns="91425" wrap="square" tIns="91425">
            <a:noAutofit/>
          </a:bodyPr>
          <a:lstStyle>
            <a:lvl1pPr indent="-330200" lvl="0" marL="457200" rtl="0">
              <a:spcBef>
                <a:spcPts val="0"/>
              </a:spcBef>
              <a:spcAft>
                <a:spcPts val="0"/>
              </a:spcAft>
              <a:buClr>
                <a:schemeClr val="lt1"/>
              </a:buClr>
              <a:buSzPts val="1600"/>
              <a:buChar char="●"/>
              <a:defRPr sz="1600">
                <a:solidFill>
                  <a:schemeClr val="lt1"/>
                </a:solidFill>
              </a:defRPr>
            </a:lvl1pPr>
            <a:lvl2pPr indent="-330200" lvl="1" marL="914400" rtl="0">
              <a:spcBef>
                <a:spcPts val="1600"/>
              </a:spcBef>
              <a:spcAft>
                <a:spcPts val="0"/>
              </a:spcAft>
              <a:buClr>
                <a:schemeClr val="lt1"/>
              </a:buClr>
              <a:buSzPts val="1600"/>
              <a:buChar char="○"/>
              <a:defRPr sz="1600">
                <a:solidFill>
                  <a:schemeClr val="lt1"/>
                </a:solidFill>
              </a:defRPr>
            </a:lvl2pPr>
            <a:lvl3pPr indent="-330200" lvl="2" marL="1371600" rtl="0">
              <a:spcBef>
                <a:spcPts val="1600"/>
              </a:spcBef>
              <a:spcAft>
                <a:spcPts val="0"/>
              </a:spcAft>
              <a:buClr>
                <a:schemeClr val="lt1"/>
              </a:buClr>
              <a:buSzPts val="1600"/>
              <a:buChar char="■"/>
              <a:defRPr sz="1600">
                <a:solidFill>
                  <a:schemeClr val="lt1"/>
                </a:solidFill>
              </a:defRPr>
            </a:lvl3pPr>
            <a:lvl4pPr indent="-330200" lvl="3" marL="1828800" rtl="0">
              <a:spcBef>
                <a:spcPts val="1600"/>
              </a:spcBef>
              <a:spcAft>
                <a:spcPts val="0"/>
              </a:spcAft>
              <a:buClr>
                <a:schemeClr val="lt1"/>
              </a:buClr>
              <a:buSzPts val="1600"/>
              <a:buChar char="●"/>
              <a:defRPr sz="1600">
                <a:solidFill>
                  <a:schemeClr val="lt1"/>
                </a:solidFill>
              </a:defRPr>
            </a:lvl4pPr>
            <a:lvl5pPr indent="-330200" lvl="4" marL="2286000" rtl="0">
              <a:spcBef>
                <a:spcPts val="1600"/>
              </a:spcBef>
              <a:spcAft>
                <a:spcPts val="0"/>
              </a:spcAft>
              <a:buClr>
                <a:schemeClr val="lt1"/>
              </a:buClr>
              <a:buSzPts val="1600"/>
              <a:buChar char="○"/>
              <a:defRPr sz="1600">
                <a:solidFill>
                  <a:schemeClr val="lt1"/>
                </a:solidFill>
              </a:defRPr>
            </a:lvl5pPr>
            <a:lvl6pPr indent="-330200" lvl="5" marL="2743200" rtl="0">
              <a:spcBef>
                <a:spcPts val="1600"/>
              </a:spcBef>
              <a:spcAft>
                <a:spcPts val="0"/>
              </a:spcAft>
              <a:buClr>
                <a:schemeClr val="lt1"/>
              </a:buClr>
              <a:buSzPts val="1600"/>
              <a:buChar char="■"/>
              <a:defRPr sz="1600">
                <a:solidFill>
                  <a:schemeClr val="lt1"/>
                </a:solidFill>
              </a:defRPr>
            </a:lvl6pPr>
            <a:lvl7pPr indent="-330200" lvl="6" marL="3200400" rtl="0">
              <a:spcBef>
                <a:spcPts val="1600"/>
              </a:spcBef>
              <a:spcAft>
                <a:spcPts val="0"/>
              </a:spcAft>
              <a:buClr>
                <a:schemeClr val="lt1"/>
              </a:buClr>
              <a:buSzPts val="1600"/>
              <a:buChar char="●"/>
              <a:defRPr sz="1600">
                <a:solidFill>
                  <a:schemeClr val="lt1"/>
                </a:solidFill>
              </a:defRPr>
            </a:lvl7pPr>
            <a:lvl8pPr indent="-330200" lvl="7" marL="3657600" rtl="0">
              <a:spcBef>
                <a:spcPts val="1600"/>
              </a:spcBef>
              <a:spcAft>
                <a:spcPts val="0"/>
              </a:spcAft>
              <a:buClr>
                <a:schemeClr val="lt1"/>
              </a:buClr>
              <a:buSzPts val="1600"/>
              <a:buChar char="○"/>
              <a:defRPr sz="1600">
                <a:solidFill>
                  <a:schemeClr val="lt1"/>
                </a:solidFill>
              </a:defRPr>
            </a:lvl8pPr>
            <a:lvl9pPr indent="-330200" lvl="8" marL="4114800" rtl="0">
              <a:spcBef>
                <a:spcPts val="1600"/>
              </a:spcBef>
              <a:spcAft>
                <a:spcPts val="1600"/>
              </a:spcAft>
              <a:buClr>
                <a:schemeClr val="lt1"/>
              </a:buClr>
              <a:buSzPts val="1600"/>
              <a:buChar char="■"/>
              <a:defRPr sz="1600">
                <a:solidFill>
                  <a:schemeClr val="lt1"/>
                </a:solidFil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blipFill>
          <a:blip r:embed="rId2">
            <a:alphaModFix/>
          </a:blip>
          <a:stretch>
            <a:fillRect/>
          </a:stretch>
        </a:blipFill>
      </p:bgPr>
    </p:bg>
    <p:spTree>
      <p:nvGrpSpPr>
        <p:cNvPr id="27" name="Shape 27"/>
        <p:cNvGrpSpPr/>
        <p:nvPr/>
      </p:nvGrpSpPr>
      <p:grpSpPr>
        <a:xfrm>
          <a:off x="0" y="0"/>
          <a:ext cx="0" cy="0"/>
          <a:chOff x="0" y="0"/>
          <a:chExt cx="0" cy="0"/>
        </a:xfrm>
      </p:grpSpPr>
      <p:sp>
        <p:nvSpPr>
          <p:cNvPr id="28" name="Google Shape;28;p8"/>
          <p:cNvSpPr txBox="1"/>
          <p:nvPr>
            <p:ph type="title"/>
          </p:nvPr>
        </p:nvSpPr>
        <p:spPr>
          <a:xfrm>
            <a:off x="929477" y="436183"/>
            <a:ext cx="2746500" cy="40908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3000"/>
              <a:buNone/>
              <a:defRPr sz="3000">
                <a:solidFill>
                  <a:schemeClr val="accent1"/>
                </a:solidFill>
              </a:defRPr>
            </a:lvl1pPr>
            <a:lvl2pPr lvl="1">
              <a:spcBef>
                <a:spcPts val="0"/>
              </a:spcBef>
              <a:spcAft>
                <a:spcPts val="0"/>
              </a:spcAft>
              <a:buClr>
                <a:schemeClr val="accent1"/>
              </a:buClr>
              <a:buSzPts val="4800"/>
              <a:buNone/>
              <a:defRPr sz="4800">
                <a:solidFill>
                  <a:schemeClr val="accent1"/>
                </a:solidFill>
              </a:defRPr>
            </a:lvl2pPr>
            <a:lvl3pPr lvl="2">
              <a:spcBef>
                <a:spcPts val="0"/>
              </a:spcBef>
              <a:spcAft>
                <a:spcPts val="0"/>
              </a:spcAft>
              <a:buClr>
                <a:schemeClr val="accent1"/>
              </a:buClr>
              <a:buSzPts val="4800"/>
              <a:buNone/>
              <a:defRPr sz="4800">
                <a:solidFill>
                  <a:schemeClr val="accent1"/>
                </a:solidFill>
              </a:defRPr>
            </a:lvl3pPr>
            <a:lvl4pPr lvl="3">
              <a:spcBef>
                <a:spcPts val="0"/>
              </a:spcBef>
              <a:spcAft>
                <a:spcPts val="0"/>
              </a:spcAft>
              <a:buClr>
                <a:schemeClr val="accent1"/>
              </a:buClr>
              <a:buSzPts val="4800"/>
              <a:buNone/>
              <a:defRPr sz="4800">
                <a:solidFill>
                  <a:schemeClr val="accent1"/>
                </a:solidFill>
              </a:defRPr>
            </a:lvl4pPr>
            <a:lvl5pPr lvl="4">
              <a:spcBef>
                <a:spcPts val="0"/>
              </a:spcBef>
              <a:spcAft>
                <a:spcPts val="0"/>
              </a:spcAft>
              <a:buClr>
                <a:schemeClr val="accent1"/>
              </a:buClr>
              <a:buSzPts val="4800"/>
              <a:buNone/>
              <a:defRPr sz="4800">
                <a:solidFill>
                  <a:schemeClr val="accent1"/>
                </a:solidFill>
              </a:defRPr>
            </a:lvl5pPr>
            <a:lvl6pPr lvl="5">
              <a:spcBef>
                <a:spcPts val="0"/>
              </a:spcBef>
              <a:spcAft>
                <a:spcPts val="0"/>
              </a:spcAft>
              <a:buClr>
                <a:schemeClr val="accent1"/>
              </a:buClr>
              <a:buSzPts val="4800"/>
              <a:buNone/>
              <a:defRPr sz="4800">
                <a:solidFill>
                  <a:schemeClr val="accent1"/>
                </a:solidFill>
              </a:defRPr>
            </a:lvl6pPr>
            <a:lvl7pPr lvl="6">
              <a:spcBef>
                <a:spcPts val="0"/>
              </a:spcBef>
              <a:spcAft>
                <a:spcPts val="0"/>
              </a:spcAft>
              <a:buClr>
                <a:schemeClr val="accent1"/>
              </a:buClr>
              <a:buSzPts val="4800"/>
              <a:buNone/>
              <a:defRPr sz="4800">
                <a:solidFill>
                  <a:schemeClr val="accent1"/>
                </a:solidFill>
              </a:defRPr>
            </a:lvl7pPr>
            <a:lvl8pPr lvl="7">
              <a:spcBef>
                <a:spcPts val="0"/>
              </a:spcBef>
              <a:spcAft>
                <a:spcPts val="0"/>
              </a:spcAft>
              <a:buClr>
                <a:schemeClr val="accent1"/>
              </a:buClr>
              <a:buSzPts val="4800"/>
              <a:buNone/>
              <a:defRPr sz="4800">
                <a:solidFill>
                  <a:schemeClr val="accent1"/>
                </a:solidFill>
              </a:defRPr>
            </a:lvl8pPr>
            <a:lvl9pPr lvl="8">
              <a:spcBef>
                <a:spcPts val="0"/>
              </a:spcBef>
              <a:spcAft>
                <a:spcPts val="0"/>
              </a:spcAft>
              <a:buClr>
                <a:schemeClr val="accent1"/>
              </a:buClr>
              <a:buSzPts val="4800"/>
              <a:buNone/>
              <a:defRPr sz="4800">
                <a:solidFill>
                  <a:schemeClr val="accent1"/>
                </a:solidFill>
              </a:defRPr>
            </a:lvl9pPr>
          </a:lstStyle>
          <a:p/>
        </p:txBody>
      </p:sp>
      <p:pic>
        <p:nvPicPr>
          <p:cNvPr id="29" name="Google Shape;29;p8"/>
          <p:cNvPicPr preferRelativeResize="0"/>
          <p:nvPr/>
        </p:nvPicPr>
        <p:blipFill>
          <a:blip r:embed="rId3">
            <a:alphaModFix/>
          </a:blip>
          <a:stretch>
            <a:fillRect/>
          </a:stretch>
        </p:blipFill>
        <p:spPr>
          <a:xfrm rot="5400000">
            <a:off x="3278924" y="414050"/>
            <a:ext cx="7626551" cy="2883799"/>
          </a:xfrm>
          <a:prstGeom prst="rect">
            <a:avLst/>
          </a:prstGeom>
          <a:noFill/>
          <a:ln>
            <a:noFill/>
          </a:ln>
        </p:spPr>
      </p:pic>
      <p:pic>
        <p:nvPicPr>
          <p:cNvPr id="30" name="Google Shape;30;p8"/>
          <p:cNvPicPr preferRelativeResize="0"/>
          <p:nvPr/>
        </p:nvPicPr>
        <p:blipFill>
          <a:blip r:embed="rId3">
            <a:alphaModFix/>
          </a:blip>
          <a:stretch>
            <a:fillRect/>
          </a:stretch>
        </p:blipFill>
        <p:spPr>
          <a:xfrm flipH="1" rot="5400000">
            <a:off x="4822414" y="-351911"/>
            <a:ext cx="9309797" cy="3520275"/>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blipFill>
          <a:blip r:embed="rId2">
            <a:alphaModFix/>
          </a:blip>
          <a:stretch>
            <a:fillRect/>
          </a:stretch>
        </a:blipFill>
      </p:bgPr>
    </p:bg>
    <p:spTree>
      <p:nvGrpSpPr>
        <p:cNvPr id="31" name="Shape 31"/>
        <p:cNvGrpSpPr/>
        <p:nvPr/>
      </p:nvGrpSpPr>
      <p:grpSpPr>
        <a:xfrm>
          <a:off x="0" y="0"/>
          <a:ext cx="0" cy="0"/>
          <a:chOff x="0" y="0"/>
          <a:chExt cx="0" cy="0"/>
        </a:xfrm>
      </p:grpSpPr>
      <p:sp>
        <p:nvSpPr>
          <p:cNvPr id="32" name="Google Shape;32;p9"/>
          <p:cNvSpPr txBox="1"/>
          <p:nvPr>
            <p:ph idx="1" type="subTitle"/>
          </p:nvPr>
        </p:nvSpPr>
        <p:spPr>
          <a:xfrm>
            <a:off x="938500" y="1769575"/>
            <a:ext cx="2871600" cy="12351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lt2"/>
              </a:buClr>
              <a:buSzPts val="1600"/>
              <a:buNone/>
              <a:defRPr sz="1600">
                <a:solidFill>
                  <a:schemeClr val="lt2"/>
                </a:solidFill>
              </a:defRPr>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sp>
        <p:nvSpPr>
          <p:cNvPr id="33" name="Google Shape;33;p9"/>
          <p:cNvSpPr txBox="1"/>
          <p:nvPr>
            <p:ph idx="2" type="body"/>
          </p:nvPr>
        </p:nvSpPr>
        <p:spPr>
          <a:xfrm>
            <a:off x="4703375" y="909600"/>
            <a:ext cx="3468900" cy="33243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Clr>
                <a:schemeClr val="lt1"/>
              </a:buClr>
              <a:buSzPts val="1400"/>
              <a:buChar char="●"/>
              <a:defRPr sz="1400">
                <a:solidFill>
                  <a:schemeClr val="lt1"/>
                </a:solidFill>
              </a:defRPr>
            </a:lvl1pPr>
            <a:lvl2pPr indent="-317500" lvl="1" marL="914400">
              <a:spcBef>
                <a:spcPts val="1600"/>
              </a:spcBef>
              <a:spcAft>
                <a:spcPts val="0"/>
              </a:spcAft>
              <a:buClr>
                <a:schemeClr val="lt1"/>
              </a:buClr>
              <a:buSzPts val="1400"/>
              <a:buChar char="○"/>
              <a:defRPr>
                <a:solidFill>
                  <a:schemeClr val="lt1"/>
                </a:solidFill>
              </a:defRPr>
            </a:lvl2pPr>
            <a:lvl3pPr indent="-317500" lvl="2" marL="1371600">
              <a:spcBef>
                <a:spcPts val="1600"/>
              </a:spcBef>
              <a:spcAft>
                <a:spcPts val="0"/>
              </a:spcAft>
              <a:buClr>
                <a:schemeClr val="lt1"/>
              </a:buClr>
              <a:buSzPts val="1400"/>
              <a:buChar char="■"/>
              <a:defRPr>
                <a:solidFill>
                  <a:schemeClr val="lt1"/>
                </a:solidFill>
              </a:defRPr>
            </a:lvl3pPr>
            <a:lvl4pPr indent="-317500" lvl="3" marL="1828800">
              <a:spcBef>
                <a:spcPts val="1600"/>
              </a:spcBef>
              <a:spcAft>
                <a:spcPts val="0"/>
              </a:spcAft>
              <a:buClr>
                <a:schemeClr val="lt1"/>
              </a:buClr>
              <a:buSzPts val="1400"/>
              <a:buChar char="●"/>
              <a:defRPr>
                <a:solidFill>
                  <a:schemeClr val="lt1"/>
                </a:solidFill>
              </a:defRPr>
            </a:lvl4pPr>
            <a:lvl5pPr indent="-317500" lvl="4" marL="2286000">
              <a:spcBef>
                <a:spcPts val="1600"/>
              </a:spcBef>
              <a:spcAft>
                <a:spcPts val="0"/>
              </a:spcAft>
              <a:buClr>
                <a:schemeClr val="lt1"/>
              </a:buClr>
              <a:buSzPts val="1400"/>
              <a:buChar char="○"/>
              <a:defRPr>
                <a:solidFill>
                  <a:schemeClr val="lt1"/>
                </a:solidFill>
              </a:defRPr>
            </a:lvl5pPr>
            <a:lvl6pPr indent="-317500" lvl="5" marL="2743200">
              <a:spcBef>
                <a:spcPts val="1600"/>
              </a:spcBef>
              <a:spcAft>
                <a:spcPts val="0"/>
              </a:spcAft>
              <a:buClr>
                <a:schemeClr val="lt1"/>
              </a:buClr>
              <a:buSzPts val="1400"/>
              <a:buChar char="■"/>
              <a:defRPr>
                <a:solidFill>
                  <a:schemeClr val="lt1"/>
                </a:solidFill>
              </a:defRPr>
            </a:lvl6pPr>
            <a:lvl7pPr indent="-317500" lvl="6" marL="3200400">
              <a:spcBef>
                <a:spcPts val="1600"/>
              </a:spcBef>
              <a:spcAft>
                <a:spcPts val="0"/>
              </a:spcAft>
              <a:buClr>
                <a:schemeClr val="lt1"/>
              </a:buClr>
              <a:buSzPts val="1400"/>
              <a:buChar char="●"/>
              <a:defRPr>
                <a:solidFill>
                  <a:schemeClr val="lt1"/>
                </a:solidFill>
              </a:defRPr>
            </a:lvl7pPr>
            <a:lvl8pPr indent="-317500" lvl="7" marL="3657600">
              <a:spcBef>
                <a:spcPts val="1600"/>
              </a:spcBef>
              <a:spcAft>
                <a:spcPts val="0"/>
              </a:spcAft>
              <a:buClr>
                <a:schemeClr val="lt1"/>
              </a:buClr>
              <a:buSzPts val="1400"/>
              <a:buChar char="○"/>
              <a:defRPr>
                <a:solidFill>
                  <a:schemeClr val="lt1"/>
                </a:solidFill>
              </a:defRPr>
            </a:lvl8pPr>
            <a:lvl9pPr indent="-317500" lvl="8" marL="4114800">
              <a:spcBef>
                <a:spcPts val="1600"/>
              </a:spcBef>
              <a:spcAft>
                <a:spcPts val="1600"/>
              </a:spcAft>
              <a:buClr>
                <a:schemeClr val="lt1"/>
              </a:buClr>
              <a:buSzPts val="1400"/>
              <a:buChar char="■"/>
              <a:defRPr>
                <a:solidFill>
                  <a:schemeClr val="lt1"/>
                </a:solidFill>
              </a:defRPr>
            </a:lvl9pPr>
          </a:lstStyle>
          <a:p/>
        </p:txBody>
      </p:sp>
      <p:sp>
        <p:nvSpPr>
          <p:cNvPr id="34" name="Google Shape;34;p9"/>
          <p:cNvSpPr txBox="1"/>
          <p:nvPr>
            <p:ph type="title"/>
          </p:nvPr>
        </p:nvSpPr>
        <p:spPr>
          <a:xfrm>
            <a:off x="938500" y="445025"/>
            <a:ext cx="3223800" cy="9414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accent1"/>
              </a:buClr>
              <a:buSzPts val="2400"/>
              <a:buNone/>
              <a:defRPr sz="24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blipFill>
          <a:blip r:embed="rId2">
            <a:alphaModFix/>
          </a:blip>
          <a:stretch>
            <a:fillRect/>
          </a:stretch>
        </a:blipFill>
      </p:bgPr>
    </p:bg>
    <p:spTree>
      <p:nvGrpSpPr>
        <p:cNvPr id="35" name="Shape 35"/>
        <p:cNvGrpSpPr/>
        <p:nvPr/>
      </p:nvGrpSpPr>
      <p:grpSpPr>
        <a:xfrm>
          <a:off x="0" y="0"/>
          <a:ext cx="0" cy="0"/>
          <a:chOff x="0" y="0"/>
          <a:chExt cx="0" cy="0"/>
        </a:xfrm>
      </p:grpSpPr>
      <p:sp>
        <p:nvSpPr>
          <p:cNvPr id="36" name="Google Shape;36;p10"/>
          <p:cNvSpPr txBox="1"/>
          <p:nvPr>
            <p:ph type="title"/>
          </p:nvPr>
        </p:nvSpPr>
        <p:spPr>
          <a:xfrm>
            <a:off x="938500" y="445025"/>
            <a:ext cx="5735700" cy="9414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accent1"/>
              </a:buClr>
              <a:buSzPts val="2400"/>
              <a:buNone/>
              <a:defRPr sz="24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blipFill>
          <a:blip r:embed="rId2">
            <a:alphaModFix/>
          </a:blip>
          <a:stretch>
            <a:fillRect/>
          </a:stretch>
        </a:blipFill>
      </p:bgPr>
    </p:bg>
    <p:spTree>
      <p:nvGrpSpPr>
        <p:cNvPr id="37" name="Shape 37"/>
        <p:cNvGrpSpPr/>
        <p:nvPr/>
      </p:nvGrpSpPr>
      <p:grpSpPr>
        <a:xfrm>
          <a:off x="0" y="0"/>
          <a:ext cx="0" cy="0"/>
          <a:chOff x="0" y="0"/>
          <a:chExt cx="0" cy="0"/>
        </a:xfrm>
      </p:grpSpPr>
      <p:sp>
        <p:nvSpPr>
          <p:cNvPr id="38" name="Google Shape;38;p11"/>
          <p:cNvSpPr txBox="1"/>
          <p:nvPr>
            <p:ph hasCustomPrompt="1" type="title"/>
          </p:nvPr>
        </p:nvSpPr>
        <p:spPr>
          <a:xfrm>
            <a:off x="1920750" y="1634425"/>
            <a:ext cx="5302500" cy="11166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lt1"/>
              </a:buClr>
              <a:buSzPts val="7200"/>
              <a:buNone/>
              <a:defRPr sz="7200">
                <a:solidFill>
                  <a:schemeClr val="lt1"/>
                </a:solidFill>
              </a:defRPr>
            </a:lvl1pPr>
            <a:lvl2pPr lvl="1" algn="ctr">
              <a:spcBef>
                <a:spcPts val="0"/>
              </a:spcBef>
              <a:spcAft>
                <a:spcPts val="0"/>
              </a:spcAft>
              <a:buClr>
                <a:schemeClr val="lt1"/>
              </a:buClr>
              <a:buSzPts val="7200"/>
              <a:buNone/>
              <a:defRPr sz="7200">
                <a:solidFill>
                  <a:schemeClr val="lt1"/>
                </a:solidFill>
              </a:defRPr>
            </a:lvl2pPr>
            <a:lvl3pPr lvl="2" algn="ctr">
              <a:spcBef>
                <a:spcPts val="0"/>
              </a:spcBef>
              <a:spcAft>
                <a:spcPts val="0"/>
              </a:spcAft>
              <a:buClr>
                <a:schemeClr val="lt1"/>
              </a:buClr>
              <a:buSzPts val="7200"/>
              <a:buNone/>
              <a:defRPr sz="7200">
                <a:solidFill>
                  <a:schemeClr val="lt1"/>
                </a:solidFill>
              </a:defRPr>
            </a:lvl3pPr>
            <a:lvl4pPr lvl="3" algn="ctr">
              <a:spcBef>
                <a:spcPts val="0"/>
              </a:spcBef>
              <a:spcAft>
                <a:spcPts val="0"/>
              </a:spcAft>
              <a:buClr>
                <a:schemeClr val="lt1"/>
              </a:buClr>
              <a:buSzPts val="7200"/>
              <a:buNone/>
              <a:defRPr sz="7200">
                <a:solidFill>
                  <a:schemeClr val="lt1"/>
                </a:solidFill>
              </a:defRPr>
            </a:lvl4pPr>
            <a:lvl5pPr lvl="4" algn="ctr">
              <a:spcBef>
                <a:spcPts val="0"/>
              </a:spcBef>
              <a:spcAft>
                <a:spcPts val="0"/>
              </a:spcAft>
              <a:buClr>
                <a:schemeClr val="lt1"/>
              </a:buClr>
              <a:buSzPts val="7200"/>
              <a:buNone/>
              <a:defRPr sz="7200">
                <a:solidFill>
                  <a:schemeClr val="lt1"/>
                </a:solidFill>
              </a:defRPr>
            </a:lvl5pPr>
            <a:lvl6pPr lvl="5" algn="ctr">
              <a:spcBef>
                <a:spcPts val="0"/>
              </a:spcBef>
              <a:spcAft>
                <a:spcPts val="0"/>
              </a:spcAft>
              <a:buClr>
                <a:schemeClr val="lt1"/>
              </a:buClr>
              <a:buSzPts val="7200"/>
              <a:buNone/>
              <a:defRPr sz="7200">
                <a:solidFill>
                  <a:schemeClr val="lt1"/>
                </a:solidFill>
              </a:defRPr>
            </a:lvl6pPr>
            <a:lvl7pPr lvl="6" algn="ctr">
              <a:spcBef>
                <a:spcPts val="0"/>
              </a:spcBef>
              <a:spcAft>
                <a:spcPts val="0"/>
              </a:spcAft>
              <a:buClr>
                <a:schemeClr val="lt1"/>
              </a:buClr>
              <a:buSzPts val="7200"/>
              <a:buNone/>
              <a:defRPr sz="7200">
                <a:solidFill>
                  <a:schemeClr val="lt1"/>
                </a:solidFill>
              </a:defRPr>
            </a:lvl7pPr>
            <a:lvl8pPr lvl="7" algn="ctr">
              <a:spcBef>
                <a:spcPts val="0"/>
              </a:spcBef>
              <a:spcAft>
                <a:spcPts val="0"/>
              </a:spcAft>
              <a:buClr>
                <a:schemeClr val="lt1"/>
              </a:buClr>
              <a:buSzPts val="7200"/>
              <a:buNone/>
              <a:defRPr sz="7200">
                <a:solidFill>
                  <a:schemeClr val="lt1"/>
                </a:solidFill>
              </a:defRPr>
            </a:lvl8pPr>
            <a:lvl9pPr lvl="8" algn="ctr">
              <a:spcBef>
                <a:spcPts val="0"/>
              </a:spcBef>
              <a:spcAft>
                <a:spcPts val="0"/>
              </a:spcAft>
              <a:buClr>
                <a:schemeClr val="lt1"/>
              </a:buClr>
              <a:buSzPts val="7200"/>
              <a:buNone/>
              <a:defRPr sz="7200">
                <a:solidFill>
                  <a:schemeClr val="lt1"/>
                </a:solidFill>
              </a:defRPr>
            </a:lvl9pPr>
          </a:lstStyle>
          <a:p>
            <a:r>
              <a:t>xx%</a:t>
            </a:r>
          </a:p>
        </p:txBody>
      </p:sp>
      <p:sp>
        <p:nvSpPr>
          <p:cNvPr id="39" name="Google Shape;39;p11"/>
          <p:cNvSpPr txBox="1"/>
          <p:nvPr>
            <p:ph idx="1" type="body"/>
          </p:nvPr>
        </p:nvSpPr>
        <p:spPr>
          <a:xfrm>
            <a:off x="2786550" y="3094475"/>
            <a:ext cx="3570900" cy="5670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Clr>
                <a:schemeClr val="accent1"/>
              </a:buClr>
              <a:buSzPts val="1800"/>
              <a:buChar char="●"/>
              <a:defRPr>
                <a:solidFill>
                  <a:schemeClr val="accent1"/>
                </a:solidFill>
              </a:defRPr>
            </a:lvl1pPr>
            <a:lvl2pPr indent="-342900" lvl="1" marL="914400" algn="ctr">
              <a:spcBef>
                <a:spcPts val="1600"/>
              </a:spcBef>
              <a:spcAft>
                <a:spcPts val="0"/>
              </a:spcAft>
              <a:buClr>
                <a:schemeClr val="accent1"/>
              </a:buClr>
              <a:buSzPts val="1800"/>
              <a:buChar char="○"/>
              <a:defRPr sz="1800">
                <a:solidFill>
                  <a:schemeClr val="accent1"/>
                </a:solidFill>
              </a:defRPr>
            </a:lvl2pPr>
            <a:lvl3pPr indent="-342900" lvl="2" marL="1371600" algn="ctr">
              <a:spcBef>
                <a:spcPts val="1600"/>
              </a:spcBef>
              <a:spcAft>
                <a:spcPts val="0"/>
              </a:spcAft>
              <a:buClr>
                <a:schemeClr val="accent1"/>
              </a:buClr>
              <a:buSzPts val="1800"/>
              <a:buChar char="■"/>
              <a:defRPr sz="1800">
                <a:solidFill>
                  <a:schemeClr val="accent1"/>
                </a:solidFill>
              </a:defRPr>
            </a:lvl3pPr>
            <a:lvl4pPr indent="-342900" lvl="3" marL="1828800" algn="ctr">
              <a:spcBef>
                <a:spcPts val="1600"/>
              </a:spcBef>
              <a:spcAft>
                <a:spcPts val="0"/>
              </a:spcAft>
              <a:buClr>
                <a:schemeClr val="accent1"/>
              </a:buClr>
              <a:buSzPts val="1800"/>
              <a:buChar char="●"/>
              <a:defRPr sz="1800">
                <a:solidFill>
                  <a:schemeClr val="accent1"/>
                </a:solidFill>
              </a:defRPr>
            </a:lvl4pPr>
            <a:lvl5pPr indent="-342900" lvl="4" marL="2286000" algn="ctr">
              <a:spcBef>
                <a:spcPts val="1600"/>
              </a:spcBef>
              <a:spcAft>
                <a:spcPts val="0"/>
              </a:spcAft>
              <a:buClr>
                <a:schemeClr val="accent1"/>
              </a:buClr>
              <a:buSzPts val="1800"/>
              <a:buChar char="○"/>
              <a:defRPr sz="1800">
                <a:solidFill>
                  <a:schemeClr val="accent1"/>
                </a:solidFill>
              </a:defRPr>
            </a:lvl5pPr>
            <a:lvl6pPr indent="-342900" lvl="5" marL="2743200" algn="ctr">
              <a:spcBef>
                <a:spcPts val="1600"/>
              </a:spcBef>
              <a:spcAft>
                <a:spcPts val="0"/>
              </a:spcAft>
              <a:buClr>
                <a:schemeClr val="accent1"/>
              </a:buClr>
              <a:buSzPts val="1800"/>
              <a:buChar char="■"/>
              <a:defRPr sz="1800">
                <a:solidFill>
                  <a:schemeClr val="accent1"/>
                </a:solidFill>
              </a:defRPr>
            </a:lvl6pPr>
            <a:lvl7pPr indent="-342900" lvl="6" marL="3200400" algn="ctr">
              <a:spcBef>
                <a:spcPts val="1600"/>
              </a:spcBef>
              <a:spcAft>
                <a:spcPts val="0"/>
              </a:spcAft>
              <a:buClr>
                <a:schemeClr val="accent1"/>
              </a:buClr>
              <a:buSzPts val="1800"/>
              <a:buChar char="●"/>
              <a:defRPr sz="1800">
                <a:solidFill>
                  <a:schemeClr val="accent1"/>
                </a:solidFill>
              </a:defRPr>
            </a:lvl7pPr>
            <a:lvl8pPr indent="-342900" lvl="7" marL="3657600" algn="ctr">
              <a:spcBef>
                <a:spcPts val="1600"/>
              </a:spcBef>
              <a:spcAft>
                <a:spcPts val="0"/>
              </a:spcAft>
              <a:buClr>
                <a:schemeClr val="accent1"/>
              </a:buClr>
              <a:buSzPts val="1800"/>
              <a:buChar char="○"/>
              <a:defRPr sz="1800">
                <a:solidFill>
                  <a:schemeClr val="accent1"/>
                </a:solidFill>
              </a:defRPr>
            </a:lvl8pPr>
            <a:lvl9pPr indent="-342900" lvl="8" marL="4114800" algn="ctr">
              <a:spcBef>
                <a:spcPts val="1600"/>
              </a:spcBef>
              <a:spcAft>
                <a:spcPts val="1600"/>
              </a:spcAft>
              <a:buClr>
                <a:schemeClr val="accent1"/>
              </a:buClr>
              <a:buSzPts val="1800"/>
              <a:buChar char="■"/>
              <a:defRPr sz="1800">
                <a:solidFill>
                  <a:schemeClr val="accent1"/>
                </a:solidFill>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40" name="Shape 40"/>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Bullet Points">
  <p:cSld name="CAPTION_ONLY_3">
    <p:bg>
      <p:bgPr>
        <a:blipFill>
          <a:blip r:embed="rId2">
            <a:alphaModFix/>
          </a:blip>
          <a:stretch>
            <a:fillRect/>
          </a:stretch>
        </a:blipFill>
      </p:bgPr>
    </p:bg>
    <p:spTree>
      <p:nvGrpSpPr>
        <p:cNvPr id="41" name="Shape 41"/>
        <p:cNvGrpSpPr/>
        <p:nvPr/>
      </p:nvGrpSpPr>
      <p:grpSpPr>
        <a:xfrm>
          <a:off x="0" y="0"/>
          <a:ext cx="0" cy="0"/>
          <a:chOff x="0" y="0"/>
          <a:chExt cx="0" cy="0"/>
        </a:xfrm>
      </p:grpSpPr>
      <p:sp>
        <p:nvSpPr>
          <p:cNvPr id="42" name="Google Shape;42;p13"/>
          <p:cNvSpPr txBox="1"/>
          <p:nvPr>
            <p:ph type="title"/>
          </p:nvPr>
        </p:nvSpPr>
        <p:spPr>
          <a:xfrm>
            <a:off x="938500" y="445025"/>
            <a:ext cx="5735700" cy="9414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accent1"/>
              </a:buClr>
              <a:buSzPts val="2400"/>
              <a:buNone/>
              <a:defRPr sz="24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43" name="Google Shape;43;p13"/>
          <p:cNvSpPr txBox="1"/>
          <p:nvPr>
            <p:ph idx="1" type="body"/>
          </p:nvPr>
        </p:nvSpPr>
        <p:spPr>
          <a:xfrm>
            <a:off x="938500" y="1246025"/>
            <a:ext cx="7172100" cy="3039900"/>
          </a:xfrm>
          <a:prstGeom prst="rect">
            <a:avLst/>
          </a:prstGeom>
        </p:spPr>
        <p:txBody>
          <a:bodyPr anchorCtr="0" anchor="t" bIns="91425" lIns="91425" spcFirstLastPara="1" rIns="91425" wrap="square" tIns="91425">
            <a:noAutofit/>
          </a:bodyPr>
          <a:lstStyle>
            <a:lvl1pPr indent="-301625" lvl="0" marL="457200" rtl="0">
              <a:spcBef>
                <a:spcPts val="0"/>
              </a:spcBef>
              <a:spcAft>
                <a:spcPts val="0"/>
              </a:spcAft>
              <a:buClr>
                <a:schemeClr val="lt1"/>
              </a:buClr>
              <a:buSzPts val="1150"/>
              <a:buChar char="●"/>
              <a:defRPr sz="1150">
                <a:solidFill>
                  <a:schemeClr val="lt1"/>
                </a:solidFill>
              </a:defRPr>
            </a:lvl1pPr>
            <a:lvl2pPr indent="-301625" lvl="1" marL="914400" rtl="0">
              <a:spcBef>
                <a:spcPts val="1600"/>
              </a:spcBef>
              <a:spcAft>
                <a:spcPts val="0"/>
              </a:spcAft>
              <a:buClr>
                <a:schemeClr val="lt1"/>
              </a:buClr>
              <a:buSzPts val="1150"/>
              <a:buChar char="○"/>
              <a:defRPr sz="1150">
                <a:solidFill>
                  <a:schemeClr val="lt1"/>
                </a:solidFill>
              </a:defRPr>
            </a:lvl2pPr>
            <a:lvl3pPr indent="-301625" lvl="2" marL="1371600" rtl="0">
              <a:spcBef>
                <a:spcPts val="1600"/>
              </a:spcBef>
              <a:spcAft>
                <a:spcPts val="0"/>
              </a:spcAft>
              <a:buClr>
                <a:schemeClr val="lt1"/>
              </a:buClr>
              <a:buSzPts val="1150"/>
              <a:buChar char="■"/>
              <a:defRPr sz="1150">
                <a:solidFill>
                  <a:schemeClr val="lt1"/>
                </a:solidFill>
              </a:defRPr>
            </a:lvl3pPr>
            <a:lvl4pPr indent="-301625" lvl="3" marL="1828800" rtl="0">
              <a:spcBef>
                <a:spcPts val="1600"/>
              </a:spcBef>
              <a:spcAft>
                <a:spcPts val="0"/>
              </a:spcAft>
              <a:buClr>
                <a:schemeClr val="lt1"/>
              </a:buClr>
              <a:buSzPts val="1150"/>
              <a:buChar char="●"/>
              <a:defRPr sz="1150">
                <a:solidFill>
                  <a:schemeClr val="lt1"/>
                </a:solidFill>
              </a:defRPr>
            </a:lvl4pPr>
            <a:lvl5pPr indent="-301625" lvl="4" marL="2286000" rtl="0">
              <a:spcBef>
                <a:spcPts val="1600"/>
              </a:spcBef>
              <a:spcAft>
                <a:spcPts val="0"/>
              </a:spcAft>
              <a:buClr>
                <a:schemeClr val="lt1"/>
              </a:buClr>
              <a:buSzPts val="1150"/>
              <a:buChar char="○"/>
              <a:defRPr sz="1150">
                <a:solidFill>
                  <a:schemeClr val="lt1"/>
                </a:solidFill>
              </a:defRPr>
            </a:lvl5pPr>
            <a:lvl6pPr indent="-301625" lvl="5" marL="2743200" rtl="0">
              <a:spcBef>
                <a:spcPts val="1600"/>
              </a:spcBef>
              <a:spcAft>
                <a:spcPts val="0"/>
              </a:spcAft>
              <a:buClr>
                <a:schemeClr val="lt1"/>
              </a:buClr>
              <a:buSzPts val="1150"/>
              <a:buChar char="■"/>
              <a:defRPr sz="1150">
                <a:solidFill>
                  <a:schemeClr val="lt1"/>
                </a:solidFill>
              </a:defRPr>
            </a:lvl6pPr>
            <a:lvl7pPr indent="-301625" lvl="6" marL="3200400" rtl="0">
              <a:spcBef>
                <a:spcPts val="1600"/>
              </a:spcBef>
              <a:spcAft>
                <a:spcPts val="0"/>
              </a:spcAft>
              <a:buClr>
                <a:schemeClr val="lt1"/>
              </a:buClr>
              <a:buSzPts val="1150"/>
              <a:buChar char="●"/>
              <a:defRPr sz="1150">
                <a:solidFill>
                  <a:schemeClr val="lt1"/>
                </a:solidFill>
              </a:defRPr>
            </a:lvl7pPr>
            <a:lvl8pPr indent="-301625" lvl="7" marL="3657600" rtl="0">
              <a:spcBef>
                <a:spcPts val="1600"/>
              </a:spcBef>
              <a:spcAft>
                <a:spcPts val="0"/>
              </a:spcAft>
              <a:buClr>
                <a:schemeClr val="lt1"/>
              </a:buClr>
              <a:buSzPts val="1150"/>
              <a:buChar char="○"/>
              <a:defRPr sz="1150">
                <a:solidFill>
                  <a:schemeClr val="lt1"/>
                </a:solidFill>
              </a:defRPr>
            </a:lvl8pPr>
            <a:lvl9pPr indent="-301625" lvl="8" marL="4114800" rtl="0">
              <a:spcBef>
                <a:spcPts val="1600"/>
              </a:spcBef>
              <a:spcAft>
                <a:spcPts val="1600"/>
              </a:spcAft>
              <a:buClr>
                <a:schemeClr val="lt1"/>
              </a:buClr>
              <a:buSzPts val="1150"/>
              <a:buChar char="■"/>
              <a:defRPr sz="1150">
                <a:solidFill>
                  <a:schemeClr val="lt1"/>
                </a:solidFil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SECTION_TITLE_AND_DESCRIPTION_1_1_3">
    <p:bg>
      <p:bgPr>
        <a:blipFill>
          <a:blip r:embed="rId2">
            <a:alphaModFix/>
          </a:blip>
          <a:stretch>
            <a:fillRect/>
          </a:stretch>
        </a:blipFill>
      </p:bgPr>
    </p:bg>
    <p:spTree>
      <p:nvGrpSpPr>
        <p:cNvPr id="44" name="Shape 44"/>
        <p:cNvGrpSpPr/>
        <p:nvPr/>
      </p:nvGrpSpPr>
      <p:grpSpPr>
        <a:xfrm>
          <a:off x="0" y="0"/>
          <a:ext cx="0" cy="0"/>
          <a:chOff x="0" y="0"/>
          <a:chExt cx="0" cy="0"/>
        </a:xfrm>
      </p:grpSpPr>
      <p:sp>
        <p:nvSpPr>
          <p:cNvPr id="45" name="Google Shape;45;p14"/>
          <p:cNvSpPr txBox="1"/>
          <p:nvPr>
            <p:ph type="title"/>
          </p:nvPr>
        </p:nvSpPr>
        <p:spPr>
          <a:xfrm>
            <a:off x="3538497" y="2615575"/>
            <a:ext cx="2067000" cy="5484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lt1"/>
              </a:buClr>
              <a:buSzPts val="1800"/>
              <a:buNone/>
              <a:defRPr sz="1800">
                <a:solidFill>
                  <a:schemeClr val="lt1"/>
                </a:solidFill>
              </a:defRPr>
            </a:lvl1pPr>
            <a:lvl2pPr lvl="1" rtl="0" algn="ctr">
              <a:spcBef>
                <a:spcPts val="0"/>
              </a:spcBef>
              <a:spcAft>
                <a:spcPts val="0"/>
              </a:spcAft>
              <a:buClr>
                <a:schemeClr val="lt1"/>
              </a:buClr>
              <a:buSzPts val="4200"/>
              <a:buNone/>
              <a:defRPr sz="4200">
                <a:solidFill>
                  <a:schemeClr val="lt1"/>
                </a:solidFill>
              </a:defRPr>
            </a:lvl2pPr>
            <a:lvl3pPr lvl="2" rtl="0" algn="ctr">
              <a:spcBef>
                <a:spcPts val="0"/>
              </a:spcBef>
              <a:spcAft>
                <a:spcPts val="0"/>
              </a:spcAft>
              <a:buClr>
                <a:schemeClr val="lt1"/>
              </a:buClr>
              <a:buSzPts val="4200"/>
              <a:buNone/>
              <a:defRPr sz="4200">
                <a:solidFill>
                  <a:schemeClr val="lt1"/>
                </a:solidFill>
              </a:defRPr>
            </a:lvl3pPr>
            <a:lvl4pPr lvl="3" rtl="0" algn="ctr">
              <a:spcBef>
                <a:spcPts val="0"/>
              </a:spcBef>
              <a:spcAft>
                <a:spcPts val="0"/>
              </a:spcAft>
              <a:buClr>
                <a:schemeClr val="lt1"/>
              </a:buClr>
              <a:buSzPts val="4200"/>
              <a:buNone/>
              <a:defRPr sz="4200">
                <a:solidFill>
                  <a:schemeClr val="lt1"/>
                </a:solidFill>
              </a:defRPr>
            </a:lvl4pPr>
            <a:lvl5pPr lvl="4" rtl="0" algn="ctr">
              <a:spcBef>
                <a:spcPts val="0"/>
              </a:spcBef>
              <a:spcAft>
                <a:spcPts val="0"/>
              </a:spcAft>
              <a:buClr>
                <a:schemeClr val="lt1"/>
              </a:buClr>
              <a:buSzPts val="4200"/>
              <a:buNone/>
              <a:defRPr sz="4200">
                <a:solidFill>
                  <a:schemeClr val="lt1"/>
                </a:solidFill>
              </a:defRPr>
            </a:lvl5pPr>
            <a:lvl6pPr lvl="5" rtl="0" algn="ctr">
              <a:spcBef>
                <a:spcPts val="0"/>
              </a:spcBef>
              <a:spcAft>
                <a:spcPts val="0"/>
              </a:spcAft>
              <a:buClr>
                <a:schemeClr val="lt1"/>
              </a:buClr>
              <a:buSzPts val="4200"/>
              <a:buNone/>
              <a:defRPr sz="4200">
                <a:solidFill>
                  <a:schemeClr val="lt1"/>
                </a:solidFill>
              </a:defRPr>
            </a:lvl6pPr>
            <a:lvl7pPr lvl="6" rtl="0" algn="ctr">
              <a:spcBef>
                <a:spcPts val="0"/>
              </a:spcBef>
              <a:spcAft>
                <a:spcPts val="0"/>
              </a:spcAft>
              <a:buClr>
                <a:schemeClr val="lt1"/>
              </a:buClr>
              <a:buSzPts val="4200"/>
              <a:buNone/>
              <a:defRPr sz="4200">
                <a:solidFill>
                  <a:schemeClr val="lt1"/>
                </a:solidFill>
              </a:defRPr>
            </a:lvl7pPr>
            <a:lvl8pPr lvl="7" rtl="0" algn="ctr">
              <a:spcBef>
                <a:spcPts val="0"/>
              </a:spcBef>
              <a:spcAft>
                <a:spcPts val="0"/>
              </a:spcAft>
              <a:buClr>
                <a:schemeClr val="lt1"/>
              </a:buClr>
              <a:buSzPts val="4200"/>
              <a:buNone/>
              <a:defRPr sz="4200">
                <a:solidFill>
                  <a:schemeClr val="lt1"/>
                </a:solidFill>
              </a:defRPr>
            </a:lvl8pPr>
            <a:lvl9pPr lvl="8" rtl="0" algn="ctr">
              <a:spcBef>
                <a:spcPts val="0"/>
              </a:spcBef>
              <a:spcAft>
                <a:spcPts val="0"/>
              </a:spcAft>
              <a:buClr>
                <a:schemeClr val="lt1"/>
              </a:buClr>
              <a:buSzPts val="4200"/>
              <a:buNone/>
              <a:defRPr sz="4200">
                <a:solidFill>
                  <a:schemeClr val="lt1"/>
                </a:solidFill>
              </a:defRPr>
            </a:lvl9pPr>
          </a:lstStyle>
          <a:p/>
        </p:txBody>
      </p:sp>
      <p:sp>
        <p:nvSpPr>
          <p:cNvPr id="46" name="Google Shape;46;p14"/>
          <p:cNvSpPr txBox="1"/>
          <p:nvPr>
            <p:ph idx="1" type="subTitle"/>
          </p:nvPr>
        </p:nvSpPr>
        <p:spPr>
          <a:xfrm>
            <a:off x="3538497" y="3148075"/>
            <a:ext cx="2067000" cy="123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lt1"/>
              </a:buClr>
              <a:buSzPts val="1400"/>
              <a:buNone/>
              <a:defRPr sz="1400">
                <a:solidFill>
                  <a:schemeClr val="lt1"/>
                </a:solidFill>
              </a:defRPr>
            </a:lvl1pPr>
            <a:lvl2pPr lvl="1" rtl="0" algn="ctr">
              <a:lnSpc>
                <a:spcPct val="100000"/>
              </a:lnSpc>
              <a:spcBef>
                <a:spcPts val="0"/>
              </a:spcBef>
              <a:spcAft>
                <a:spcPts val="0"/>
              </a:spcAft>
              <a:buClr>
                <a:schemeClr val="lt1"/>
              </a:buClr>
              <a:buSzPts val="2100"/>
              <a:buNone/>
              <a:defRPr sz="2100">
                <a:solidFill>
                  <a:schemeClr val="lt1"/>
                </a:solidFill>
              </a:defRPr>
            </a:lvl2pPr>
            <a:lvl3pPr lvl="2" rtl="0" algn="ctr">
              <a:lnSpc>
                <a:spcPct val="100000"/>
              </a:lnSpc>
              <a:spcBef>
                <a:spcPts val="0"/>
              </a:spcBef>
              <a:spcAft>
                <a:spcPts val="0"/>
              </a:spcAft>
              <a:buClr>
                <a:schemeClr val="lt1"/>
              </a:buClr>
              <a:buSzPts val="2100"/>
              <a:buNone/>
              <a:defRPr sz="2100">
                <a:solidFill>
                  <a:schemeClr val="lt1"/>
                </a:solidFill>
              </a:defRPr>
            </a:lvl3pPr>
            <a:lvl4pPr lvl="3" rtl="0" algn="ctr">
              <a:lnSpc>
                <a:spcPct val="100000"/>
              </a:lnSpc>
              <a:spcBef>
                <a:spcPts val="0"/>
              </a:spcBef>
              <a:spcAft>
                <a:spcPts val="0"/>
              </a:spcAft>
              <a:buClr>
                <a:schemeClr val="lt1"/>
              </a:buClr>
              <a:buSzPts val="2100"/>
              <a:buNone/>
              <a:defRPr sz="2100">
                <a:solidFill>
                  <a:schemeClr val="lt1"/>
                </a:solidFill>
              </a:defRPr>
            </a:lvl4pPr>
            <a:lvl5pPr lvl="4" rtl="0" algn="ctr">
              <a:lnSpc>
                <a:spcPct val="100000"/>
              </a:lnSpc>
              <a:spcBef>
                <a:spcPts val="0"/>
              </a:spcBef>
              <a:spcAft>
                <a:spcPts val="0"/>
              </a:spcAft>
              <a:buClr>
                <a:schemeClr val="lt1"/>
              </a:buClr>
              <a:buSzPts val="2100"/>
              <a:buNone/>
              <a:defRPr sz="2100">
                <a:solidFill>
                  <a:schemeClr val="lt1"/>
                </a:solidFill>
              </a:defRPr>
            </a:lvl5pPr>
            <a:lvl6pPr lvl="5" rtl="0" algn="ctr">
              <a:lnSpc>
                <a:spcPct val="100000"/>
              </a:lnSpc>
              <a:spcBef>
                <a:spcPts val="0"/>
              </a:spcBef>
              <a:spcAft>
                <a:spcPts val="0"/>
              </a:spcAft>
              <a:buClr>
                <a:schemeClr val="lt1"/>
              </a:buClr>
              <a:buSzPts val="2100"/>
              <a:buNone/>
              <a:defRPr sz="2100">
                <a:solidFill>
                  <a:schemeClr val="lt1"/>
                </a:solidFill>
              </a:defRPr>
            </a:lvl6pPr>
            <a:lvl7pPr lvl="6" rtl="0" algn="ctr">
              <a:lnSpc>
                <a:spcPct val="100000"/>
              </a:lnSpc>
              <a:spcBef>
                <a:spcPts val="0"/>
              </a:spcBef>
              <a:spcAft>
                <a:spcPts val="0"/>
              </a:spcAft>
              <a:buClr>
                <a:schemeClr val="lt1"/>
              </a:buClr>
              <a:buSzPts val="2100"/>
              <a:buNone/>
              <a:defRPr sz="2100">
                <a:solidFill>
                  <a:schemeClr val="lt1"/>
                </a:solidFill>
              </a:defRPr>
            </a:lvl7pPr>
            <a:lvl8pPr lvl="7" rtl="0" algn="ctr">
              <a:lnSpc>
                <a:spcPct val="100000"/>
              </a:lnSpc>
              <a:spcBef>
                <a:spcPts val="0"/>
              </a:spcBef>
              <a:spcAft>
                <a:spcPts val="0"/>
              </a:spcAft>
              <a:buClr>
                <a:schemeClr val="lt1"/>
              </a:buClr>
              <a:buSzPts val="2100"/>
              <a:buNone/>
              <a:defRPr sz="2100">
                <a:solidFill>
                  <a:schemeClr val="lt1"/>
                </a:solidFill>
              </a:defRPr>
            </a:lvl8pPr>
            <a:lvl9pPr lvl="8" rtl="0" algn="ctr">
              <a:lnSpc>
                <a:spcPct val="100000"/>
              </a:lnSpc>
              <a:spcBef>
                <a:spcPts val="0"/>
              </a:spcBef>
              <a:spcAft>
                <a:spcPts val="0"/>
              </a:spcAft>
              <a:buClr>
                <a:schemeClr val="lt1"/>
              </a:buClr>
              <a:buSzPts val="2100"/>
              <a:buNone/>
              <a:defRPr sz="2100">
                <a:solidFill>
                  <a:schemeClr val="lt1"/>
                </a:solidFill>
              </a:defRPr>
            </a:lvl9pPr>
          </a:lstStyle>
          <a:p/>
        </p:txBody>
      </p:sp>
      <p:sp>
        <p:nvSpPr>
          <p:cNvPr id="47" name="Google Shape;47;p14"/>
          <p:cNvSpPr txBox="1"/>
          <p:nvPr>
            <p:ph idx="2" type="title"/>
          </p:nvPr>
        </p:nvSpPr>
        <p:spPr>
          <a:xfrm>
            <a:off x="6028553" y="2615575"/>
            <a:ext cx="2067000" cy="5484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lt1"/>
              </a:buClr>
              <a:buSzPts val="1800"/>
              <a:buNone/>
              <a:defRPr sz="1800">
                <a:solidFill>
                  <a:schemeClr val="lt1"/>
                </a:solidFill>
              </a:defRPr>
            </a:lvl1pPr>
            <a:lvl2pPr lvl="1" rtl="0" algn="ctr">
              <a:spcBef>
                <a:spcPts val="0"/>
              </a:spcBef>
              <a:spcAft>
                <a:spcPts val="0"/>
              </a:spcAft>
              <a:buClr>
                <a:schemeClr val="lt1"/>
              </a:buClr>
              <a:buSzPts val="4200"/>
              <a:buNone/>
              <a:defRPr sz="4200">
                <a:solidFill>
                  <a:schemeClr val="lt1"/>
                </a:solidFill>
              </a:defRPr>
            </a:lvl2pPr>
            <a:lvl3pPr lvl="2" rtl="0" algn="ctr">
              <a:spcBef>
                <a:spcPts val="0"/>
              </a:spcBef>
              <a:spcAft>
                <a:spcPts val="0"/>
              </a:spcAft>
              <a:buClr>
                <a:schemeClr val="lt1"/>
              </a:buClr>
              <a:buSzPts val="4200"/>
              <a:buNone/>
              <a:defRPr sz="4200">
                <a:solidFill>
                  <a:schemeClr val="lt1"/>
                </a:solidFill>
              </a:defRPr>
            </a:lvl3pPr>
            <a:lvl4pPr lvl="3" rtl="0" algn="ctr">
              <a:spcBef>
                <a:spcPts val="0"/>
              </a:spcBef>
              <a:spcAft>
                <a:spcPts val="0"/>
              </a:spcAft>
              <a:buClr>
                <a:schemeClr val="lt1"/>
              </a:buClr>
              <a:buSzPts val="4200"/>
              <a:buNone/>
              <a:defRPr sz="4200">
                <a:solidFill>
                  <a:schemeClr val="lt1"/>
                </a:solidFill>
              </a:defRPr>
            </a:lvl4pPr>
            <a:lvl5pPr lvl="4" rtl="0" algn="ctr">
              <a:spcBef>
                <a:spcPts val="0"/>
              </a:spcBef>
              <a:spcAft>
                <a:spcPts val="0"/>
              </a:spcAft>
              <a:buClr>
                <a:schemeClr val="lt1"/>
              </a:buClr>
              <a:buSzPts val="4200"/>
              <a:buNone/>
              <a:defRPr sz="4200">
                <a:solidFill>
                  <a:schemeClr val="lt1"/>
                </a:solidFill>
              </a:defRPr>
            </a:lvl5pPr>
            <a:lvl6pPr lvl="5" rtl="0" algn="ctr">
              <a:spcBef>
                <a:spcPts val="0"/>
              </a:spcBef>
              <a:spcAft>
                <a:spcPts val="0"/>
              </a:spcAft>
              <a:buClr>
                <a:schemeClr val="lt1"/>
              </a:buClr>
              <a:buSzPts val="4200"/>
              <a:buNone/>
              <a:defRPr sz="4200">
                <a:solidFill>
                  <a:schemeClr val="lt1"/>
                </a:solidFill>
              </a:defRPr>
            </a:lvl6pPr>
            <a:lvl7pPr lvl="6" rtl="0" algn="ctr">
              <a:spcBef>
                <a:spcPts val="0"/>
              </a:spcBef>
              <a:spcAft>
                <a:spcPts val="0"/>
              </a:spcAft>
              <a:buClr>
                <a:schemeClr val="lt1"/>
              </a:buClr>
              <a:buSzPts val="4200"/>
              <a:buNone/>
              <a:defRPr sz="4200">
                <a:solidFill>
                  <a:schemeClr val="lt1"/>
                </a:solidFill>
              </a:defRPr>
            </a:lvl7pPr>
            <a:lvl8pPr lvl="7" rtl="0" algn="ctr">
              <a:spcBef>
                <a:spcPts val="0"/>
              </a:spcBef>
              <a:spcAft>
                <a:spcPts val="0"/>
              </a:spcAft>
              <a:buClr>
                <a:schemeClr val="lt1"/>
              </a:buClr>
              <a:buSzPts val="4200"/>
              <a:buNone/>
              <a:defRPr sz="4200">
                <a:solidFill>
                  <a:schemeClr val="lt1"/>
                </a:solidFill>
              </a:defRPr>
            </a:lvl8pPr>
            <a:lvl9pPr lvl="8" rtl="0" algn="ctr">
              <a:spcBef>
                <a:spcPts val="0"/>
              </a:spcBef>
              <a:spcAft>
                <a:spcPts val="0"/>
              </a:spcAft>
              <a:buClr>
                <a:schemeClr val="lt1"/>
              </a:buClr>
              <a:buSzPts val="4200"/>
              <a:buNone/>
              <a:defRPr sz="4200">
                <a:solidFill>
                  <a:schemeClr val="lt1"/>
                </a:solidFill>
              </a:defRPr>
            </a:lvl9pPr>
          </a:lstStyle>
          <a:p/>
        </p:txBody>
      </p:sp>
      <p:sp>
        <p:nvSpPr>
          <p:cNvPr id="48" name="Google Shape;48;p14"/>
          <p:cNvSpPr txBox="1"/>
          <p:nvPr>
            <p:ph idx="3" type="subTitle"/>
          </p:nvPr>
        </p:nvSpPr>
        <p:spPr>
          <a:xfrm>
            <a:off x="6028553" y="3148075"/>
            <a:ext cx="2067000" cy="123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lt1"/>
              </a:buClr>
              <a:buSzPts val="1400"/>
              <a:buNone/>
              <a:defRPr sz="1400">
                <a:solidFill>
                  <a:schemeClr val="lt1"/>
                </a:solidFill>
              </a:defRPr>
            </a:lvl1pPr>
            <a:lvl2pPr lvl="1" rtl="0" algn="ctr">
              <a:lnSpc>
                <a:spcPct val="100000"/>
              </a:lnSpc>
              <a:spcBef>
                <a:spcPts val="0"/>
              </a:spcBef>
              <a:spcAft>
                <a:spcPts val="0"/>
              </a:spcAft>
              <a:buClr>
                <a:schemeClr val="lt1"/>
              </a:buClr>
              <a:buSzPts val="2100"/>
              <a:buNone/>
              <a:defRPr sz="2100">
                <a:solidFill>
                  <a:schemeClr val="lt1"/>
                </a:solidFill>
              </a:defRPr>
            </a:lvl2pPr>
            <a:lvl3pPr lvl="2" rtl="0" algn="ctr">
              <a:lnSpc>
                <a:spcPct val="100000"/>
              </a:lnSpc>
              <a:spcBef>
                <a:spcPts val="0"/>
              </a:spcBef>
              <a:spcAft>
                <a:spcPts val="0"/>
              </a:spcAft>
              <a:buClr>
                <a:schemeClr val="lt1"/>
              </a:buClr>
              <a:buSzPts val="2100"/>
              <a:buNone/>
              <a:defRPr sz="2100">
                <a:solidFill>
                  <a:schemeClr val="lt1"/>
                </a:solidFill>
              </a:defRPr>
            </a:lvl3pPr>
            <a:lvl4pPr lvl="3" rtl="0" algn="ctr">
              <a:lnSpc>
                <a:spcPct val="100000"/>
              </a:lnSpc>
              <a:spcBef>
                <a:spcPts val="0"/>
              </a:spcBef>
              <a:spcAft>
                <a:spcPts val="0"/>
              </a:spcAft>
              <a:buClr>
                <a:schemeClr val="lt1"/>
              </a:buClr>
              <a:buSzPts val="2100"/>
              <a:buNone/>
              <a:defRPr sz="2100">
                <a:solidFill>
                  <a:schemeClr val="lt1"/>
                </a:solidFill>
              </a:defRPr>
            </a:lvl4pPr>
            <a:lvl5pPr lvl="4" rtl="0" algn="ctr">
              <a:lnSpc>
                <a:spcPct val="100000"/>
              </a:lnSpc>
              <a:spcBef>
                <a:spcPts val="0"/>
              </a:spcBef>
              <a:spcAft>
                <a:spcPts val="0"/>
              </a:spcAft>
              <a:buClr>
                <a:schemeClr val="lt1"/>
              </a:buClr>
              <a:buSzPts val="2100"/>
              <a:buNone/>
              <a:defRPr sz="2100">
                <a:solidFill>
                  <a:schemeClr val="lt1"/>
                </a:solidFill>
              </a:defRPr>
            </a:lvl5pPr>
            <a:lvl6pPr lvl="5" rtl="0" algn="ctr">
              <a:lnSpc>
                <a:spcPct val="100000"/>
              </a:lnSpc>
              <a:spcBef>
                <a:spcPts val="0"/>
              </a:spcBef>
              <a:spcAft>
                <a:spcPts val="0"/>
              </a:spcAft>
              <a:buClr>
                <a:schemeClr val="lt1"/>
              </a:buClr>
              <a:buSzPts val="2100"/>
              <a:buNone/>
              <a:defRPr sz="2100">
                <a:solidFill>
                  <a:schemeClr val="lt1"/>
                </a:solidFill>
              </a:defRPr>
            </a:lvl6pPr>
            <a:lvl7pPr lvl="6" rtl="0" algn="ctr">
              <a:lnSpc>
                <a:spcPct val="100000"/>
              </a:lnSpc>
              <a:spcBef>
                <a:spcPts val="0"/>
              </a:spcBef>
              <a:spcAft>
                <a:spcPts val="0"/>
              </a:spcAft>
              <a:buClr>
                <a:schemeClr val="lt1"/>
              </a:buClr>
              <a:buSzPts val="2100"/>
              <a:buNone/>
              <a:defRPr sz="2100">
                <a:solidFill>
                  <a:schemeClr val="lt1"/>
                </a:solidFill>
              </a:defRPr>
            </a:lvl7pPr>
            <a:lvl8pPr lvl="7" rtl="0" algn="ctr">
              <a:lnSpc>
                <a:spcPct val="100000"/>
              </a:lnSpc>
              <a:spcBef>
                <a:spcPts val="0"/>
              </a:spcBef>
              <a:spcAft>
                <a:spcPts val="0"/>
              </a:spcAft>
              <a:buClr>
                <a:schemeClr val="lt1"/>
              </a:buClr>
              <a:buSzPts val="2100"/>
              <a:buNone/>
              <a:defRPr sz="2100">
                <a:solidFill>
                  <a:schemeClr val="lt1"/>
                </a:solidFill>
              </a:defRPr>
            </a:lvl8pPr>
            <a:lvl9pPr lvl="8" rtl="0" algn="ctr">
              <a:lnSpc>
                <a:spcPct val="100000"/>
              </a:lnSpc>
              <a:spcBef>
                <a:spcPts val="0"/>
              </a:spcBef>
              <a:spcAft>
                <a:spcPts val="0"/>
              </a:spcAft>
              <a:buClr>
                <a:schemeClr val="lt1"/>
              </a:buClr>
              <a:buSzPts val="2100"/>
              <a:buNone/>
              <a:defRPr sz="2100">
                <a:solidFill>
                  <a:schemeClr val="lt1"/>
                </a:solidFill>
              </a:defRPr>
            </a:lvl9pPr>
          </a:lstStyle>
          <a:p/>
        </p:txBody>
      </p:sp>
      <p:sp>
        <p:nvSpPr>
          <p:cNvPr id="49" name="Google Shape;49;p14"/>
          <p:cNvSpPr txBox="1"/>
          <p:nvPr>
            <p:ph idx="4" type="title"/>
          </p:nvPr>
        </p:nvSpPr>
        <p:spPr>
          <a:xfrm>
            <a:off x="1048447" y="2615575"/>
            <a:ext cx="2067000" cy="5484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lt1"/>
              </a:buClr>
              <a:buSzPts val="1800"/>
              <a:buNone/>
              <a:defRPr sz="1800">
                <a:solidFill>
                  <a:schemeClr val="lt1"/>
                </a:solidFill>
              </a:defRPr>
            </a:lvl1pPr>
            <a:lvl2pPr lvl="1" rtl="0" algn="ctr">
              <a:spcBef>
                <a:spcPts val="0"/>
              </a:spcBef>
              <a:spcAft>
                <a:spcPts val="0"/>
              </a:spcAft>
              <a:buClr>
                <a:schemeClr val="lt1"/>
              </a:buClr>
              <a:buSzPts val="4200"/>
              <a:buNone/>
              <a:defRPr sz="4200">
                <a:solidFill>
                  <a:schemeClr val="lt1"/>
                </a:solidFill>
              </a:defRPr>
            </a:lvl2pPr>
            <a:lvl3pPr lvl="2" rtl="0" algn="ctr">
              <a:spcBef>
                <a:spcPts val="0"/>
              </a:spcBef>
              <a:spcAft>
                <a:spcPts val="0"/>
              </a:spcAft>
              <a:buClr>
                <a:schemeClr val="lt1"/>
              </a:buClr>
              <a:buSzPts val="4200"/>
              <a:buNone/>
              <a:defRPr sz="4200">
                <a:solidFill>
                  <a:schemeClr val="lt1"/>
                </a:solidFill>
              </a:defRPr>
            </a:lvl3pPr>
            <a:lvl4pPr lvl="3" rtl="0" algn="ctr">
              <a:spcBef>
                <a:spcPts val="0"/>
              </a:spcBef>
              <a:spcAft>
                <a:spcPts val="0"/>
              </a:spcAft>
              <a:buClr>
                <a:schemeClr val="lt1"/>
              </a:buClr>
              <a:buSzPts val="4200"/>
              <a:buNone/>
              <a:defRPr sz="4200">
                <a:solidFill>
                  <a:schemeClr val="lt1"/>
                </a:solidFill>
              </a:defRPr>
            </a:lvl4pPr>
            <a:lvl5pPr lvl="4" rtl="0" algn="ctr">
              <a:spcBef>
                <a:spcPts val="0"/>
              </a:spcBef>
              <a:spcAft>
                <a:spcPts val="0"/>
              </a:spcAft>
              <a:buClr>
                <a:schemeClr val="lt1"/>
              </a:buClr>
              <a:buSzPts val="4200"/>
              <a:buNone/>
              <a:defRPr sz="4200">
                <a:solidFill>
                  <a:schemeClr val="lt1"/>
                </a:solidFill>
              </a:defRPr>
            </a:lvl5pPr>
            <a:lvl6pPr lvl="5" rtl="0" algn="ctr">
              <a:spcBef>
                <a:spcPts val="0"/>
              </a:spcBef>
              <a:spcAft>
                <a:spcPts val="0"/>
              </a:spcAft>
              <a:buClr>
                <a:schemeClr val="lt1"/>
              </a:buClr>
              <a:buSzPts val="4200"/>
              <a:buNone/>
              <a:defRPr sz="4200">
                <a:solidFill>
                  <a:schemeClr val="lt1"/>
                </a:solidFill>
              </a:defRPr>
            </a:lvl6pPr>
            <a:lvl7pPr lvl="6" rtl="0" algn="ctr">
              <a:spcBef>
                <a:spcPts val="0"/>
              </a:spcBef>
              <a:spcAft>
                <a:spcPts val="0"/>
              </a:spcAft>
              <a:buClr>
                <a:schemeClr val="lt1"/>
              </a:buClr>
              <a:buSzPts val="4200"/>
              <a:buNone/>
              <a:defRPr sz="4200">
                <a:solidFill>
                  <a:schemeClr val="lt1"/>
                </a:solidFill>
              </a:defRPr>
            </a:lvl7pPr>
            <a:lvl8pPr lvl="7" rtl="0" algn="ctr">
              <a:spcBef>
                <a:spcPts val="0"/>
              </a:spcBef>
              <a:spcAft>
                <a:spcPts val="0"/>
              </a:spcAft>
              <a:buClr>
                <a:schemeClr val="lt1"/>
              </a:buClr>
              <a:buSzPts val="4200"/>
              <a:buNone/>
              <a:defRPr sz="4200">
                <a:solidFill>
                  <a:schemeClr val="lt1"/>
                </a:solidFill>
              </a:defRPr>
            </a:lvl8pPr>
            <a:lvl9pPr lvl="8" rtl="0" algn="ctr">
              <a:spcBef>
                <a:spcPts val="0"/>
              </a:spcBef>
              <a:spcAft>
                <a:spcPts val="0"/>
              </a:spcAft>
              <a:buClr>
                <a:schemeClr val="lt1"/>
              </a:buClr>
              <a:buSzPts val="4200"/>
              <a:buNone/>
              <a:defRPr sz="4200">
                <a:solidFill>
                  <a:schemeClr val="lt1"/>
                </a:solidFill>
              </a:defRPr>
            </a:lvl9pPr>
          </a:lstStyle>
          <a:p/>
        </p:txBody>
      </p:sp>
      <p:sp>
        <p:nvSpPr>
          <p:cNvPr id="50" name="Google Shape;50;p14"/>
          <p:cNvSpPr txBox="1"/>
          <p:nvPr>
            <p:ph idx="5" type="subTitle"/>
          </p:nvPr>
        </p:nvSpPr>
        <p:spPr>
          <a:xfrm>
            <a:off x="1048447" y="3148075"/>
            <a:ext cx="2067000" cy="123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lt1"/>
              </a:buClr>
              <a:buSzPts val="1400"/>
              <a:buNone/>
              <a:defRPr sz="1400">
                <a:solidFill>
                  <a:schemeClr val="lt1"/>
                </a:solidFill>
              </a:defRPr>
            </a:lvl1pPr>
            <a:lvl2pPr lvl="1" rtl="0" algn="ctr">
              <a:lnSpc>
                <a:spcPct val="100000"/>
              </a:lnSpc>
              <a:spcBef>
                <a:spcPts val="0"/>
              </a:spcBef>
              <a:spcAft>
                <a:spcPts val="0"/>
              </a:spcAft>
              <a:buClr>
                <a:schemeClr val="lt1"/>
              </a:buClr>
              <a:buSzPts val="2100"/>
              <a:buNone/>
              <a:defRPr sz="2100">
                <a:solidFill>
                  <a:schemeClr val="lt1"/>
                </a:solidFill>
              </a:defRPr>
            </a:lvl2pPr>
            <a:lvl3pPr lvl="2" rtl="0" algn="ctr">
              <a:lnSpc>
                <a:spcPct val="100000"/>
              </a:lnSpc>
              <a:spcBef>
                <a:spcPts val="0"/>
              </a:spcBef>
              <a:spcAft>
                <a:spcPts val="0"/>
              </a:spcAft>
              <a:buClr>
                <a:schemeClr val="lt1"/>
              </a:buClr>
              <a:buSzPts val="2100"/>
              <a:buNone/>
              <a:defRPr sz="2100">
                <a:solidFill>
                  <a:schemeClr val="lt1"/>
                </a:solidFill>
              </a:defRPr>
            </a:lvl3pPr>
            <a:lvl4pPr lvl="3" rtl="0" algn="ctr">
              <a:lnSpc>
                <a:spcPct val="100000"/>
              </a:lnSpc>
              <a:spcBef>
                <a:spcPts val="0"/>
              </a:spcBef>
              <a:spcAft>
                <a:spcPts val="0"/>
              </a:spcAft>
              <a:buClr>
                <a:schemeClr val="lt1"/>
              </a:buClr>
              <a:buSzPts val="2100"/>
              <a:buNone/>
              <a:defRPr sz="2100">
                <a:solidFill>
                  <a:schemeClr val="lt1"/>
                </a:solidFill>
              </a:defRPr>
            </a:lvl4pPr>
            <a:lvl5pPr lvl="4" rtl="0" algn="ctr">
              <a:lnSpc>
                <a:spcPct val="100000"/>
              </a:lnSpc>
              <a:spcBef>
                <a:spcPts val="0"/>
              </a:spcBef>
              <a:spcAft>
                <a:spcPts val="0"/>
              </a:spcAft>
              <a:buClr>
                <a:schemeClr val="lt1"/>
              </a:buClr>
              <a:buSzPts val="2100"/>
              <a:buNone/>
              <a:defRPr sz="2100">
                <a:solidFill>
                  <a:schemeClr val="lt1"/>
                </a:solidFill>
              </a:defRPr>
            </a:lvl5pPr>
            <a:lvl6pPr lvl="5" rtl="0" algn="ctr">
              <a:lnSpc>
                <a:spcPct val="100000"/>
              </a:lnSpc>
              <a:spcBef>
                <a:spcPts val="0"/>
              </a:spcBef>
              <a:spcAft>
                <a:spcPts val="0"/>
              </a:spcAft>
              <a:buClr>
                <a:schemeClr val="lt1"/>
              </a:buClr>
              <a:buSzPts val="2100"/>
              <a:buNone/>
              <a:defRPr sz="2100">
                <a:solidFill>
                  <a:schemeClr val="lt1"/>
                </a:solidFill>
              </a:defRPr>
            </a:lvl6pPr>
            <a:lvl7pPr lvl="6" rtl="0" algn="ctr">
              <a:lnSpc>
                <a:spcPct val="100000"/>
              </a:lnSpc>
              <a:spcBef>
                <a:spcPts val="0"/>
              </a:spcBef>
              <a:spcAft>
                <a:spcPts val="0"/>
              </a:spcAft>
              <a:buClr>
                <a:schemeClr val="lt1"/>
              </a:buClr>
              <a:buSzPts val="2100"/>
              <a:buNone/>
              <a:defRPr sz="2100">
                <a:solidFill>
                  <a:schemeClr val="lt1"/>
                </a:solidFill>
              </a:defRPr>
            </a:lvl7pPr>
            <a:lvl8pPr lvl="7" rtl="0" algn="ctr">
              <a:lnSpc>
                <a:spcPct val="100000"/>
              </a:lnSpc>
              <a:spcBef>
                <a:spcPts val="0"/>
              </a:spcBef>
              <a:spcAft>
                <a:spcPts val="0"/>
              </a:spcAft>
              <a:buClr>
                <a:schemeClr val="lt1"/>
              </a:buClr>
              <a:buSzPts val="2100"/>
              <a:buNone/>
              <a:defRPr sz="2100">
                <a:solidFill>
                  <a:schemeClr val="lt1"/>
                </a:solidFill>
              </a:defRPr>
            </a:lvl8pPr>
            <a:lvl9pPr lvl="8" rtl="0" algn="ctr">
              <a:lnSpc>
                <a:spcPct val="100000"/>
              </a:lnSpc>
              <a:spcBef>
                <a:spcPts val="0"/>
              </a:spcBef>
              <a:spcAft>
                <a:spcPts val="0"/>
              </a:spcAft>
              <a:buClr>
                <a:schemeClr val="lt1"/>
              </a:buClr>
              <a:buSzPts val="2100"/>
              <a:buNone/>
              <a:defRPr sz="2100">
                <a:solidFill>
                  <a:schemeClr val="lt1"/>
                </a:solidFill>
              </a:defRPr>
            </a:lvl9pPr>
          </a:lstStyle>
          <a:p/>
        </p:txBody>
      </p:sp>
      <p:sp>
        <p:nvSpPr>
          <p:cNvPr id="51" name="Google Shape;51;p14"/>
          <p:cNvSpPr txBox="1"/>
          <p:nvPr>
            <p:ph hasCustomPrompt="1" idx="6" type="title"/>
          </p:nvPr>
        </p:nvSpPr>
        <p:spPr>
          <a:xfrm>
            <a:off x="1048450" y="1770700"/>
            <a:ext cx="2067000" cy="7239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lt2"/>
              </a:buClr>
              <a:buSzPts val="3600"/>
              <a:buNone/>
              <a:defRPr sz="3600">
                <a:solidFill>
                  <a:schemeClr val="lt2"/>
                </a:solidFill>
              </a:defRPr>
            </a:lvl1pPr>
            <a:lvl2pPr lvl="1" rtl="0" algn="ctr">
              <a:spcBef>
                <a:spcPts val="0"/>
              </a:spcBef>
              <a:spcAft>
                <a:spcPts val="0"/>
              </a:spcAft>
              <a:buClr>
                <a:schemeClr val="lt2"/>
              </a:buClr>
              <a:buSzPts val="3600"/>
              <a:buNone/>
              <a:defRPr sz="3600">
                <a:solidFill>
                  <a:schemeClr val="lt2"/>
                </a:solidFill>
              </a:defRPr>
            </a:lvl2pPr>
            <a:lvl3pPr lvl="2" rtl="0" algn="ctr">
              <a:spcBef>
                <a:spcPts val="0"/>
              </a:spcBef>
              <a:spcAft>
                <a:spcPts val="0"/>
              </a:spcAft>
              <a:buClr>
                <a:schemeClr val="lt2"/>
              </a:buClr>
              <a:buSzPts val="3600"/>
              <a:buNone/>
              <a:defRPr sz="3600">
                <a:solidFill>
                  <a:schemeClr val="lt2"/>
                </a:solidFill>
              </a:defRPr>
            </a:lvl3pPr>
            <a:lvl4pPr lvl="3" rtl="0" algn="ctr">
              <a:spcBef>
                <a:spcPts val="0"/>
              </a:spcBef>
              <a:spcAft>
                <a:spcPts val="0"/>
              </a:spcAft>
              <a:buClr>
                <a:schemeClr val="lt2"/>
              </a:buClr>
              <a:buSzPts val="3600"/>
              <a:buNone/>
              <a:defRPr sz="3600">
                <a:solidFill>
                  <a:schemeClr val="lt2"/>
                </a:solidFill>
              </a:defRPr>
            </a:lvl4pPr>
            <a:lvl5pPr lvl="4" rtl="0" algn="ctr">
              <a:spcBef>
                <a:spcPts val="0"/>
              </a:spcBef>
              <a:spcAft>
                <a:spcPts val="0"/>
              </a:spcAft>
              <a:buClr>
                <a:schemeClr val="lt2"/>
              </a:buClr>
              <a:buSzPts val="3600"/>
              <a:buNone/>
              <a:defRPr sz="3600">
                <a:solidFill>
                  <a:schemeClr val="lt2"/>
                </a:solidFill>
              </a:defRPr>
            </a:lvl5pPr>
            <a:lvl6pPr lvl="5" rtl="0" algn="ctr">
              <a:spcBef>
                <a:spcPts val="0"/>
              </a:spcBef>
              <a:spcAft>
                <a:spcPts val="0"/>
              </a:spcAft>
              <a:buClr>
                <a:schemeClr val="lt2"/>
              </a:buClr>
              <a:buSzPts val="3600"/>
              <a:buNone/>
              <a:defRPr sz="3600">
                <a:solidFill>
                  <a:schemeClr val="lt2"/>
                </a:solidFill>
              </a:defRPr>
            </a:lvl6pPr>
            <a:lvl7pPr lvl="6" rtl="0" algn="ctr">
              <a:spcBef>
                <a:spcPts val="0"/>
              </a:spcBef>
              <a:spcAft>
                <a:spcPts val="0"/>
              </a:spcAft>
              <a:buClr>
                <a:schemeClr val="lt2"/>
              </a:buClr>
              <a:buSzPts val="3600"/>
              <a:buNone/>
              <a:defRPr sz="3600">
                <a:solidFill>
                  <a:schemeClr val="lt2"/>
                </a:solidFill>
              </a:defRPr>
            </a:lvl7pPr>
            <a:lvl8pPr lvl="7" rtl="0" algn="ctr">
              <a:spcBef>
                <a:spcPts val="0"/>
              </a:spcBef>
              <a:spcAft>
                <a:spcPts val="0"/>
              </a:spcAft>
              <a:buClr>
                <a:schemeClr val="lt2"/>
              </a:buClr>
              <a:buSzPts val="3600"/>
              <a:buNone/>
              <a:defRPr sz="3600">
                <a:solidFill>
                  <a:schemeClr val="lt2"/>
                </a:solidFill>
              </a:defRPr>
            </a:lvl8pPr>
            <a:lvl9pPr lvl="8" rtl="0" algn="ctr">
              <a:spcBef>
                <a:spcPts val="0"/>
              </a:spcBef>
              <a:spcAft>
                <a:spcPts val="0"/>
              </a:spcAft>
              <a:buClr>
                <a:schemeClr val="lt2"/>
              </a:buClr>
              <a:buSzPts val="3600"/>
              <a:buNone/>
              <a:defRPr sz="3600">
                <a:solidFill>
                  <a:schemeClr val="lt2"/>
                </a:solidFill>
              </a:defRPr>
            </a:lvl9pPr>
          </a:lstStyle>
          <a:p>
            <a:r>
              <a:t>xx%</a:t>
            </a:r>
          </a:p>
        </p:txBody>
      </p:sp>
      <p:sp>
        <p:nvSpPr>
          <p:cNvPr id="52" name="Google Shape;52;p14"/>
          <p:cNvSpPr txBox="1"/>
          <p:nvPr>
            <p:ph hasCustomPrompt="1" idx="7" type="title"/>
          </p:nvPr>
        </p:nvSpPr>
        <p:spPr>
          <a:xfrm>
            <a:off x="3538500" y="1770700"/>
            <a:ext cx="2067000" cy="7239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lt2"/>
              </a:buClr>
              <a:buSzPts val="3600"/>
              <a:buNone/>
              <a:defRPr sz="3600">
                <a:solidFill>
                  <a:schemeClr val="lt2"/>
                </a:solidFill>
              </a:defRPr>
            </a:lvl1pPr>
            <a:lvl2pPr lvl="1" rtl="0" algn="ctr">
              <a:spcBef>
                <a:spcPts val="0"/>
              </a:spcBef>
              <a:spcAft>
                <a:spcPts val="0"/>
              </a:spcAft>
              <a:buClr>
                <a:schemeClr val="lt2"/>
              </a:buClr>
              <a:buSzPts val="3600"/>
              <a:buNone/>
              <a:defRPr sz="3600">
                <a:solidFill>
                  <a:schemeClr val="lt2"/>
                </a:solidFill>
              </a:defRPr>
            </a:lvl2pPr>
            <a:lvl3pPr lvl="2" rtl="0" algn="ctr">
              <a:spcBef>
                <a:spcPts val="0"/>
              </a:spcBef>
              <a:spcAft>
                <a:spcPts val="0"/>
              </a:spcAft>
              <a:buClr>
                <a:schemeClr val="lt2"/>
              </a:buClr>
              <a:buSzPts val="3600"/>
              <a:buNone/>
              <a:defRPr sz="3600">
                <a:solidFill>
                  <a:schemeClr val="lt2"/>
                </a:solidFill>
              </a:defRPr>
            </a:lvl3pPr>
            <a:lvl4pPr lvl="3" rtl="0" algn="ctr">
              <a:spcBef>
                <a:spcPts val="0"/>
              </a:spcBef>
              <a:spcAft>
                <a:spcPts val="0"/>
              </a:spcAft>
              <a:buClr>
                <a:schemeClr val="lt2"/>
              </a:buClr>
              <a:buSzPts val="3600"/>
              <a:buNone/>
              <a:defRPr sz="3600">
                <a:solidFill>
                  <a:schemeClr val="lt2"/>
                </a:solidFill>
              </a:defRPr>
            </a:lvl4pPr>
            <a:lvl5pPr lvl="4" rtl="0" algn="ctr">
              <a:spcBef>
                <a:spcPts val="0"/>
              </a:spcBef>
              <a:spcAft>
                <a:spcPts val="0"/>
              </a:spcAft>
              <a:buClr>
                <a:schemeClr val="lt2"/>
              </a:buClr>
              <a:buSzPts val="3600"/>
              <a:buNone/>
              <a:defRPr sz="3600">
                <a:solidFill>
                  <a:schemeClr val="lt2"/>
                </a:solidFill>
              </a:defRPr>
            </a:lvl5pPr>
            <a:lvl6pPr lvl="5" rtl="0" algn="ctr">
              <a:spcBef>
                <a:spcPts val="0"/>
              </a:spcBef>
              <a:spcAft>
                <a:spcPts val="0"/>
              </a:spcAft>
              <a:buClr>
                <a:schemeClr val="lt2"/>
              </a:buClr>
              <a:buSzPts val="3600"/>
              <a:buNone/>
              <a:defRPr sz="3600">
                <a:solidFill>
                  <a:schemeClr val="lt2"/>
                </a:solidFill>
              </a:defRPr>
            </a:lvl6pPr>
            <a:lvl7pPr lvl="6" rtl="0" algn="ctr">
              <a:spcBef>
                <a:spcPts val="0"/>
              </a:spcBef>
              <a:spcAft>
                <a:spcPts val="0"/>
              </a:spcAft>
              <a:buClr>
                <a:schemeClr val="lt2"/>
              </a:buClr>
              <a:buSzPts val="3600"/>
              <a:buNone/>
              <a:defRPr sz="3600">
                <a:solidFill>
                  <a:schemeClr val="lt2"/>
                </a:solidFill>
              </a:defRPr>
            </a:lvl7pPr>
            <a:lvl8pPr lvl="7" rtl="0" algn="ctr">
              <a:spcBef>
                <a:spcPts val="0"/>
              </a:spcBef>
              <a:spcAft>
                <a:spcPts val="0"/>
              </a:spcAft>
              <a:buClr>
                <a:schemeClr val="lt2"/>
              </a:buClr>
              <a:buSzPts val="3600"/>
              <a:buNone/>
              <a:defRPr sz="3600">
                <a:solidFill>
                  <a:schemeClr val="lt2"/>
                </a:solidFill>
              </a:defRPr>
            </a:lvl8pPr>
            <a:lvl9pPr lvl="8" rtl="0" algn="ctr">
              <a:spcBef>
                <a:spcPts val="0"/>
              </a:spcBef>
              <a:spcAft>
                <a:spcPts val="0"/>
              </a:spcAft>
              <a:buClr>
                <a:schemeClr val="lt2"/>
              </a:buClr>
              <a:buSzPts val="3600"/>
              <a:buNone/>
              <a:defRPr sz="3600">
                <a:solidFill>
                  <a:schemeClr val="lt2"/>
                </a:solidFill>
              </a:defRPr>
            </a:lvl9pPr>
          </a:lstStyle>
          <a:p>
            <a:r>
              <a:t>xx%</a:t>
            </a:r>
          </a:p>
        </p:txBody>
      </p:sp>
      <p:sp>
        <p:nvSpPr>
          <p:cNvPr id="53" name="Google Shape;53;p14"/>
          <p:cNvSpPr txBox="1"/>
          <p:nvPr>
            <p:ph hasCustomPrompt="1" idx="8" type="title"/>
          </p:nvPr>
        </p:nvSpPr>
        <p:spPr>
          <a:xfrm>
            <a:off x="6028550" y="1770700"/>
            <a:ext cx="2067000" cy="7239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lt2"/>
              </a:buClr>
              <a:buSzPts val="3600"/>
              <a:buNone/>
              <a:defRPr sz="3600">
                <a:solidFill>
                  <a:schemeClr val="lt2"/>
                </a:solidFill>
              </a:defRPr>
            </a:lvl1pPr>
            <a:lvl2pPr lvl="1" rtl="0" algn="ctr">
              <a:spcBef>
                <a:spcPts val="0"/>
              </a:spcBef>
              <a:spcAft>
                <a:spcPts val="0"/>
              </a:spcAft>
              <a:buClr>
                <a:schemeClr val="lt2"/>
              </a:buClr>
              <a:buSzPts val="3600"/>
              <a:buNone/>
              <a:defRPr sz="3600">
                <a:solidFill>
                  <a:schemeClr val="lt2"/>
                </a:solidFill>
              </a:defRPr>
            </a:lvl2pPr>
            <a:lvl3pPr lvl="2" rtl="0" algn="ctr">
              <a:spcBef>
                <a:spcPts val="0"/>
              </a:spcBef>
              <a:spcAft>
                <a:spcPts val="0"/>
              </a:spcAft>
              <a:buClr>
                <a:schemeClr val="lt2"/>
              </a:buClr>
              <a:buSzPts val="3600"/>
              <a:buNone/>
              <a:defRPr sz="3600">
                <a:solidFill>
                  <a:schemeClr val="lt2"/>
                </a:solidFill>
              </a:defRPr>
            </a:lvl3pPr>
            <a:lvl4pPr lvl="3" rtl="0" algn="ctr">
              <a:spcBef>
                <a:spcPts val="0"/>
              </a:spcBef>
              <a:spcAft>
                <a:spcPts val="0"/>
              </a:spcAft>
              <a:buClr>
                <a:schemeClr val="lt2"/>
              </a:buClr>
              <a:buSzPts val="3600"/>
              <a:buNone/>
              <a:defRPr sz="3600">
                <a:solidFill>
                  <a:schemeClr val="lt2"/>
                </a:solidFill>
              </a:defRPr>
            </a:lvl4pPr>
            <a:lvl5pPr lvl="4" rtl="0" algn="ctr">
              <a:spcBef>
                <a:spcPts val="0"/>
              </a:spcBef>
              <a:spcAft>
                <a:spcPts val="0"/>
              </a:spcAft>
              <a:buClr>
                <a:schemeClr val="lt2"/>
              </a:buClr>
              <a:buSzPts val="3600"/>
              <a:buNone/>
              <a:defRPr sz="3600">
                <a:solidFill>
                  <a:schemeClr val="lt2"/>
                </a:solidFill>
              </a:defRPr>
            </a:lvl5pPr>
            <a:lvl6pPr lvl="5" rtl="0" algn="ctr">
              <a:spcBef>
                <a:spcPts val="0"/>
              </a:spcBef>
              <a:spcAft>
                <a:spcPts val="0"/>
              </a:spcAft>
              <a:buClr>
                <a:schemeClr val="lt2"/>
              </a:buClr>
              <a:buSzPts val="3600"/>
              <a:buNone/>
              <a:defRPr sz="3600">
                <a:solidFill>
                  <a:schemeClr val="lt2"/>
                </a:solidFill>
              </a:defRPr>
            </a:lvl6pPr>
            <a:lvl7pPr lvl="6" rtl="0" algn="ctr">
              <a:spcBef>
                <a:spcPts val="0"/>
              </a:spcBef>
              <a:spcAft>
                <a:spcPts val="0"/>
              </a:spcAft>
              <a:buClr>
                <a:schemeClr val="lt2"/>
              </a:buClr>
              <a:buSzPts val="3600"/>
              <a:buNone/>
              <a:defRPr sz="3600">
                <a:solidFill>
                  <a:schemeClr val="lt2"/>
                </a:solidFill>
              </a:defRPr>
            </a:lvl7pPr>
            <a:lvl8pPr lvl="7" rtl="0" algn="ctr">
              <a:spcBef>
                <a:spcPts val="0"/>
              </a:spcBef>
              <a:spcAft>
                <a:spcPts val="0"/>
              </a:spcAft>
              <a:buClr>
                <a:schemeClr val="lt2"/>
              </a:buClr>
              <a:buSzPts val="3600"/>
              <a:buNone/>
              <a:defRPr sz="3600">
                <a:solidFill>
                  <a:schemeClr val="lt2"/>
                </a:solidFill>
              </a:defRPr>
            </a:lvl8pPr>
            <a:lvl9pPr lvl="8" rtl="0" algn="ctr">
              <a:spcBef>
                <a:spcPts val="0"/>
              </a:spcBef>
              <a:spcAft>
                <a:spcPts val="0"/>
              </a:spcAft>
              <a:buClr>
                <a:schemeClr val="lt2"/>
              </a:buClr>
              <a:buSzPts val="3600"/>
              <a:buNone/>
              <a:defRPr sz="3600">
                <a:solidFill>
                  <a:schemeClr val="lt2"/>
                </a:solidFill>
              </a:defRPr>
            </a:lvl9pPr>
          </a:lstStyle>
          <a:p>
            <a:r>
              <a:t>xx%</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Text">
  <p:cSld name="TITLE_1">
    <p:bg>
      <p:bgPr>
        <a:blipFill>
          <a:blip r:embed="rId2">
            <a:alphaModFix/>
          </a:blip>
          <a:stretch>
            <a:fillRect/>
          </a:stretch>
        </a:blipFill>
      </p:bgPr>
    </p:bg>
    <p:spTree>
      <p:nvGrpSpPr>
        <p:cNvPr id="54" name="Shape 54"/>
        <p:cNvGrpSpPr/>
        <p:nvPr/>
      </p:nvGrpSpPr>
      <p:grpSpPr>
        <a:xfrm>
          <a:off x="0" y="0"/>
          <a:ext cx="0" cy="0"/>
          <a:chOff x="0" y="0"/>
          <a:chExt cx="0" cy="0"/>
        </a:xfrm>
      </p:grpSpPr>
      <p:sp>
        <p:nvSpPr>
          <p:cNvPr id="55" name="Google Shape;55;p15"/>
          <p:cNvSpPr txBox="1"/>
          <p:nvPr>
            <p:ph type="ctrTitle"/>
          </p:nvPr>
        </p:nvSpPr>
        <p:spPr>
          <a:xfrm>
            <a:off x="4285500" y="2832875"/>
            <a:ext cx="3657300" cy="644700"/>
          </a:xfrm>
          <a:prstGeom prst="rect">
            <a:avLst/>
          </a:prstGeom>
          <a:effectLst>
            <a:outerShdw blurRad="57150" rotWithShape="0" algn="bl" dir="5400000" dist="19050">
              <a:srgbClr val="76A5AF">
                <a:alpha val="88000"/>
              </a:srgbClr>
            </a:outerShdw>
          </a:effectLst>
        </p:spPr>
        <p:txBody>
          <a:bodyPr anchorCtr="0" anchor="b" bIns="91425" lIns="91425" spcFirstLastPara="1" rIns="91425" wrap="square" tIns="91425">
            <a:noAutofit/>
          </a:bodyPr>
          <a:lstStyle>
            <a:lvl1pPr lvl="0" rtl="0" algn="ctr">
              <a:spcBef>
                <a:spcPts val="0"/>
              </a:spcBef>
              <a:spcAft>
                <a:spcPts val="0"/>
              </a:spcAft>
              <a:buClr>
                <a:schemeClr val="lt1"/>
              </a:buClr>
              <a:buSzPts val="6000"/>
              <a:buNone/>
              <a:defRPr b="1" sz="6000">
                <a:solidFill>
                  <a:schemeClr val="lt1"/>
                </a:solidFill>
              </a:defRPr>
            </a:lvl1pPr>
            <a:lvl2pPr lvl="1" rtl="0" algn="ctr">
              <a:spcBef>
                <a:spcPts val="0"/>
              </a:spcBef>
              <a:spcAft>
                <a:spcPts val="0"/>
              </a:spcAft>
              <a:buClr>
                <a:schemeClr val="lt1"/>
              </a:buClr>
              <a:buSzPts val="3600"/>
              <a:buNone/>
              <a:defRPr b="1" sz="3600">
                <a:solidFill>
                  <a:schemeClr val="lt1"/>
                </a:solidFill>
              </a:defRPr>
            </a:lvl2pPr>
            <a:lvl3pPr lvl="2" rtl="0" algn="ctr">
              <a:spcBef>
                <a:spcPts val="0"/>
              </a:spcBef>
              <a:spcAft>
                <a:spcPts val="0"/>
              </a:spcAft>
              <a:buClr>
                <a:schemeClr val="lt1"/>
              </a:buClr>
              <a:buSzPts val="3600"/>
              <a:buNone/>
              <a:defRPr b="1" sz="3600">
                <a:solidFill>
                  <a:schemeClr val="lt1"/>
                </a:solidFill>
              </a:defRPr>
            </a:lvl3pPr>
            <a:lvl4pPr lvl="3" rtl="0" algn="ctr">
              <a:spcBef>
                <a:spcPts val="0"/>
              </a:spcBef>
              <a:spcAft>
                <a:spcPts val="0"/>
              </a:spcAft>
              <a:buClr>
                <a:schemeClr val="lt1"/>
              </a:buClr>
              <a:buSzPts val="3600"/>
              <a:buNone/>
              <a:defRPr b="1" sz="3600">
                <a:solidFill>
                  <a:schemeClr val="lt1"/>
                </a:solidFill>
              </a:defRPr>
            </a:lvl4pPr>
            <a:lvl5pPr lvl="4" rtl="0" algn="ctr">
              <a:spcBef>
                <a:spcPts val="0"/>
              </a:spcBef>
              <a:spcAft>
                <a:spcPts val="0"/>
              </a:spcAft>
              <a:buClr>
                <a:schemeClr val="lt1"/>
              </a:buClr>
              <a:buSzPts val="3600"/>
              <a:buNone/>
              <a:defRPr b="1" sz="3600">
                <a:solidFill>
                  <a:schemeClr val="lt1"/>
                </a:solidFill>
              </a:defRPr>
            </a:lvl5pPr>
            <a:lvl6pPr lvl="5" rtl="0" algn="ctr">
              <a:spcBef>
                <a:spcPts val="0"/>
              </a:spcBef>
              <a:spcAft>
                <a:spcPts val="0"/>
              </a:spcAft>
              <a:buClr>
                <a:schemeClr val="lt1"/>
              </a:buClr>
              <a:buSzPts val="3600"/>
              <a:buNone/>
              <a:defRPr b="1" sz="3600">
                <a:solidFill>
                  <a:schemeClr val="lt1"/>
                </a:solidFill>
              </a:defRPr>
            </a:lvl6pPr>
            <a:lvl7pPr lvl="6" rtl="0" algn="ctr">
              <a:spcBef>
                <a:spcPts val="0"/>
              </a:spcBef>
              <a:spcAft>
                <a:spcPts val="0"/>
              </a:spcAft>
              <a:buClr>
                <a:schemeClr val="lt1"/>
              </a:buClr>
              <a:buSzPts val="3600"/>
              <a:buNone/>
              <a:defRPr b="1" sz="3600">
                <a:solidFill>
                  <a:schemeClr val="lt1"/>
                </a:solidFill>
              </a:defRPr>
            </a:lvl7pPr>
            <a:lvl8pPr lvl="7" rtl="0" algn="ctr">
              <a:spcBef>
                <a:spcPts val="0"/>
              </a:spcBef>
              <a:spcAft>
                <a:spcPts val="0"/>
              </a:spcAft>
              <a:buClr>
                <a:schemeClr val="lt1"/>
              </a:buClr>
              <a:buSzPts val="3600"/>
              <a:buNone/>
              <a:defRPr b="1" sz="3600">
                <a:solidFill>
                  <a:schemeClr val="lt1"/>
                </a:solidFill>
              </a:defRPr>
            </a:lvl8pPr>
            <a:lvl9pPr lvl="8" rtl="0" algn="ctr">
              <a:spcBef>
                <a:spcPts val="0"/>
              </a:spcBef>
              <a:spcAft>
                <a:spcPts val="0"/>
              </a:spcAft>
              <a:buClr>
                <a:schemeClr val="lt1"/>
              </a:buClr>
              <a:buSzPts val="3600"/>
              <a:buNone/>
              <a:defRPr b="1" sz="3600">
                <a:solidFill>
                  <a:schemeClr val="lt1"/>
                </a:solidFill>
              </a:defRPr>
            </a:lvl9pPr>
          </a:lstStyle>
          <a:p/>
        </p:txBody>
      </p:sp>
      <p:sp>
        <p:nvSpPr>
          <p:cNvPr id="56" name="Google Shape;56;p15"/>
          <p:cNvSpPr txBox="1"/>
          <p:nvPr>
            <p:ph idx="1" type="subTitle"/>
          </p:nvPr>
        </p:nvSpPr>
        <p:spPr>
          <a:xfrm>
            <a:off x="4144050" y="3549850"/>
            <a:ext cx="3940200" cy="464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1400"/>
              <a:buNone/>
              <a:defRPr sz="1400">
                <a:solidFill>
                  <a:schemeClr val="accent1"/>
                </a:solidFill>
              </a:defRPr>
            </a:lvl1pPr>
            <a:lvl2pPr lvl="1" rtl="0" algn="ctr">
              <a:lnSpc>
                <a:spcPct val="100000"/>
              </a:lnSpc>
              <a:spcBef>
                <a:spcPts val="0"/>
              </a:spcBef>
              <a:spcAft>
                <a:spcPts val="0"/>
              </a:spcAft>
              <a:buClr>
                <a:schemeClr val="lt1"/>
              </a:buClr>
              <a:buSzPts val="1800"/>
              <a:buNone/>
              <a:defRPr sz="1800">
                <a:solidFill>
                  <a:schemeClr val="lt1"/>
                </a:solidFill>
              </a:defRPr>
            </a:lvl2pPr>
            <a:lvl3pPr lvl="2" rtl="0" algn="ctr">
              <a:lnSpc>
                <a:spcPct val="100000"/>
              </a:lnSpc>
              <a:spcBef>
                <a:spcPts val="0"/>
              </a:spcBef>
              <a:spcAft>
                <a:spcPts val="0"/>
              </a:spcAft>
              <a:buClr>
                <a:schemeClr val="lt1"/>
              </a:buClr>
              <a:buSzPts val="1800"/>
              <a:buNone/>
              <a:defRPr sz="1800">
                <a:solidFill>
                  <a:schemeClr val="lt1"/>
                </a:solidFill>
              </a:defRPr>
            </a:lvl3pPr>
            <a:lvl4pPr lvl="3" rtl="0" algn="ctr">
              <a:lnSpc>
                <a:spcPct val="100000"/>
              </a:lnSpc>
              <a:spcBef>
                <a:spcPts val="0"/>
              </a:spcBef>
              <a:spcAft>
                <a:spcPts val="0"/>
              </a:spcAft>
              <a:buClr>
                <a:schemeClr val="lt1"/>
              </a:buClr>
              <a:buSzPts val="1800"/>
              <a:buNone/>
              <a:defRPr sz="1800">
                <a:solidFill>
                  <a:schemeClr val="lt1"/>
                </a:solidFill>
              </a:defRPr>
            </a:lvl4pPr>
            <a:lvl5pPr lvl="4" rtl="0" algn="ctr">
              <a:lnSpc>
                <a:spcPct val="100000"/>
              </a:lnSpc>
              <a:spcBef>
                <a:spcPts val="0"/>
              </a:spcBef>
              <a:spcAft>
                <a:spcPts val="0"/>
              </a:spcAft>
              <a:buClr>
                <a:schemeClr val="lt1"/>
              </a:buClr>
              <a:buSzPts val="1800"/>
              <a:buNone/>
              <a:defRPr sz="1800">
                <a:solidFill>
                  <a:schemeClr val="lt1"/>
                </a:solidFill>
              </a:defRPr>
            </a:lvl5pPr>
            <a:lvl6pPr lvl="5" rtl="0" algn="ctr">
              <a:lnSpc>
                <a:spcPct val="100000"/>
              </a:lnSpc>
              <a:spcBef>
                <a:spcPts val="0"/>
              </a:spcBef>
              <a:spcAft>
                <a:spcPts val="0"/>
              </a:spcAft>
              <a:buClr>
                <a:schemeClr val="lt1"/>
              </a:buClr>
              <a:buSzPts val="1800"/>
              <a:buNone/>
              <a:defRPr sz="1800">
                <a:solidFill>
                  <a:schemeClr val="lt1"/>
                </a:solidFill>
              </a:defRPr>
            </a:lvl6pPr>
            <a:lvl7pPr lvl="6" rtl="0" algn="ctr">
              <a:lnSpc>
                <a:spcPct val="100000"/>
              </a:lnSpc>
              <a:spcBef>
                <a:spcPts val="0"/>
              </a:spcBef>
              <a:spcAft>
                <a:spcPts val="0"/>
              </a:spcAft>
              <a:buClr>
                <a:schemeClr val="lt1"/>
              </a:buClr>
              <a:buSzPts val="1800"/>
              <a:buNone/>
              <a:defRPr sz="1800">
                <a:solidFill>
                  <a:schemeClr val="lt1"/>
                </a:solidFill>
              </a:defRPr>
            </a:lvl7pPr>
            <a:lvl8pPr lvl="7" rtl="0" algn="ctr">
              <a:lnSpc>
                <a:spcPct val="100000"/>
              </a:lnSpc>
              <a:spcBef>
                <a:spcPts val="0"/>
              </a:spcBef>
              <a:spcAft>
                <a:spcPts val="0"/>
              </a:spcAft>
              <a:buClr>
                <a:schemeClr val="lt1"/>
              </a:buClr>
              <a:buSzPts val="1800"/>
              <a:buNone/>
              <a:defRPr sz="1800">
                <a:solidFill>
                  <a:schemeClr val="lt1"/>
                </a:solidFill>
              </a:defRPr>
            </a:lvl8pPr>
            <a:lvl9pPr lvl="8" rtl="0" algn="ctr">
              <a:lnSpc>
                <a:spcPct val="100000"/>
              </a:lnSpc>
              <a:spcBef>
                <a:spcPts val="0"/>
              </a:spcBef>
              <a:spcAft>
                <a:spcPts val="0"/>
              </a:spcAft>
              <a:buClr>
                <a:schemeClr val="lt1"/>
              </a:buClr>
              <a:buSzPts val="1800"/>
              <a:buNone/>
              <a:defRPr sz="1800">
                <a:solidFill>
                  <a:schemeClr val="lt1"/>
                </a:solidFil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TITLE_1_1">
    <p:bg>
      <p:bgPr>
        <a:blipFill>
          <a:blip r:embed="rId2">
            <a:alphaModFix/>
          </a:blip>
          <a:stretch>
            <a:fillRect/>
          </a:stretch>
        </a:blipFill>
      </p:bgPr>
    </p:bg>
    <p:spTree>
      <p:nvGrpSpPr>
        <p:cNvPr id="57" name="Shape 57"/>
        <p:cNvGrpSpPr/>
        <p:nvPr/>
      </p:nvGrpSpPr>
      <p:grpSpPr>
        <a:xfrm>
          <a:off x="0" y="0"/>
          <a:ext cx="0" cy="0"/>
          <a:chOff x="0" y="0"/>
          <a:chExt cx="0" cy="0"/>
        </a:xfrm>
      </p:grpSpPr>
      <p:sp>
        <p:nvSpPr>
          <p:cNvPr id="58" name="Google Shape;58;p16"/>
          <p:cNvSpPr txBox="1"/>
          <p:nvPr>
            <p:ph type="ctrTitle"/>
          </p:nvPr>
        </p:nvSpPr>
        <p:spPr>
          <a:xfrm>
            <a:off x="1850525" y="1157925"/>
            <a:ext cx="5442900" cy="26031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lt1"/>
              </a:buClr>
              <a:buSzPts val="3000"/>
              <a:buNone/>
              <a:defRPr b="1" sz="3000">
                <a:solidFill>
                  <a:schemeClr val="lt1"/>
                </a:solidFill>
              </a:defRPr>
            </a:lvl1pPr>
            <a:lvl2pPr lvl="1" rtl="0" algn="ctr">
              <a:spcBef>
                <a:spcPts val="0"/>
              </a:spcBef>
              <a:spcAft>
                <a:spcPts val="0"/>
              </a:spcAft>
              <a:buClr>
                <a:schemeClr val="lt1"/>
              </a:buClr>
              <a:buSzPts val="3000"/>
              <a:buNone/>
              <a:defRPr b="1" sz="3000">
                <a:solidFill>
                  <a:schemeClr val="lt1"/>
                </a:solidFill>
              </a:defRPr>
            </a:lvl2pPr>
            <a:lvl3pPr lvl="2" rtl="0" algn="ctr">
              <a:spcBef>
                <a:spcPts val="0"/>
              </a:spcBef>
              <a:spcAft>
                <a:spcPts val="0"/>
              </a:spcAft>
              <a:buClr>
                <a:schemeClr val="lt1"/>
              </a:buClr>
              <a:buSzPts val="3000"/>
              <a:buNone/>
              <a:defRPr b="1" sz="3000">
                <a:solidFill>
                  <a:schemeClr val="lt1"/>
                </a:solidFill>
              </a:defRPr>
            </a:lvl3pPr>
            <a:lvl4pPr lvl="3" rtl="0" algn="ctr">
              <a:spcBef>
                <a:spcPts val="0"/>
              </a:spcBef>
              <a:spcAft>
                <a:spcPts val="0"/>
              </a:spcAft>
              <a:buClr>
                <a:schemeClr val="lt1"/>
              </a:buClr>
              <a:buSzPts val="3000"/>
              <a:buNone/>
              <a:defRPr b="1" sz="3000">
                <a:solidFill>
                  <a:schemeClr val="lt1"/>
                </a:solidFill>
              </a:defRPr>
            </a:lvl4pPr>
            <a:lvl5pPr lvl="4" rtl="0" algn="ctr">
              <a:spcBef>
                <a:spcPts val="0"/>
              </a:spcBef>
              <a:spcAft>
                <a:spcPts val="0"/>
              </a:spcAft>
              <a:buClr>
                <a:schemeClr val="lt1"/>
              </a:buClr>
              <a:buSzPts val="3000"/>
              <a:buNone/>
              <a:defRPr b="1" sz="3000">
                <a:solidFill>
                  <a:schemeClr val="lt1"/>
                </a:solidFill>
              </a:defRPr>
            </a:lvl5pPr>
            <a:lvl6pPr lvl="5" rtl="0" algn="ctr">
              <a:spcBef>
                <a:spcPts val="0"/>
              </a:spcBef>
              <a:spcAft>
                <a:spcPts val="0"/>
              </a:spcAft>
              <a:buClr>
                <a:schemeClr val="lt1"/>
              </a:buClr>
              <a:buSzPts val="3000"/>
              <a:buNone/>
              <a:defRPr b="1" sz="3000">
                <a:solidFill>
                  <a:schemeClr val="lt1"/>
                </a:solidFill>
              </a:defRPr>
            </a:lvl6pPr>
            <a:lvl7pPr lvl="6" rtl="0" algn="ctr">
              <a:spcBef>
                <a:spcPts val="0"/>
              </a:spcBef>
              <a:spcAft>
                <a:spcPts val="0"/>
              </a:spcAft>
              <a:buClr>
                <a:schemeClr val="lt1"/>
              </a:buClr>
              <a:buSzPts val="3000"/>
              <a:buNone/>
              <a:defRPr b="1" sz="3000">
                <a:solidFill>
                  <a:schemeClr val="lt1"/>
                </a:solidFill>
              </a:defRPr>
            </a:lvl7pPr>
            <a:lvl8pPr lvl="7" rtl="0" algn="ctr">
              <a:spcBef>
                <a:spcPts val="0"/>
              </a:spcBef>
              <a:spcAft>
                <a:spcPts val="0"/>
              </a:spcAft>
              <a:buClr>
                <a:schemeClr val="lt1"/>
              </a:buClr>
              <a:buSzPts val="3000"/>
              <a:buNone/>
              <a:defRPr b="1" sz="3000">
                <a:solidFill>
                  <a:schemeClr val="lt1"/>
                </a:solidFill>
              </a:defRPr>
            </a:lvl8pPr>
            <a:lvl9pPr lvl="8" rtl="0" algn="ctr">
              <a:spcBef>
                <a:spcPts val="0"/>
              </a:spcBef>
              <a:spcAft>
                <a:spcPts val="0"/>
              </a:spcAft>
              <a:buClr>
                <a:schemeClr val="lt1"/>
              </a:buClr>
              <a:buSzPts val="3000"/>
              <a:buNone/>
              <a:defRPr b="1" sz="3000">
                <a:solidFill>
                  <a:schemeClr val="lt1"/>
                </a:solidFill>
              </a:defRPr>
            </a:lvl9pPr>
          </a:lstStyle>
          <a:p/>
        </p:txBody>
      </p:sp>
      <p:sp>
        <p:nvSpPr>
          <p:cNvPr id="59" name="Google Shape;59;p16"/>
          <p:cNvSpPr txBox="1"/>
          <p:nvPr>
            <p:ph idx="1" type="subTitle"/>
          </p:nvPr>
        </p:nvSpPr>
        <p:spPr>
          <a:xfrm>
            <a:off x="2481900" y="3945600"/>
            <a:ext cx="4180200" cy="464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1400"/>
              <a:buNone/>
              <a:defRPr sz="1400">
                <a:solidFill>
                  <a:schemeClr val="accent1"/>
                </a:solidFill>
              </a:defRPr>
            </a:lvl1pPr>
            <a:lvl2pPr lvl="1" rtl="0" algn="ctr">
              <a:lnSpc>
                <a:spcPct val="100000"/>
              </a:lnSpc>
              <a:spcBef>
                <a:spcPts val="0"/>
              </a:spcBef>
              <a:spcAft>
                <a:spcPts val="0"/>
              </a:spcAft>
              <a:buClr>
                <a:schemeClr val="accent1"/>
              </a:buClr>
              <a:buSzPts val="1800"/>
              <a:buNone/>
              <a:defRPr sz="1800">
                <a:solidFill>
                  <a:schemeClr val="accent1"/>
                </a:solidFill>
              </a:defRPr>
            </a:lvl2pPr>
            <a:lvl3pPr lvl="2" rtl="0" algn="ctr">
              <a:lnSpc>
                <a:spcPct val="100000"/>
              </a:lnSpc>
              <a:spcBef>
                <a:spcPts val="0"/>
              </a:spcBef>
              <a:spcAft>
                <a:spcPts val="0"/>
              </a:spcAft>
              <a:buClr>
                <a:schemeClr val="accent1"/>
              </a:buClr>
              <a:buSzPts val="1800"/>
              <a:buNone/>
              <a:defRPr sz="1800">
                <a:solidFill>
                  <a:schemeClr val="accent1"/>
                </a:solidFill>
              </a:defRPr>
            </a:lvl3pPr>
            <a:lvl4pPr lvl="3" rtl="0" algn="ctr">
              <a:lnSpc>
                <a:spcPct val="100000"/>
              </a:lnSpc>
              <a:spcBef>
                <a:spcPts val="0"/>
              </a:spcBef>
              <a:spcAft>
                <a:spcPts val="0"/>
              </a:spcAft>
              <a:buClr>
                <a:schemeClr val="accent1"/>
              </a:buClr>
              <a:buSzPts val="1800"/>
              <a:buNone/>
              <a:defRPr sz="1800">
                <a:solidFill>
                  <a:schemeClr val="accent1"/>
                </a:solidFill>
              </a:defRPr>
            </a:lvl4pPr>
            <a:lvl5pPr lvl="4" rtl="0" algn="ctr">
              <a:lnSpc>
                <a:spcPct val="100000"/>
              </a:lnSpc>
              <a:spcBef>
                <a:spcPts val="0"/>
              </a:spcBef>
              <a:spcAft>
                <a:spcPts val="0"/>
              </a:spcAft>
              <a:buClr>
                <a:schemeClr val="accent1"/>
              </a:buClr>
              <a:buSzPts val="1800"/>
              <a:buNone/>
              <a:defRPr sz="1800">
                <a:solidFill>
                  <a:schemeClr val="accent1"/>
                </a:solidFill>
              </a:defRPr>
            </a:lvl5pPr>
            <a:lvl6pPr lvl="5" rtl="0" algn="ctr">
              <a:lnSpc>
                <a:spcPct val="100000"/>
              </a:lnSpc>
              <a:spcBef>
                <a:spcPts val="0"/>
              </a:spcBef>
              <a:spcAft>
                <a:spcPts val="0"/>
              </a:spcAft>
              <a:buClr>
                <a:schemeClr val="accent1"/>
              </a:buClr>
              <a:buSzPts val="1800"/>
              <a:buNone/>
              <a:defRPr sz="1800">
                <a:solidFill>
                  <a:schemeClr val="accent1"/>
                </a:solidFill>
              </a:defRPr>
            </a:lvl6pPr>
            <a:lvl7pPr lvl="6" rtl="0" algn="ctr">
              <a:lnSpc>
                <a:spcPct val="100000"/>
              </a:lnSpc>
              <a:spcBef>
                <a:spcPts val="0"/>
              </a:spcBef>
              <a:spcAft>
                <a:spcPts val="0"/>
              </a:spcAft>
              <a:buClr>
                <a:schemeClr val="accent1"/>
              </a:buClr>
              <a:buSzPts val="1800"/>
              <a:buNone/>
              <a:defRPr sz="1800">
                <a:solidFill>
                  <a:schemeClr val="accent1"/>
                </a:solidFill>
              </a:defRPr>
            </a:lvl7pPr>
            <a:lvl8pPr lvl="7" rtl="0" algn="ctr">
              <a:lnSpc>
                <a:spcPct val="100000"/>
              </a:lnSpc>
              <a:spcBef>
                <a:spcPts val="0"/>
              </a:spcBef>
              <a:spcAft>
                <a:spcPts val="0"/>
              </a:spcAft>
              <a:buClr>
                <a:schemeClr val="accent1"/>
              </a:buClr>
              <a:buSzPts val="1800"/>
              <a:buNone/>
              <a:defRPr sz="1800">
                <a:solidFill>
                  <a:schemeClr val="accent1"/>
                </a:solidFill>
              </a:defRPr>
            </a:lvl8pPr>
            <a:lvl9pPr lvl="8" rtl="0" algn="ctr">
              <a:lnSpc>
                <a:spcPct val="100000"/>
              </a:lnSpc>
              <a:spcBef>
                <a:spcPts val="0"/>
              </a:spcBef>
              <a:spcAft>
                <a:spcPts val="0"/>
              </a:spcAft>
              <a:buClr>
                <a:schemeClr val="accent1"/>
              </a:buClr>
              <a:buSzPts val="1800"/>
              <a:buNone/>
              <a:defRPr sz="1800">
                <a:solidFill>
                  <a:schemeClr val="accent1"/>
                </a:solidFil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wo Columns">
  <p:cSld name="SECTION_TITLE_AND_DESCRIPTION_1">
    <p:bg>
      <p:bgPr>
        <a:blipFill>
          <a:blip r:embed="rId2">
            <a:alphaModFix/>
          </a:blip>
          <a:stretch>
            <a:fillRect/>
          </a:stretch>
        </a:blipFill>
      </p:bgPr>
    </p:bg>
    <p:spTree>
      <p:nvGrpSpPr>
        <p:cNvPr id="60" name="Shape 60"/>
        <p:cNvGrpSpPr/>
        <p:nvPr/>
      </p:nvGrpSpPr>
      <p:grpSpPr>
        <a:xfrm>
          <a:off x="0" y="0"/>
          <a:ext cx="0" cy="0"/>
          <a:chOff x="0" y="0"/>
          <a:chExt cx="0" cy="0"/>
        </a:xfrm>
      </p:grpSpPr>
      <p:sp>
        <p:nvSpPr>
          <p:cNvPr id="61" name="Google Shape;61;p17"/>
          <p:cNvSpPr txBox="1"/>
          <p:nvPr>
            <p:ph type="title"/>
          </p:nvPr>
        </p:nvSpPr>
        <p:spPr>
          <a:xfrm>
            <a:off x="1937338" y="2463175"/>
            <a:ext cx="2390100" cy="5484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lt1"/>
              </a:buClr>
              <a:buSzPts val="1800"/>
              <a:buNone/>
              <a:defRPr sz="1800">
                <a:solidFill>
                  <a:schemeClr val="lt1"/>
                </a:solidFill>
              </a:defRPr>
            </a:lvl1pPr>
            <a:lvl2pPr lvl="1" rtl="0" algn="ctr">
              <a:spcBef>
                <a:spcPts val="0"/>
              </a:spcBef>
              <a:spcAft>
                <a:spcPts val="0"/>
              </a:spcAft>
              <a:buClr>
                <a:schemeClr val="lt1"/>
              </a:buClr>
              <a:buSzPts val="4200"/>
              <a:buNone/>
              <a:defRPr sz="4200">
                <a:solidFill>
                  <a:schemeClr val="lt1"/>
                </a:solidFill>
              </a:defRPr>
            </a:lvl2pPr>
            <a:lvl3pPr lvl="2" rtl="0" algn="ctr">
              <a:spcBef>
                <a:spcPts val="0"/>
              </a:spcBef>
              <a:spcAft>
                <a:spcPts val="0"/>
              </a:spcAft>
              <a:buClr>
                <a:schemeClr val="lt1"/>
              </a:buClr>
              <a:buSzPts val="4200"/>
              <a:buNone/>
              <a:defRPr sz="4200">
                <a:solidFill>
                  <a:schemeClr val="lt1"/>
                </a:solidFill>
              </a:defRPr>
            </a:lvl3pPr>
            <a:lvl4pPr lvl="3" rtl="0" algn="ctr">
              <a:spcBef>
                <a:spcPts val="0"/>
              </a:spcBef>
              <a:spcAft>
                <a:spcPts val="0"/>
              </a:spcAft>
              <a:buClr>
                <a:schemeClr val="lt1"/>
              </a:buClr>
              <a:buSzPts val="4200"/>
              <a:buNone/>
              <a:defRPr sz="4200">
                <a:solidFill>
                  <a:schemeClr val="lt1"/>
                </a:solidFill>
              </a:defRPr>
            </a:lvl4pPr>
            <a:lvl5pPr lvl="4" rtl="0" algn="ctr">
              <a:spcBef>
                <a:spcPts val="0"/>
              </a:spcBef>
              <a:spcAft>
                <a:spcPts val="0"/>
              </a:spcAft>
              <a:buClr>
                <a:schemeClr val="lt1"/>
              </a:buClr>
              <a:buSzPts val="4200"/>
              <a:buNone/>
              <a:defRPr sz="4200">
                <a:solidFill>
                  <a:schemeClr val="lt1"/>
                </a:solidFill>
              </a:defRPr>
            </a:lvl5pPr>
            <a:lvl6pPr lvl="5" rtl="0" algn="ctr">
              <a:spcBef>
                <a:spcPts val="0"/>
              </a:spcBef>
              <a:spcAft>
                <a:spcPts val="0"/>
              </a:spcAft>
              <a:buClr>
                <a:schemeClr val="lt1"/>
              </a:buClr>
              <a:buSzPts val="4200"/>
              <a:buNone/>
              <a:defRPr sz="4200">
                <a:solidFill>
                  <a:schemeClr val="lt1"/>
                </a:solidFill>
              </a:defRPr>
            </a:lvl6pPr>
            <a:lvl7pPr lvl="6" rtl="0" algn="ctr">
              <a:spcBef>
                <a:spcPts val="0"/>
              </a:spcBef>
              <a:spcAft>
                <a:spcPts val="0"/>
              </a:spcAft>
              <a:buClr>
                <a:schemeClr val="lt1"/>
              </a:buClr>
              <a:buSzPts val="4200"/>
              <a:buNone/>
              <a:defRPr sz="4200">
                <a:solidFill>
                  <a:schemeClr val="lt1"/>
                </a:solidFill>
              </a:defRPr>
            </a:lvl7pPr>
            <a:lvl8pPr lvl="7" rtl="0" algn="ctr">
              <a:spcBef>
                <a:spcPts val="0"/>
              </a:spcBef>
              <a:spcAft>
                <a:spcPts val="0"/>
              </a:spcAft>
              <a:buClr>
                <a:schemeClr val="lt1"/>
              </a:buClr>
              <a:buSzPts val="4200"/>
              <a:buNone/>
              <a:defRPr sz="4200">
                <a:solidFill>
                  <a:schemeClr val="lt1"/>
                </a:solidFill>
              </a:defRPr>
            </a:lvl8pPr>
            <a:lvl9pPr lvl="8" rtl="0" algn="ctr">
              <a:spcBef>
                <a:spcPts val="0"/>
              </a:spcBef>
              <a:spcAft>
                <a:spcPts val="0"/>
              </a:spcAft>
              <a:buClr>
                <a:schemeClr val="lt1"/>
              </a:buClr>
              <a:buSzPts val="4200"/>
              <a:buNone/>
              <a:defRPr sz="4200">
                <a:solidFill>
                  <a:schemeClr val="lt1"/>
                </a:solidFill>
              </a:defRPr>
            </a:lvl9pPr>
          </a:lstStyle>
          <a:p/>
        </p:txBody>
      </p:sp>
      <p:sp>
        <p:nvSpPr>
          <p:cNvPr id="62" name="Google Shape;62;p17"/>
          <p:cNvSpPr txBox="1"/>
          <p:nvPr>
            <p:ph idx="1" type="subTitle"/>
          </p:nvPr>
        </p:nvSpPr>
        <p:spPr>
          <a:xfrm>
            <a:off x="1937338" y="3148075"/>
            <a:ext cx="2390100" cy="123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lt1"/>
              </a:buClr>
              <a:buSzPts val="1400"/>
              <a:buNone/>
              <a:defRPr sz="1400">
                <a:solidFill>
                  <a:schemeClr val="lt1"/>
                </a:solidFill>
              </a:defRPr>
            </a:lvl1pPr>
            <a:lvl2pPr lvl="1" rtl="0" algn="ctr">
              <a:lnSpc>
                <a:spcPct val="100000"/>
              </a:lnSpc>
              <a:spcBef>
                <a:spcPts val="0"/>
              </a:spcBef>
              <a:spcAft>
                <a:spcPts val="0"/>
              </a:spcAft>
              <a:buClr>
                <a:schemeClr val="lt1"/>
              </a:buClr>
              <a:buSzPts val="2100"/>
              <a:buNone/>
              <a:defRPr sz="2100">
                <a:solidFill>
                  <a:schemeClr val="lt1"/>
                </a:solidFill>
              </a:defRPr>
            </a:lvl2pPr>
            <a:lvl3pPr lvl="2" rtl="0" algn="ctr">
              <a:lnSpc>
                <a:spcPct val="100000"/>
              </a:lnSpc>
              <a:spcBef>
                <a:spcPts val="0"/>
              </a:spcBef>
              <a:spcAft>
                <a:spcPts val="0"/>
              </a:spcAft>
              <a:buClr>
                <a:schemeClr val="lt1"/>
              </a:buClr>
              <a:buSzPts val="2100"/>
              <a:buNone/>
              <a:defRPr sz="2100">
                <a:solidFill>
                  <a:schemeClr val="lt1"/>
                </a:solidFill>
              </a:defRPr>
            </a:lvl3pPr>
            <a:lvl4pPr lvl="3" rtl="0" algn="ctr">
              <a:lnSpc>
                <a:spcPct val="100000"/>
              </a:lnSpc>
              <a:spcBef>
                <a:spcPts val="0"/>
              </a:spcBef>
              <a:spcAft>
                <a:spcPts val="0"/>
              </a:spcAft>
              <a:buClr>
                <a:schemeClr val="lt1"/>
              </a:buClr>
              <a:buSzPts val="2100"/>
              <a:buNone/>
              <a:defRPr sz="2100">
                <a:solidFill>
                  <a:schemeClr val="lt1"/>
                </a:solidFill>
              </a:defRPr>
            </a:lvl4pPr>
            <a:lvl5pPr lvl="4" rtl="0" algn="ctr">
              <a:lnSpc>
                <a:spcPct val="100000"/>
              </a:lnSpc>
              <a:spcBef>
                <a:spcPts val="0"/>
              </a:spcBef>
              <a:spcAft>
                <a:spcPts val="0"/>
              </a:spcAft>
              <a:buClr>
                <a:schemeClr val="lt1"/>
              </a:buClr>
              <a:buSzPts val="2100"/>
              <a:buNone/>
              <a:defRPr sz="2100">
                <a:solidFill>
                  <a:schemeClr val="lt1"/>
                </a:solidFill>
              </a:defRPr>
            </a:lvl5pPr>
            <a:lvl6pPr lvl="5" rtl="0" algn="ctr">
              <a:lnSpc>
                <a:spcPct val="100000"/>
              </a:lnSpc>
              <a:spcBef>
                <a:spcPts val="0"/>
              </a:spcBef>
              <a:spcAft>
                <a:spcPts val="0"/>
              </a:spcAft>
              <a:buClr>
                <a:schemeClr val="lt1"/>
              </a:buClr>
              <a:buSzPts val="2100"/>
              <a:buNone/>
              <a:defRPr sz="2100">
                <a:solidFill>
                  <a:schemeClr val="lt1"/>
                </a:solidFill>
              </a:defRPr>
            </a:lvl6pPr>
            <a:lvl7pPr lvl="6" rtl="0" algn="ctr">
              <a:lnSpc>
                <a:spcPct val="100000"/>
              </a:lnSpc>
              <a:spcBef>
                <a:spcPts val="0"/>
              </a:spcBef>
              <a:spcAft>
                <a:spcPts val="0"/>
              </a:spcAft>
              <a:buClr>
                <a:schemeClr val="lt1"/>
              </a:buClr>
              <a:buSzPts val="2100"/>
              <a:buNone/>
              <a:defRPr sz="2100">
                <a:solidFill>
                  <a:schemeClr val="lt1"/>
                </a:solidFill>
              </a:defRPr>
            </a:lvl7pPr>
            <a:lvl8pPr lvl="7" rtl="0" algn="ctr">
              <a:lnSpc>
                <a:spcPct val="100000"/>
              </a:lnSpc>
              <a:spcBef>
                <a:spcPts val="0"/>
              </a:spcBef>
              <a:spcAft>
                <a:spcPts val="0"/>
              </a:spcAft>
              <a:buClr>
                <a:schemeClr val="lt1"/>
              </a:buClr>
              <a:buSzPts val="2100"/>
              <a:buNone/>
              <a:defRPr sz="2100">
                <a:solidFill>
                  <a:schemeClr val="lt1"/>
                </a:solidFill>
              </a:defRPr>
            </a:lvl8pPr>
            <a:lvl9pPr lvl="8" rtl="0" algn="ctr">
              <a:lnSpc>
                <a:spcPct val="100000"/>
              </a:lnSpc>
              <a:spcBef>
                <a:spcPts val="0"/>
              </a:spcBef>
              <a:spcAft>
                <a:spcPts val="0"/>
              </a:spcAft>
              <a:buClr>
                <a:schemeClr val="lt1"/>
              </a:buClr>
              <a:buSzPts val="2100"/>
              <a:buNone/>
              <a:defRPr sz="2100">
                <a:solidFill>
                  <a:schemeClr val="lt1"/>
                </a:solidFill>
              </a:defRPr>
            </a:lvl9pPr>
          </a:lstStyle>
          <a:p/>
        </p:txBody>
      </p:sp>
      <p:sp>
        <p:nvSpPr>
          <p:cNvPr id="63" name="Google Shape;63;p17"/>
          <p:cNvSpPr txBox="1"/>
          <p:nvPr>
            <p:ph idx="2" type="title"/>
          </p:nvPr>
        </p:nvSpPr>
        <p:spPr>
          <a:xfrm>
            <a:off x="4816563" y="2463175"/>
            <a:ext cx="2390100" cy="5484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lt1"/>
              </a:buClr>
              <a:buSzPts val="1800"/>
              <a:buNone/>
              <a:defRPr sz="1800">
                <a:solidFill>
                  <a:schemeClr val="lt1"/>
                </a:solidFill>
              </a:defRPr>
            </a:lvl1pPr>
            <a:lvl2pPr lvl="1" rtl="0" algn="ctr">
              <a:spcBef>
                <a:spcPts val="0"/>
              </a:spcBef>
              <a:spcAft>
                <a:spcPts val="0"/>
              </a:spcAft>
              <a:buClr>
                <a:schemeClr val="lt1"/>
              </a:buClr>
              <a:buSzPts val="4200"/>
              <a:buNone/>
              <a:defRPr sz="4200">
                <a:solidFill>
                  <a:schemeClr val="lt1"/>
                </a:solidFill>
              </a:defRPr>
            </a:lvl2pPr>
            <a:lvl3pPr lvl="2" rtl="0" algn="ctr">
              <a:spcBef>
                <a:spcPts val="0"/>
              </a:spcBef>
              <a:spcAft>
                <a:spcPts val="0"/>
              </a:spcAft>
              <a:buClr>
                <a:schemeClr val="lt1"/>
              </a:buClr>
              <a:buSzPts val="4200"/>
              <a:buNone/>
              <a:defRPr sz="4200">
                <a:solidFill>
                  <a:schemeClr val="lt1"/>
                </a:solidFill>
              </a:defRPr>
            </a:lvl3pPr>
            <a:lvl4pPr lvl="3" rtl="0" algn="ctr">
              <a:spcBef>
                <a:spcPts val="0"/>
              </a:spcBef>
              <a:spcAft>
                <a:spcPts val="0"/>
              </a:spcAft>
              <a:buClr>
                <a:schemeClr val="lt1"/>
              </a:buClr>
              <a:buSzPts val="4200"/>
              <a:buNone/>
              <a:defRPr sz="4200">
                <a:solidFill>
                  <a:schemeClr val="lt1"/>
                </a:solidFill>
              </a:defRPr>
            </a:lvl4pPr>
            <a:lvl5pPr lvl="4" rtl="0" algn="ctr">
              <a:spcBef>
                <a:spcPts val="0"/>
              </a:spcBef>
              <a:spcAft>
                <a:spcPts val="0"/>
              </a:spcAft>
              <a:buClr>
                <a:schemeClr val="lt1"/>
              </a:buClr>
              <a:buSzPts val="4200"/>
              <a:buNone/>
              <a:defRPr sz="4200">
                <a:solidFill>
                  <a:schemeClr val="lt1"/>
                </a:solidFill>
              </a:defRPr>
            </a:lvl5pPr>
            <a:lvl6pPr lvl="5" rtl="0" algn="ctr">
              <a:spcBef>
                <a:spcPts val="0"/>
              </a:spcBef>
              <a:spcAft>
                <a:spcPts val="0"/>
              </a:spcAft>
              <a:buClr>
                <a:schemeClr val="lt1"/>
              </a:buClr>
              <a:buSzPts val="4200"/>
              <a:buNone/>
              <a:defRPr sz="4200">
                <a:solidFill>
                  <a:schemeClr val="lt1"/>
                </a:solidFill>
              </a:defRPr>
            </a:lvl6pPr>
            <a:lvl7pPr lvl="6" rtl="0" algn="ctr">
              <a:spcBef>
                <a:spcPts val="0"/>
              </a:spcBef>
              <a:spcAft>
                <a:spcPts val="0"/>
              </a:spcAft>
              <a:buClr>
                <a:schemeClr val="lt1"/>
              </a:buClr>
              <a:buSzPts val="4200"/>
              <a:buNone/>
              <a:defRPr sz="4200">
                <a:solidFill>
                  <a:schemeClr val="lt1"/>
                </a:solidFill>
              </a:defRPr>
            </a:lvl7pPr>
            <a:lvl8pPr lvl="7" rtl="0" algn="ctr">
              <a:spcBef>
                <a:spcPts val="0"/>
              </a:spcBef>
              <a:spcAft>
                <a:spcPts val="0"/>
              </a:spcAft>
              <a:buClr>
                <a:schemeClr val="lt1"/>
              </a:buClr>
              <a:buSzPts val="4200"/>
              <a:buNone/>
              <a:defRPr sz="4200">
                <a:solidFill>
                  <a:schemeClr val="lt1"/>
                </a:solidFill>
              </a:defRPr>
            </a:lvl8pPr>
            <a:lvl9pPr lvl="8" rtl="0" algn="ctr">
              <a:spcBef>
                <a:spcPts val="0"/>
              </a:spcBef>
              <a:spcAft>
                <a:spcPts val="0"/>
              </a:spcAft>
              <a:buClr>
                <a:schemeClr val="lt1"/>
              </a:buClr>
              <a:buSzPts val="4200"/>
              <a:buNone/>
              <a:defRPr sz="4200">
                <a:solidFill>
                  <a:schemeClr val="lt1"/>
                </a:solidFill>
              </a:defRPr>
            </a:lvl9pPr>
          </a:lstStyle>
          <a:p/>
        </p:txBody>
      </p:sp>
      <p:sp>
        <p:nvSpPr>
          <p:cNvPr id="64" name="Google Shape;64;p17"/>
          <p:cNvSpPr txBox="1"/>
          <p:nvPr>
            <p:ph idx="3" type="subTitle"/>
          </p:nvPr>
        </p:nvSpPr>
        <p:spPr>
          <a:xfrm>
            <a:off x="4816563" y="3148075"/>
            <a:ext cx="2390100" cy="123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lt1"/>
              </a:buClr>
              <a:buSzPts val="1400"/>
              <a:buNone/>
              <a:defRPr sz="1400">
                <a:solidFill>
                  <a:schemeClr val="lt1"/>
                </a:solidFill>
              </a:defRPr>
            </a:lvl1pPr>
            <a:lvl2pPr lvl="1" rtl="0" algn="ctr">
              <a:lnSpc>
                <a:spcPct val="100000"/>
              </a:lnSpc>
              <a:spcBef>
                <a:spcPts val="0"/>
              </a:spcBef>
              <a:spcAft>
                <a:spcPts val="0"/>
              </a:spcAft>
              <a:buClr>
                <a:schemeClr val="lt1"/>
              </a:buClr>
              <a:buSzPts val="2100"/>
              <a:buNone/>
              <a:defRPr sz="2100">
                <a:solidFill>
                  <a:schemeClr val="lt1"/>
                </a:solidFill>
              </a:defRPr>
            </a:lvl2pPr>
            <a:lvl3pPr lvl="2" rtl="0" algn="ctr">
              <a:lnSpc>
                <a:spcPct val="100000"/>
              </a:lnSpc>
              <a:spcBef>
                <a:spcPts val="0"/>
              </a:spcBef>
              <a:spcAft>
                <a:spcPts val="0"/>
              </a:spcAft>
              <a:buClr>
                <a:schemeClr val="lt1"/>
              </a:buClr>
              <a:buSzPts val="2100"/>
              <a:buNone/>
              <a:defRPr sz="2100">
                <a:solidFill>
                  <a:schemeClr val="lt1"/>
                </a:solidFill>
              </a:defRPr>
            </a:lvl3pPr>
            <a:lvl4pPr lvl="3" rtl="0" algn="ctr">
              <a:lnSpc>
                <a:spcPct val="100000"/>
              </a:lnSpc>
              <a:spcBef>
                <a:spcPts val="0"/>
              </a:spcBef>
              <a:spcAft>
                <a:spcPts val="0"/>
              </a:spcAft>
              <a:buClr>
                <a:schemeClr val="lt1"/>
              </a:buClr>
              <a:buSzPts val="2100"/>
              <a:buNone/>
              <a:defRPr sz="2100">
                <a:solidFill>
                  <a:schemeClr val="lt1"/>
                </a:solidFill>
              </a:defRPr>
            </a:lvl4pPr>
            <a:lvl5pPr lvl="4" rtl="0" algn="ctr">
              <a:lnSpc>
                <a:spcPct val="100000"/>
              </a:lnSpc>
              <a:spcBef>
                <a:spcPts val="0"/>
              </a:spcBef>
              <a:spcAft>
                <a:spcPts val="0"/>
              </a:spcAft>
              <a:buClr>
                <a:schemeClr val="lt1"/>
              </a:buClr>
              <a:buSzPts val="2100"/>
              <a:buNone/>
              <a:defRPr sz="2100">
                <a:solidFill>
                  <a:schemeClr val="lt1"/>
                </a:solidFill>
              </a:defRPr>
            </a:lvl5pPr>
            <a:lvl6pPr lvl="5" rtl="0" algn="ctr">
              <a:lnSpc>
                <a:spcPct val="100000"/>
              </a:lnSpc>
              <a:spcBef>
                <a:spcPts val="0"/>
              </a:spcBef>
              <a:spcAft>
                <a:spcPts val="0"/>
              </a:spcAft>
              <a:buClr>
                <a:schemeClr val="lt1"/>
              </a:buClr>
              <a:buSzPts val="2100"/>
              <a:buNone/>
              <a:defRPr sz="2100">
                <a:solidFill>
                  <a:schemeClr val="lt1"/>
                </a:solidFill>
              </a:defRPr>
            </a:lvl6pPr>
            <a:lvl7pPr lvl="6" rtl="0" algn="ctr">
              <a:lnSpc>
                <a:spcPct val="100000"/>
              </a:lnSpc>
              <a:spcBef>
                <a:spcPts val="0"/>
              </a:spcBef>
              <a:spcAft>
                <a:spcPts val="0"/>
              </a:spcAft>
              <a:buClr>
                <a:schemeClr val="lt1"/>
              </a:buClr>
              <a:buSzPts val="2100"/>
              <a:buNone/>
              <a:defRPr sz="2100">
                <a:solidFill>
                  <a:schemeClr val="lt1"/>
                </a:solidFill>
              </a:defRPr>
            </a:lvl7pPr>
            <a:lvl8pPr lvl="7" rtl="0" algn="ctr">
              <a:lnSpc>
                <a:spcPct val="100000"/>
              </a:lnSpc>
              <a:spcBef>
                <a:spcPts val="0"/>
              </a:spcBef>
              <a:spcAft>
                <a:spcPts val="0"/>
              </a:spcAft>
              <a:buClr>
                <a:schemeClr val="lt1"/>
              </a:buClr>
              <a:buSzPts val="2100"/>
              <a:buNone/>
              <a:defRPr sz="2100">
                <a:solidFill>
                  <a:schemeClr val="lt1"/>
                </a:solidFill>
              </a:defRPr>
            </a:lvl8pPr>
            <a:lvl9pPr lvl="8" rtl="0" algn="ctr">
              <a:lnSpc>
                <a:spcPct val="100000"/>
              </a:lnSpc>
              <a:spcBef>
                <a:spcPts val="0"/>
              </a:spcBef>
              <a:spcAft>
                <a:spcPts val="0"/>
              </a:spcAft>
              <a:buClr>
                <a:schemeClr val="lt1"/>
              </a:buClr>
              <a:buSzPts val="2100"/>
              <a:buNone/>
              <a:defRPr sz="2100">
                <a:solidFill>
                  <a:schemeClr val="lt1"/>
                </a:solidFill>
              </a:defRPr>
            </a:lvl9pPr>
          </a:lstStyle>
          <a:p/>
        </p:txBody>
      </p:sp>
      <p:sp>
        <p:nvSpPr>
          <p:cNvPr id="65" name="Google Shape;65;p17"/>
          <p:cNvSpPr txBox="1"/>
          <p:nvPr>
            <p:ph idx="4" type="title"/>
          </p:nvPr>
        </p:nvSpPr>
        <p:spPr>
          <a:xfrm>
            <a:off x="938500" y="445025"/>
            <a:ext cx="4629300" cy="9414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accent1"/>
              </a:buClr>
              <a:buSzPts val="2400"/>
              <a:buNone/>
              <a:defRPr sz="24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hree Columns ">
  <p:cSld name="SECTION_TITLE_AND_DESCRIPTION_1_1">
    <p:bg>
      <p:bgPr>
        <a:blipFill>
          <a:blip r:embed="rId2">
            <a:alphaModFix/>
          </a:blip>
          <a:stretch>
            <a:fillRect/>
          </a:stretch>
        </a:blipFill>
      </p:bgPr>
    </p:bg>
    <p:spTree>
      <p:nvGrpSpPr>
        <p:cNvPr id="66" name="Shape 66"/>
        <p:cNvGrpSpPr/>
        <p:nvPr/>
      </p:nvGrpSpPr>
      <p:grpSpPr>
        <a:xfrm>
          <a:off x="0" y="0"/>
          <a:ext cx="0" cy="0"/>
          <a:chOff x="0" y="0"/>
          <a:chExt cx="0" cy="0"/>
        </a:xfrm>
      </p:grpSpPr>
      <p:sp>
        <p:nvSpPr>
          <p:cNvPr id="67" name="Google Shape;67;p18"/>
          <p:cNvSpPr txBox="1"/>
          <p:nvPr>
            <p:ph type="title"/>
          </p:nvPr>
        </p:nvSpPr>
        <p:spPr>
          <a:xfrm>
            <a:off x="3538497" y="2767975"/>
            <a:ext cx="2067000" cy="5484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lt1"/>
              </a:buClr>
              <a:buSzPts val="1800"/>
              <a:buNone/>
              <a:defRPr sz="1800">
                <a:solidFill>
                  <a:schemeClr val="lt1"/>
                </a:solidFill>
              </a:defRPr>
            </a:lvl1pPr>
            <a:lvl2pPr lvl="1" rtl="0" algn="ctr">
              <a:spcBef>
                <a:spcPts val="0"/>
              </a:spcBef>
              <a:spcAft>
                <a:spcPts val="0"/>
              </a:spcAft>
              <a:buClr>
                <a:schemeClr val="lt1"/>
              </a:buClr>
              <a:buSzPts val="4200"/>
              <a:buNone/>
              <a:defRPr sz="4200">
                <a:solidFill>
                  <a:schemeClr val="lt1"/>
                </a:solidFill>
              </a:defRPr>
            </a:lvl2pPr>
            <a:lvl3pPr lvl="2" rtl="0" algn="ctr">
              <a:spcBef>
                <a:spcPts val="0"/>
              </a:spcBef>
              <a:spcAft>
                <a:spcPts val="0"/>
              </a:spcAft>
              <a:buClr>
                <a:schemeClr val="lt1"/>
              </a:buClr>
              <a:buSzPts val="4200"/>
              <a:buNone/>
              <a:defRPr sz="4200">
                <a:solidFill>
                  <a:schemeClr val="lt1"/>
                </a:solidFill>
              </a:defRPr>
            </a:lvl3pPr>
            <a:lvl4pPr lvl="3" rtl="0" algn="ctr">
              <a:spcBef>
                <a:spcPts val="0"/>
              </a:spcBef>
              <a:spcAft>
                <a:spcPts val="0"/>
              </a:spcAft>
              <a:buClr>
                <a:schemeClr val="lt1"/>
              </a:buClr>
              <a:buSzPts val="4200"/>
              <a:buNone/>
              <a:defRPr sz="4200">
                <a:solidFill>
                  <a:schemeClr val="lt1"/>
                </a:solidFill>
              </a:defRPr>
            </a:lvl4pPr>
            <a:lvl5pPr lvl="4" rtl="0" algn="ctr">
              <a:spcBef>
                <a:spcPts val="0"/>
              </a:spcBef>
              <a:spcAft>
                <a:spcPts val="0"/>
              </a:spcAft>
              <a:buClr>
                <a:schemeClr val="lt1"/>
              </a:buClr>
              <a:buSzPts val="4200"/>
              <a:buNone/>
              <a:defRPr sz="4200">
                <a:solidFill>
                  <a:schemeClr val="lt1"/>
                </a:solidFill>
              </a:defRPr>
            </a:lvl5pPr>
            <a:lvl6pPr lvl="5" rtl="0" algn="ctr">
              <a:spcBef>
                <a:spcPts val="0"/>
              </a:spcBef>
              <a:spcAft>
                <a:spcPts val="0"/>
              </a:spcAft>
              <a:buClr>
                <a:schemeClr val="lt1"/>
              </a:buClr>
              <a:buSzPts val="4200"/>
              <a:buNone/>
              <a:defRPr sz="4200">
                <a:solidFill>
                  <a:schemeClr val="lt1"/>
                </a:solidFill>
              </a:defRPr>
            </a:lvl6pPr>
            <a:lvl7pPr lvl="6" rtl="0" algn="ctr">
              <a:spcBef>
                <a:spcPts val="0"/>
              </a:spcBef>
              <a:spcAft>
                <a:spcPts val="0"/>
              </a:spcAft>
              <a:buClr>
                <a:schemeClr val="lt1"/>
              </a:buClr>
              <a:buSzPts val="4200"/>
              <a:buNone/>
              <a:defRPr sz="4200">
                <a:solidFill>
                  <a:schemeClr val="lt1"/>
                </a:solidFill>
              </a:defRPr>
            </a:lvl7pPr>
            <a:lvl8pPr lvl="7" rtl="0" algn="ctr">
              <a:spcBef>
                <a:spcPts val="0"/>
              </a:spcBef>
              <a:spcAft>
                <a:spcPts val="0"/>
              </a:spcAft>
              <a:buClr>
                <a:schemeClr val="lt1"/>
              </a:buClr>
              <a:buSzPts val="4200"/>
              <a:buNone/>
              <a:defRPr sz="4200">
                <a:solidFill>
                  <a:schemeClr val="lt1"/>
                </a:solidFill>
              </a:defRPr>
            </a:lvl8pPr>
            <a:lvl9pPr lvl="8" rtl="0" algn="ctr">
              <a:spcBef>
                <a:spcPts val="0"/>
              </a:spcBef>
              <a:spcAft>
                <a:spcPts val="0"/>
              </a:spcAft>
              <a:buClr>
                <a:schemeClr val="lt1"/>
              </a:buClr>
              <a:buSzPts val="4200"/>
              <a:buNone/>
              <a:defRPr sz="4200">
                <a:solidFill>
                  <a:schemeClr val="lt1"/>
                </a:solidFill>
              </a:defRPr>
            </a:lvl9pPr>
          </a:lstStyle>
          <a:p/>
        </p:txBody>
      </p:sp>
      <p:sp>
        <p:nvSpPr>
          <p:cNvPr id="68" name="Google Shape;68;p18"/>
          <p:cNvSpPr txBox="1"/>
          <p:nvPr>
            <p:ph idx="1" type="subTitle"/>
          </p:nvPr>
        </p:nvSpPr>
        <p:spPr>
          <a:xfrm>
            <a:off x="3538497" y="3452875"/>
            <a:ext cx="2067000" cy="123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lt1"/>
              </a:buClr>
              <a:buSzPts val="1400"/>
              <a:buNone/>
              <a:defRPr sz="1400">
                <a:solidFill>
                  <a:schemeClr val="lt1"/>
                </a:solidFill>
              </a:defRPr>
            </a:lvl1pPr>
            <a:lvl2pPr lvl="1" rtl="0" algn="ctr">
              <a:lnSpc>
                <a:spcPct val="100000"/>
              </a:lnSpc>
              <a:spcBef>
                <a:spcPts val="0"/>
              </a:spcBef>
              <a:spcAft>
                <a:spcPts val="0"/>
              </a:spcAft>
              <a:buClr>
                <a:schemeClr val="lt1"/>
              </a:buClr>
              <a:buSzPts val="2100"/>
              <a:buNone/>
              <a:defRPr sz="2100">
                <a:solidFill>
                  <a:schemeClr val="lt1"/>
                </a:solidFill>
              </a:defRPr>
            </a:lvl2pPr>
            <a:lvl3pPr lvl="2" rtl="0" algn="ctr">
              <a:lnSpc>
                <a:spcPct val="100000"/>
              </a:lnSpc>
              <a:spcBef>
                <a:spcPts val="0"/>
              </a:spcBef>
              <a:spcAft>
                <a:spcPts val="0"/>
              </a:spcAft>
              <a:buClr>
                <a:schemeClr val="lt1"/>
              </a:buClr>
              <a:buSzPts val="2100"/>
              <a:buNone/>
              <a:defRPr sz="2100">
                <a:solidFill>
                  <a:schemeClr val="lt1"/>
                </a:solidFill>
              </a:defRPr>
            </a:lvl3pPr>
            <a:lvl4pPr lvl="3" rtl="0" algn="ctr">
              <a:lnSpc>
                <a:spcPct val="100000"/>
              </a:lnSpc>
              <a:spcBef>
                <a:spcPts val="0"/>
              </a:spcBef>
              <a:spcAft>
                <a:spcPts val="0"/>
              </a:spcAft>
              <a:buClr>
                <a:schemeClr val="lt1"/>
              </a:buClr>
              <a:buSzPts val="2100"/>
              <a:buNone/>
              <a:defRPr sz="2100">
                <a:solidFill>
                  <a:schemeClr val="lt1"/>
                </a:solidFill>
              </a:defRPr>
            </a:lvl4pPr>
            <a:lvl5pPr lvl="4" rtl="0" algn="ctr">
              <a:lnSpc>
                <a:spcPct val="100000"/>
              </a:lnSpc>
              <a:spcBef>
                <a:spcPts val="0"/>
              </a:spcBef>
              <a:spcAft>
                <a:spcPts val="0"/>
              </a:spcAft>
              <a:buClr>
                <a:schemeClr val="lt1"/>
              </a:buClr>
              <a:buSzPts val="2100"/>
              <a:buNone/>
              <a:defRPr sz="2100">
                <a:solidFill>
                  <a:schemeClr val="lt1"/>
                </a:solidFill>
              </a:defRPr>
            </a:lvl5pPr>
            <a:lvl6pPr lvl="5" rtl="0" algn="ctr">
              <a:lnSpc>
                <a:spcPct val="100000"/>
              </a:lnSpc>
              <a:spcBef>
                <a:spcPts val="0"/>
              </a:spcBef>
              <a:spcAft>
                <a:spcPts val="0"/>
              </a:spcAft>
              <a:buClr>
                <a:schemeClr val="lt1"/>
              </a:buClr>
              <a:buSzPts val="2100"/>
              <a:buNone/>
              <a:defRPr sz="2100">
                <a:solidFill>
                  <a:schemeClr val="lt1"/>
                </a:solidFill>
              </a:defRPr>
            </a:lvl6pPr>
            <a:lvl7pPr lvl="6" rtl="0" algn="ctr">
              <a:lnSpc>
                <a:spcPct val="100000"/>
              </a:lnSpc>
              <a:spcBef>
                <a:spcPts val="0"/>
              </a:spcBef>
              <a:spcAft>
                <a:spcPts val="0"/>
              </a:spcAft>
              <a:buClr>
                <a:schemeClr val="lt1"/>
              </a:buClr>
              <a:buSzPts val="2100"/>
              <a:buNone/>
              <a:defRPr sz="2100">
                <a:solidFill>
                  <a:schemeClr val="lt1"/>
                </a:solidFill>
              </a:defRPr>
            </a:lvl7pPr>
            <a:lvl8pPr lvl="7" rtl="0" algn="ctr">
              <a:lnSpc>
                <a:spcPct val="100000"/>
              </a:lnSpc>
              <a:spcBef>
                <a:spcPts val="0"/>
              </a:spcBef>
              <a:spcAft>
                <a:spcPts val="0"/>
              </a:spcAft>
              <a:buClr>
                <a:schemeClr val="lt1"/>
              </a:buClr>
              <a:buSzPts val="2100"/>
              <a:buNone/>
              <a:defRPr sz="2100">
                <a:solidFill>
                  <a:schemeClr val="lt1"/>
                </a:solidFill>
              </a:defRPr>
            </a:lvl8pPr>
            <a:lvl9pPr lvl="8" rtl="0" algn="ctr">
              <a:lnSpc>
                <a:spcPct val="100000"/>
              </a:lnSpc>
              <a:spcBef>
                <a:spcPts val="0"/>
              </a:spcBef>
              <a:spcAft>
                <a:spcPts val="0"/>
              </a:spcAft>
              <a:buClr>
                <a:schemeClr val="lt1"/>
              </a:buClr>
              <a:buSzPts val="2100"/>
              <a:buNone/>
              <a:defRPr sz="2100">
                <a:solidFill>
                  <a:schemeClr val="lt1"/>
                </a:solidFill>
              </a:defRPr>
            </a:lvl9pPr>
          </a:lstStyle>
          <a:p/>
        </p:txBody>
      </p:sp>
      <p:sp>
        <p:nvSpPr>
          <p:cNvPr id="69" name="Google Shape;69;p18"/>
          <p:cNvSpPr txBox="1"/>
          <p:nvPr>
            <p:ph idx="2" type="title"/>
          </p:nvPr>
        </p:nvSpPr>
        <p:spPr>
          <a:xfrm>
            <a:off x="6028553" y="2767975"/>
            <a:ext cx="2067000" cy="5484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lt1"/>
              </a:buClr>
              <a:buSzPts val="1800"/>
              <a:buNone/>
              <a:defRPr sz="1800">
                <a:solidFill>
                  <a:schemeClr val="lt1"/>
                </a:solidFill>
              </a:defRPr>
            </a:lvl1pPr>
            <a:lvl2pPr lvl="1" rtl="0" algn="ctr">
              <a:spcBef>
                <a:spcPts val="0"/>
              </a:spcBef>
              <a:spcAft>
                <a:spcPts val="0"/>
              </a:spcAft>
              <a:buClr>
                <a:schemeClr val="lt1"/>
              </a:buClr>
              <a:buSzPts val="4200"/>
              <a:buNone/>
              <a:defRPr sz="4200">
                <a:solidFill>
                  <a:schemeClr val="lt1"/>
                </a:solidFill>
              </a:defRPr>
            </a:lvl2pPr>
            <a:lvl3pPr lvl="2" rtl="0" algn="ctr">
              <a:spcBef>
                <a:spcPts val="0"/>
              </a:spcBef>
              <a:spcAft>
                <a:spcPts val="0"/>
              </a:spcAft>
              <a:buClr>
                <a:schemeClr val="lt1"/>
              </a:buClr>
              <a:buSzPts val="4200"/>
              <a:buNone/>
              <a:defRPr sz="4200">
                <a:solidFill>
                  <a:schemeClr val="lt1"/>
                </a:solidFill>
              </a:defRPr>
            </a:lvl3pPr>
            <a:lvl4pPr lvl="3" rtl="0" algn="ctr">
              <a:spcBef>
                <a:spcPts val="0"/>
              </a:spcBef>
              <a:spcAft>
                <a:spcPts val="0"/>
              </a:spcAft>
              <a:buClr>
                <a:schemeClr val="lt1"/>
              </a:buClr>
              <a:buSzPts val="4200"/>
              <a:buNone/>
              <a:defRPr sz="4200">
                <a:solidFill>
                  <a:schemeClr val="lt1"/>
                </a:solidFill>
              </a:defRPr>
            </a:lvl4pPr>
            <a:lvl5pPr lvl="4" rtl="0" algn="ctr">
              <a:spcBef>
                <a:spcPts val="0"/>
              </a:spcBef>
              <a:spcAft>
                <a:spcPts val="0"/>
              </a:spcAft>
              <a:buClr>
                <a:schemeClr val="lt1"/>
              </a:buClr>
              <a:buSzPts val="4200"/>
              <a:buNone/>
              <a:defRPr sz="4200">
                <a:solidFill>
                  <a:schemeClr val="lt1"/>
                </a:solidFill>
              </a:defRPr>
            </a:lvl5pPr>
            <a:lvl6pPr lvl="5" rtl="0" algn="ctr">
              <a:spcBef>
                <a:spcPts val="0"/>
              </a:spcBef>
              <a:spcAft>
                <a:spcPts val="0"/>
              </a:spcAft>
              <a:buClr>
                <a:schemeClr val="lt1"/>
              </a:buClr>
              <a:buSzPts val="4200"/>
              <a:buNone/>
              <a:defRPr sz="4200">
                <a:solidFill>
                  <a:schemeClr val="lt1"/>
                </a:solidFill>
              </a:defRPr>
            </a:lvl6pPr>
            <a:lvl7pPr lvl="6" rtl="0" algn="ctr">
              <a:spcBef>
                <a:spcPts val="0"/>
              </a:spcBef>
              <a:spcAft>
                <a:spcPts val="0"/>
              </a:spcAft>
              <a:buClr>
                <a:schemeClr val="lt1"/>
              </a:buClr>
              <a:buSzPts val="4200"/>
              <a:buNone/>
              <a:defRPr sz="4200">
                <a:solidFill>
                  <a:schemeClr val="lt1"/>
                </a:solidFill>
              </a:defRPr>
            </a:lvl7pPr>
            <a:lvl8pPr lvl="7" rtl="0" algn="ctr">
              <a:spcBef>
                <a:spcPts val="0"/>
              </a:spcBef>
              <a:spcAft>
                <a:spcPts val="0"/>
              </a:spcAft>
              <a:buClr>
                <a:schemeClr val="lt1"/>
              </a:buClr>
              <a:buSzPts val="4200"/>
              <a:buNone/>
              <a:defRPr sz="4200">
                <a:solidFill>
                  <a:schemeClr val="lt1"/>
                </a:solidFill>
              </a:defRPr>
            </a:lvl8pPr>
            <a:lvl9pPr lvl="8" rtl="0" algn="ctr">
              <a:spcBef>
                <a:spcPts val="0"/>
              </a:spcBef>
              <a:spcAft>
                <a:spcPts val="0"/>
              </a:spcAft>
              <a:buClr>
                <a:schemeClr val="lt1"/>
              </a:buClr>
              <a:buSzPts val="4200"/>
              <a:buNone/>
              <a:defRPr sz="4200">
                <a:solidFill>
                  <a:schemeClr val="lt1"/>
                </a:solidFill>
              </a:defRPr>
            </a:lvl9pPr>
          </a:lstStyle>
          <a:p/>
        </p:txBody>
      </p:sp>
      <p:sp>
        <p:nvSpPr>
          <p:cNvPr id="70" name="Google Shape;70;p18"/>
          <p:cNvSpPr txBox="1"/>
          <p:nvPr>
            <p:ph idx="3" type="subTitle"/>
          </p:nvPr>
        </p:nvSpPr>
        <p:spPr>
          <a:xfrm>
            <a:off x="6028553" y="3452875"/>
            <a:ext cx="2067000" cy="123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lt1"/>
              </a:buClr>
              <a:buSzPts val="1400"/>
              <a:buNone/>
              <a:defRPr sz="1400">
                <a:solidFill>
                  <a:schemeClr val="lt1"/>
                </a:solidFill>
              </a:defRPr>
            </a:lvl1pPr>
            <a:lvl2pPr lvl="1" rtl="0" algn="ctr">
              <a:lnSpc>
                <a:spcPct val="100000"/>
              </a:lnSpc>
              <a:spcBef>
                <a:spcPts val="0"/>
              </a:spcBef>
              <a:spcAft>
                <a:spcPts val="0"/>
              </a:spcAft>
              <a:buClr>
                <a:schemeClr val="lt1"/>
              </a:buClr>
              <a:buSzPts val="2100"/>
              <a:buNone/>
              <a:defRPr sz="2100">
                <a:solidFill>
                  <a:schemeClr val="lt1"/>
                </a:solidFill>
              </a:defRPr>
            </a:lvl2pPr>
            <a:lvl3pPr lvl="2" rtl="0" algn="ctr">
              <a:lnSpc>
                <a:spcPct val="100000"/>
              </a:lnSpc>
              <a:spcBef>
                <a:spcPts val="0"/>
              </a:spcBef>
              <a:spcAft>
                <a:spcPts val="0"/>
              </a:spcAft>
              <a:buClr>
                <a:schemeClr val="lt1"/>
              </a:buClr>
              <a:buSzPts val="2100"/>
              <a:buNone/>
              <a:defRPr sz="2100">
                <a:solidFill>
                  <a:schemeClr val="lt1"/>
                </a:solidFill>
              </a:defRPr>
            </a:lvl3pPr>
            <a:lvl4pPr lvl="3" rtl="0" algn="ctr">
              <a:lnSpc>
                <a:spcPct val="100000"/>
              </a:lnSpc>
              <a:spcBef>
                <a:spcPts val="0"/>
              </a:spcBef>
              <a:spcAft>
                <a:spcPts val="0"/>
              </a:spcAft>
              <a:buClr>
                <a:schemeClr val="lt1"/>
              </a:buClr>
              <a:buSzPts val="2100"/>
              <a:buNone/>
              <a:defRPr sz="2100">
                <a:solidFill>
                  <a:schemeClr val="lt1"/>
                </a:solidFill>
              </a:defRPr>
            </a:lvl4pPr>
            <a:lvl5pPr lvl="4" rtl="0" algn="ctr">
              <a:lnSpc>
                <a:spcPct val="100000"/>
              </a:lnSpc>
              <a:spcBef>
                <a:spcPts val="0"/>
              </a:spcBef>
              <a:spcAft>
                <a:spcPts val="0"/>
              </a:spcAft>
              <a:buClr>
                <a:schemeClr val="lt1"/>
              </a:buClr>
              <a:buSzPts val="2100"/>
              <a:buNone/>
              <a:defRPr sz="2100">
                <a:solidFill>
                  <a:schemeClr val="lt1"/>
                </a:solidFill>
              </a:defRPr>
            </a:lvl5pPr>
            <a:lvl6pPr lvl="5" rtl="0" algn="ctr">
              <a:lnSpc>
                <a:spcPct val="100000"/>
              </a:lnSpc>
              <a:spcBef>
                <a:spcPts val="0"/>
              </a:spcBef>
              <a:spcAft>
                <a:spcPts val="0"/>
              </a:spcAft>
              <a:buClr>
                <a:schemeClr val="lt1"/>
              </a:buClr>
              <a:buSzPts val="2100"/>
              <a:buNone/>
              <a:defRPr sz="2100">
                <a:solidFill>
                  <a:schemeClr val="lt1"/>
                </a:solidFill>
              </a:defRPr>
            </a:lvl6pPr>
            <a:lvl7pPr lvl="6" rtl="0" algn="ctr">
              <a:lnSpc>
                <a:spcPct val="100000"/>
              </a:lnSpc>
              <a:spcBef>
                <a:spcPts val="0"/>
              </a:spcBef>
              <a:spcAft>
                <a:spcPts val="0"/>
              </a:spcAft>
              <a:buClr>
                <a:schemeClr val="lt1"/>
              </a:buClr>
              <a:buSzPts val="2100"/>
              <a:buNone/>
              <a:defRPr sz="2100">
                <a:solidFill>
                  <a:schemeClr val="lt1"/>
                </a:solidFill>
              </a:defRPr>
            </a:lvl7pPr>
            <a:lvl8pPr lvl="7" rtl="0" algn="ctr">
              <a:lnSpc>
                <a:spcPct val="100000"/>
              </a:lnSpc>
              <a:spcBef>
                <a:spcPts val="0"/>
              </a:spcBef>
              <a:spcAft>
                <a:spcPts val="0"/>
              </a:spcAft>
              <a:buClr>
                <a:schemeClr val="lt1"/>
              </a:buClr>
              <a:buSzPts val="2100"/>
              <a:buNone/>
              <a:defRPr sz="2100">
                <a:solidFill>
                  <a:schemeClr val="lt1"/>
                </a:solidFill>
              </a:defRPr>
            </a:lvl8pPr>
            <a:lvl9pPr lvl="8" rtl="0" algn="ctr">
              <a:lnSpc>
                <a:spcPct val="100000"/>
              </a:lnSpc>
              <a:spcBef>
                <a:spcPts val="0"/>
              </a:spcBef>
              <a:spcAft>
                <a:spcPts val="0"/>
              </a:spcAft>
              <a:buClr>
                <a:schemeClr val="lt1"/>
              </a:buClr>
              <a:buSzPts val="2100"/>
              <a:buNone/>
              <a:defRPr sz="2100">
                <a:solidFill>
                  <a:schemeClr val="lt1"/>
                </a:solidFill>
              </a:defRPr>
            </a:lvl9pPr>
          </a:lstStyle>
          <a:p/>
        </p:txBody>
      </p:sp>
      <p:sp>
        <p:nvSpPr>
          <p:cNvPr id="71" name="Google Shape;71;p18"/>
          <p:cNvSpPr txBox="1"/>
          <p:nvPr>
            <p:ph idx="4" type="title"/>
          </p:nvPr>
        </p:nvSpPr>
        <p:spPr>
          <a:xfrm>
            <a:off x="938500" y="445025"/>
            <a:ext cx="4629300" cy="9414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accent1"/>
              </a:buClr>
              <a:buSzPts val="2400"/>
              <a:buNone/>
              <a:defRPr sz="24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72" name="Google Shape;72;p18"/>
          <p:cNvSpPr txBox="1"/>
          <p:nvPr>
            <p:ph idx="5" type="title"/>
          </p:nvPr>
        </p:nvSpPr>
        <p:spPr>
          <a:xfrm>
            <a:off x="1048447" y="2767975"/>
            <a:ext cx="2067000" cy="5484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lt1"/>
              </a:buClr>
              <a:buSzPts val="1800"/>
              <a:buNone/>
              <a:defRPr sz="1800">
                <a:solidFill>
                  <a:schemeClr val="lt1"/>
                </a:solidFill>
              </a:defRPr>
            </a:lvl1pPr>
            <a:lvl2pPr lvl="1" rtl="0" algn="ctr">
              <a:spcBef>
                <a:spcPts val="0"/>
              </a:spcBef>
              <a:spcAft>
                <a:spcPts val="0"/>
              </a:spcAft>
              <a:buClr>
                <a:schemeClr val="lt1"/>
              </a:buClr>
              <a:buSzPts val="4200"/>
              <a:buNone/>
              <a:defRPr sz="4200">
                <a:solidFill>
                  <a:schemeClr val="lt1"/>
                </a:solidFill>
              </a:defRPr>
            </a:lvl2pPr>
            <a:lvl3pPr lvl="2" rtl="0" algn="ctr">
              <a:spcBef>
                <a:spcPts val="0"/>
              </a:spcBef>
              <a:spcAft>
                <a:spcPts val="0"/>
              </a:spcAft>
              <a:buClr>
                <a:schemeClr val="lt1"/>
              </a:buClr>
              <a:buSzPts val="4200"/>
              <a:buNone/>
              <a:defRPr sz="4200">
                <a:solidFill>
                  <a:schemeClr val="lt1"/>
                </a:solidFill>
              </a:defRPr>
            </a:lvl3pPr>
            <a:lvl4pPr lvl="3" rtl="0" algn="ctr">
              <a:spcBef>
                <a:spcPts val="0"/>
              </a:spcBef>
              <a:spcAft>
                <a:spcPts val="0"/>
              </a:spcAft>
              <a:buClr>
                <a:schemeClr val="lt1"/>
              </a:buClr>
              <a:buSzPts val="4200"/>
              <a:buNone/>
              <a:defRPr sz="4200">
                <a:solidFill>
                  <a:schemeClr val="lt1"/>
                </a:solidFill>
              </a:defRPr>
            </a:lvl4pPr>
            <a:lvl5pPr lvl="4" rtl="0" algn="ctr">
              <a:spcBef>
                <a:spcPts val="0"/>
              </a:spcBef>
              <a:spcAft>
                <a:spcPts val="0"/>
              </a:spcAft>
              <a:buClr>
                <a:schemeClr val="lt1"/>
              </a:buClr>
              <a:buSzPts val="4200"/>
              <a:buNone/>
              <a:defRPr sz="4200">
                <a:solidFill>
                  <a:schemeClr val="lt1"/>
                </a:solidFill>
              </a:defRPr>
            </a:lvl5pPr>
            <a:lvl6pPr lvl="5" rtl="0" algn="ctr">
              <a:spcBef>
                <a:spcPts val="0"/>
              </a:spcBef>
              <a:spcAft>
                <a:spcPts val="0"/>
              </a:spcAft>
              <a:buClr>
                <a:schemeClr val="lt1"/>
              </a:buClr>
              <a:buSzPts val="4200"/>
              <a:buNone/>
              <a:defRPr sz="4200">
                <a:solidFill>
                  <a:schemeClr val="lt1"/>
                </a:solidFill>
              </a:defRPr>
            </a:lvl6pPr>
            <a:lvl7pPr lvl="6" rtl="0" algn="ctr">
              <a:spcBef>
                <a:spcPts val="0"/>
              </a:spcBef>
              <a:spcAft>
                <a:spcPts val="0"/>
              </a:spcAft>
              <a:buClr>
                <a:schemeClr val="lt1"/>
              </a:buClr>
              <a:buSzPts val="4200"/>
              <a:buNone/>
              <a:defRPr sz="4200">
                <a:solidFill>
                  <a:schemeClr val="lt1"/>
                </a:solidFill>
              </a:defRPr>
            </a:lvl7pPr>
            <a:lvl8pPr lvl="7" rtl="0" algn="ctr">
              <a:spcBef>
                <a:spcPts val="0"/>
              </a:spcBef>
              <a:spcAft>
                <a:spcPts val="0"/>
              </a:spcAft>
              <a:buClr>
                <a:schemeClr val="lt1"/>
              </a:buClr>
              <a:buSzPts val="4200"/>
              <a:buNone/>
              <a:defRPr sz="4200">
                <a:solidFill>
                  <a:schemeClr val="lt1"/>
                </a:solidFill>
              </a:defRPr>
            </a:lvl8pPr>
            <a:lvl9pPr lvl="8" rtl="0" algn="ctr">
              <a:spcBef>
                <a:spcPts val="0"/>
              </a:spcBef>
              <a:spcAft>
                <a:spcPts val="0"/>
              </a:spcAft>
              <a:buClr>
                <a:schemeClr val="lt1"/>
              </a:buClr>
              <a:buSzPts val="4200"/>
              <a:buNone/>
              <a:defRPr sz="4200">
                <a:solidFill>
                  <a:schemeClr val="lt1"/>
                </a:solidFill>
              </a:defRPr>
            </a:lvl9pPr>
          </a:lstStyle>
          <a:p/>
        </p:txBody>
      </p:sp>
      <p:sp>
        <p:nvSpPr>
          <p:cNvPr id="73" name="Google Shape;73;p18"/>
          <p:cNvSpPr txBox="1"/>
          <p:nvPr>
            <p:ph idx="6" type="subTitle"/>
          </p:nvPr>
        </p:nvSpPr>
        <p:spPr>
          <a:xfrm>
            <a:off x="1048447" y="3452875"/>
            <a:ext cx="2067000" cy="123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lt1"/>
              </a:buClr>
              <a:buSzPts val="1400"/>
              <a:buNone/>
              <a:defRPr sz="1400">
                <a:solidFill>
                  <a:schemeClr val="lt1"/>
                </a:solidFill>
              </a:defRPr>
            </a:lvl1pPr>
            <a:lvl2pPr lvl="1" rtl="0" algn="ctr">
              <a:lnSpc>
                <a:spcPct val="100000"/>
              </a:lnSpc>
              <a:spcBef>
                <a:spcPts val="0"/>
              </a:spcBef>
              <a:spcAft>
                <a:spcPts val="0"/>
              </a:spcAft>
              <a:buClr>
                <a:schemeClr val="lt1"/>
              </a:buClr>
              <a:buSzPts val="2100"/>
              <a:buNone/>
              <a:defRPr sz="2100">
                <a:solidFill>
                  <a:schemeClr val="lt1"/>
                </a:solidFill>
              </a:defRPr>
            </a:lvl2pPr>
            <a:lvl3pPr lvl="2" rtl="0" algn="ctr">
              <a:lnSpc>
                <a:spcPct val="100000"/>
              </a:lnSpc>
              <a:spcBef>
                <a:spcPts val="0"/>
              </a:spcBef>
              <a:spcAft>
                <a:spcPts val="0"/>
              </a:spcAft>
              <a:buClr>
                <a:schemeClr val="lt1"/>
              </a:buClr>
              <a:buSzPts val="2100"/>
              <a:buNone/>
              <a:defRPr sz="2100">
                <a:solidFill>
                  <a:schemeClr val="lt1"/>
                </a:solidFill>
              </a:defRPr>
            </a:lvl3pPr>
            <a:lvl4pPr lvl="3" rtl="0" algn="ctr">
              <a:lnSpc>
                <a:spcPct val="100000"/>
              </a:lnSpc>
              <a:spcBef>
                <a:spcPts val="0"/>
              </a:spcBef>
              <a:spcAft>
                <a:spcPts val="0"/>
              </a:spcAft>
              <a:buClr>
                <a:schemeClr val="lt1"/>
              </a:buClr>
              <a:buSzPts val="2100"/>
              <a:buNone/>
              <a:defRPr sz="2100">
                <a:solidFill>
                  <a:schemeClr val="lt1"/>
                </a:solidFill>
              </a:defRPr>
            </a:lvl4pPr>
            <a:lvl5pPr lvl="4" rtl="0" algn="ctr">
              <a:lnSpc>
                <a:spcPct val="100000"/>
              </a:lnSpc>
              <a:spcBef>
                <a:spcPts val="0"/>
              </a:spcBef>
              <a:spcAft>
                <a:spcPts val="0"/>
              </a:spcAft>
              <a:buClr>
                <a:schemeClr val="lt1"/>
              </a:buClr>
              <a:buSzPts val="2100"/>
              <a:buNone/>
              <a:defRPr sz="2100">
                <a:solidFill>
                  <a:schemeClr val="lt1"/>
                </a:solidFill>
              </a:defRPr>
            </a:lvl5pPr>
            <a:lvl6pPr lvl="5" rtl="0" algn="ctr">
              <a:lnSpc>
                <a:spcPct val="100000"/>
              </a:lnSpc>
              <a:spcBef>
                <a:spcPts val="0"/>
              </a:spcBef>
              <a:spcAft>
                <a:spcPts val="0"/>
              </a:spcAft>
              <a:buClr>
                <a:schemeClr val="lt1"/>
              </a:buClr>
              <a:buSzPts val="2100"/>
              <a:buNone/>
              <a:defRPr sz="2100">
                <a:solidFill>
                  <a:schemeClr val="lt1"/>
                </a:solidFill>
              </a:defRPr>
            </a:lvl6pPr>
            <a:lvl7pPr lvl="6" rtl="0" algn="ctr">
              <a:lnSpc>
                <a:spcPct val="100000"/>
              </a:lnSpc>
              <a:spcBef>
                <a:spcPts val="0"/>
              </a:spcBef>
              <a:spcAft>
                <a:spcPts val="0"/>
              </a:spcAft>
              <a:buClr>
                <a:schemeClr val="lt1"/>
              </a:buClr>
              <a:buSzPts val="2100"/>
              <a:buNone/>
              <a:defRPr sz="2100">
                <a:solidFill>
                  <a:schemeClr val="lt1"/>
                </a:solidFill>
              </a:defRPr>
            </a:lvl7pPr>
            <a:lvl8pPr lvl="7" rtl="0" algn="ctr">
              <a:lnSpc>
                <a:spcPct val="100000"/>
              </a:lnSpc>
              <a:spcBef>
                <a:spcPts val="0"/>
              </a:spcBef>
              <a:spcAft>
                <a:spcPts val="0"/>
              </a:spcAft>
              <a:buClr>
                <a:schemeClr val="lt1"/>
              </a:buClr>
              <a:buSzPts val="2100"/>
              <a:buNone/>
              <a:defRPr sz="2100">
                <a:solidFill>
                  <a:schemeClr val="lt1"/>
                </a:solidFill>
              </a:defRPr>
            </a:lvl8pPr>
            <a:lvl9pPr lvl="8" rtl="0" algn="ctr">
              <a:lnSpc>
                <a:spcPct val="100000"/>
              </a:lnSpc>
              <a:spcBef>
                <a:spcPts val="0"/>
              </a:spcBef>
              <a:spcAft>
                <a:spcPts val="0"/>
              </a:spcAft>
              <a:buClr>
                <a:schemeClr val="lt1"/>
              </a:buClr>
              <a:buSzPts val="2100"/>
              <a:buNone/>
              <a:defRPr sz="2100">
                <a:solidFill>
                  <a:schemeClr val="lt1"/>
                </a:solidFil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text">
  <p:cSld name="TITLE_1_1_1">
    <p:bg>
      <p:bgPr>
        <a:blipFill>
          <a:blip r:embed="rId2">
            <a:alphaModFix/>
          </a:blip>
          <a:stretch>
            <a:fillRect/>
          </a:stretch>
        </a:blipFill>
      </p:bgPr>
    </p:bg>
    <p:spTree>
      <p:nvGrpSpPr>
        <p:cNvPr id="74" name="Shape 74"/>
        <p:cNvGrpSpPr/>
        <p:nvPr/>
      </p:nvGrpSpPr>
      <p:grpSpPr>
        <a:xfrm>
          <a:off x="0" y="0"/>
          <a:ext cx="0" cy="0"/>
          <a:chOff x="0" y="0"/>
          <a:chExt cx="0" cy="0"/>
        </a:xfrm>
      </p:grpSpPr>
      <p:sp>
        <p:nvSpPr>
          <p:cNvPr id="75" name="Google Shape;75;p19"/>
          <p:cNvSpPr txBox="1"/>
          <p:nvPr>
            <p:ph type="ctrTitle"/>
          </p:nvPr>
        </p:nvSpPr>
        <p:spPr>
          <a:xfrm>
            <a:off x="1273500" y="1369000"/>
            <a:ext cx="6597000" cy="21099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lt1"/>
              </a:buClr>
              <a:buSzPts val="4500"/>
              <a:buNone/>
              <a:defRPr b="1" sz="4500">
                <a:solidFill>
                  <a:schemeClr val="lt1"/>
                </a:solidFill>
              </a:defRPr>
            </a:lvl1pPr>
            <a:lvl2pPr lvl="1" rtl="0" algn="ctr">
              <a:spcBef>
                <a:spcPts val="0"/>
              </a:spcBef>
              <a:spcAft>
                <a:spcPts val="0"/>
              </a:spcAft>
              <a:buClr>
                <a:schemeClr val="lt1"/>
              </a:buClr>
              <a:buSzPts val="3600"/>
              <a:buNone/>
              <a:defRPr b="1" sz="3600">
                <a:solidFill>
                  <a:schemeClr val="lt1"/>
                </a:solidFill>
              </a:defRPr>
            </a:lvl2pPr>
            <a:lvl3pPr lvl="2" rtl="0" algn="ctr">
              <a:spcBef>
                <a:spcPts val="0"/>
              </a:spcBef>
              <a:spcAft>
                <a:spcPts val="0"/>
              </a:spcAft>
              <a:buClr>
                <a:schemeClr val="lt1"/>
              </a:buClr>
              <a:buSzPts val="3600"/>
              <a:buNone/>
              <a:defRPr b="1" sz="3600">
                <a:solidFill>
                  <a:schemeClr val="lt1"/>
                </a:solidFill>
              </a:defRPr>
            </a:lvl3pPr>
            <a:lvl4pPr lvl="3" rtl="0" algn="ctr">
              <a:spcBef>
                <a:spcPts val="0"/>
              </a:spcBef>
              <a:spcAft>
                <a:spcPts val="0"/>
              </a:spcAft>
              <a:buClr>
                <a:schemeClr val="lt1"/>
              </a:buClr>
              <a:buSzPts val="3600"/>
              <a:buNone/>
              <a:defRPr b="1" sz="3600">
                <a:solidFill>
                  <a:schemeClr val="lt1"/>
                </a:solidFill>
              </a:defRPr>
            </a:lvl4pPr>
            <a:lvl5pPr lvl="4" rtl="0" algn="ctr">
              <a:spcBef>
                <a:spcPts val="0"/>
              </a:spcBef>
              <a:spcAft>
                <a:spcPts val="0"/>
              </a:spcAft>
              <a:buClr>
                <a:schemeClr val="lt1"/>
              </a:buClr>
              <a:buSzPts val="3600"/>
              <a:buNone/>
              <a:defRPr b="1" sz="3600">
                <a:solidFill>
                  <a:schemeClr val="lt1"/>
                </a:solidFill>
              </a:defRPr>
            </a:lvl5pPr>
            <a:lvl6pPr lvl="5" rtl="0" algn="ctr">
              <a:spcBef>
                <a:spcPts val="0"/>
              </a:spcBef>
              <a:spcAft>
                <a:spcPts val="0"/>
              </a:spcAft>
              <a:buClr>
                <a:schemeClr val="lt1"/>
              </a:buClr>
              <a:buSzPts val="3600"/>
              <a:buNone/>
              <a:defRPr b="1" sz="3600">
                <a:solidFill>
                  <a:schemeClr val="lt1"/>
                </a:solidFill>
              </a:defRPr>
            </a:lvl6pPr>
            <a:lvl7pPr lvl="6" rtl="0" algn="ctr">
              <a:spcBef>
                <a:spcPts val="0"/>
              </a:spcBef>
              <a:spcAft>
                <a:spcPts val="0"/>
              </a:spcAft>
              <a:buClr>
                <a:schemeClr val="lt1"/>
              </a:buClr>
              <a:buSzPts val="3600"/>
              <a:buNone/>
              <a:defRPr b="1" sz="3600">
                <a:solidFill>
                  <a:schemeClr val="lt1"/>
                </a:solidFill>
              </a:defRPr>
            </a:lvl7pPr>
            <a:lvl8pPr lvl="7" rtl="0" algn="ctr">
              <a:spcBef>
                <a:spcPts val="0"/>
              </a:spcBef>
              <a:spcAft>
                <a:spcPts val="0"/>
              </a:spcAft>
              <a:buClr>
                <a:schemeClr val="lt1"/>
              </a:buClr>
              <a:buSzPts val="3600"/>
              <a:buNone/>
              <a:defRPr b="1" sz="3600">
                <a:solidFill>
                  <a:schemeClr val="lt1"/>
                </a:solidFill>
              </a:defRPr>
            </a:lvl8pPr>
            <a:lvl9pPr lvl="8" rtl="0" algn="ctr">
              <a:spcBef>
                <a:spcPts val="0"/>
              </a:spcBef>
              <a:spcAft>
                <a:spcPts val="0"/>
              </a:spcAft>
              <a:buClr>
                <a:schemeClr val="lt1"/>
              </a:buClr>
              <a:buSzPts val="3600"/>
              <a:buNone/>
              <a:defRPr b="1" sz="3600">
                <a:solidFill>
                  <a:schemeClr val="lt1"/>
                </a:solidFill>
              </a:defRPr>
            </a:lvl9pPr>
          </a:lstStyle>
          <a:p/>
        </p:txBody>
      </p:sp>
      <p:sp>
        <p:nvSpPr>
          <p:cNvPr id="76" name="Google Shape;76;p19"/>
          <p:cNvSpPr txBox="1"/>
          <p:nvPr>
            <p:ph idx="1" type="subTitle"/>
          </p:nvPr>
        </p:nvSpPr>
        <p:spPr>
          <a:xfrm>
            <a:off x="2481900" y="2519525"/>
            <a:ext cx="4180200" cy="464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1400"/>
              <a:buNone/>
              <a:defRPr sz="1400">
                <a:solidFill>
                  <a:schemeClr val="accent1"/>
                </a:solidFill>
              </a:defRPr>
            </a:lvl1pPr>
            <a:lvl2pPr lvl="1" rtl="0" algn="ctr">
              <a:lnSpc>
                <a:spcPct val="100000"/>
              </a:lnSpc>
              <a:spcBef>
                <a:spcPts val="0"/>
              </a:spcBef>
              <a:spcAft>
                <a:spcPts val="0"/>
              </a:spcAft>
              <a:buClr>
                <a:schemeClr val="accent1"/>
              </a:buClr>
              <a:buSzPts val="1800"/>
              <a:buNone/>
              <a:defRPr sz="1800">
                <a:solidFill>
                  <a:schemeClr val="accent1"/>
                </a:solidFill>
              </a:defRPr>
            </a:lvl2pPr>
            <a:lvl3pPr lvl="2" rtl="0" algn="ctr">
              <a:lnSpc>
                <a:spcPct val="100000"/>
              </a:lnSpc>
              <a:spcBef>
                <a:spcPts val="0"/>
              </a:spcBef>
              <a:spcAft>
                <a:spcPts val="0"/>
              </a:spcAft>
              <a:buClr>
                <a:schemeClr val="accent1"/>
              </a:buClr>
              <a:buSzPts val="1800"/>
              <a:buNone/>
              <a:defRPr sz="1800">
                <a:solidFill>
                  <a:schemeClr val="accent1"/>
                </a:solidFill>
              </a:defRPr>
            </a:lvl3pPr>
            <a:lvl4pPr lvl="3" rtl="0" algn="ctr">
              <a:lnSpc>
                <a:spcPct val="100000"/>
              </a:lnSpc>
              <a:spcBef>
                <a:spcPts val="0"/>
              </a:spcBef>
              <a:spcAft>
                <a:spcPts val="0"/>
              </a:spcAft>
              <a:buClr>
                <a:schemeClr val="accent1"/>
              </a:buClr>
              <a:buSzPts val="1800"/>
              <a:buNone/>
              <a:defRPr sz="1800">
                <a:solidFill>
                  <a:schemeClr val="accent1"/>
                </a:solidFill>
              </a:defRPr>
            </a:lvl4pPr>
            <a:lvl5pPr lvl="4" rtl="0" algn="ctr">
              <a:lnSpc>
                <a:spcPct val="100000"/>
              </a:lnSpc>
              <a:spcBef>
                <a:spcPts val="0"/>
              </a:spcBef>
              <a:spcAft>
                <a:spcPts val="0"/>
              </a:spcAft>
              <a:buClr>
                <a:schemeClr val="accent1"/>
              </a:buClr>
              <a:buSzPts val="1800"/>
              <a:buNone/>
              <a:defRPr sz="1800">
                <a:solidFill>
                  <a:schemeClr val="accent1"/>
                </a:solidFill>
              </a:defRPr>
            </a:lvl5pPr>
            <a:lvl6pPr lvl="5" rtl="0" algn="ctr">
              <a:lnSpc>
                <a:spcPct val="100000"/>
              </a:lnSpc>
              <a:spcBef>
                <a:spcPts val="0"/>
              </a:spcBef>
              <a:spcAft>
                <a:spcPts val="0"/>
              </a:spcAft>
              <a:buClr>
                <a:schemeClr val="accent1"/>
              </a:buClr>
              <a:buSzPts val="1800"/>
              <a:buNone/>
              <a:defRPr sz="1800">
                <a:solidFill>
                  <a:schemeClr val="accent1"/>
                </a:solidFill>
              </a:defRPr>
            </a:lvl6pPr>
            <a:lvl7pPr lvl="6" rtl="0" algn="ctr">
              <a:lnSpc>
                <a:spcPct val="100000"/>
              </a:lnSpc>
              <a:spcBef>
                <a:spcPts val="0"/>
              </a:spcBef>
              <a:spcAft>
                <a:spcPts val="0"/>
              </a:spcAft>
              <a:buClr>
                <a:schemeClr val="accent1"/>
              </a:buClr>
              <a:buSzPts val="1800"/>
              <a:buNone/>
              <a:defRPr sz="1800">
                <a:solidFill>
                  <a:schemeClr val="accent1"/>
                </a:solidFill>
              </a:defRPr>
            </a:lvl7pPr>
            <a:lvl8pPr lvl="7" rtl="0" algn="ctr">
              <a:lnSpc>
                <a:spcPct val="100000"/>
              </a:lnSpc>
              <a:spcBef>
                <a:spcPts val="0"/>
              </a:spcBef>
              <a:spcAft>
                <a:spcPts val="0"/>
              </a:spcAft>
              <a:buClr>
                <a:schemeClr val="accent1"/>
              </a:buClr>
              <a:buSzPts val="1800"/>
              <a:buNone/>
              <a:defRPr sz="1800">
                <a:solidFill>
                  <a:schemeClr val="accent1"/>
                </a:solidFill>
              </a:defRPr>
            </a:lvl8pPr>
            <a:lvl9pPr lvl="8" rtl="0" algn="ctr">
              <a:lnSpc>
                <a:spcPct val="100000"/>
              </a:lnSpc>
              <a:spcBef>
                <a:spcPts val="0"/>
              </a:spcBef>
              <a:spcAft>
                <a:spcPts val="0"/>
              </a:spcAft>
              <a:buClr>
                <a:schemeClr val="accent1"/>
              </a:buClr>
              <a:buSzPts val="1800"/>
              <a:buNone/>
              <a:defRPr sz="1800">
                <a:solidFill>
                  <a:schemeClr val="accent1"/>
                </a:solidFill>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Design">
  <p:cSld name="CAPTION_ONLY_1">
    <p:bg>
      <p:bgPr>
        <a:blipFill>
          <a:blip r:embed="rId2">
            <a:alphaModFix/>
          </a:blip>
          <a:stretch>
            <a:fillRect/>
          </a:stretch>
        </a:blipFill>
      </p:bgPr>
    </p:bg>
    <p:spTree>
      <p:nvGrpSpPr>
        <p:cNvPr id="77" name="Shape 77"/>
        <p:cNvGrpSpPr/>
        <p:nvPr/>
      </p:nvGrpSpPr>
      <p:grpSpPr>
        <a:xfrm>
          <a:off x="0" y="0"/>
          <a:ext cx="0" cy="0"/>
          <a:chOff x="0" y="0"/>
          <a:chExt cx="0" cy="0"/>
        </a:xfrm>
      </p:grpSpPr>
      <p:sp>
        <p:nvSpPr>
          <p:cNvPr id="78" name="Google Shape;78;p20"/>
          <p:cNvSpPr txBox="1"/>
          <p:nvPr>
            <p:ph type="title"/>
          </p:nvPr>
        </p:nvSpPr>
        <p:spPr>
          <a:xfrm>
            <a:off x="938500" y="445025"/>
            <a:ext cx="4702200" cy="9414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accent1"/>
              </a:buClr>
              <a:buSzPts val="2400"/>
              <a:buNone/>
              <a:defRPr sz="24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Design 1">
  <p:cSld name="CAPTION_ONLY_1_1">
    <p:bg>
      <p:bgPr>
        <a:blipFill>
          <a:blip r:embed="rId2">
            <a:alphaModFix/>
          </a:blip>
          <a:stretch>
            <a:fillRect/>
          </a:stretch>
        </a:blipFill>
      </p:bgPr>
    </p:bg>
    <p:spTree>
      <p:nvGrpSpPr>
        <p:cNvPr id="79" name="Shape 79"/>
        <p:cNvGrpSpPr/>
        <p:nvPr/>
      </p:nvGrpSpPr>
      <p:grpSpPr>
        <a:xfrm>
          <a:off x="0" y="0"/>
          <a:ext cx="0" cy="0"/>
          <a:chOff x="0" y="0"/>
          <a:chExt cx="0" cy="0"/>
        </a:xfrm>
      </p:grpSpPr>
      <p:sp>
        <p:nvSpPr>
          <p:cNvPr id="80" name="Google Shape;80;p21"/>
          <p:cNvSpPr txBox="1"/>
          <p:nvPr>
            <p:ph type="title"/>
          </p:nvPr>
        </p:nvSpPr>
        <p:spPr>
          <a:xfrm>
            <a:off x="938500" y="445025"/>
            <a:ext cx="4702200" cy="9414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accent1"/>
              </a:buClr>
              <a:buSzPts val="2400"/>
              <a:buNone/>
              <a:defRPr sz="24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Design 2">
  <p:cSld name="CAPTION_ONLY_1_1_1">
    <p:bg>
      <p:bgPr>
        <a:blipFill>
          <a:blip r:embed="rId2">
            <a:alphaModFix/>
          </a:blip>
          <a:stretch>
            <a:fillRect/>
          </a:stretch>
        </a:blipFill>
      </p:bgPr>
    </p:bg>
    <p:spTree>
      <p:nvGrpSpPr>
        <p:cNvPr id="81" name="Shape 81"/>
        <p:cNvGrpSpPr/>
        <p:nvPr/>
      </p:nvGrpSpPr>
      <p:grpSpPr>
        <a:xfrm>
          <a:off x="0" y="0"/>
          <a:ext cx="0" cy="0"/>
          <a:chOff x="0" y="0"/>
          <a:chExt cx="0" cy="0"/>
        </a:xfrm>
      </p:grpSpPr>
      <p:sp>
        <p:nvSpPr>
          <p:cNvPr id="82" name="Google Shape;82;p22"/>
          <p:cNvSpPr txBox="1"/>
          <p:nvPr>
            <p:ph type="title"/>
          </p:nvPr>
        </p:nvSpPr>
        <p:spPr>
          <a:xfrm>
            <a:off x="938500" y="445025"/>
            <a:ext cx="4702200" cy="9414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accent1"/>
              </a:buClr>
              <a:buSzPts val="2400"/>
              <a:buNone/>
              <a:defRPr sz="24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Design 3">
  <p:cSld name="CAPTION_ONLY_1_1_1_2">
    <p:bg>
      <p:bgPr>
        <a:blipFill>
          <a:blip r:embed="rId2">
            <a:alphaModFix/>
          </a:blip>
          <a:stretch>
            <a:fillRect/>
          </a:stretch>
        </a:blipFill>
      </p:bgPr>
    </p:bg>
    <p:spTree>
      <p:nvGrpSpPr>
        <p:cNvPr id="83" name="Shape 83"/>
        <p:cNvGrpSpPr/>
        <p:nvPr/>
      </p:nvGrpSpPr>
      <p:grpSpPr>
        <a:xfrm>
          <a:off x="0" y="0"/>
          <a:ext cx="0" cy="0"/>
          <a:chOff x="0" y="0"/>
          <a:chExt cx="0" cy="0"/>
        </a:xfrm>
      </p:grpSpPr>
      <p:sp>
        <p:nvSpPr>
          <p:cNvPr id="84" name="Google Shape;84;p23"/>
          <p:cNvSpPr txBox="1"/>
          <p:nvPr>
            <p:ph type="title"/>
          </p:nvPr>
        </p:nvSpPr>
        <p:spPr>
          <a:xfrm>
            <a:off x="938500" y="445025"/>
            <a:ext cx="4702200" cy="9414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accent1"/>
              </a:buClr>
              <a:buSzPts val="2400"/>
              <a:buNone/>
              <a:defRPr sz="24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wo Lists">
  <p:cSld name="SECTION_TITLE_AND_DESCRIPTION_1_3">
    <p:bg>
      <p:bgPr>
        <a:blipFill>
          <a:blip r:embed="rId2">
            <a:alphaModFix/>
          </a:blip>
          <a:stretch>
            <a:fillRect/>
          </a:stretch>
        </a:blipFill>
      </p:bgPr>
    </p:bg>
    <p:spTree>
      <p:nvGrpSpPr>
        <p:cNvPr id="85" name="Shape 85"/>
        <p:cNvGrpSpPr/>
        <p:nvPr/>
      </p:nvGrpSpPr>
      <p:grpSpPr>
        <a:xfrm>
          <a:off x="0" y="0"/>
          <a:ext cx="0" cy="0"/>
          <a:chOff x="0" y="0"/>
          <a:chExt cx="0" cy="0"/>
        </a:xfrm>
      </p:grpSpPr>
      <p:sp>
        <p:nvSpPr>
          <p:cNvPr id="86" name="Google Shape;86;p24"/>
          <p:cNvSpPr txBox="1"/>
          <p:nvPr>
            <p:ph type="title"/>
          </p:nvPr>
        </p:nvSpPr>
        <p:spPr>
          <a:xfrm>
            <a:off x="938500" y="445025"/>
            <a:ext cx="4964700" cy="9414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accent1"/>
              </a:buClr>
              <a:buSzPts val="2400"/>
              <a:buNone/>
              <a:defRPr sz="24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87" name="Google Shape;87;p24"/>
          <p:cNvSpPr txBox="1"/>
          <p:nvPr>
            <p:ph idx="1" type="body"/>
          </p:nvPr>
        </p:nvSpPr>
        <p:spPr>
          <a:xfrm>
            <a:off x="1067241" y="2651775"/>
            <a:ext cx="3258900" cy="17955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lt1"/>
              </a:buClr>
              <a:buSzPts val="1400"/>
              <a:buChar char="●"/>
              <a:defRPr sz="1400">
                <a:solidFill>
                  <a:schemeClr val="lt1"/>
                </a:solidFill>
              </a:defRPr>
            </a:lvl1pPr>
            <a:lvl2pPr indent="-317500" lvl="1" marL="914400" rtl="0">
              <a:spcBef>
                <a:spcPts val="1000"/>
              </a:spcBef>
              <a:spcAft>
                <a:spcPts val="0"/>
              </a:spcAft>
              <a:buClr>
                <a:schemeClr val="lt1"/>
              </a:buClr>
              <a:buSzPts val="1400"/>
              <a:buChar char="○"/>
              <a:defRPr>
                <a:solidFill>
                  <a:schemeClr val="lt1"/>
                </a:solidFill>
              </a:defRPr>
            </a:lvl2pPr>
            <a:lvl3pPr indent="-317500" lvl="2" marL="1371600" rtl="0">
              <a:spcBef>
                <a:spcPts val="1600"/>
              </a:spcBef>
              <a:spcAft>
                <a:spcPts val="0"/>
              </a:spcAft>
              <a:buClr>
                <a:schemeClr val="lt1"/>
              </a:buClr>
              <a:buSzPts val="1400"/>
              <a:buChar char="■"/>
              <a:defRPr>
                <a:solidFill>
                  <a:schemeClr val="lt1"/>
                </a:solidFill>
              </a:defRPr>
            </a:lvl3pPr>
            <a:lvl4pPr indent="-317500" lvl="3" marL="1828800" rtl="0">
              <a:spcBef>
                <a:spcPts val="1600"/>
              </a:spcBef>
              <a:spcAft>
                <a:spcPts val="0"/>
              </a:spcAft>
              <a:buClr>
                <a:schemeClr val="lt1"/>
              </a:buClr>
              <a:buSzPts val="1400"/>
              <a:buChar char="●"/>
              <a:defRPr>
                <a:solidFill>
                  <a:schemeClr val="lt1"/>
                </a:solidFill>
              </a:defRPr>
            </a:lvl4pPr>
            <a:lvl5pPr indent="-317500" lvl="4" marL="2286000" rtl="0">
              <a:spcBef>
                <a:spcPts val="1600"/>
              </a:spcBef>
              <a:spcAft>
                <a:spcPts val="0"/>
              </a:spcAft>
              <a:buClr>
                <a:schemeClr val="lt1"/>
              </a:buClr>
              <a:buSzPts val="1400"/>
              <a:buChar char="○"/>
              <a:defRPr>
                <a:solidFill>
                  <a:schemeClr val="lt1"/>
                </a:solidFill>
              </a:defRPr>
            </a:lvl5pPr>
            <a:lvl6pPr indent="-317500" lvl="5" marL="2743200" rtl="0">
              <a:spcBef>
                <a:spcPts val="1600"/>
              </a:spcBef>
              <a:spcAft>
                <a:spcPts val="0"/>
              </a:spcAft>
              <a:buClr>
                <a:schemeClr val="lt1"/>
              </a:buClr>
              <a:buSzPts val="1400"/>
              <a:buChar char="■"/>
              <a:defRPr>
                <a:solidFill>
                  <a:schemeClr val="lt1"/>
                </a:solidFill>
              </a:defRPr>
            </a:lvl6pPr>
            <a:lvl7pPr indent="-317500" lvl="6" marL="3200400" rtl="0">
              <a:spcBef>
                <a:spcPts val="1600"/>
              </a:spcBef>
              <a:spcAft>
                <a:spcPts val="0"/>
              </a:spcAft>
              <a:buClr>
                <a:schemeClr val="lt1"/>
              </a:buClr>
              <a:buSzPts val="1400"/>
              <a:buChar char="●"/>
              <a:defRPr>
                <a:solidFill>
                  <a:schemeClr val="lt1"/>
                </a:solidFill>
              </a:defRPr>
            </a:lvl7pPr>
            <a:lvl8pPr indent="-317500" lvl="7" marL="3657600" rtl="0">
              <a:spcBef>
                <a:spcPts val="1600"/>
              </a:spcBef>
              <a:spcAft>
                <a:spcPts val="0"/>
              </a:spcAft>
              <a:buClr>
                <a:schemeClr val="lt1"/>
              </a:buClr>
              <a:buSzPts val="1400"/>
              <a:buChar char="○"/>
              <a:defRPr>
                <a:solidFill>
                  <a:schemeClr val="lt1"/>
                </a:solidFill>
              </a:defRPr>
            </a:lvl8pPr>
            <a:lvl9pPr indent="-317500" lvl="8" marL="4114800" rtl="0">
              <a:spcBef>
                <a:spcPts val="1600"/>
              </a:spcBef>
              <a:spcAft>
                <a:spcPts val="1600"/>
              </a:spcAft>
              <a:buClr>
                <a:schemeClr val="lt1"/>
              </a:buClr>
              <a:buSzPts val="1400"/>
              <a:buChar char="■"/>
              <a:defRPr>
                <a:solidFill>
                  <a:schemeClr val="lt1"/>
                </a:solidFill>
              </a:defRPr>
            </a:lvl9pPr>
          </a:lstStyle>
          <a:p/>
        </p:txBody>
      </p:sp>
      <p:sp>
        <p:nvSpPr>
          <p:cNvPr id="88" name="Google Shape;88;p24"/>
          <p:cNvSpPr txBox="1"/>
          <p:nvPr>
            <p:ph idx="2" type="body"/>
          </p:nvPr>
        </p:nvSpPr>
        <p:spPr>
          <a:xfrm>
            <a:off x="4673852" y="2651775"/>
            <a:ext cx="3258900" cy="17955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lt1"/>
              </a:buClr>
              <a:buSzPts val="1400"/>
              <a:buChar char="●"/>
              <a:defRPr sz="1400">
                <a:solidFill>
                  <a:schemeClr val="lt1"/>
                </a:solidFill>
              </a:defRPr>
            </a:lvl1pPr>
            <a:lvl2pPr indent="-317500" lvl="1" marL="914400" rtl="0">
              <a:spcBef>
                <a:spcPts val="1000"/>
              </a:spcBef>
              <a:spcAft>
                <a:spcPts val="0"/>
              </a:spcAft>
              <a:buClr>
                <a:schemeClr val="lt1"/>
              </a:buClr>
              <a:buSzPts val="1400"/>
              <a:buChar char="○"/>
              <a:defRPr>
                <a:solidFill>
                  <a:schemeClr val="lt1"/>
                </a:solidFill>
              </a:defRPr>
            </a:lvl2pPr>
            <a:lvl3pPr indent="-317500" lvl="2" marL="1371600" rtl="0">
              <a:spcBef>
                <a:spcPts val="1600"/>
              </a:spcBef>
              <a:spcAft>
                <a:spcPts val="0"/>
              </a:spcAft>
              <a:buClr>
                <a:schemeClr val="lt1"/>
              </a:buClr>
              <a:buSzPts val="1400"/>
              <a:buChar char="■"/>
              <a:defRPr>
                <a:solidFill>
                  <a:schemeClr val="lt1"/>
                </a:solidFill>
              </a:defRPr>
            </a:lvl3pPr>
            <a:lvl4pPr indent="-317500" lvl="3" marL="1828800" rtl="0">
              <a:spcBef>
                <a:spcPts val="1600"/>
              </a:spcBef>
              <a:spcAft>
                <a:spcPts val="0"/>
              </a:spcAft>
              <a:buClr>
                <a:schemeClr val="lt1"/>
              </a:buClr>
              <a:buSzPts val="1400"/>
              <a:buChar char="●"/>
              <a:defRPr>
                <a:solidFill>
                  <a:schemeClr val="lt1"/>
                </a:solidFill>
              </a:defRPr>
            </a:lvl4pPr>
            <a:lvl5pPr indent="-317500" lvl="4" marL="2286000" rtl="0">
              <a:spcBef>
                <a:spcPts val="1600"/>
              </a:spcBef>
              <a:spcAft>
                <a:spcPts val="0"/>
              </a:spcAft>
              <a:buClr>
                <a:schemeClr val="lt1"/>
              </a:buClr>
              <a:buSzPts val="1400"/>
              <a:buChar char="○"/>
              <a:defRPr>
                <a:solidFill>
                  <a:schemeClr val="lt1"/>
                </a:solidFill>
              </a:defRPr>
            </a:lvl5pPr>
            <a:lvl6pPr indent="-317500" lvl="5" marL="2743200" rtl="0">
              <a:spcBef>
                <a:spcPts val="1600"/>
              </a:spcBef>
              <a:spcAft>
                <a:spcPts val="0"/>
              </a:spcAft>
              <a:buClr>
                <a:schemeClr val="lt1"/>
              </a:buClr>
              <a:buSzPts val="1400"/>
              <a:buChar char="■"/>
              <a:defRPr>
                <a:solidFill>
                  <a:schemeClr val="lt1"/>
                </a:solidFill>
              </a:defRPr>
            </a:lvl6pPr>
            <a:lvl7pPr indent="-317500" lvl="6" marL="3200400" rtl="0">
              <a:spcBef>
                <a:spcPts val="1600"/>
              </a:spcBef>
              <a:spcAft>
                <a:spcPts val="0"/>
              </a:spcAft>
              <a:buClr>
                <a:schemeClr val="lt1"/>
              </a:buClr>
              <a:buSzPts val="1400"/>
              <a:buChar char="●"/>
              <a:defRPr>
                <a:solidFill>
                  <a:schemeClr val="lt1"/>
                </a:solidFill>
              </a:defRPr>
            </a:lvl7pPr>
            <a:lvl8pPr indent="-317500" lvl="7" marL="3657600" rtl="0">
              <a:spcBef>
                <a:spcPts val="1600"/>
              </a:spcBef>
              <a:spcAft>
                <a:spcPts val="0"/>
              </a:spcAft>
              <a:buClr>
                <a:schemeClr val="lt1"/>
              </a:buClr>
              <a:buSzPts val="1400"/>
              <a:buChar char="○"/>
              <a:defRPr>
                <a:solidFill>
                  <a:schemeClr val="lt1"/>
                </a:solidFill>
              </a:defRPr>
            </a:lvl8pPr>
            <a:lvl9pPr indent="-317500" lvl="8" marL="4114800" rtl="0">
              <a:spcBef>
                <a:spcPts val="1600"/>
              </a:spcBef>
              <a:spcAft>
                <a:spcPts val="1600"/>
              </a:spcAft>
              <a:buClr>
                <a:schemeClr val="lt1"/>
              </a:buClr>
              <a:buSzPts val="1400"/>
              <a:buChar char="■"/>
              <a:defRPr>
                <a:solidFill>
                  <a:schemeClr val="lt1"/>
                </a:solidFill>
              </a:defRPr>
            </a:lvl9pPr>
          </a:lstStyle>
          <a:p/>
        </p:txBody>
      </p:sp>
      <p:sp>
        <p:nvSpPr>
          <p:cNvPr id="89" name="Google Shape;89;p24"/>
          <p:cNvSpPr txBox="1"/>
          <p:nvPr>
            <p:ph idx="3" type="title"/>
          </p:nvPr>
        </p:nvSpPr>
        <p:spPr>
          <a:xfrm>
            <a:off x="1213499" y="1955125"/>
            <a:ext cx="3258900" cy="5484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lt1"/>
              </a:buClr>
              <a:buSzPts val="1800"/>
              <a:buNone/>
              <a:defRPr sz="1800">
                <a:solidFill>
                  <a:schemeClr val="lt1"/>
                </a:solidFill>
              </a:defRPr>
            </a:lvl1pPr>
            <a:lvl2pPr lvl="1" rtl="0">
              <a:spcBef>
                <a:spcPts val="0"/>
              </a:spcBef>
              <a:spcAft>
                <a:spcPts val="0"/>
              </a:spcAft>
              <a:buClr>
                <a:schemeClr val="lt1"/>
              </a:buClr>
              <a:buSzPts val="4200"/>
              <a:buNone/>
              <a:defRPr sz="4200">
                <a:solidFill>
                  <a:schemeClr val="lt1"/>
                </a:solidFill>
              </a:defRPr>
            </a:lvl2pPr>
            <a:lvl3pPr lvl="2" rtl="0">
              <a:spcBef>
                <a:spcPts val="0"/>
              </a:spcBef>
              <a:spcAft>
                <a:spcPts val="0"/>
              </a:spcAft>
              <a:buClr>
                <a:schemeClr val="lt1"/>
              </a:buClr>
              <a:buSzPts val="4200"/>
              <a:buNone/>
              <a:defRPr sz="4200">
                <a:solidFill>
                  <a:schemeClr val="lt1"/>
                </a:solidFill>
              </a:defRPr>
            </a:lvl3pPr>
            <a:lvl4pPr lvl="3" rtl="0">
              <a:spcBef>
                <a:spcPts val="0"/>
              </a:spcBef>
              <a:spcAft>
                <a:spcPts val="0"/>
              </a:spcAft>
              <a:buClr>
                <a:schemeClr val="lt1"/>
              </a:buClr>
              <a:buSzPts val="4200"/>
              <a:buNone/>
              <a:defRPr sz="4200">
                <a:solidFill>
                  <a:schemeClr val="lt1"/>
                </a:solidFill>
              </a:defRPr>
            </a:lvl4pPr>
            <a:lvl5pPr lvl="4" rtl="0">
              <a:spcBef>
                <a:spcPts val="0"/>
              </a:spcBef>
              <a:spcAft>
                <a:spcPts val="0"/>
              </a:spcAft>
              <a:buClr>
                <a:schemeClr val="lt1"/>
              </a:buClr>
              <a:buSzPts val="4200"/>
              <a:buNone/>
              <a:defRPr sz="4200">
                <a:solidFill>
                  <a:schemeClr val="lt1"/>
                </a:solidFill>
              </a:defRPr>
            </a:lvl5pPr>
            <a:lvl6pPr lvl="5" rtl="0">
              <a:spcBef>
                <a:spcPts val="0"/>
              </a:spcBef>
              <a:spcAft>
                <a:spcPts val="0"/>
              </a:spcAft>
              <a:buClr>
                <a:schemeClr val="lt1"/>
              </a:buClr>
              <a:buSzPts val="4200"/>
              <a:buNone/>
              <a:defRPr sz="4200">
                <a:solidFill>
                  <a:schemeClr val="lt1"/>
                </a:solidFill>
              </a:defRPr>
            </a:lvl6pPr>
            <a:lvl7pPr lvl="6" rtl="0">
              <a:spcBef>
                <a:spcPts val="0"/>
              </a:spcBef>
              <a:spcAft>
                <a:spcPts val="0"/>
              </a:spcAft>
              <a:buClr>
                <a:schemeClr val="lt1"/>
              </a:buClr>
              <a:buSzPts val="4200"/>
              <a:buNone/>
              <a:defRPr sz="4200">
                <a:solidFill>
                  <a:schemeClr val="lt1"/>
                </a:solidFill>
              </a:defRPr>
            </a:lvl7pPr>
            <a:lvl8pPr lvl="7" rtl="0">
              <a:spcBef>
                <a:spcPts val="0"/>
              </a:spcBef>
              <a:spcAft>
                <a:spcPts val="0"/>
              </a:spcAft>
              <a:buClr>
                <a:schemeClr val="lt1"/>
              </a:buClr>
              <a:buSzPts val="4200"/>
              <a:buNone/>
              <a:defRPr sz="4200">
                <a:solidFill>
                  <a:schemeClr val="lt1"/>
                </a:solidFill>
              </a:defRPr>
            </a:lvl8pPr>
            <a:lvl9pPr lvl="8" rtl="0">
              <a:spcBef>
                <a:spcPts val="0"/>
              </a:spcBef>
              <a:spcAft>
                <a:spcPts val="0"/>
              </a:spcAft>
              <a:buClr>
                <a:schemeClr val="lt1"/>
              </a:buClr>
              <a:buSzPts val="4200"/>
              <a:buNone/>
              <a:defRPr sz="4200">
                <a:solidFill>
                  <a:schemeClr val="lt1"/>
                </a:solidFill>
              </a:defRPr>
            </a:lvl9pPr>
          </a:lstStyle>
          <a:p/>
        </p:txBody>
      </p:sp>
      <p:sp>
        <p:nvSpPr>
          <p:cNvPr id="90" name="Google Shape;90;p24"/>
          <p:cNvSpPr txBox="1"/>
          <p:nvPr>
            <p:ph idx="4" type="title"/>
          </p:nvPr>
        </p:nvSpPr>
        <p:spPr>
          <a:xfrm>
            <a:off x="4820099" y="1955125"/>
            <a:ext cx="3258900" cy="5484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lt1"/>
              </a:buClr>
              <a:buSzPts val="1800"/>
              <a:buNone/>
              <a:defRPr sz="1800">
                <a:solidFill>
                  <a:schemeClr val="lt1"/>
                </a:solidFill>
              </a:defRPr>
            </a:lvl1pPr>
            <a:lvl2pPr lvl="1" rtl="0">
              <a:spcBef>
                <a:spcPts val="0"/>
              </a:spcBef>
              <a:spcAft>
                <a:spcPts val="0"/>
              </a:spcAft>
              <a:buClr>
                <a:schemeClr val="lt1"/>
              </a:buClr>
              <a:buSzPts val="4200"/>
              <a:buNone/>
              <a:defRPr sz="4200">
                <a:solidFill>
                  <a:schemeClr val="lt1"/>
                </a:solidFill>
              </a:defRPr>
            </a:lvl2pPr>
            <a:lvl3pPr lvl="2" rtl="0">
              <a:spcBef>
                <a:spcPts val="0"/>
              </a:spcBef>
              <a:spcAft>
                <a:spcPts val="0"/>
              </a:spcAft>
              <a:buClr>
                <a:schemeClr val="lt1"/>
              </a:buClr>
              <a:buSzPts val="4200"/>
              <a:buNone/>
              <a:defRPr sz="4200">
                <a:solidFill>
                  <a:schemeClr val="lt1"/>
                </a:solidFill>
              </a:defRPr>
            </a:lvl3pPr>
            <a:lvl4pPr lvl="3" rtl="0">
              <a:spcBef>
                <a:spcPts val="0"/>
              </a:spcBef>
              <a:spcAft>
                <a:spcPts val="0"/>
              </a:spcAft>
              <a:buClr>
                <a:schemeClr val="lt1"/>
              </a:buClr>
              <a:buSzPts val="4200"/>
              <a:buNone/>
              <a:defRPr sz="4200">
                <a:solidFill>
                  <a:schemeClr val="lt1"/>
                </a:solidFill>
              </a:defRPr>
            </a:lvl4pPr>
            <a:lvl5pPr lvl="4" rtl="0">
              <a:spcBef>
                <a:spcPts val="0"/>
              </a:spcBef>
              <a:spcAft>
                <a:spcPts val="0"/>
              </a:spcAft>
              <a:buClr>
                <a:schemeClr val="lt1"/>
              </a:buClr>
              <a:buSzPts val="4200"/>
              <a:buNone/>
              <a:defRPr sz="4200">
                <a:solidFill>
                  <a:schemeClr val="lt1"/>
                </a:solidFill>
              </a:defRPr>
            </a:lvl5pPr>
            <a:lvl6pPr lvl="5" rtl="0">
              <a:spcBef>
                <a:spcPts val="0"/>
              </a:spcBef>
              <a:spcAft>
                <a:spcPts val="0"/>
              </a:spcAft>
              <a:buClr>
                <a:schemeClr val="lt1"/>
              </a:buClr>
              <a:buSzPts val="4200"/>
              <a:buNone/>
              <a:defRPr sz="4200">
                <a:solidFill>
                  <a:schemeClr val="lt1"/>
                </a:solidFill>
              </a:defRPr>
            </a:lvl6pPr>
            <a:lvl7pPr lvl="6" rtl="0">
              <a:spcBef>
                <a:spcPts val="0"/>
              </a:spcBef>
              <a:spcAft>
                <a:spcPts val="0"/>
              </a:spcAft>
              <a:buClr>
                <a:schemeClr val="lt1"/>
              </a:buClr>
              <a:buSzPts val="4200"/>
              <a:buNone/>
              <a:defRPr sz="4200">
                <a:solidFill>
                  <a:schemeClr val="lt1"/>
                </a:solidFill>
              </a:defRPr>
            </a:lvl7pPr>
            <a:lvl8pPr lvl="7" rtl="0">
              <a:spcBef>
                <a:spcPts val="0"/>
              </a:spcBef>
              <a:spcAft>
                <a:spcPts val="0"/>
              </a:spcAft>
              <a:buClr>
                <a:schemeClr val="lt1"/>
              </a:buClr>
              <a:buSzPts val="4200"/>
              <a:buNone/>
              <a:defRPr sz="4200">
                <a:solidFill>
                  <a:schemeClr val="lt1"/>
                </a:solidFill>
              </a:defRPr>
            </a:lvl8pPr>
            <a:lvl9pPr lvl="8" rtl="0">
              <a:spcBef>
                <a:spcPts val="0"/>
              </a:spcBef>
              <a:spcAft>
                <a:spcPts val="0"/>
              </a:spcAft>
              <a:buClr>
                <a:schemeClr val="lt1"/>
              </a:buClr>
              <a:buSzPts val="4200"/>
              <a:buNone/>
              <a:defRPr sz="4200">
                <a:solidFill>
                  <a:schemeClr val="lt1"/>
                </a:solidFill>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Four Columns">
  <p:cSld name="TITLE_1_1_2">
    <p:bg>
      <p:bgPr>
        <a:blipFill>
          <a:blip r:embed="rId2">
            <a:alphaModFix/>
          </a:blip>
          <a:stretch>
            <a:fillRect/>
          </a:stretch>
        </a:blipFill>
      </p:bgPr>
    </p:bg>
    <p:spTree>
      <p:nvGrpSpPr>
        <p:cNvPr id="91" name="Shape 91"/>
        <p:cNvGrpSpPr/>
        <p:nvPr/>
      </p:nvGrpSpPr>
      <p:grpSpPr>
        <a:xfrm>
          <a:off x="0" y="0"/>
          <a:ext cx="0" cy="0"/>
          <a:chOff x="0" y="0"/>
          <a:chExt cx="0" cy="0"/>
        </a:xfrm>
      </p:grpSpPr>
      <p:sp>
        <p:nvSpPr>
          <p:cNvPr id="92" name="Google Shape;92;p25"/>
          <p:cNvSpPr txBox="1"/>
          <p:nvPr>
            <p:ph type="title"/>
          </p:nvPr>
        </p:nvSpPr>
        <p:spPr>
          <a:xfrm>
            <a:off x="938500" y="445025"/>
            <a:ext cx="4629300" cy="9414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accent1"/>
              </a:buClr>
              <a:buSzPts val="2400"/>
              <a:buNone/>
              <a:defRPr sz="24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93" name="Google Shape;93;p25"/>
          <p:cNvSpPr txBox="1"/>
          <p:nvPr>
            <p:ph idx="2" type="title"/>
          </p:nvPr>
        </p:nvSpPr>
        <p:spPr>
          <a:xfrm>
            <a:off x="898386" y="3052625"/>
            <a:ext cx="1671600" cy="5484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lt1"/>
              </a:buClr>
              <a:buSzPts val="1800"/>
              <a:buNone/>
              <a:defRPr sz="1800">
                <a:solidFill>
                  <a:schemeClr val="lt1"/>
                </a:solidFill>
              </a:defRPr>
            </a:lvl1pPr>
            <a:lvl2pPr lvl="1" rtl="0" algn="ctr">
              <a:spcBef>
                <a:spcPts val="0"/>
              </a:spcBef>
              <a:spcAft>
                <a:spcPts val="0"/>
              </a:spcAft>
              <a:buClr>
                <a:schemeClr val="lt1"/>
              </a:buClr>
              <a:buSzPts val="4200"/>
              <a:buNone/>
              <a:defRPr sz="4200">
                <a:solidFill>
                  <a:schemeClr val="lt1"/>
                </a:solidFill>
              </a:defRPr>
            </a:lvl2pPr>
            <a:lvl3pPr lvl="2" rtl="0" algn="ctr">
              <a:spcBef>
                <a:spcPts val="0"/>
              </a:spcBef>
              <a:spcAft>
                <a:spcPts val="0"/>
              </a:spcAft>
              <a:buClr>
                <a:schemeClr val="lt1"/>
              </a:buClr>
              <a:buSzPts val="4200"/>
              <a:buNone/>
              <a:defRPr sz="4200">
                <a:solidFill>
                  <a:schemeClr val="lt1"/>
                </a:solidFill>
              </a:defRPr>
            </a:lvl3pPr>
            <a:lvl4pPr lvl="3" rtl="0" algn="ctr">
              <a:spcBef>
                <a:spcPts val="0"/>
              </a:spcBef>
              <a:spcAft>
                <a:spcPts val="0"/>
              </a:spcAft>
              <a:buClr>
                <a:schemeClr val="lt1"/>
              </a:buClr>
              <a:buSzPts val="4200"/>
              <a:buNone/>
              <a:defRPr sz="4200">
                <a:solidFill>
                  <a:schemeClr val="lt1"/>
                </a:solidFill>
              </a:defRPr>
            </a:lvl4pPr>
            <a:lvl5pPr lvl="4" rtl="0" algn="ctr">
              <a:spcBef>
                <a:spcPts val="0"/>
              </a:spcBef>
              <a:spcAft>
                <a:spcPts val="0"/>
              </a:spcAft>
              <a:buClr>
                <a:schemeClr val="lt1"/>
              </a:buClr>
              <a:buSzPts val="4200"/>
              <a:buNone/>
              <a:defRPr sz="4200">
                <a:solidFill>
                  <a:schemeClr val="lt1"/>
                </a:solidFill>
              </a:defRPr>
            </a:lvl5pPr>
            <a:lvl6pPr lvl="5" rtl="0" algn="ctr">
              <a:spcBef>
                <a:spcPts val="0"/>
              </a:spcBef>
              <a:spcAft>
                <a:spcPts val="0"/>
              </a:spcAft>
              <a:buClr>
                <a:schemeClr val="lt1"/>
              </a:buClr>
              <a:buSzPts val="4200"/>
              <a:buNone/>
              <a:defRPr sz="4200">
                <a:solidFill>
                  <a:schemeClr val="lt1"/>
                </a:solidFill>
              </a:defRPr>
            </a:lvl6pPr>
            <a:lvl7pPr lvl="6" rtl="0" algn="ctr">
              <a:spcBef>
                <a:spcPts val="0"/>
              </a:spcBef>
              <a:spcAft>
                <a:spcPts val="0"/>
              </a:spcAft>
              <a:buClr>
                <a:schemeClr val="lt1"/>
              </a:buClr>
              <a:buSzPts val="4200"/>
              <a:buNone/>
              <a:defRPr sz="4200">
                <a:solidFill>
                  <a:schemeClr val="lt1"/>
                </a:solidFill>
              </a:defRPr>
            </a:lvl7pPr>
            <a:lvl8pPr lvl="7" rtl="0" algn="ctr">
              <a:spcBef>
                <a:spcPts val="0"/>
              </a:spcBef>
              <a:spcAft>
                <a:spcPts val="0"/>
              </a:spcAft>
              <a:buClr>
                <a:schemeClr val="lt1"/>
              </a:buClr>
              <a:buSzPts val="4200"/>
              <a:buNone/>
              <a:defRPr sz="4200">
                <a:solidFill>
                  <a:schemeClr val="lt1"/>
                </a:solidFill>
              </a:defRPr>
            </a:lvl8pPr>
            <a:lvl9pPr lvl="8" rtl="0" algn="ctr">
              <a:spcBef>
                <a:spcPts val="0"/>
              </a:spcBef>
              <a:spcAft>
                <a:spcPts val="0"/>
              </a:spcAft>
              <a:buClr>
                <a:schemeClr val="lt1"/>
              </a:buClr>
              <a:buSzPts val="4200"/>
              <a:buNone/>
              <a:defRPr sz="4200">
                <a:solidFill>
                  <a:schemeClr val="lt1"/>
                </a:solidFill>
              </a:defRPr>
            </a:lvl9pPr>
          </a:lstStyle>
          <a:p/>
        </p:txBody>
      </p:sp>
      <p:sp>
        <p:nvSpPr>
          <p:cNvPr id="94" name="Google Shape;94;p25"/>
          <p:cNvSpPr txBox="1"/>
          <p:nvPr>
            <p:ph idx="1" type="subTitle"/>
          </p:nvPr>
        </p:nvSpPr>
        <p:spPr>
          <a:xfrm>
            <a:off x="898389" y="3558837"/>
            <a:ext cx="1671600" cy="1157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lt1"/>
              </a:buClr>
              <a:buSzPts val="1400"/>
              <a:buNone/>
              <a:defRPr sz="1400">
                <a:solidFill>
                  <a:schemeClr val="lt1"/>
                </a:solidFill>
              </a:defRPr>
            </a:lvl1pPr>
            <a:lvl2pPr lvl="1" rtl="0" algn="ctr">
              <a:lnSpc>
                <a:spcPct val="100000"/>
              </a:lnSpc>
              <a:spcBef>
                <a:spcPts val="0"/>
              </a:spcBef>
              <a:spcAft>
                <a:spcPts val="0"/>
              </a:spcAft>
              <a:buClr>
                <a:schemeClr val="lt1"/>
              </a:buClr>
              <a:buSzPts val="2100"/>
              <a:buNone/>
              <a:defRPr sz="2100">
                <a:solidFill>
                  <a:schemeClr val="lt1"/>
                </a:solidFill>
              </a:defRPr>
            </a:lvl2pPr>
            <a:lvl3pPr lvl="2" rtl="0" algn="ctr">
              <a:lnSpc>
                <a:spcPct val="100000"/>
              </a:lnSpc>
              <a:spcBef>
                <a:spcPts val="0"/>
              </a:spcBef>
              <a:spcAft>
                <a:spcPts val="0"/>
              </a:spcAft>
              <a:buClr>
                <a:schemeClr val="lt1"/>
              </a:buClr>
              <a:buSzPts val="2100"/>
              <a:buNone/>
              <a:defRPr sz="2100">
                <a:solidFill>
                  <a:schemeClr val="lt1"/>
                </a:solidFill>
              </a:defRPr>
            </a:lvl3pPr>
            <a:lvl4pPr lvl="3" rtl="0" algn="ctr">
              <a:lnSpc>
                <a:spcPct val="100000"/>
              </a:lnSpc>
              <a:spcBef>
                <a:spcPts val="0"/>
              </a:spcBef>
              <a:spcAft>
                <a:spcPts val="0"/>
              </a:spcAft>
              <a:buClr>
                <a:schemeClr val="lt1"/>
              </a:buClr>
              <a:buSzPts val="2100"/>
              <a:buNone/>
              <a:defRPr sz="2100">
                <a:solidFill>
                  <a:schemeClr val="lt1"/>
                </a:solidFill>
              </a:defRPr>
            </a:lvl4pPr>
            <a:lvl5pPr lvl="4" rtl="0" algn="ctr">
              <a:lnSpc>
                <a:spcPct val="100000"/>
              </a:lnSpc>
              <a:spcBef>
                <a:spcPts val="0"/>
              </a:spcBef>
              <a:spcAft>
                <a:spcPts val="0"/>
              </a:spcAft>
              <a:buClr>
                <a:schemeClr val="lt1"/>
              </a:buClr>
              <a:buSzPts val="2100"/>
              <a:buNone/>
              <a:defRPr sz="2100">
                <a:solidFill>
                  <a:schemeClr val="lt1"/>
                </a:solidFill>
              </a:defRPr>
            </a:lvl5pPr>
            <a:lvl6pPr lvl="5" rtl="0" algn="ctr">
              <a:lnSpc>
                <a:spcPct val="100000"/>
              </a:lnSpc>
              <a:spcBef>
                <a:spcPts val="0"/>
              </a:spcBef>
              <a:spcAft>
                <a:spcPts val="0"/>
              </a:spcAft>
              <a:buClr>
                <a:schemeClr val="lt1"/>
              </a:buClr>
              <a:buSzPts val="2100"/>
              <a:buNone/>
              <a:defRPr sz="2100">
                <a:solidFill>
                  <a:schemeClr val="lt1"/>
                </a:solidFill>
              </a:defRPr>
            </a:lvl6pPr>
            <a:lvl7pPr lvl="6" rtl="0" algn="ctr">
              <a:lnSpc>
                <a:spcPct val="100000"/>
              </a:lnSpc>
              <a:spcBef>
                <a:spcPts val="0"/>
              </a:spcBef>
              <a:spcAft>
                <a:spcPts val="0"/>
              </a:spcAft>
              <a:buClr>
                <a:schemeClr val="lt1"/>
              </a:buClr>
              <a:buSzPts val="2100"/>
              <a:buNone/>
              <a:defRPr sz="2100">
                <a:solidFill>
                  <a:schemeClr val="lt1"/>
                </a:solidFill>
              </a:defRPr>
            </a:lvl7pPr>
            <a:lvl8pPr lvl="7" rtl="0" algn="ctr">
              <a:lnSpc>
                <a:spcPct val="100000"/>
              </a:lnSpc>
              <a:spcBef>
                <a:spcPts val="0"/>
              </a:spcBef>
              <a:spcAft>
                <a:spcPts val="0"/>
              </a:spcAft>
              <a:buClr>
                <a:schemeClr val="lt1"/>
              </a:buClr>
              <a:buSzPts val="2100"/>
              <a:buNone/>
              <a:defRPr sz="2100">
                <a:solidFill>
                  <a:schemeClr val="lt1"/>
                </a:solidFill>
              </a:defRPr>
            </a:lvl8pPr>
            <a:lvl9pPr lvl="8" rtl="0" algn="ctr">
              <a:lnSpc>
                <a:spcPct val="100000"/>
              </a:lnSpc>
              <a:spcBef>
                <a:spcPts val="0"/>
              </a:spcBef>
              <a:spcAft>
                <a:spcPts val="0"/>
              </a:spcAft>
              <a:buClr>
                <a:schemeClr val="lt1"/>
              </a:buClr>
              <a:buSzPts val="2100"/>
              <a:buNone/>
              <a:defRPr sz="2100">
                <a:solidFill>
                  <a:schemeClr val="lt1"/>
                </a:solidFill>
              </a:defRPr>
            </a:lvl9pPr>
          </a:lstStyle>
          <a:p/>
        </p:txBody>
      </p:sp>
      <p:sp>
        <p:nvSpPr>
          <p:cNvPr id="95" name="Google Shape;95;p25"/>
          <p:cNvSpPr txBox="1"/>
          <p:nvPr>
            <p:ph idx="3" type="title"/>
          </p:nvPr>
        </p:nvSpPr>
        <p:spPr>
          <a:xfrm>
            <a:off x="2790261" y="3052625"/>
            <a:ext cx="1671600" cy="5484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lt1"/>
              </a:buClr>
              <a:buSzPts val="1800"/>
              <a:buNone/>
              <a:defRPr sz="1800">
                <a:solidFill>
                  <a:schemeClr val="lt1"/>
                </a:solidFill>
              </a:defRPr>
            </a:lvl1pPr>
            <a:lvl2pPr lvl="1" rtl="0" algn="ctr">
              <a:spcBef>
                <a:spcPts val="0"/>
              </a:spcBef>
              <a:spcAft>
                <a:spcPts val="0"/>
              </a:spcAft>
              <a:buClr>
                <a:schemeClr val="lt1"/>
              </a:buClr>
              <a:buSzPts val="4200"/>
              <a:buNone/>
              <a:defRPr sz="4200">
                <a:solidFill>
                  <a:schemeClr val="lt1"/>
                </a:solidFill>
              </a:defRPr>
            </a:lvl2pPr>
            <a:lvl3pPr lvl="2" rtl="0" algn="ctr">
              <a:spcBef>
                <a:spcPts val="0"/>
              </a:spcBef>
              <a:spcAft>
                <a:spcPts val="0"/>
              </a:spcAft>
              <a:buClr>
                <a:schemeClr val="lt1"/>
              </a:buClr>
              <a:buSzPts val="4200"/>
              <a:buNone/>
              <a:defRPr sz="4200">
                <a:solidFill>
                  <a:schemeClr val="lt1"/>
                </a:solidFill>
              </a:defRPr>
            </a:lvl3pPr>
            <a:lvl4pPr lvl="3" rtl="0" algn="ctr">
              <a:spcBef>
                <a:spcPts val="0"/>
              </a:spcBef>
              <a:spcAft>
                <a:spcPts val="0"/>
              </a:spcAft>
              <a:buClr>
                <a:schemeClr val="lt1"/>
              </a:buClr>
              <a:buSzPts val="4200"/>
              <a:buNone/>
              <a:defRPr sz="4200">
                <a:solidFill>
                  <a:schemeClr val="lt1"/>
                </a:solidFill>
              </a:defRPr>
            </a:lvl4pPr>
            <a:lvl5pPr lvl="4" rtl="0" algn="ctr">
              <a:spcBef>
                <a:spcPts val="0"/>
              </a:spcBef>
              <a:spcAft>
                <a:spcPts val="0"/>
              </a:spcAft>
              <a:buClr>
                <a:schemeClr val="lt1"/>
              </a:buClr>
              <a:buSzPts val="4200"/>
              <a:buNone/>
              <a:defRPr sz="4200">
                <a:solidFill>
                  <a:schemeClr val="lt1"/>
                </a:solidFill>
              </a:defRPr>
            </a:lvl5pPr>
            <a:lvl6pPr lvl="5" rtl="0" algn="ctr">
              <a:spcBef>
                <a:spcPts val="0"/>
              </a:spcBef>
              <a:spcAft>
                <a:spcPts val="0"/>
              </a:spcAft>
              <a:buClr>
                <a:schemeClr val="lt1"/>
              </a:buClr>
              <a:buSzPts val="4200"/>
              <a:buNone/>
              <a:defRPr sz="4200">
                <a:solidFill>
                  <a:schemeClr val="lt1"/>
                </a:solidFill>
              </a:defRPr>
            </a:lvl6pPr>
            <a:lvl7pPr lvl="6" rtl="0" algn="ctr">
              <a:spcBef>
                <a:spcPts val="0"/>
              </a:spcBef>
              <a:spcAft>
                <a:spcPts val="0"/>
              </a:spcAft>
              <a:buClr>
                <a:schemeClr val="lt1"/>
              </a:buClr>
              <a:buSzPts val="4200"/>
              <a:buNone/>
              <a:defRPr sz="4200">
                <a:solidFill>
                  <a:schemeClr val="lt1"/>
                </a:solidFill>
              </a:defRPr>
            </a:lvl7pPr>
            <a:lvl8pPr lvl="7" rtl="0" algn="ctr">
              <a:spcBef>
                <a:spcPts val="0"/>
              </a:spcBef>
              <a:spcAft>
                <a:spcPts val="0"/>
              </a:spcAft>
              <a:buClr>
                <a:schemeClr val="lt1"/>
              </a:buClr>
              <a:buSzPts val="4200"/>
              <a:buNone/>
              <a:defRPr sz="4200">
                <a:solidFill>
                  <a:schemeClr val="lt1"/>
                </a:solidFill>
              </a:defRPr>
            </a:lvl8pPr>
            <a:lvl9pPr lvl="8" rtl="0" algn="ctr">
              <a:spcBef>
                <a:spcPts val="0"/>
              </a:spcBef>
              <a:spcAft>
                <a:spcPts val="0"/>
              </a:spcAft>
              <a:buClr>
                <a:schemeClr val="lt1"/>
              </a:buClr>
              <a:buSzPts val="4200"/>
              <a:buNone/>
              <a:defRPr sz="4200">
                <a:solidFill>
                  <a:schemeClr val="lt1"/>
                </a:solidFill>
              </a:defRPr>
            </a:lvl9pPr>
          </a:lstStyle>
          <a:p/>
        </p:txBody>
      </p:sp>
      <p:sp>
        <p:nvSpPr>
          <p:cNvPr id="96" name="Google Shape;96;p25"/>
          <p:cNvSpPr txBox="1"/>
          <p:nvPr>
            <p:ph idx="4" type="subTitle"/>
          </p:nvPr>
        </p:nvSpPr>
        <p:spPr>
          <a:xfrm>
            <a:off x="2790264" y="3558837"/>
            <a:ext cx="1671600" cy="1157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lt1"/>
              </a:buClr>
              <a:buSzPts val="1400"/>
              <a:buNone/>
              <a:defRPr sz="1400">
                <a:solidFill>
                  <a:schemeClr val="lt1"/>
                </a:solidFill>
              </a:defRPr>
            </a:lvl1pPr>
            <a:lvl2pPr lvl="1" rtl="0" algn="ctr">
              <a:lnSpc>
                <a:spcPct val="100000"/>
              </a:lnSpc>
              <a:spcBef>
                <a:spcPts val="0"/>
              </a:spcBef>
              <a:spcAft>
                <a:spcPts val="0"/>
              </a:spcAft>
              <a:buClr>
                <a:schemeClr val="lt1"/>
              </a:buClr>
              <a:buSzPts val="2100"/>
              <a:buNone/>
              <a:defRPr sz="2100">
                <a:solidFill>
                  <a:schemeClr val="lt1"/>
                </a:solidFill>
              </a:defRPr>
            </a:lvl2pPr>
            <a:lvl3pPr lvl="2" rtl="0" algn="ctr">
              <a:lnSpc>
                <a:spcPct val="100000"/>
              </a:lnSpc>
              <a:spcBef>
                <a:spcPts val="0"/>
              </a:spcBef>
              <a:spcAft>
                <a:spcPts val="0"/>
              </a:spcAft>
              <a:buClr>
                <a:schemeClr val="lt1"/>
              </a:buClr>
              <a:buSzPts val="2100"/>
              <a:buNone/>
              <a:defRPr sz="2100">
                <a:solidFill>
                  <a:schemeClr val="lt1"/>
                </a:solidFill>
              </a:defRPr>
            </a:lvl3pPr>
            <a:lvl4pPr lvl="3" rtl="0" algn="ctr">
              <a:lnSpc>
                <a:spcPct val="100000"/>
              </a:lnSpc>
              <a:spcBef>
                <a:spcPts val="0"/>
              </a:spcBef>
              <a:spcAft>
                <a:spcPts val="0"/>
              </a:spcAft>
              <a:buClr>
                <a:schemeClr val="lt1"/>
              </a:buClr>
              <a:buSzPts val="2100"/>
              <a:buNone/>
              <a:defRPr sz="2100">
                <a:solidFill>
                  <a:schemeClr val="lt1"/>
                </a:solidFill>
              </a:defRPr>
            </a:lvl4pPr>
            <a:lvl5pPr lvl="4" rtl="0" algn="ctr">
              <a:lnSpc>
                <a:spcPct val="100000"/>
              </a:lnSpc>
              <a:spcBef>
                <a:spcPts val="0"/>
              </a:spcBef>
              <a:spcAft>
                <a:spcPts val="0"/>
              </a:spcAft>
              <a:buClr>
                <a:schemeClr val="lt1"/>
              </a:buClr>
              <a:buSzPts val="2100"/>
              <a:buNone/>
              <a:defRPr sz="2100">
                <a:solidFill>
                  <a:schemeClr val="lt1"/>
                </a:solidFill>
              </a:defRPr>
            </a:lvl5pPr>
            <a:lvl6pPr lvl="5" rtl="0" algn="ctr">
              <a:lnSpc>
                <a:spcPct val="100000"/>
              </a:lnSpc>
              <a:spcBef>
                <a:spcPts val="0"/>
              </a:spcBef>
              <a:spcAft>
                <a:spcPts val="0"/>
              </a:spcAft>
              <a:buClr>
                <a:schemeClr val="lt1"/>
              </a:buClr>
              <a:buSzPts val="2100"/>
              <a:buNone/>
              <a:defRPr sz="2100">
                <a:solidFill>
                  <a:schemeClr val="lt1"/>
                </a:solidFill>
              </a:defRPr>
            </a:lvl6pPr>
            <a:lvl7pPr lvl="6" rtl="0" algn="ctr">
              <a:lnSpc>
                <a:spcPct val="100000"/>
              </a:lnSpc>
              <a:spcBef>
                <a:spcPts val="0"/>
              </a:spcBef>
              <a:spcAft>
                <a:spcPts val="0"/>
              </a:spcAft>
              <a:buClr>
                <a:schemeClr val="lt1"/>
              </a:buClr>
              <a:buSzPts val="2100"/>
              <a:buNone/>
              <a:defRPr sz="2100">
                <a:solidFill>
                  <a:schemeClr val="lt1"/>
                </a:solidFill>
              </a:defRPr>
            </a:lvl7pPr>
            <a:lvl8pPr lvl="7" rtl="0" algn="ctr">
              <a:lnSpc>
                <a:spcPct val="100000"/>
              </a:lnSpc>
              <a:spcBef>
                <a:spcPts val="0"/>
              </a:spcBef>
              <a:spcAft>
                <a:spcPts val="0"/>
              </a:spcAft>
              <a:buClr>
                <a:schemeClr val="lt1"/>
              </a:buClr>
              <a:buSzPts val="2100"/>
              <a:buNone/>
              <a:defRPr sz="2100">
                <a:solidFill>
                  <a:schemeClr val="lt1"/>
                </a:solidFill>
              </a:defRPr>
            </a:lvl8pPr>
            <a:lvl9pPr lvl="8" rtl="0" algn="ctr">
              <a:lnSpc>
                <a:spcPct val="100000"/>
              </a:lnSpc>
              <a:spcBef>
                <a:spcPts val="0"/>
              </a:spcBef>
              <a:spcAft>
                <a:spcPts val="0"/>
              </a:spcAft>
              <a:buClr>
                <a:schemeClr val="lt1"/>
              </a:buClr>
              <a:buSzPts val="2100"/>
              <a:buNone/>
              <a:defRPr sz="2100">
                <a:solidFill>
                  <a:schemeClr val="lt1"/>
                </a:solidFill>
              </a:defRPr>
            </a:lvl9pPr>
          </a:lstStyle>
          <a:p/>
        </p:txBody>
      </p:sp>
      <p:sp>
        <p:nvSpPr>
          <p:cNvPr id="97" name="Google Shape;97;p25"/>
          <p:cNvSpPr txBox="1"/>
          <p:nvPr>
            <p:ph idx="5" type="title"/>
          </p:nvPr>
        </p:nvSpPr>
        <p:spPr>
          <a:xfrm>
            <a:off x="4682136" y="3052625"/>
            <a:ext cx="1671600" cy="5484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lt1"/>
              </a:buClr>
              <a:buSzPts val="1800"/>
              <a:buNone/>
              <a:defRPr sz="1800">
                <a:solidFill>
                  <a:schemeClr val="lt1"/>
                </a:solidFill>
              </a:defRPr>
            </a:lvl1pPr>
            <a:lvl2pPr lvl="1" rtl="0" algn="ctr">
              <a:spcBef>
                <a:spcPts val="0"/>
              </a:spcBef>
              <a:spcAft>
                <a:spcPts val="0"/>
              </a:spcAft>
              <a:buClr>
                <a:schemeClr val="lt1"/>
              </a:buClr>
              <a:buSzPts val="4200"/>
              <a:buNone/>
              <a:defRPr sz="4200">
                <a:solidFill>
                  <a:schemeClr val="lt1"/>
                </a:solidFill>
              </a:defRPr>
            </a:lvl2pPr>
            <a:lvl3pPr lvl="2" rtl="0" algn="ctr">
              <a:spcBef>
                <a:spcPts val="0"/>
              </a:spcBef>
              <a:spcAft>
                <a:spcPts val="0"/>
              </a:spcAft>
              <a:buClr>
                <a:schemeClr val="lt1"/>
              </a:buClr>
              <a:buSzPts val="4200"/>
              <a:buNone/>
              <a:defRPr sz="4200">
                <a:solidFill>
                  <a:schemeClr val="lt1"/>
                </a:solidFill>
              </a:defRPr>
            </a:lvl3pPr>
            <a:lvl4pPr lvl="3" rtl="0" algn="ctr">
              <a:spcBef>
                <a:spcPts val="0"/>
              </a:spcBef>
              <a:spcAft>
                <a:spcPts val="0"/>
              </a:spcAft>
              <a:buClr>
                <a:schemeClr val="lt1"/>
              </a:buClr>
              <a:buSzPts val="4200"/>
              <a:buNone/>
              <a:defRPr sz="4200">
                <a:solidFill>
                  <a:schemeClr val="lt1"/>
                </a:solidFill>
              </a:defRPr>
            </a:lvl4pPr>
            <a:lvl5pPr lvl="4" rtl="0" algn="ctr">
              <a:spcBef>
                <a:spcPts val="0"/>
              </a:spcBef>
              <a:spcAft>
                <a:spcPts val="0"/>
              </a:spcAft>
              <a:buClr>
                <a:schemeClr val="lt1"/>
              </a:buClr>
              <a:buSzPts val="4200"/>
              <a:buNone/>
              <a:defRPr sz="4200">
                <a:solidFill>
                  <a:schemeClr val="lt1"/>
                </a:solidFill>
              </a:defRPr>
            </a:lvl5pPr>
            <a:lvl6pPr lvl="5" rtl="0" algn="ctr">
              <a:spcBef>
                <a:spcPts val="0"/>
              </a:spcBef>
              <a:spcAft>
                <a:spcPts val="0"/>
              </a:spcAft>
              <a:buClr>
                <a:schemeClr val="lt1"/>
              </a:buClr>
              <a:buSzPts val="4200"/>
              <a:buNone/>
              <a:defRPr sz="4200">
                <a:solidFill>
                  <a:schemeClr val="lt1"/>
                </a:solidFill>
              </a:defRPr>
            </a:lvl6pPr>
            <a:lvl7pPr lvl="6" rtl="0" algn="ctr">
              <a:spcBef>
                <a:spcPts val="0"/>
              </a:spcBef>
              <a:spcAft>
                <a:spcPts val="0"/>
              </a:spcAft>
              <a:buClr>
                <a:schemeClr val="lt1"/>
              </a:buClr>
              <a:buSzPts val="4200"/>
              <a:buNone/>
              <a:defRPr sz="4200">
                <a:solidFill>
                  <a:schemeClr val="lt1"/>
                </a:solidFill>
              </a:defRPr>
            </a:lvl7pPr>
            <a:lvl8pPr lvl="7" rtl="0" algn="ctr">
              <a:spcBef>
                <a:spcPts val="0"/>
              </a:spcBef>
              <a:spcAft>
                <a:spcPts val="0"/>
              </a:spcAft>
              <a:buClr>
                <a:schemeClr val="lt1"/>
              </a:buClr>
              <a:buSzPts val="4200"/>
              <a:buNone/>
              <a:defRPr sz="4200">
                <a:solidFill>
                  <a:schemeClr val="lt1"/>
                </a:solidFill>
              </a:defRPr>
            </a:lvl8pPr>
            <a:lvl9pPr lvl="8" rtl="0" algn="ctr">
              <a:spcBef>
                <a:spcPts val="0"/>
              </a:spcBef>
              <a:spcAft>
                <a:spcPts val="0"/>
              </a:spcAft>
              <a:buClr>
                <a:schemeClr val="lt1"/>
              </a:buClr>
              <a:buSzPts val="4200"/>
              <a:buNone/>
              <a:defRPr sz="4200">
                <a:solidFill>
                  <a:schemeClr val="lt1"/>
                </a:solidFill>
              </a:defRPr>
            </a:lvl9pPr>
          </a:lstStyle>
          <a:p/>
        </p:txBody>
      </p:sp>
      <p:sp>
        <p:nvSpPr>
          <p:cNvPr id="98" name="Google Shape;98;p25"/>
          <p:cNvSpPr txBox="1"/>
          <p:nvPr>
            <p:ph idx="6" type="subTitle"/>
          </p:nvPr>
        </p:nvSpPr>
        <p:spPr>
          <a:xfrm>
            <a:off x="4682139" y="3558837"/>
            <a:ext cx="1671600" cy="1157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lt1"/>
              </a:buClr>
              <a:buSzPts val="1400"/>
              <a:buNone/>
              <a:defRPr sz="1400">
                <a:solidFill>
                  <a:schemeClr val="lt1"/>
                </a:solidFill>
              </a:defRPr>
            </a:lvl1pPr>
            <a:lvl2pPr lvl="1" rtl="0" algn="ctr">
              <a:lnSpc>
                <a:spcPct val="100000"/>
              </a:lnSpc>
              <a:spcBef>
                <a:spcPts val="0"/>
              </a:spcBef>
              <a:spcAft>
                <a:spcPts val="0"/>
              </a:spcAft>
              <a:buClr>
                <a:schemeClr val="lt1"/>
              </a:buClr>
              <a:buSzPts val="2100"/>
              <a:buNone/>
              <a:defRPr sz="2100">
                <a:solidFill>
                  <a:schemeClr val="lt1"/>
                </a:solidFill>
              </a:defRPr>
            </a:lvl2pPr>
            <a:lvl3pPr lvl="2" rtl="0" algn="ctr">
              <a:lnSpc>
                <a:spcPct val="100000"/>
              </a:lnSpc>
              <a:spcBef>
                <a:spcPts val="0"/>
              </a:spcBef>
              <a:spcAft>
                <a:spcPts val="0"/>
              </a:spcAft>
              <a:buClr>
                <a:schemeClr val="lt1"/>
              </a:buClr>
              <a:buSzPts val="2100"/>
              <a:buNone/>
              <a:defRPr sz="2100">
                <a:solidFill>
                  <a:schemeClr val="lt1"/>
                </a:solidFill>
              </a:defRPr>
            </a:lvl3pPr>
            <a:lvl4pPr lvl="3" rtl="0" algn="ctr">
              <a:lnSpc>
                <a:spcPct val="100000"/>
              </a:lnSpc>
              <a:spcBef>
                <a:spcPts val="0"/>
              </a:spcBef>
              <a:spcAft>
                <a:spcPts val="0"/>
              </a:spcAft>
              <a:buClr>
                <a:schemeClr val="lt1"/>
              </a:buClr>
              <a:buSzPts val="2100"/>
              <a:buNone/>
              <a:defRPr sz="2100">
                <a:solidFill>
                  <a:schemeClr val="lt1"/>
                </a:solidFill>
              </a:defRPr>
            </a:lvl4pPr>
            <a:lvl5pPr lvl="4" rtl="0" algn="ctr">
              <a:lnSpc>
                <a:spcPct val="100000"/>
              </a:lnSpc>
              <a:spcBef>
                <a:spcPts val="0"/>
              </a:spcBef>
              <a:spcAft>
                <a:spcPts val="0"/>
              </a:spcAft>
              <a:buClr>
                <a:schemeClr val="lt1"/>
              </a:buClr>
              <a:buSzPts val="2100"/>
              <a:buNone/>
              <a:defRPr sz="2100">
                <a:solidFill>
                  <a:schemeClr val="lt1"/>
                </a:solidFill>
              </a:defRPr>
            </a:lvl5pPr>
            <a:lvl6pPr lvl="5" rtl="0" algn="ctr">
              <a:lnSpc>
                <a:spcPct val="100000"/>
              </a:lnSpc>
              <a:spcBef>
                <a:spcPts val="0"/>
              </a:spcBef>
              <a:spcAft>
                <a:spcPts val="0"/>
              </a:spcAft>
              <a:buClr>
                <a:schemeClr val="lt1"/>
              </a:buClr>
              <a:buSzPts val="2100"/>
              <a:buNone/>
              <a:defRPr sz="2100">
                <a:solidFill>
                  <a:schemeClr val="lt1"/>
                </a:solidFill>
              </a:defRPr>
            </a:lvl6pPr>
            <a:lvl7pPr lvl="6" rtl="0" algn="ctr">
              <a:lnSpc>
                <a:spcPct val="100000"/>
              </a:lnSpc>
              <a:spcBef>
                <a:spcPts val="0"/>
              </a:spcBef>
              <a:spcAft>
                <a:spcPts val="0"/>
              </a:spcAft>
              <a:buClr>
                <a:schemeClr val="lt1"/>
              </a:buClr>
              <a:buSzPts val="2100"/>
              <a:buNone/>
              <a:defRPr sz="2100">
                <a:solidFill>
                  <a:schemeClr val="lt1"/>
                </a:solidFill>
              </a:defRPr>
            </a:lvl7pPr>
            <a:lvl8pPr lvl="7" rtl="0" algn="ctr">
              <a:lnSpc>
                <a:spcPct val="100000"/>
              </a:lnSpc>
              <a:spcBef>
                <a:spcPts val="0"/>
              </a:spcBef>
              <a:spcAft>
                <a:spcPts val="0"/>
              </a:spcAft>
              <a:buClr>
                <a:schemeClr val="lt1"/>
              </a:buClr>
              <a:buSzPts val="2100"/>
              <a:buNone/>
              <a:defRPr sz="2100">
                <a:solidFill>
                  <a:schemeClr val="lt1"/>
                </a:solidFill>
              </a:defRPr>
            </a:lvl8pPr>
            <a:lvl9pPr lvl="8" rtl="0" algn="ctr">
              <a:lnSpc>
                <a:spcPct val="100000"/>
              </a:lnSpc>
              <a:spcBef>
                <a:spcPts val="0"/>
              </a:spcBef>
              <a:spcAft>
                <a:spcPts val="0"/>
              </a:spcAft>
              <a:buClr>
                <a:schemeClr val="lt1"/>
              </a:buClr>
              <a:buSzPts val="2100"/>
              <a:buNone/>
              <a:defRPr sz="2100">
                <a:solidFill>
                  <a:schemeClr val="lt1"/>
                </a:solidFill>
              </a:defRPr>
            </a:lvl9pPr>
          </a:lstStyle>
          <a:p/>
        </p:txBody>
      </p:sp>
      <p:sp>
        <p:nvSpPr>
          <p:cNvPr id="99" name="Google Shape;99;p25"/>
          <p:cNvSpPr txBox="1"/>
          <p:nvPr>
            <p:ph idx="7" type="title"/>
          </p:nvPr>
        </p:nvSpPr>
        <p:spPr>
          <a:xfrm>
            <a:off x="6574011" y="3052625"/>
            <a:ext cx="1671600" cy="5484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lt1"/>
              </a:buClr>
              <a:buSzPts val="1800"/>
              <a:buNone/>
              <a:defRPr sz="1800">
                <a:solidFill>
                  <a:schemeClr val="lt1"/>
                </a:solidFill>
              </a:defRPr>
            </a:lvl1pPr>
            <a:lvl2pPr lvl="1" rtl="0" algn="ctr">
              <a:spcBef>
                <a:spcPts val="0"/>
              </a:spcBef>
              <a:spcAft>
                <a:spcPts val="0"/>
              </a:spcAft>
              <a:buClr>
                <a:schemeClr val="lt1"/>
              </a:buClr>
              <a:buSzPts val="4200"/>
              <a:buNone/>
              <a:defRPr sz="4200">
                <a:solidFill>
                  <a:schemeClr val="lt1"/>
                </a:solidFill>
              </a:defRPr>
            </a:lvl2pPr>
            <a:lvl3pPr lvl="2" rtl="0" algn="ctr">
              <a:spcBef>
                <a:spcPts val="0"/>
              </a:spcBef>
              <a:spcAft>
                <a:spcPts val="0"/>
              </a:spcAft>
              <a:buClr>
                <a:schemeClr val="lt1"/>
              </a:buClr>
              <a:buSzPts val="4200"/>
              <a:buNone/>
              <a:defRPr sz="4200">
                <a:solidFill>
                  <a:schemeClr val="lt1"/>
                </a:solidFill>
              </a:defRPr>
            </a:lvl3pPr>
            <a:lvl4pPr lvl="3" rtl="0" algn="ctr">
              <a:spcBef>
                <a:spcPts val="0"/>
              </a:spcBef>
              <a:spcAft>
                <a:spcPts val="0"/>
              </a:spcAft>
              <a:buClr>
                <a:schemeClr val="lt1"/>
              </a:buClr>
              <a:buSzPts val="4200"/>
              <a:buNone/>
              <a:defRPr sz="4200">
                <a:solidFill>
                  <a:schemeClr val="lt1"/>
                </a:solidFill>
              </a:defRPr>
            </a:lvl4pPr>
            <a:lvl5pPr lvl="4" rtl="0" algn="ctr">
              <a:spcBef>
                <a:spcPts val="0"/>
              </a:spcBef>
              <a:spcAft>
                <a:spcPts val="0"/>
              </a:spcAft>
              <a:buClr>
                <a:schemeClr val="lt1"/>
              </a:buClr>
              <a:buSzPts val="4200"/>
              <a:buNone/>
              <a:defRPr sz="4200">
                <a:solidFill>
                  <a:schemeClr val="lt1"/>
                </a:solidFill>
              </a:defRPr>
            </a:lvl5pPr>
            <a:lvl6pPr lvl="5" rtl="0" algn="ctr">
              <a:spcBef>
                <a:spcPts val="0"/>
              </a:spcBef>
              <a:spcAft>
                <a:spcPts val="0"/>
              </a:spcAft>
              <a:buClr>
                <a:schemeClr val="lt1"/>
              </a:buClr>
              <a:buSzPts val="4200"/>
              <a:buNone/>
              <a:defRPr sz="4200">
                <a:solidFill>
                  <a:schemeClr val="lt1"/>
                </a:solidFill>
              </a:defRPr>
            </a:lvl6pPr>
            <a:lvl7pPr lvl="6" rtl="0" algn="ctr">
              <a:spcBef>
                <a:spcPts val="0"/>
              </a:spcBef>
              <a:spcAft>
                <a:spcPts val="0"/>
              </a:spcAft>
              <a:buClr>
                <a:schemeClr val="lt1"/>
              </a:buClr>
              <a:buSzPts val="4200"/>
              <a:buNone/>
              <a:defRPr sz="4200">
                <a:solidFill>
                  <a:schemeClr val="lt1"/>
                </a:solidFill>
              </a:defRPr>
            </a:lvl7pPr>
            <a:lvl8pPr lvl="7" rtl="0" algn="ctr">
              <a:spcBef>
                <a:spcPts val="0"/>
              </a:spcBef>
              <a:spcAft>
                <a:spcPts val="0"/>
              </a:spcAft>
              <a:buClr>
                <a:schemeClr val="lt1"/>
              </a:buClr>
              <a:buSzPts val="4200"/>
              <a:buNone/>
              <a:defRPr sz="4200">
                <a:solidFill>
                  <a:schemeClr val="lt1"/>
                </a:solidFill>
              </a:defRPr>
            </a:lvl8pPr>
            <a:lvl9pPr lvl="8" rtl="0" algn="ctr">
              <a:spcBef>
                <a:spcPts val="0"/>
              </a:spcBef>
              <a:spcAft>
                <a:spcPts val="0"/>
              </a:spcAft>
              <a:buClr>
                <a:schemeClr val="lt1"/>
              </a:buClr>
              <a:buSzPts val="4200"/>
              <a:buNone/>
              <a:defRPr sz="4200">
                <a:solidFill>
                  <a:schemeClr val="lt1"/>
                </a:solidFill>
              </a:defRPr>
            </a:lvl9pPr>
          </a:lstStyle>
          <a:p/>
        </p:txBody>
      </p:sp>
      <p:sp>
        <p:nvSpPr>
          <p:cNvPr id="100" name="Google Shape;100;p25"/>
          <p:cNvSpPr txBox="1"/>
          <p:nvPr>
            <p:ph idx="8" type="subTitle"/>
          </p:nvPr>
        </p:nvSpPr>
        <p:spPr>
          <a:xfrm>
            <a:off x="6574014" y="3558837"/>
            <a:ext cx="1671600" cy="1157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lt1"/>
              </a:buClr>
              <a:buSzPts val="1400"/>
              <a:buNone/>
              <a:defRPr sz="1400">
                <a:solidFill>
                  <a:schemeClr val="lt1"/>
                </a:solidFill>
              </a:defRPr>
            </a:lvl1pPr>
            <a:lvl2pPr lvl="1" rtl="0" algn="ctr">
              <a:lnSpc>
                <a:spcPct val="100000"/>
              </a:lnSpc>
              <a:spcBef>
                <a:spcPts val="0"/>
              </a:spcBef>
              <a:spcAft>
                <a:spcPts val="0"/>
              </a:spcAft>
              <a:buClr>
                <a:schemeClr val="lt1"/>
              </a:buClr>
              <a:buSzPts val="2100"/>
              <a:buNone/>
              <a:defRPr sz="2100">
                <a:solidFill>
                  <a:schemeClr val="lt1"/>
                </a:solidFill>
              </a:defRPr>
            </a:lvl2pPr>
            <a:lvl3pPr lvl="2" rtl="0" algn="ctr">
              <a:lnSpc>
                <a:spcPct val="100000"/>
              </a:lnSpc>
              <a:spcBef>
                <a:spcPts val="0"/>
              </a:spcBef>
              <a:spcAft>
                <a:spcPts val="0"/>
              </a:spcAft>
              <a:buClr>
                <a:schemeClr val="lt1"/>
              </a:buClr>
              <a:buSzPts val="2100"/>
              <a:buNone/>
              <a:defRPr sz="2100">
                <a:solidFill>
                  <a:schemeClr val="lt1"/>
                </a:solidFill>
              </a:defRPr>
            </a:lvl3pPr>
            <a:lvl4pPr lvl="3" rtl="0" algn="ctr">
              <a:lnSpc>
                <a:spcPct val="100000"/>
              </a:lnSpc>
              <a:spcBef>
                <a:spcPts val="0"/>
              </a:spcBef>
              <a:spcAft>
                <a:spcPts val="0"/>
              </a:spcAft>
              <a:buClr>
                <a:schemeClr val="lt1"/>
              </a:buClr>
              <a:buSzPts val="2100"/>
              <a:buNone/>
              <a:defRPr sz="2100">
                <a:solidFill>
                  <a:schemeClr val="lt1"/>
                </a:solidFill>
              </a:defRPr>
            </a:lvl4pPr>
            <a:lvl5pPr lvl="4" rtl="0" algn="ctr">
              <a:lnSpc>
                <a:spcPct val="100000"/>
              </a:lnSpc>
              <a:spcBef>
                <a:spcPts val="0"/>
              </a:spcBef>
              <a:spcAft>
                <a:spcPts val="0"/>
              </a:spcAft>
              <a:buClr>
                <a:schemeClr val="lt1"/>
              </a:buClr>
              <a:buSzPts val="2100"/>
              <a:buNone/>
              <a:defRPr sz="2100">
                <a:solidFill>
                  <a:schemeClr val="lt1"/>
                </a:solidFill>
              </a:defRPr>
            </a:lvl5pPr>
            <a:lvl6pPr lvl="5" rtl="0" algn="ctr">
              <a:lnSpc>
                <a:spcPct val="100000"/>
              </a:lnSpc>
              <a:spcBef>
                <a:spcPts val="0"/>
              </a:spcBef>
              <a:spcAft>
                <a:spcPts val="0"/>
              </a:spcAft>
              <a:buClr>
                <a:schemeClr val="lt1"/>
              </a:buClr>
              <a:buSzPts val="2100"/>
              <a:buNone/>
              <a:defRPr sz="2100">
                <a:solidFill>
                  <a:schemeClr val="lt1"/>
                </a:solidFill>
              </a:defRPr>
            </a:lvl6pPr>
            <a:lvl7pPr lvl="6" rtl="0" algn="ctr">
              <a:lnSpc>
                <a:spcPct val="100000"/>
              </a:lnSpc>
              <a:spcBef>
                <a:spcPts val="0"/>
              </a:spcBef>
              <a:spcAft>
                <a:spcPts val="0"/>
              </a:spcAft>
              <a:buClr>
                <a:schemeClr val="lt1"/>
              </a:buClr>
              <a:buSzPts val="2100"/>
              <a:buNone/>
              <a:defRPr sz="2100">
                <a:solidFill>
                  <a:schemeClr val="lt1"/>
                </a:solidFill>
              </a:defRPr>
            </a:lvl7pPr>
            <a:lvl8pPr lvl="7" rtl="0" algn="ctr">
              <a:lnSpc>
                <a:spcPct val="100000"/>
              </a:lnSpc>
              <a:spcBef>
                <a:spcPts val="0"/>
              </a:spcBef>
              <a:spcAft>
                <a:spcPts val="0"/>
              </a:spcAft>
              <a:buClr>
                <a:schemeClr val="lt1"/>
              </a:buClr>
              <a:buSzPts val="2100"/>
              <a:buNone/>
              <a:defRPr sz="2100">
                <a:solidFill>
                  <a:schemeClr val="lt1"/>
                </a:solidFill>
              </a:defRPr>
            </a:lvl8pPr>
            <a:lvl9pPr lvl="8" rtl="0" algn="ctr">
              <a:lnSpc>
                <a:spcPct val="100000"/>
              </a:lnSpc>
              <a:spcBef>
                <a:spcPts val="0"/>
              </a:spcBef>
              <a:spcAft>
                <a:spcPts val="0"/>
              </a:spcAft>
              <a:buClr>
                <a:schemeClr val="lt1"/>
              </a:buClr>
              <a:buSzPts val="2100"/>
              <a:buNone/>
              <a:defRPr sz="2100">
                <a:solidFill>
                  <a:schemeClr val="lt1"/>
                </a:solidFill>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Numbers">
  <p:cSld name="CAPTION_ONLY_1_1_1_1">
    <p:bg>
      <p:bgPr>
        <a:blipFill>
          <a:blip r:embed="rId2">
            <a:alphaModFix/>
          </a:blip>
          <a:stretch>
            <a:fillRect/>
          </a:stretch>
        </a:blipFill>
      </p:bgPr>
    </p:bg>
    <p:spTree>
      <p:nvGrpSpPr>
        <p:cNvPr id="101" name="Shape 101"/>
        <p:cNvGrpSpPr/>
        <p:nvPr/>
      </p:nvGrpSpPr>
      <p:grpSpPr>
        <a:xfrm>
          <a:off x="0" y="0"/>
          <a:ext cx="0" cy="0"/>
          <a:chOff x="0" y="0"/>
          <a:chExt cx="0" cy="0"/>
        </a:xfrm>
      </p:grpSpPr>
      <p:sp>
        <p:nvSpPr>
          <p:cNvPr id="102" name="Google Shape;102;p26"/>
          <p:cNvSpPr txBox="1"/>
          <p:nvPr>
            <p:ph hasCustomPrompt="1" type="title"/>
          </p:nvPr>
        </p:nvSpPr>
        <p:spPr>
          <a:xfrm>
            <a:off x="4996800" y="661843"/>
            <a:ext cx="3159300" cy="7239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lt1"/>
              </a:buClr>
              <a:buSzPts val="4800"/>
              <a:buNone/>
              <a:defRPr sz="4800">
                <a:solidFill>
                  <a:schemeClr val="lt1"/>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03" name="Google Shape;103;p26"/>
          <p:cNvSpPr txBox="1"/>
          <p:nvPr>
            <p:ph idx="1" type="subTitle"/>
          </p:nvPr>
        </p:nvSpPr>
        <p:spPr>
          <a:xfrm>
            <a:off x="4911000" y="1265850"/>
            <a:ext cx="3330900" cy="417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1400"/>
              <a:buNone/>
              <a:defRPr sz="1400">
                <a:solidFill>
                  <a:schemeClr val="accent1"/>
                </a:solidFill>
              </a:defRPr>
            </a:lvl1pPr>
            <a:lvl2pPr lvl="1" rtl="0" algn="ctr">
              <a:lnSpc>
                <a:spcPct val="100000"/>
              </a:lnSpc>
              <a:spcBef>
                <a:spcPts val="0"/>
              </a:spcBef>
              <a:spcAft>
                <a:spcPts val="0"/>
              </a:spcAft>
              <a:buClr>
                <a:schemeClr val="accent1"/>
              </a:buClr>
              <a:buSzPts val="2100"/>
              <a:buNone/>
              <a:defRPr sz="2100">
                <a:solidFill>
                  <a:schemeClr val="accent1"/>
                </a:solidFill>
              </a:defRPr>
            </a:lvl2pPr>
            <a:lvl3pPr lvl="2" rtl="0" algn="ctr">
              <a:lnSpc>
                <a:spcPct val="100000"/>
              </a:lnSpc>
              <a:spcBef>
                <a:spcPts val="0"/>
              </a:spcBef>
              <a:spcAft>
                <a:spcPts val="0"/>
              </a:spcAft>
              <a:buClr>
                <a:schemeClr val="accent1"/>
              </a:buClr>
              <a:buSzPts val="2100"/>
              <a:buNone/>
              <a:defRPr sz="2100">
                <a:solidFill>
                  <a:schemeClr val="accent1"/>
                </a:solidFill>
              </a:defRPr>
            </a:lvl3pPr>
            <a:lvl4pPr lvl="3" rtl="0" algn="ctr">
              <a:lnSpc>
                <a:spcPct val="100000"/>
              </a:lnSpc>
              <a:spcBef>
                <a:spcPts val="0"/>
              </a:spcBef>
              <a:spcAft>
                <a:spcPts val="0"/>
              </a:spcAft>
              <a:buClr>
                <a:schemeClr val="accent1"/>
              </a:buClr>
              <a:buSzPts val="2100"/>
              <a:buNone/>
              <a:defRPr sz="2100">
                <a:solidFill>
                  <a:schemeClr val="accent1"/>
                </a:solidFill>
              </a:defRPr>
            </a:lvl4pPr>
            <a:lvl5pPr lvl="4" rtl="0" algn="ctr">
              <a:lnSpc>
                <a:spcPct val="100000"/>
              </a:lnSpc>
              <a:spcBef>
                <a:spcPts val="0"/>
              </a:spcBef>
              <a:spcAft>
                <a:spcPts val="0"/>
              </a:spcAft>
              <a:buClr>
                <a:schemeClr val="accent1"/>
              </a:buClr>
              <a:buSzPts val="2100"/>
              <a:buNone/>
              <a:defRPr sz="2100">
                <a:solidFill>
                  <a:schemeClr val="accent1"/>
                </a:solidFill>
              </a:defRPr>
            </a:lvl5pPr>
            <a:lvl6pPr lvl="5" rtl="0" algn="ctr">
              <a:lnSpc>
                <a:spcPct val="100000"/>
              </a:lnSpc>
              <a:spcBef>
                <a:spcPts val="0"/>
              </a:spcBef>
              <a:spcAft>
                <a:spcPts val="0"/>
              </a:spcAft>
              <a:buClr>
                <a:schemeClr val="accent1"/>
              </a:buClr>
              <a:buSzPts val="2100"/>
              <a:buNone/>
              <a:defRPr sz="2100">
                <a:solidFill>
                  <a:schemeClr val="accent1"/>
                </a:solidFill>
              </a:defRPr>
            </a:lvl6pPr>
            <a:lvl7pPr lvl="6" rtl="0" algn="ctr">
              <a:lnSpc>
                <a:spcPct val="100000"/>
              </a:lnSpc>
              <a:spcBef>
                <a:spcPts val="0"/>
              </a:spcBef>
              <a:spcAft>
                <a:spcPts val="0"/>
              </a:spcAft>
              <a:buClr>
                <a:schemeClr val="accent1"/>
              </a:buClr>
              <a:buSzPts val="2100"/>
              <a:buNone/>
              <a:defRPr sz="2100">
                <a:solidFill>
                  <a:schemeClr val="accent1"/>
                </a:solidFill>
              </a:defRPr>
            </a:lvl7pPr>
            <a:lvl8pPr lvl="7" rtl="0" algn="ctr">
              <a:lnSpc>
                <a:spcPct val="100000"/>
              </a:lnSpc>
              <a:spcBef>
                <a:spcPts val="0"/>
              </a:spcBef>
              <a:spcAft>
                <a:spcPts val="0"/>
              </a:spcAft>
              <a:buClr>
                <a:schemeClr val="accent1"/>
              </a:buClr>
              <a:buSzPts val="2100"/>
              <a:buNone/>
              <a:defRPr sz="2100">
                <a:solidFill>
                  <a:schemeClr val="accent1"/>
                </a:solidFill>
              </a:defRPr>
            </a:lvl8pPr>
            <a:lvl9pPr lvl="8" rtl="0" algn="ctr">
              <a:lnSpc>
                <a:spcPct val="100000"/>
              </a:lnSpc>
              <a:spcBef>
                <a:spcPts val="0"/>
              </a:spcBef>
              <a:spcAft>
                <a:spcPts val="0"/>
              </a:spcAft>
              <a:buClr>
                <a:schemeClr val="accent1"/>
              </a:buClr>
              <a:buSzPts val="2100"/>
              <a:buNone/>
              <a:defRPr sz="2100">
                <a:solidFill>
                  <a:schemeClr val="accent1"/>
                </a:solidFill>
              </a:defRPr>
            </a:lvl9pPr>
          </a:lstStyle>
          <a:p/>
        </p:txBody>
      </p:sp>
      <p:sp>
        <p:nvSpPr>
          <p:cNvPr id="104" name="Google Shape;104;p26"/>
          <p:cNvSpPr txBox="1"/>
          <p:nvPr>
            <p:ph hasCustomPrompt="1" idx="2" type="title"/>
          </p:nvPr>
        </p:nvSpPr>
        <p:spPr>
          <a:xfrm>
            <a:off x="4996800" y="2099193"/>
            <a:ext cx="3159300" cy="7239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lt1"/>
              </a:buClr>
              <a:buSzPts val="4800"/>
              <a:buNone/>
              <a:defRPr sz="4800">
                <a:solidFill>
                  <a:schemeClr val="lt1"/>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05" name="Google Shape;105;p26"/>
          <p:cNvSpPr txBox="1"/>
          <p:nvPr>
            <p:ph idx="3" type="subTitle"/>
          </p:nvPr>
        </p:nvSpPr>
        <p:spPr>
          <a:xfrm>
            <a:off x="4911000" y="2703200"/>
            <a:ext cx="3330900" cy="417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1400"/>
              <a:buNone/>
              <a:defRPr sz="1400">
                <a:solidFill>
                  <a:schemeClr val="accent1"/>
                </a:solidFill>
              </a:defRPr>
            </a:lvl1pPr>
            <a:lvl2pPr lvl="1" rtl="0" algn="ctr">
              <a:lnSpc>
                <a:spcPct val="100000"/>
              </a:lnSpc>
              <a:spcBef>
                <a:spcPts val="0"/>
              </a:spcBef>
              <a:spcAft>
                <a:spcPts val="0"/>
              </a:spcAft>
              <a:buClr>
                <a:schemeClr val="accent1"/>
              </a:buClr>
              <a:buSzPts val="2100"/>
              <a:buNone/>
              <a:defRPr sz="2100">
                <a:solidFill>
                  <a:schemeClr val="accent1"/>
                </a:solidFill>
              </a:defRPr>
            </a:lvl2pPr>
            <a:lvl3pPr lvl="2" rtl="0" algn="ctr">
              <a:lnSpc>
                <a:spcPct val="100000"/>
              </a:lnSpc>
              <a:spcBef>
                <a:spcPts val="0"/>
              </a:spcBef>
              <a:spcAft>
                <a:spcPts val="0"/>
              </a:spcAft>
              <a:buClr>
                <a:schemeClr val="accent1"/>
              </a:buClr>
              <a:buSzPts val="2100"/>
              <a:buNone/>
              <a:defRPr sz="2100">
                <a:solidFill>
                  <a:schemeClr val="accent1"/>
                </a:solidFill>
              </a:defRPr>
            </a:lvl3pPr>
            <a:lvl4pPr lvl="3" rtl="0" algn="ctr">
              <a:lnSpc>
                <a:spcPct val="100000"/>
              </a:lnSpc>
              <a:spcBef>
                <a:spcPts val="0"/>
              </a:spcBef>
              <a:spcAft>
                <a:spcPts val="0"/>
              </a:spcAft>
              <a:buClr>
                <a:schemeClr val="accent1"/>
              </a:buClr>
              <a:buSzPts val="2100"/>
              <a:buNone/>
              <a:defRPr sz="2100">
                <a:solidFill>
                  <a:schemeClr val="accent1"/>
                </a:solidFill>
              </a:defRPr>
            </a:lvl4pPr>
            <a:lvl5pPr lvl="4" rtl="0" algn="ctr">
              <a:lnSpc>
                <a:spcPct val="100000"/>
              </a:lnSpc>
              <a:spcBef>
                <a:spcPts val="0"/>
              </a:spcBef>
              <a:spcAft>
                <a:spcPts val="0"/>
              </a:spcAft>
              <a:buClr>
                <a:schemeClr val="accent1"/>
              </a:buClr>
              <a:buSzPts val="2100"/>
              <a:buNone/>
              <a:defRPr sz="2100">
                <a:solidFill>
                  <a:schemeClr val="accent1"/>
                </a:solidFill>
              </a:defRPr>
            </a:lvl5pPr>
            <a:lvl6pPr lvl="5" rtl="0" algn="ctr">
              <a:lnSpc>
                <a:spcPct val="100000"/>
              </a:lnSpc>
              <a:spcBef>
                <a:spcPts val="0"/>
              </a:spcBef>
              <a:spcAft>
                <a:spcPts val="0"/>
              </a:spcAft>
              <a:buClr>
                <a:schemeClr val="accent1"/>
              </a:buClr>
              <a:buSzPts val="2100"/>
              <a:buNone/>
              <a:defRPr sz="2100">
                <a:solidFill>
                  <a:schemeClr val="accent1"/>
                </a:solidFill>
              </a:defRPr>
            </a:lvl6pPr>
            <a:lvl7pPr lvl="6" rtl="0" algn="ctr">
              <a:lnSpc>
                <a:spcPct val="100000"/>
              </a:lnSpc>
              <a:spcBef>
                <a:spcPts val="0"/>
              </a:spcBef>
              <a:spcAft>
                <a:spcPts val="0"/>
              </a:spcAft>
              <a:buClr>
                <a:schemeClr val="accent1"/>
              </a:buClr>
              <a:buSzPts val="2100"/>
              <a:buNone/>
              <a:defRPr sz="2100">
                <a:solidFill>
                  <a:schemeClr val="accent1"/>
                </a:solidFill>
              </a:defRPr>
            </a:lvl7pPr>
            <a:lvl8pPr lvl="7" rtl="0" algn="ctr">
              <a:lnSpc>
                <a:spcPct val="100000"/>
              </a:lnSpc>
              <a:spcBef>
                <a:spcPts val="0"/>
              </a:spcBef>
              <a:spcAft>
                <a:spcPts val="0"/>
              </a:spcAft>
              <a:buClr>
                <a:schemeClr val="accent1"/>
              </a:buClr>
              <a:buSzPts val="2100"/>
              <a:buNone/>
              <a:defRPr sz="2100">
                <a:solidFill>
                  <a:schemeClr val="accent1"/>
                </a:solidFill>
              </a:defRPr>
            </a:lvl8pPr>
            <a:lvl9pPr lvl="8" rtl="0" algn="ctr">
              <a:lnSpc>
                <a:spcPct val="100000"/>
              </a:lnSpc>
              <a:spcBef>
                <a:spcPts val="0"/>
              </a:spcBef>
              <a:spcAft>
                <a:spcPts val="0"/>
              </a:spcAft>
              <a:buClr>
                <a:schemeClr val="accent1"/>
              </a:buClr>
              <a:buSzPts val="2100"/>
              <a:buNone/>
              <a:defRPr sz="2100">
                <a:solidFill>
                  <a:schemeClr val="accent1"/>
                </a:solidFill>
              </a:defRPr>
            </a:lvl9pPr>
          </a:lstStyle>
          <a:p/>
        </p:txBody>
      </p:sp>
      <p:sp>
        <p:nvSpPr>
          <p:cNvPr id="106" name="Google Shape;106;p26"/>
          <p:cNvSpPr txBox="1"/>
          <p:nvPr>
            <p:ph hasCustomPrompt="1" idx="4" type="title"/>
          </p:nvPr>
        </p:nvSpPr>
        <p:spPr>
          <a:xfrm>
            <a:off x="4996800" y="3536543"/>
            <a:ext cx="3159300" cy="7239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lt1"/>
              </a:buClr>
              <a:buSzPts val="4800"/>
              <a:buNone/>
              <a:defRPr sz="4800">
                <a:solidFill>
                  <a:schemeClr val="lt1"/>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07" name="Google Shape;107;p26"/>
          <p:cNvSpPr txBox="1"/>
          <p:nvPr>
            <p:ph idx="5" type="subTitle"/>
          </p:nvPr>
        </p:nvSpPr>
        <p:spPr>
          <a:xfrm>
            <a:off x="4911000" y="4140550"/>
            <a:ext cx="3330900" cy="417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1400"/>
              <a:buNone/>
              <a:defRPr sz="1400">
                <a:solidFill>
                  <a:schemeClr val="accent1"/>
                </a:solidFill>
              </a:defRPr>
            </a:lvl1pPr>
            <a:lvl2pPr lvl="1" rtl="0" algn="ctr">
              <a:lnSpc>
                <a:spcPct val="100000"/>
              </a:lnSpc>
              <a:spcBef>
                <a:spcPts val="0"/>
              </a:spcBef>
              <a:spcAft>
                <a:spcPts val="0"/>
              </a:spcAft>
              <a:buClr>
                <a:schemeClr val="accent1"/>
              </a:buClr>
              <a:buSzPts val="2100"/>
              <a:buNone/>
              <a:defRPr sz="2100">
                <a:solidFill>
                  <a:schemeClr val="accent1"/>
                </a:solidFill>
              </a:defRPr>
            </a:lvl2pPr>
            <a:lvl3pPr lvl="2" rtl="0" algn="ctr">
              <a:lnSpc>
                <a:spcPct val="100000"/>
              </a:lnSpc>
              <a:spcBef>
                <a:spcPts val="0"/>
              </a:spcBef>
              <a:spcAft>
                <a:spcPts val="0"/>
              </a:spcAft>
              <a:buClr>
                <a:schemeClr val="accent1"/>
              </a:buClr>
              <a:buSzPts val="2100"/>
              <a:buNone/>
              <a:defRPr sz="2100">
                <a:solidFill>
                  <a:schemeClr val="accent1"/>
                </a:solidFill>
              </a:defRPr>
            </a:lvl3pPr>
            <a:lvl4pPr lvl="3" rtl="0" algn="ctr">
              <a:lnSpc>
                <a:spcPct val="100000"/>
              </a:lnSpc>
              <a:spcBef>
                <a:spcPts val="0"/>
              </a:spcBef>
              <a:spcAft>
                <a:spcPts val="0"/>
              </a:spcAft>
              <a:buClr>
                <a:schemeClr val="accent1"/>
              </a:buClr>
              <a:buSzPts val="2100"/>
              <a:buNone/>
              <a:defRPr sz="2100">
                <a:solidFill>
                  <a:schemeClr val="accent1"/>
                </a:solidFill>
              </a:defRPr>
            </a:lvl4pPr>
            <a:lvl5pPr lvl="4" rtl="0" algn="ctr">
              <a:lnSpc>
                <a:spcPct val="100000"/>
              </a:lnSpc>
              <a:spcBef>
                <a:spcPts val="0"/>
              </a:spcBef>
              <a:spcAft>
                <a:spcPts val="0"/>
              </a:spcAft>
              <a:buClr>
                <a:schemeClr val="accent1"/>
              </a:buClr>
              <a:buSzPts val="2100"/>
              <a:buNone/>
              <a:defRPr sz="2100">
                <a:solidFill>
                  <a:schemeClr val="accent1"/>
                </a:solidFill>
              </a:defRPr>
            </a:lvl5pPr>
            <a:lvl6pPr lvl="5" rtl="0" algn="ctr">
              <a:lnSpc>
                <a:spcPct val="100000"/>
              </a:lnSpc>
              <a:spcBef>
                <a:spcPts val="0"/>
              </a:spcBef>
              <a:spcAft>
                <a:spcPts val="0"/>
              </a:spcAft>
              <a:buClr>
                <a:schemeClr val="accent1"/>
              </a:buClr>
              <a:buSzPts val="2100"/>
              <a:buNone/>
              <a:defRPr sz="2100">
                <a:solidFill>
                  <a:schemeClr val="accent1"/>
                </a:solidFill>
              </a:defRPr>
            </a:lvl6pPr>
            <a:lvl7pPr lvl="6" rtl="0" algn="ctr">
              <a:lnSpc>
                <a:spcPct val="100000"/>
              </a:lnSpc>
              <a:spcBef>
                <a:spcPts val="0"/>
              </a:spcBef>
              <a:spcAft>
                <a:spcPts val="0"/>
              </a:spcAft>
              <a:buClr>
                <a:schemeClr val="accent1"/>
              </a:buClr>
              <a:buSzPts val="2100"/>
              <a:buNone/>
              <a:defRPr sz="2100">
                <a:solidFill>
                  <a:schemeClr val="accent1"/>
                </a:solidFill>
              </a:defRPr>
            </a:lvl7pPr>
            <a:lvl8pPr lvl="7" rtl="0" algn="ctr">
              <a:lnSpc>
                <a:spcPct val="100000"/>
              </a:lnSpc>
              <a:spcBef>
                <a:spcPts val="0"/>
              </a:spcBef>
              <a:spcAft>
                <a:spcPts val="0"/>
              </a:spcAft>
              <a:buClr>
                <a:schemeClr val="accent1"/>
              </a:buClr>
              <a:buSzPts val="2100"/>
              <a:buNone/>
              <a:defRPr sz="2100">
                <a:solidFill>
                  <a:schemeClr val="accent1"/>
                </a:solidFill>
              </a:defRPr>
            </a:lvl8pPr>
            <a:lvl9pPr lvl="8" rtl="0" algn="ctr">
              <a:lnSpc>
                <a:spcPct val="100000"/>
              </a:lnSpc>
              <a:spcBef>
                <a:spcPts val="0"/>
              </a:spcBef>
              <a:spcAft>
                <a:spcPts val="0"/>
              </a:spcAft>
              <a:buClr>
                <a:schemeClr val="accent1"/>
              </a:buClr>
              <a:buSzPts val="2100"/>
              <a:buNone/>
              <a:defRPr sz="2100">
                <a:solidFill>
                  <a:schemeClr val="accent1"/>
                </a:solidFill>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ix Columns  ">
  <p:cSld name="SECTION_TITLE_AND_DESCRIPTION_1_1_1">
    <p:bg>
      <p:bgPr>
        <a:blipFill>
          <a:blip r:embed="rId2">
            <a:alphaModFix/>
          </a:blip>
          <a:stretch>
            <a:fillRect/>
          </a:stretch>
        </a:blipFill>
      </p:bgPr>
    </p:bg>
    <p:spTree>
      <p:nvGrpSpPr>
        <p:cNvPr id="108" name="Shape 108"/>
        <p:cNvGrpSpPr/>
        <p:nvPr/>
      </p:nvGrpSpPr>
      <p:grpSpPr>
        <a:xfrm>
          <a:off x="0" y="0"/>
          <a:ext cx="0" cy="0"/>
          <a:chOff x="0" y="0"/>
          <a:chExt cx="0" cy="0"/>
        </a:xfrm>
      </p:grpSpPr>
      <p:sp>
        <p:nvSpPr>
          <p:cNvPr id="109" name="Google Shape;109;p27"/>
          <p:cNvSpPr txBox="1"/>
          <p:nvPr>
            <p:ph type="title"/>
          </p:nvPr>
        </p:nvSpPr>
        <p:spPr>
          <a:xfrm>
            <a:off x="3538497" y="1818541"/>
            <a:ext cx="2067000" cy="5484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lt1"/>
              </a:buClr>
              <a:buSzPts val="1800"/>
              <a:buNone/>
              <a:defRPr sz="1800">
                <a:solidFill>
                  <a:schemeClr val="lt1"/>
                </a:solidFill>
              </a:defRPr>
            </a:lvl1pPr>
            <a:lvl2pPr lvl="1" rtl="0" algn="ctr">
              <a:spcBef>
                <a:spcPts val="0"/>
              </a:spcBef>
              <a:spcAft>
                <a:spcPts val="0"/>
              </a:spcAft>
              <a:buClr>
                <a:schemeClr val="lt1"/>
              </a:buClr>
              <a:buSzPts val="4200"/>
              <a:buNone/>
              <a:defRPr sz="4200">
                <a:solidFill>
                  <a:schemeClr val="lt1"/>
                </a:solidFill>
              </a:defRPr>
            </a:lvl2pPr>
            <a:lvl3pPr lvl="2" rtl="0" algn="ctr">
              <a:spcBef>
                <a:spcPts val="0"/>
              </a:spcBef>
              <a:spcAft>
                <a:spcPts val="0"/>
              </a:spcAft>
              <a:buClr>
                <a:schemeClr val="lt1"/>
              </a:buClr>
              <a:buSzPts val="4200"/>
              <a:buNone/>
              <a:defRPr sz="4200">
                <a:solidFill>
                  <a:schemeClr val="lt1"/>
                </a:solidFill>
              </a:defRPr>
            </a:lvl3pPr>
            <a:lvl4pPr lvl="3" rtl="0" algn="ctr">
              <a:spcBef>
                <a:spcPts val="0"/>
              </a:spcBef>
              <a:spcAft>
                <a:spcPts val="0"/>
              </a:spcAft>
              <a:buClr>
                <a:schemeClr val="lt1"/>
              </a:buClr>
              <a:buSzPts val="4200"/>
              <a:buNone/>
              <a:defRPr sz="4200">
                <a:solidFill>
                  <a:schemeClr val="lt1"/>
                </a:solidFill>
              </a:defRPr>
            </a:lvl4pPr>
            <a:lvl5pPr lvl="4" rtl="0" algn="ctr">
              <a:spcBef>
                <a:spcPts val="0"/>
              </a:spcBef>
              <a:spcAft>
                <a:spcPts val="0"/>
              </a:spcAft>
              <a:buClr>
                <a:schemeClr val="lt1"/>
              </a:buClr>
              <a:buSzPts val="4200"/>
              <a:buNone/>
              <a:defRPr sz="4200">
                <a:solidFill>
                  <a:schemeClr val="lt1"/>
                </a:solidFill>
              </a:defRPr>
            </a:lvl5pPr>
            <a:lvl6pPr lvl="5" rtl="0" algn="ctr">
              <a:spcBef>
                <a:spcPts val="0"/>
              </a:spcBef>
              <a:spcAft>
                <a:spcPts val="0"/>
              </a:spcAft>
              <a:buClr>
                <a:schemeClr val="lt1"/>
              </a:buClr>
              <a:buSzPts val="4200"/>
              <a:buNone/>
              <a:defRPr sz="4200">
                <a:solidFill>
                  <a:schemeClr val="lt1"/>
                </a:solidFill>
              </a:defRPr>
            </a:lvl6pPr>
            <a:lvl7pPr lvl="6" rtl="0" algn="ctr">
              <a:spcBef>
                <a:spcPts val="0"/>
              </a:spcBef>
              <a:spcAft>
                <a:spcPts val="0"/>
              </a:spcAft>
              <a:buClr>
                <a:schemeClr val="lt1"/>
              </a:buClr>
              <a:buSzPts val="4200"/>
              <a:buNone/>
              <a:defRPr sz="4200">
                <a:solidFill>
                  <a:schemeClr val="lt1"/>
                </a:solidFill>
              </a:defRPr>
            </a:lvl7pPr>
            <a:lvl8pPr lvl="7" rtl="0" algn="ctr">
              <a:spcBef>
                <a:spcPts val="0"/>
              </a:spcBef>
              <a:spcAft>
                <a:spcPts val="0"/>
              </a:spcAft>
              <a:buClr>
                <a:schemeClr val="lt1"/>
              </a:buClr>
              <a:buSzPts val="4200"/>
              <a:buNone/>
              <a:defRPr sz="4200">
                <a:solidFill>
                  <a:schemeClr val="lt1"/>
                </a:solidFill>
              </a:defRPr>
            </a:lvl8pPr>
            <a:lvl9pPr lvl="8" rtl="0" algn="ctr">
              <a:spcBef>
                <a:spcPts val="0"/>
              </a:spcBef>
              <a:spcAft>
                <a:spcPts val="0"/>
              </a:spcAft>
              <a:buClr>
                <a:schemeClr val="lt1"/>
              </a:buClr>
              <a:buSzPts val="4200"/>
              <a:buNone/>
              <a:defRPr sz="4200">
                <a:solidFill>
                  <a:schemeClr val="lt1"/>
                </a:solidFill>
              </a:defRPr>
            </a:lvl9pPr>
          </a:lstStyle>
          <a:p/>
        </p:txBody>
      </p:sp>
      <p:sp>
        <p:nvSpPr>
          <p:cNvPr id="110" name="Google Shape;110;p27"/>
          <p:cNvSpPr txBox="1"/>
          <p:nvPr>
            <p:ph idx="1" type="subTitle"/>
          </p:nvPr>
        </p:nvSpPr>
        <p:spPr>
          <a:xfrm>
            <a:off x="3538498" y="2324765"/>
            <a:ext cx="2067000" cy="640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lt1"/>
              </a:buClr>
              <a:buSzPts val="1400"/>
              <a:buNone/>
              <a:defRPr sz="1400">
                <a:solidFill>
                  <a:schemeClr val="lt1"/>
                </a:solidFill>
              </a:defRPr>
            </a:lvl1pPr>
            <a:lvl2pPr lvl="1" rtl="0" algn="ctr">
              <a:lnSpc>
                <a:spcPct val="100000"/>
              </a:lnSpc>
              <a:spcBef>
                <a:spcPts val="0"/>
              </a:spcBef>
              <a:spcAft>
                <a:spcPts val="0"/>
              </a:spcAft>
              <a:buClr>
                <a:schemeClr val="lt1"/>
              </a:buClr>
              <a:buSzPts val="2100"/>
              <a:buNone/>
              <a:defRPr sz="2100">
                <a:solidFill>
                  <a:schemeClr val="lt1"/>
                </a:solidFill>
              </a:defRPr>
            </a:lvl2pPr>
            <a:lvl3pPr lvl="2" rtl="0" algn="ctr">
              <a:lnSpc>
                <a:spcPct val="100000"/>
              </a:lnSpc>
              <a:spcBef>
                <a:spcPts val="0"/>
              </a:spcBef>
              <a:spcAft>
                <a:spcPts val="0"/>
              </a:spcAft>
              <a:buClr>
                <a:schemeClr val="lt1"/>
              </a:buClr>
              <a:buSzPts val="2100"/>
              <a:buNone/>
              <a:defRPr sz="2100">
                <a:solidFill>
                  <a:schemeClr val="lt1"/>
                </a:solidFill>
              </a:defRPr>
            </a:lvl3pPr>
            <a:lvl4pPr lvl="3" rtl="0" algn="ctr">
              <a:lnSpc>
                <a:spcPct val="100000"/>
              </a:lnSpc>
              <a:spcBef>
                <a:spcPts val="0"/>
              </a:spcBef>
              <a:spcAft>
                <a:spcPts val="0"/>
              </a:spcAft>
              <a:buClr>
                <a:schemeClr val="lt1"/>
              </a:buClr>
              <a:buSzPts val="2100"/>
              <a:buNone/>
              <a:defRPr sz="2100">
                <a:solidFill>
                  <a:schemeClr val="lt1"/>
                </a:solidFill>
              </a:defRPr>
            </a:lvl4pPr>
            <a:lvl5pPr lvl="4" rtl="0" algn="ctr">
              <a:lnSpc>
                <a:spcPct val="100000"/>
              </a:lnSpc>
              <a:spcBef>
                <a:spcPts val="0"/>
              </a:spcBef>
              <a:spcAft>
                <a:spcPts val="0"/>
              </a:spcAft>
              <a:buClr>
                <a:schemeClr val="lt1"/>
              </a:buClr>
              <a:buSzPts val="2100"/>
              <a:buNone/>
              <a:defRPr sz="2100">
                <a:solidFill>
                  <a:schemeClr val="lt1"/>
                </a:solidFill>
              </a:defRPr>
            </a:lvl5pPr>
            <a:lvl6pPr lvl="5" rtl="0" algn="ctr">
              <a:lnSpc>
                <a:spcPct val="100000"/>
              </a:lnSpc>
              <a:spcBef>
                <a:spcPts val="0"/>
              </a:spcBef>
              <a:spcAft>
                <a:spcPts val="0"/>
              </a:spcAft>
              <a:buClr>
                <a:schemeClr val="lt1"/>
              </a:buClr>
              <a:buSzPts val="2100"/>
              <a:buNone/>
              <a:defRPr sz="2100">
                <a:solidFill>
                  <a:schemeClr val="lt1"/>
                </a:solidFill>
              </a:defRPr>
            </a:lvl6pPr>
            <a:lvl7pPr lvl="6" rtl="0" algn="ctr">
              <a:lnSpc>
                <a:spcPct val="100000"/>
              </a:lnSpc>
              <a:spcBef>
                <a:spcPts val="0"/>
              </a:spcBef>
              <a:spcAft>
                <a:spcPts val="0"/>
              </a:spcAft>
              <a:buClr>
                <a:schemeClr val="lt1"/>
              </a:buClr>
              <a:buSzPts val="2100"/>
              <a:buNone/>
              <a:defRPr sz="2100">
                <a:solidFill>
                  <a:schemeClr val="lt1"/>
                </a:solidFill>
              </a:defRPr>
            </a:lvl7pPr>
            <a:lvl8pPr lvl="7" rtl="0" algn="ctr">
              <a:lnSpc>
                <a:spcPct val="100000"/>
              </a:lnSpc>
              <a:spcBef>
                <a:spcPts val="0"/>
              </a:spcBef>
              <a:spcAft>
                <a:spcPts val="0"/>
              </a:spcAft>
              <a:buClr>
                <a:schemeClr val="lt1"/>
              </a:buClr>
              <a:buSzPts val="2100"/>
              <a:buNone/>
              <a:defRPr sz="2100">
                <a:solidFill>
                  <a:schemeClr val="lt1"/>
                </a:solidFill>
              </a:defRPr>
            </a:lvl8pPr>
            <a:lvl9pPr lvl="8" rtl="0" algn="ctr">
              <a:lnSpc>
                <a:spcPct val="100000"/>
              </a:lnSpc>
              <a:spcBef>
                <a:spcPts val="0"/>
              </a:spcBef>
              <a:spcAft>
                <a:spcPts val="0"/>
              </a:spcAft>
              <a:buClr>
                <a:schemeClr val="lt1"/>
              </a:buClr>
              <a:buSzPts val="2100"/>
              <a:buNone/>
              <a:defRPr sz="2100">
                <a:solidFill>
                  <a:schemeClr val="lt1"/>
                </a:solidFill>
              </a:defRPr>
            </a:lvl9pPr>
          </a:lstStyle>
          <a:p/>
        </p:txBody>
      </p:sp>
      <p:sp>
        <p:nvSpPr>
          <p:cNvPr id="111" name="Google Shape;111;p27"/>
          <p:cNvSpPr txBox="1"/>
          <p:nvPr>
            <p:ph idx="2" type="title"/>
          </p:nvPr>
        </p:nvSpPr>
        <p:spPr>
          <a:xfrm>
            <a:off x="6028553" y="1818541"/>
            <a:ext cx="2067000" cy="5484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lt1"/>
              </a:buClr>
              <a:buSzPts val="1800"/>
              <a:buNone/>
              <a:defRPr sz="1800">
                <a:solidFill>
                  <a:schemeClr val="lt1"/>
                </a:solidFill>
              </a:defRPr>
            </a:lvl1pPr>
            <a:lvl2pPr lvl="1" rtl="0" algn="ctr">
              <a:spcBef>
                <a:spcPts val="0"/>
              </a:spcBef>
              <a:spcAft>
                <a:spcPts val="0"/>
              </a:spcAft>
              <a:buClr>
                <a:schemeClr val="lt1"/>
              </a:buClr>
              <a:buSzPts val="4200"/>
              <a:buNone/>
              <a:defRPr sz="4200">
                <a:solidFill>
                  <a:schemeClr val="lt1"/>
                </a:solidFill>
              </a:defRPr>
            </a:lvl2pPr>
            <a:lvl3pPr lvl="2" rtl="0" algn="ctr">
              <a:spcBef>
                <a:spcPts val="0"/>
              </a:spcBef>
              <a:spcAft>
                <a:spcPts val="0"/>
              </a:spcAft>
              <a:buClr>
                <a:schemeClr val="lt1"/>
              </a:buClr>
              <a:buSzPts val="4200"/>
              <a:buNone/>
              <a:defRPr sz="4200">
                <a:solidFill>
                  <a:schemeClr val="lt1"/>
                </a:solidFill>
              </a:defRPr>
            </a:lvl3pPr>
            <a:lvl4pPr lvl="3" rtl="0" algn="ctr">
              <a:spcBef>
                <a:spcPts val="0"/>
              </a:spcBef>
              <a:spcAft>
                <a:spcPts val="0"/>
              </a:spcAft>
              <a:buClr>
                <a:schemeClr val="lt1"/>
              </a:buClr>
              <a:buSzPts val="4200"/>
              <a:buNone/>
              <a:defRPr sz="4200">
                <a:solidFill>
                  <a:schemeClr val="lt1"/>
                </a:solidFill>
              </a:defRPr>
            </a:lvl4pPr>
            <a:lvl5pPr lvl="4" rtl="0" algn="ctr">
              <a:spcBef>
                <a:spcPts val="0"/>
              </a:spcBef>
              <a:spcAft>
                <a:spcPts val="0"/>
              </a:spcAft>
              <a:buClr>
                <a:schemeClr val="lt1"/>
              </a:buClr>
              <a:buSzPts val="4200"/>
              <a:buNone/>
              <a:defRPr sz="4200">
                <a:solidFill>
                  <a:schemeClr val="lt1"/>
                </a:solidFill>
              </a:defRPr>
            </a:lvl5pPr>
            <a:lvl6pPr lvl="5" rtl="0" algn="ctr">
              <a:spcBef>
                <a:spcPts val="0"/>
              </a:spcBef>
              <a:spcAft>
                <a:spcPts val="0"/>
              </a:spcAft>
              <a:buClr>
                <a:schemeClr val="lt1"/>
              </a:buClr>
              <a:buSzPts val="4200"/>
              <a:buNone/>
              <a:defRPr sz="4200">
                <a:solidFill>
                  <a:schemeClr val="lt1"/>
                </a:solidFill>
              </a:defRPr>
            </a:lvl6pPr>
            <a:lvl7pPr lvl="6" rtl="0" algn="ctr">
              <a:spcBef>
                <a:spcPts val="0"/>
              </a:spcBef>
              <a:spcAft>
                <a:spcPts val="0"/>
              </a:spcAft>
              <a:buClr>
                <a:schemeClr val="lt1"/>
              </a:buClr>
              <a:buSzPts val="4200"/>
              <a:buNone/>
              <a:defRPr sz="4200">
                <a:solidFill>
                  <a:schemeClr val="lt1"/>
                </a:solidFill>
              </a:defRPr>
            </a:lvl7pPr>
            <a:lvl8pPr lvl="7" rtl="0" algn="ctr">
              <a:spcBef>
                <a:spcPts val="0"/>
              </a:spcBef>
              <a:spcAft>
                <a:spcPts val="0"/>
              </a:spcAft>
              <a:buClr>
                <a:schemeClr val="lt1"/>
              </a:buClr>
              <a:buSzPts val="4200"/>
              <a:buNone/>
              <a:defRPr sz="4200">
                <a:solidFill>
                  <a:schemeClr val="lt1"/>
                </a:solidFill>
              </a:defRPr>
            </a:lvl8pPr>
            <a:lvl9pPr lvl="8" rtl="0" algn="ctr">
              <a:spcBef>
                <a:spcPts val="0"/>
              </a:spcBef>
              <a:spcAft>
                <a:spcPts val="0"/>
              </a:spcAft>
              <a:buClr>
                <a:schemeClr val="lt1"/>
              </a:buClr>
              <a:buSzPts val="4200"/>
              <a:buNone/>
              <a:defRPr sz="4200">
                <a:solidFill>
                  <a:schemeClr val="lt1"/>
                </a:solidFill>
              </a:defRPr>
            </a:lvl9pPr>
          </a:lstStyle>
          <a:p/>
        </p:txBody>
      </p:sp>
      <p:sp>
        <p:nvSpPr>
          <p:cNvPr id="112" name="Google Shape;112;p27"/>
          <p:cNvSpPr txBox="1"/>
          <p:nvPr>
            <p:ph idx="3" type="subTitle"/>
          </p:nvPr>
        </p:nvSpPr>
        <p:spPr>
          <a:xfrm>
            <a:off x="6028552" y="2324765"/>
            <a:ext cx="2067000" cy="640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lt1"/>
              </a:buClr>
              <a:buSzPts val="1400"/>
              <a:buNone/>
              <a:defRPr sz="1400">
                <a:solidFill>
                  <a:schemeClr val="lt1"/>
                </a:solidFill>
              </a:defRPr>
            </a:lvl1pPr>
            <a:lvl2pPr lvl="1" rtl="0" algn="ctr">
              <a:lnSpc>
                <a:spcPct val="100000"/>
              </a:lnSpc>
              <a:spcBef>
                <a:spcPts val="0"/>
              </a:spcBef>
              <a:spcAft>
                <a:spcPts val="0"/>
              </a:spcAft>
              <a:buClr>
                <a:schemeClr val="lt1"/>
              </a:buClr>
              <a:buSzPts val="2100"/>
              <a:buNone/>
              <a:defRPr sz="2100">
                <a:solidFill>
                  <a:schemeClr val="lt1"/>
                </a:solidFill>
              </a:defRPr>
            </a:lvl2pPr>
            <a:lvl3pPr lvl="2" rtl="0" algn="ctr">
              <a:lnSpc>
                <a:spcPct val="100000"/>
              </a:lnSpc>
              <a:spcBef>
                <a:spcPts val="0"/>
              </a:spcBef>
              <a:spcAft>
                <a:spcPts val="0"/>
              </a:spcAft>
              <a:buClr>
                <a:schemeClr val="lt1"/>
              </a:buClr>
              <a:buSzPts val="2100"/>
              <a:buNone/>
              <a:defRPr sz="2100">
                <a:solidFill>
                  <a:schemeClr val="lt1"/>
                </a:solidFill>
              </a:defRPr>
            </a:lvl3pPr>
            <a:lvl4pPr lvl="3" rtl="0" algn="ctr">
              <a:lnSpc>
                <a:spcPct val="100000"/>
              </a:lnSpc>
              <a:spcBef>
                <a:spcPts val="0"/>
              </a:spcBef>
              <a:spcAft>
                <a:spcPts val="0"/>
              </a:spcAft>
              <a:buClr>
                <a:schemeClr val="lt1"/>
              </a:buClr>
              <a:buSzPts val="2100"/>
              <a:buNone/>
              <a:defRPr sz="2100">
                <a:solidFill>
                  <a:schemeClr val="lt1"/>
                </a:solidFill>
              </a:defRPr>
            </a:lvl4pPr>
            <a:lvl5pPr lvl="4" rtl="0" algn="ctr">
              <a:lnSpc>
                <a:spcPct val="100000"/>
              </a:lnSpc>
              <a:spcBef>
                <a:spcPts val="0"/>
              </a:spcBef>
              <a:spcAft>
                <a:spcPts val="0"/>
              </a:spcAft>
              <a:buClr>
                <a:schemeClr val="lt1"/>
              </a:buClr>
              <a:buSzPts val="2100"/>
              <a:buNone/>
              <a:defRPr sz="2100">
                <a:solidFill>
                  <a:schemeClr val="lt1"/>
                </a:solidFill>
              </a:defRPr>
            </a:lvl5pPr>
            <a:lvl6pPr lvl="5" rtl="0" algn="ctr">
              <a:lnSpc>
                <a:spcPct val="100000"/>
              </a:lnSpc>
              <a:spcBef>
                <a:spcPts val="0"/>
              </a:spcBef>
              <a:spcAft>
                <a:spcPts val="0"/>
              </a:spcAft>
              <a:buClr>
                <a:schemeClr val="lt1"/>
              </a:buClr>
              <a:buSzPts val="2100"/>
              <a:buNone/>
              <a:defRPr sz="2100">
                <a:solidFill>
                  <a:schemeClr val="lt1"/>
                </a:solidFill>
              </a:defRPr>
            </a:lvl6pPr>
            <a:lvl7pPr lvl="6" rtl="0" algn="ctr">
              <a:lnSpc>
                <a:spcPct val="100000"/>
              </a:lnSpc>
              <a:spcBef>
                <a:spcPts val="0"/>
              </a:spcBef>
              <a:spcAft>
                <a:spcPts val="0"/>
              </a:spcAft>
              <a:buClr>
                <a:schemeClr val="lt1"/>
              </a:buClr>
              <a:buSzPts val="2100"/>
              <a:buNone/>
              <a:defRPr sz="2100">
                <a:solidFill>
                  <a:schemeClr val="lt1"/>
                </a:solidFill>
              </a:defRPr>
            </a:lvl7pPr>
            <a:lvl8pPr lvl="7" rtl="0" algn="ctr">
              <a:lnSpc>
                <a:spcPct val="100000"/>
              </a:lnSpc>
              <a:spcBef>
                <a:spcPts val="0"/>
              </a:spcBef>
              <a:spcAft>
                <a:spcPts val="0"/>
              </a:spcAft>
              <a:buClr>
                <a:schemeClr val="lt1"/>
              </a:buClr>
              <a:buSzPts val="2100"/>
              <a:buNone/>
              <a:defRPr sz="2100">
                <a:solidFill>
                  <a:schemeClr val="lt1"/>
                </a:solidFill>
              </a:defRPr>
            </a:lvl8pPr>
            <a:lvl9pPr lvl="8" rtl="0" algn="ctr">
              <a:lnSpc>
                <a:spcPct val="100000"/>
              </a:lnSpc>
              <a:spcBef>
                <a:spcPts val="0"/>
              </a:spcBef>
              <a:spcAft>
                <a:spcPts val="0"/>
              </a:spcAft>
              <a:buClr>
                <a:schemeClr val="lt1"/>
              </a:buClr>
              <a:buSzPts val="2100"/>
              <a:buNone/>
              <a:defRPr sz="2100">
                <a:solidFill>
                  <a:schemeClr val="lt1"/>
                </a:solidFill>
              </a:defRPr>
            </a:lvl9pPr>
          </a:lstStyle>
          <a:p/>
        </p:txBody>
      </p:sp>
      <p:sp>
        <p:nvSpPr>
          <p:cNvPr id="113" name="Google Shape;113;p27"/>
          <p:cNvSpPr txBox="1"/>
          <p:nvPr>
            <p:ph idx="4" type="title"/>
          </p:nvPr>
        </p:nvSpPr>
        <p:spPr>
          <a:xfrm>
            <a:off x="938500" y="445025"/>
            <a:ext cx="4629300" cy="9414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accent1"/>
              </a:buClr>
              <a:buSzPts val="2400"/>
              <a:buNone/>
              <a:defRPr sz="24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114" name="Google Shape;114;p27"/>
          <p:cNvSpPr txBox="1"/>
          <p:nvPr>
            <p:ph idx="5" type="title"/>
          </p:nvPr>
        </p:nvSpPr>
        <p:spPr>
          <a:xfrm>
            <a:off x="1048447" y="1818541"/>
            <a:ext cx="2067000" cy="5484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lt1"/>
              </a:buClr>
              <a:buSzPts val="1800"/>
              <a:buNone/>
              <a:defRPr sz="1800">
                <a:solidFill>
                  <a:schemeClr val="lt1"/>
                </a:solidFill>
              </a:defRPr>
            </a:lvl1pPr>
            <a:lvl2pPr lvl="1" rtl="0" algn="ctr">
              <a:spcBef>
                <a:spcPts val="0"/>
              </a:spcBef>
              <a:spcAft>
                <a:spcPts val="0"/>
              </a:spcAft>
              <a:buClr>
                <a:schemeClr val="lt1"/>
              </a:buClr>
              <a:buSzPts val="4200"/>
              <a:buNone/>
              <a:defRPr sz="4200">
                <a:solidFill>
                  <a:schemeClr val="lt1"/>
                </a:solidFill>
              </a:defRPr>
            </a:lvl2pPr>
            <a:lvl3pPr lvl="2" rtl="0" algn="ctr">
              <a:spcBef>
                <a:spcPts val="0"/>
              </a:spcBef>
              <a:spcAft>
                <a:spcPts val="0"/>
              </a:spcAft>
              <a:buClr>
                <a:schemeClr val="lt1"/>
              </a:buClr>
              <a:buSzPts val="4200"/>
              <a:buNone/>
              <a:defRPr sz="4200">
                <a:solidFill>
                  <a:schemeClr val="lt1"/>
                </a:solidFill>
              </a:defRPr>
            </a:lvl3pPr>
            <a:lvl4pPr lvl="3" rtl="0" algn="ctr">
              <a:spcBef>
                <a:spcPts val="0"/>
              </a:spcBef>
              <a:spcAft>
                <a:spcPts val="0"/>
              </a:spcAft>
              <a:buClr>
                <a:schemeClr val="lt1"/>
              </a:buClr>
              <a:buSzPts val="4200"/>
              <a:buNone/>
              <a:defRPr sz="4200">
                <a:solidFill>
                  <a:schemeClr val="lt1"/>
                </a:solidFill>
              </a:defRPr>
            </a:lvl4pPr>
            <a:lvl5pPr lvl="4" rtl="0" algn="ctr">
              <a:spcBef>
                <a:spcPts val="0"/>
              </a:spcBef>
              <a:spcAft>
                <a:spcPts val="0"/>
              </a:spcAft>
              <a:buClr>
                <a:schemeClr val="lt1"/>
              </a:buClr>
              <a:buSzPts val="4200"/>
              <a:buNone/>
              <a:defRPr sz="4200">
                <a:solidFill>
                  <a:schemeClr val="lt1"/>
                </a:solidFill>
              </a:defRPr>
            </a:lvl5pPr>
            <a:lvl6pPr lvl="5" rtl="0" algn="ctr">
              <a:spcBef>
                <a:spcPts val="0"/>
              </a:spcBef>
              <a:spcAft>
                <a:spcPts val="0"/>
              </a:spcAft>
              <a:buClr>
                <a:schemeClr val="lt1"/>
              </a:buClr>
              <a:buSzPts val="4200"/>
              <a:buNone/>
              <a:defRPr sz="4200">
                <a:solidFill>
                  <a:schemeClr val="lt1"/>
                </a:solidFill>
              </a:defRPr>
            </a:lvl6pPr>
            <a:lvl7pPr lvl="6" rtl="0" algn="ctr">
              <a:spcBef>
                <a:spcPts val="0"/>
              </a:spcBef>
              <a:spcAft>
                <a:spcPts val="0"/>
              </a:spcAft>
              <a:buClr>
                <a:schemeClr val="lt1"/>
              </a:buClr>
              <a:buSzPts val="4200"/>
              <a:buNone/>
              <a:defRPr sz="4200">
                <a:solidFill>
                  <a:schemeClr val="lt1"/>
                </a:solidFill>
              </a:defRPr>
            </a:lvl7pPr>
            <a:lvl8pPr lvl="7" rtl="0" algn="ctr">
              <a:spcBef>
                <a:spcPts val="0"/>
              </a:spcBef>
              <a:spcAft>
                <a:spcPts val="0"/>
              </a:spcAft>
              <a:buClr>
                <a:schemeClr val="lt1"/>
              </a:buClr>
              <a:buSzPts val="4200"/>
              <a:buNone/>
              <a:defRPr sz="4200">
                <a:solidFill>
                  <a:schemeClr val="lt1"/>
                </a:solidFill>
              </a:defRPr>
            </a:lvl8pPr>
            <a:lvl9pPr lvl="8" rtl="0" algn="ctr">
              <a:spcBef>
                <a:spcPts val="0"/>
              </a:spcBef>
              <a:spcAft>
                <a:spcPts val="0"/>
              </a:spcAft>
              <a:buClr>
                <a:schemeClr val="lt1"/>
              </a:buClr>
              <a:buSzPts val="4200"/>
              <a:buNone/>
              <a:defRPr sz="4200">
                <a:solidFill>
                  <a:schemeClr val="lt1"/>
                </a:solidFill>
              </a:defRPr>
            </a:lvl9pPr>
          </a:lstStyle>
          <a:p/>
        </p:txBody>
      </p:sp>
      <p:sp>
        <p:nvSpPr>
          <p:cNvPr id="115" name="Google Shape;115;p27"/>
          <p:cNvSpPr txBox="1"/>
          <p:nvPr>
            <p:ph idx="6" type="subTitle"/>
          </p:nvPr>
        </p:nvSpPr>
        <p:spPr>
          <a:xfrm>
            <a:off x="1048450" y="2324765"/>
            <a:ext cx="2067000" cy="640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lt1"/>
              </a:buClr>
              <a:buSzPts val="1400"/>
              <a:buNone/>
              <a:defRPr sz="1400">
                <a:solidFill>
                  <a:schemeClr val="lt1"/>
                </a:solidFill>
              </a:defRPr>
            </a:lvl1pPr>
            <a:lvl2pPr lvl="1" rtl="0" algn="ctr">
              <a:lnSpc>
                <a:spcPct val="100000"/>
              </a:lnSpc>
              <a:spcBef>
                <a:spcPts val="0"/>
              </a:spcBef>
              <a:spcAft>
                <a:spcPts val="0"/>
              </a:spcAft>
              <a:buClr>
                <a:schemeClr val="lt1"/>
              </a:buClr>
              <a:buSzPts val="2100"/>
              <a:buNone/>
              <a:defRPr sz="2100">
                <a:solidFill>
                  <a:schemeClr val="lt1"/>
                </a:solidFill>
              </a:defRPr>
            </a:lvl2pPr>
            <a:lvl3pPr lvl="2" rtl="0" algn="ctr">
              <a:lnSpc>
                <a:spcPct val="100000"/>
              </a:lnSpc>
              <a:spcBef>
                <a:spcPts val="0"/>
              </a:spcBef>
              <a:spcAft>
                <a:spcPts val="0"/>
              </a:spcAft>
              <a:buClr>
                <a:schemeClr val="lt1"/>
              </a:buClr>
              <a:buSzPts val="2100"/>
              <a:buNone/>
              <a:defRPr sz="2100">
                <a:solidFill>
                  <a:schemeClr val="lt1"/>
                </a:solidFill>
              </a:defRPr>
            </a:lvl3pPr>
            <a:lvl4pPr lvl="3" rtl="0" algn="ctr">
              <a:lnSpc>
                <a:spcPct val="100000"/>
              </a:lnSpc>
              <a:spcBef>
                <a:spcPts val="0"/>
              </a:spcBef>
              <a:spcAft>
                <a:spcPts val="0"/>
              </a:spcAft>
              <a:buClr>
                <a:schemeClr val="lt1"/>
              </a:buClr>
              <a:buSzPts val="2100"/>
              <a:buNone/>
              <a:defRPr sz="2100">
                <a:solidFill>
                  <a:schemeClr val="lt1"/>
                </a:solidFill>
              </a:defRPr>
            </a:lvl4pPr>
            <a:lvl5pPr lvl="4" rtl="0" algn="ctr">
              <a:lnSpc>
                <a:spcPct val="100000"/>
              </a:lnSpc>
              <a:spcBef>
                <a:spcPts val="0"/>
              </a:spcBef>
              <a:spcAft>
                <a:spcPts val="0"/>
              </a:spcAft>
              <a:buClr>
                <a:schemeClr val="lt1"/>
              </a:buClr>
              <a:buSzPts val="2100"/>
              <a:buNone/>
              <a:defRPr sz="2100">
                <a:solidFill>
                  <a:schemeClr val="lt1"/>
                </a:solidFill>
              </a:defRPr>
            </a:lvl5pPr>
            <a:lvl6pPr lvl="5" rtl="0" algn="ctr">
              <a:lnSpc>
                <a:spcPct val="100000"/>
              </a:lnSpc>
              <a:spcBef>
                <a:spcPts val="0"/>
              </a:spcBef>
              <a:spcAft>
                <a:spcPts val="0"/>
              </a:spcAft>
              <a:buClr>
                <a:schemeClr val="lt1"/>
              </a:buClr>
              <a:buSzPts val="2100"/>
              <a:buNone/>
              <a:defRPr sz="2100">
                <a:solidFill>
                  <a:schemeClr val="lt1"/>
                </a:solidFill>
              </a:defRPr>
            </a:lvl6pPr>
            <a:lvl7pPr lvl="6" rtl="0" algn="ctr">
              <a:lnSpc>
                <a:spcPct val="100000"/>
              </a:lnSpc>
              <a:spcBef>
                <a:spcPts val="0"/>
              </a:spcBef>
              <a:spcAft>
                <a:spcPts val="0"/>
              </a:spcAft>
              <a:buClr>
                <a:schemeClr val="lt1"/>
              </a:buClr>
              <a:buSzPts val="2100"/>
              <a:buNone/>
              <a:defRPr sz="2100">
                <a:solidFill>
                  <a:schemeClr val="lt1"/>
                </a:solidFill>
              </a:defRPr>
            </a:lvl7pPr>
            <a:lvl8pPr lvl="7" rtl="0" algn="ctr">
              <a:lnSpc>
                <a:spcPct val="100000"/>
              </a:lnSpc>
              <a:spcBef>
                <a:spcPts val="0"/>
              </a:spcBef>
              <a:spcAft>
                <a:spcPts val="0"/>
              </a:spcAft>
              <a:buClr>
                <a:schemeClr val="lt1"/>
              </a:buClr>
              <a:buSzPts val="2100"/>
              <a:buNone/>
              <a:defRPr sz="2100">
                <a:solidFill>
                  <a:schemeClr val="lt1"/>
                </a:solidFill>
              </a:defRPr>
            </a:lvl8pPr>
            <a:lvl9pPr lvl="8" rtl="0" algn="ctr">
              <a:lnSpc>
                <a:spcPct val="100000"/>
              </a:lnSpc>
              <a:spcBef>
                <a:spcPts val="0"/>
              </a:spcBef>
              <a:spcAft>
                <a:spcPts val="0"/>
              </a:spcAft>
              <a:buClr>
                <a:schemeClr val="lt1"/>
              </a:buClr>
              <a:buSzPts val="2100"/>
              <a:buNone/>
              <a:defRPr sz="2100">
                <a:solidFill>
                  <a:schemeClr val="lt1"/>
                </a:solidFill>
              </a:defRPr>
            </a:lvl9pPr>
          </a:lstStyle>
          <a:p/>
        </p:txBody>
      </p:sp>
      <p:sp>
        <p:nvSpPr>
          <p:cNvPr id="116" name="Google Shape;116;p27"/>
          <p:cNvSpPr txBox="1"/>
          <p:nvPr>
            <p:ph idx="7" type="title"/>
          </p:nvPr>
        </p:nvSpPr>
        <p:spPr>
          <a:xfrm>
            <a:off x="3538497" y="3325035"/>
            <a:ext cx="2067000" cy="5484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lt1"/>
              </a:buClr>
              <a:buSzPts val="1800"/>
              <a:buNone/>
              <a:defRPr sz="1800">
                <a:solidFill>
                  <a:schemeClr val="lt1"/>
                </a:solidFill>
              </a:defRPr>
            </a:lvl1pPr>
            <a:lvl2pPr lvl="1" rtl="0" algn="ctr">
              <a:spcBef>
                <a:spcPts val="0"/>
              </a:spcBef>
              <a:spcAft>
                <a:spcPts val="0"/>
              </a:spcAft>
              <a:buClr>
                <a:schemeClr val="lt1"/>
              </a:buClr>
              <a:buSzPts val="4200"/>
              <a:buNone/>
              <a:defRPr sz="4200">
                <a:solidFill>
                  <a:schemeClr val="lt1"/>
                </a:solidFill>
              </a:defRPr>
            </a:lvl2pPr>
            <a:lvl3pPr lvl="2" rtl="0" algn="ctr">
              <a:spcBef>
                <a:spcPts val="0"/>
              </a:spcBef>
              <a:spcAft>
                <a:spcPts val="0"/>
              </a:spcAft>
              <a:buClr>
                <a:schemeClr val="lt1"/>
              </a:buClr>
              <a:buSzPts val="4200"/>
              <a:buNone/>
              <a:defRPr sz="4200">
                <a:solidFill>
                  <a:schemeClr val="lt1"/>
                </a:solidFill>
              </a:defRPr>
            </a:lvl3pPr>
            <a:lvl4pPr lvl="3" rtl="0" algn="ctr">
              <a:spcBef>
                <a:spcPts val="0"/>
              </a:spcBef>
              <a:spcAft>
                <a:spcPts val="0"/>
              </a:spcAft>
              <a:buClr>
                <a:schemeClr val="lt1"/>
              </a:buClr>
              <a:buSzPts val="4200"/>
              <a:buNone/>
              <a:defRPr sz="4200">
                <a:solidFill>
                  <a:schemeClr val="lt1"/>
                </a:solidFill>
              </a:defRPr>
            </a:lvl4pPr>
            <a:lvl5pPr lvl="4" rtl="0" algn="ctr">
              <a:spcBef>
                <a:spcPts val="0"/>
              </a:spcBef>
              <a:spcAft>
                <a:spcPts val="0"/>
              </a:spcAft>
              <a:buClr>
                <a:schemeClr val="lt1"/>
              </a:buClr>
              <a:buSzPts val="4200"/>
              <a:buNone/>
              <a:defRPr sz="4200">
                <a:solidFill>
                  <a:schemeClr val="lt1"/>
                </a:solidFill>
              </a:defRPr>
            </a:lvl5pPr>
            <a:lvl6pPr lvl="5" rtl="0" algn="ctr">
              <a:spcBef>
                <a:spcPts val="0"/>
              </a:spcBef>
              <a:spcAft>
                <a:spcPts val="0"/>
              </a:spcAft>
              <a:buClr>
                <a:schemeClr val="lt1"/>
              </a:buClr>
              <a:buSzPts val="4200"/>
              <a:buNone/>
              <a:defRPr sz="4200">
                <a:solidFill>
                  <a:schemeClr val="lt1"/>
                </a:solidFill>
              </a:defRPr>
            </a:lvl6pPr>
            <a:lvl7pPr lvl="6" rtl="0" algn="ctr">
              <a:spcBef>
                <a:spcPts val="0"/>
              </a:spcBef>
              <a:spcAft>
                <a:spcPts val="0"/>
              </a:spcAft>
              <a:buClr>
                <a:schemeClr val="lt1"/>
              </a:buClr>
              <a:buSzPts val="4200"/>
              <a:buNone/>
              <a:defRPr sz="4200">
                <a:solidFill>
                  <a:schemeClr val="lt1"/>
                </a:solidFill>
              </a:defRPr>
            </a:lvl7pPr>
            <a:lvl8pPr lvl="7" rtl="0" algn="ctr">
              <a:spcBef>
                <a:spcPts val="0"/>
              </a:spcBef>
              <a:spcAft>
                <a:spcPts val="0"/>
              </a:spcAft>
              <a:buClr>
                <a:schemeClr val="lt1"/>
              </a:buClr>
              <a:buSzPts val="4200"/>
              <a:buNone/>
              <a:defRPr sz="4200">
                <a:solidFill>
                  <a:schemeClr val="lt1"/>
                </a:solidFill>
              </a:defRPr>
            </a:lvl8pPr>
            <a:lvl9pPr lvl="8" rtl="0" algn="ctr">
              <a:spcBef>
                <a:spcPts val="0"/>
              </a:spcBef>
              <a:spcAft>
                <a:spcPts val="0"/>
              </a:spcAft>
              <a:buClr>
                <a:schemeClr val="lt1"/>
              </a:buClr>
              <a:buSzPts val="4200"/>
              <a:buNone/>
              <a:defRPr sz="4200">
                <a:solidFill>
                  <a:schemeClr val="lt1"/>
                </a:solidFill>
              </a:defRPr>
            </a:lvl9pPr>
          </a:lstStyle>
          <a:p/>
        </p:txBody>
      </p:sp>
      <p:sp>
        <p:nvSpPr>
          <p:cNvPr id="117" name="Google Shape;117;p27"/>
          <p:cNvSpPr txBox="1"/>
          <p:nvPr>
            <p:ph idx="8" type="subTitle"/>
          </p:nvPr>
        </p:nvSpPr>
        <p:spPr>
          <a:xfrm>
            <a:off x="3538498" y="3831259"/>
            <a:ext cx="2067000" cy="640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lt1"/>
              </a:buClr>
              <a:buSzPts val="1400"/>
              <a:buNone/>
              <a:defRPr sz="1400">
                <a:solidFill>
                  <a:schemeClr val="lt1"/>
                </a:solidFill>
              </a:defRPr>
            </a:lvl1pPr>
            <a:lvl2pPr lvl="1" rtl="0" algn="ctr">
              <a:lnSpc>
                <a:spcPct val="100000"/>
              </a:lnSpc>
              <a:spcBef>
                <a:spcPts val="0"/>
              </a:spcBef>
              <a:spcAft>
                <a:spcPts val="0"/>
              </a:spcAft>
              <a:buClr>
                <a:schemeClr val="lt1"/>
              </a:buClr>
              <a:buSzPts val="2100"/>
              <a:buNone/>
              <a:defRPr sz="2100">
                <a:solidFill>
                  <a:schemeClr val="lt1"/>
                </a:solidFill>
              </a:defRPr>
            </a:lvl2pPr>
            <a:lvl3pPr lvl="2" rtl="0" algn="ctr">
              <a:lnSpc>
                <a:spcPct val="100000"/>
              </a:lnSpc>
              <a:spcBef>
                <a:spcPts val="0"/>
              </a:spcBef>
              <a:spcAft>
                <a:spcPts val="0"/>
              </a:spcAft>
              <a:buClr>
                <a:schemeClr val="lt1"/>
              </a:buClr>
              <a:buSzPts val="2100"/>
              <a:buNone/>
              <a:defRPr sz="2100">
                <a:solidFill>
                  <a:schemeClr val="lt1"/>
                </a:solidFill>
              </a:defRPr>
            </a:lvl3pPr>
            <a:lvl4pPr lvl="3" rtl="0" algn="ctr">
              <a:lnSpc>
                <a:spcPct val="100000"/>
              </a:lnSpc>
              <a:spcBef>
                <a:spcPts val="0"/>
              </a:spcBef>
              <a:spcAft>
                <a:spcPts val="0"/>
              </a:spcAft>
              <a:buClr>
                <a:schemeClr val="lt1"/>
              </a:buClr>
              <a:buSzPts val="2100"/>
              <a:buNone/>
              <a:defRPr sz="2100">
                <a:solidFill>
                  <a:schemeClr val="lt1"/>
                </a:solidFill>
              </a:defRPr>
            </a:lvl4pPr>
            <a:lvl5pPr lvl="4" rtl="0" algn="ctr">
              <a:lnSpc>
                <a:spcPct val="100000"/>
              </a:lnSpc>
              <a:spcBef>
                <a:spcPts val="0"/>
              </a:spcBef>
              <a:spcAft>
                <a:spcPts val="0"/>
              </a:spcAft>
              <a:buClr>
                <a:schemeClr val="lt1"/>
              </a:buClr>
              <a:buSzPts val="2100"/>
              <a:buNone/>
              <a:defRPr sz="2100">
                <a:solidFill>
                  <a:schemeClr val="lt1"/>
                </a:solidFill>
              </a:defRPr>
            </a:lvl5pPr>
            <a:lvl6pPr lvl="5" rtl="0" algn="ctr">
              <a:lnSpc>
                <a:spcPct val="100000"/>
              </a:lnSpc>
              <a:spcBef>
                <a:spcPts val="0"/>
              </a:spcBef>
              <a:spcAft>
                <a:spcPts val="0"/>
              </a:spcAft>
              <a:buClr>
                <a:schemeClr val="lt1"/>
              </a:buClr>
              <a:buSzPts val="2100"/>
              <a:buNone/>
              <a:defRPr sz="2100">
                <a:solidFill>
                  <a:schemeClr val="lt1"/>
                </a:solidFill>
              </a:defRPr>
            </a:lvl6pPr>
            <a:lvl7pPr lvl="6" rtl="0" algn="ctr">
              <a:lnSpc>
                <a:spcPct val="100000"/>
              </a:lnSpc>
              <a:spcBef>
                <a:spcPts val="0"/>
              </a:spcBef>
              <a:spcAft>
                <a:spcPts val="0"/>
              </a:spcAft>
              <a:buClr>
                <a:schemeClr val="lt1"/>
              </a:buClr>
              <a:buSzPts val="2100"/>
              <a:buNone/>
              <a:defRPr sz="2100">
                <a:solidFill>
                  <a:schemeClr val="lt1"/>
                </a:solidFill>
              </a:defRPr>
            </a:lvl7pPr>
            <a:lvl8pPr lvl="7" rtl="0" algn="ctr">
              <a:lnSpc>
                <a:spcPct val="100000"/>
              </a:lnSpc>
              <a:spcBef>
                <a:spcPts val="0"/>
              </a:spcBef>
              <a:spcAft>
                <a:spcPts val="0"/>
              </a:spcAft>
              <a:buClr>
                <a:schemeClr val="lt1"/>
              </a:buClr>
              <a:buSzPts val="2100"/>
              <a:buNone/>
              <a:defRPr sz="2100">
                <a:solidFill>
                  <a:schemeClr val="lt1"/>
                </a:solidFill>
              </a:defRPr>
            </a:lvl8pPr>
            <a:lvl9pPr lvl="8" rtl="0" algn="ctr">
              <a:lnSpc>
                <a:spcPct val="100000"/>
              </a:lnSpc>
              <a:spcBef>
                <a:spcPts val="0"/>
              </a:spcBef>
              <a:spcAft>
                <a:spcPts val="0"/>
              </a:spcAft>
              <a:buClr>
                <a:schemeClr val="lt1"/>
              </a:buClr>
              <a:buSzPts val="2100"/>
              <a:buNone/>
              <a:defRPr sz="2100">
                <a:solidFill>
                  <a:schemeClr val="lt1"/>
                </a:solidFill>
              </a:defRPr>
            </a:lvl9pPr>
          </a:lstStyle>
          <a:p/>
        </p:txBody>
      </p:sp>
      <p:sp>
        <p:nvSpPr>
          <p:cNvPr id="118" name="Google Shape;118;p27"/>
          <p:cNvSpPr txBox="1"/>
          <p:nvPr>
            <p:ph idx="9" type="title"/>
          </p:nvPr>
        </p:nvSpPr>
        <p:spPr>
          <a:xfrm>
            <a:off x="6028553" y="3325035"/>
            <a:ext cx="2067000" cy="5484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lt1"/>
              </a:buClr>
              <a:buSzPts val="1800"/>
              <a:buNone/>
              <a:defRPr sz="1800">
                <a:solidFill>
                  <a:schemeClr val="lt1"/>
                </a:solidFill>
              </a:defRPr>
            </a:lvl1pPr>
            <a:lvl2pPr lvl="1" rtl="0" algn="ctr">
              <a:spcBef>
                <a:spcPts val="0"/>
              </a:spcBef>
              <a:spcAft>
                <a:spcPts val="0"/>
              </a:spcAft>
              <a:buClr>
                <a:schemeClr val="lt1"/>
              </a:buClr>
              <a:buSzPts val="4200"/>
              <a:buNone/>
              <a:defRPr sz="4200">
                <a:solidFill>
                  <a:schemeClr val="lt1"/>
                </a:solidFill>
              </a:defRPr>
            </a:lvl2pPr>
            <a:lvl3pPr lvl="2" rtl="0" algn="ctr">
              <a:spcBef>
                <a:spcPts val="0"/>
              </a:spcBef>
              <a:spcAft>
                <a:spcPts val="0"/>
              </a:spcAft>
              <a:buClr>
                <a:schemeClr val="lt1"/>
              </a:buClr>
              <a:buSzPts val="4200"/>
              <a:buNone/>
              <a:defRPr sz="4200">
                <a:solidFill>
                  <a:schemeClr val="lt1"/>
                </a:solidFill>
              </a:defRPr>
            </a:lvl3pPr>
            <a:lvl4pPr lvl="3" rtl="0" algn="ctr">
              <a:spcBef>
                <a:spcPts val="0"/>
              </a:spcBef>
              <a:spcAft>
                <a:spcPts val="0"/>
              </a:spcAft>
              <a:buClr>
                <a:schemeClr val="lt1"/>
              </a:buClr>
              <a:buSzPts val="4200"/>
              <a:buNone/>
              <a:defRPr sz="4200">
                <a:solidFill>
                  <a:schemeClr val="lt1"/>
                </a:solidFill>
              </a:defRPr>
            </a:lvl4pPr>
            <a:lvl5pPr lvl="4" rtl="0" algn="ctr">
              <a:spcBef>
                <a:spcPts val="0"/>
              </a:spcBef>
              <a:spcAft>
                <a:spcPts val="0"/>
              </a:spcAft>
              <a:buClr>
                <a:schemeClr val="lt1"/>
              </a:buClr>
              <a:buSzPts val="4200"/>
              <a:buNone/>
              <a:defRPr sz="4200">
                <a:solidFill>
                  <a:schemeClr val="lt1"/>
                </a:solidFill>
              </a:defRPr>
            </a:lvl5pPr>
            <a:lvl6pPr lvl="5" rtl="0" algn="ctr">
              <a:spcBef>
                <a:spcPts val="0"/>
              </a:spcBef>
              <a:spcAft>
                <a:spcPts val="0"/>
              </a:spcAft>
              <a:buClr>
                <a:schemeClr val="lt1"/>
              </a:buClr>
              <a:buSzPts val="4200"/>
              <a:buNone/>
              <a:defRPr sz="4200">
                <a:solidFill>
                  <a:schemeClr val="lt1"/>
                </a:solidFill>
              </a:defRPr>
            </a:lvl6pPr>
            <a:lvl7pPr lvl="6" rtl="0" algn="ctr">
              <a:spcBef>
                <a:spcPts val="0"/>
              </a:spcBef>
              <a:spcAft>
                <a:spcPts val="0"/>
              </a:spcAft>
              <a:buClr>
                <a:schemeClr val="lt1"/>
              </a:buClr>
              <a:buSzPts val="4200"/>
              <a:buNone/>
              <a:defRPr sz="4200">
                <a:solidFill>
                  <a:schemeClr val="lt1"/>
                </a:solidFill>
              </a:defRPr>
            </a:lvl7pPr>
            <a:lvl8pPr lvl="7" rtl="0" algn="ctr">
              <a:spcBef>
                <a:spcPts val="0"/>
              </a:spcBef>
              <a:spcAft>
                <a:spcPts val="0"/>
              </a:spcAft>
              <a:buClr>
                <a:schemeClr val="lt1"/>
              </a:buClr>
              <a:buSzPts val="4200"/>
              <a:buNone/>
              <a:defRPr sz="4200">
                <a:solidFill>
                  <a:schemeClr val="lt1"/>
                </a:solidFill>
              </a:defRPr>
            </a:lvl8pPr>
            <a:lvl9pPr lvl="8" rtl="0" algn="ctr">
              <a:spcBef>
                <a:spcPts val="0"/>
              </a:spcBef>
              <a:spcAft>
                <a:spcPts val="0"/>
              </a:spcAft>
              <a:buClr>
                <a:schemeClr val="lt1"/>
              </a:buClr>
              <a:buSzPts val="4200"/>
              <a:buNone/>
              <a:defRPr sz="4200">
                <a:solidFill>
                  <a:schemeClr val="lt1"/>
                </a:solidFill>
              </a:defRPr>
            </a:lvl9pPr>
          </a:lstStyle>
          <a:p/>
        </p:txBody>
      </p:sp>
      <p:sp>
        <p:nvSpPr>
          <p:cNvPr id="119" name="Google Shape;119;p27"/>
          <p:cNvSpPr txBox="1"/>
          <p:nvPr>
            <p:ph idx="13" type="subTitle"/>
          </p:nvPr>
        </p:nvSpPr>
        <p:spPr>
          <a:xfrm>
            <a:off x="6028552" y="3831259"/>
            <a:ext cx="2067000" cy="640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lt1"/>
              </a:buClr>
              <a:buSzPts val="1400"/>
              <a:buNone/>
              <a:defRPr sz="1400">
                <a:solidFill>
                  <a:schemeClr val="lt1"/>
                </a:solidFill>
              </a:defRPr>
            </a:lvl1pPr>
            <a:lvl2pPr lvl="1" rtl="0" algn="ctr">
              <a:lnSpc>
                <a:spcPct val="100000"/>
              </a:lnSpc>
              <a:spcBef>
                <a:spcPts val="0"/>
              </a:spcBef>
              <a:spcAft>
                <a:spcPts val="0"/>
              </a:spcAft>
              <a:buClr>
                <a:schemeClr val="lt1"/>
              </a:buClr>
              <a:buSzPts val="2100"/>
              <a:buNone/>
              <a:defRPr sz="2100">
                <a:solidFill>
                  <a:schemeClr val="lt1"/>
                </a:solidFill>
              </a:defRPr>
            </a:lvl2pPr>
            <a:lvl3pPr lvl="2" rtl="0" algn="ctr">
              <a:lnSpc>
                <a:spcPct val="100000"/>
              </a:lnSpc>
              <a:spcBef>
                <a:spcPts val="0"/>
              </a:spcBef>
              <a:spcAft>
                <a:spcPts val="0"/>
              </a:spcAft>
              <a:buClr>
                <a:schemeClr val="lt1"/>
              </a:buClr>
              <a:buSzPts val="2100"/>
              <a:buNone/>
              <a:defRPr sz="2100">
                <a:solidFill>
                  <a:schemeClr val="lt1"/>
                </a:solidFill>
              </a:defRPr>
            </a:lvl3pPr>
            <a:lvl4pPr lvl="3" rtl="0" algn="ctr">
              <a:lnSpc>
                <a:spcPct val="100000"/>
              </a:lnSpc>
              <a:spcBef>
                <a:spcPts val="0"/>
              </a:spcBef>
              <a:spcAft>
                <a:spcPts val="0"/>
              </a:spcAft>
              <a:buClr>
                <a:schemeClr val="lt1"/>
              </a:buClr>
              <a:buSzPts val="2100"/>
              <a:buNone/>
              <a:defRPr sz="2100">
                <a:solidFill>
                  <a:schemeClr val="lt1"/>
                </a:solidFill>
              </a:defRPr>
            </a:lvl4pPr>
            <a:lvl5pPr lvl="4" rtl="0" algn="ctr">
              <a:lnSpc>
                <a:spcPct val="100000"/>
              </a:lnSpc>
              <a:spcBef>
                <a:spcPts val="0"/>
              </a:spcBef>
              <a:spcAft>
                <a:spcPts val="0"/>
              </a:spcAft>
              <a:buClr>
                <a:schemeClr val="lt1"/>
              </a:buClr>
              <a:buSzPts val="2100"/>
              <a:buNone/>
              <a:defRPr sz="2100">
                <a:solidFill>
                  <a:schemeClr val="lt1"/>
                </a:solidFill>
              </a:defRPr>
            </a:lvl5pPr>
            <a:lvl6pPr lvl="5" rtl="0" algn="ctr">
              <a:lnSpc>
                <a:spcPct val="100000"/>
              </a:lnSpc>
              <a:spcBef>
                <a:spcPts val="0"/>
              </a:spcBef>
              <a:spcAft>
                <a:spcPts val="0"/>
              </a:spcAft>
              <a:buClr>
                <a:schemeClr val="lt1"/>
              </a:buClr>
              <a:buSzPts val="2100"/>
              <a:buNone/>
              <a:defRPr sz="2100">
                <a:solidFill>
                  <a:schemeClr val="lt1"/>
                </a:solidFill>
              </a:defRPr>
            </a:lvl6pPr>
            <a:lvl7pPr lvl="6" rtl="0" algn="ctr">
              <a:lnSpc>
                <a:spcPct val="100000"/>
              </a:lnSpc>
              <a:spcBef>
                <a:spcPts val="0"/>
              </a:spcBef>
              <a:spcAft>
                <a:spcPts val="0"/>
              </a:spcAft>
              <a:buClr>
                <a:schemeClr val="lt1"/>
              </a:buClr>
              <a:buSzPts val="2100"/>
              <a:buNone/>
              <a:defRPr sz="2100">
                <a:solidFill>
                  <a:schemeClr val="lt1"/>
                </a:solidFill>
              </a:defRPr>
            </a:lvl7pPr>
            <a:lvl8pPr lvl="7" rtl="0" algn="ctr">
              <a:lnSpc>
                <a:spcPct val="100000"/>
              </a:lnSpc>
              <a:spcBef>
                <a:spcPts val="0"/>
              </a:spcBef>
              <a:spcAft>
                <a:spcPts val="0"/>
              </a:spcAft>
              <a:buClr>
                <a:schemeClr val="lt1"/>
              </a:buClr>
              <a:buSzPts val="2100"/>
              <a:buNone/>
              <a:defRPr sz="2100">
                <a:solidFill>
                  <a:schemeClr val="lt1"/>
                </a:solidFill>
              </a:defRPr>
            </a:lvl8pPr>
            <a:lvl9pPr lvl="8" rtl="0" algn="ctr">
              <a:lnSpc>
                <a:spcPct val="100000"/>
              </a:lnSpc>
              <a:spcBef>
                <a:spcPts val="0"/>
              </a:spcBef>
              <a:spcAft>
                <a:spcPts val="0"/>
              </a:spcAft>
              <a:buClr>
                <a:schemeClr val="lt1"/>
              </a:buClr>
              <a:buSzPts val="2100"/>
              <a:buNone/>
              <a:defRPr sz="2100">
                <a:solidFill>
                  <a:schemeClr val="lt1"/>
                </a:solidFill>
              </a:defRPr>
            </a:lvl9pPr>
          </a:lstStyle>
          <a:p/>
        </p:txBody>
      </p:sp>
      <p:sp>
        <p:nvSpPr>
          <p:cNvPr id="120" name="Google Shape;120;p27"/>
          <p:cNvSpPr txBox="1"/>
          <p:nvPr>
            <p:ph idx="14" type="title"/>
          </p:nvPr>
        </p:nvSpPr>
        <p:spPr>
          <a:xfrm>
            <a:off x="1048447" y="3325035"/>
            <a:ext cx="2067000" cy="5484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lt1"/>
              </a:buClr>
              <a:buSzPts val="1800"/>
              <a:buNone/>
              <a:defRPr sz="1800">
                <a:solidFill>
                  <a:schemeClr val="lt1"/>
                </a:solidFill>
              </a:defRPr>
            </a:lvl1pPr>
            <a:lvl2pPr lvl="1" rtl="0" algn="ctr">
              <a:spcBef>
                <a:spcPts val="0"/>
              </a:spcBef>
              <a:spcAft>
                <a:spcPts val="0"/>
              </a:spcAft>
              <a:buClr>
                <a:schemeClr val="lt1"/>
              </a:buClr>
              <a:buSzPts val="4200"/>
              <a:buNone/>
              <a:defRPr sz="4200">
                <a:solidFill>
                  <a:schemeClr val="lt1"/>
                </a:solidFill>
              </a:defRPr>
            </a:lvl2pPr>
            <a:lvl3pPr lvl="2" rtl="0" algn="ctr">
              <a:spcBef>
                <a:spcPts val="0"/>
              </a:spcBef>
              <a:spcAft>
                <a:spcPts val="0"/>
              </a:spcAft>
              <a:buClr>
                <a:schemeClr val="lt1"/>
              </a:buClr>
              <a:buSzPts val="4200"/>
              <a:buNone/>
              <a:defRPr sz="4200">
                <a:solidFill>
                  <a:schemeClr val="lt1"/>
                </a:solidFill>
              </a:defRPr>
            </a:lvl3pPr>
            <a:lvl4pPr lvl="3" rtl="0" algn="ctr">
              <a:spcBef>
                <a:spcPts val="0"/>
              </a:spcBef>
              <a:spcAft>
                <a:spcPts val="0"/>
              </a:spcAft>
              <a:buClr>
                <a:schemeClr val="lt1"/>
              </a:buClr>
              <a:buSzPts val="4200"/>
              <a:buNone/>
              <a:defRPr sz="4200">
                <a:solidFill>
                  <a:schemeClr val="lt1"/>
                </a:solidFill>
              </a:defRPr>
            </a:lvl4pPr>
            <a:lvl5pPr lvl="4" rtl="0" algn="ctr">
              <a:spcBef>
                <a:spcPts val="0"/>
              </a:spcBef>
              <a:spcAft>
                <a:spcPts val="0"/>
              </a:spcAft>
              <a:buClr>
                <a:schemeClr val="lt1"/>
              </a:buClr>
              <a:buSzPts val="4200"/>
              <a:buNone/>
              <a:defRPr sz="4200">
                <a:solidFill>
                  <a:schemeClr val="lt1"/>
                </a:solidFill>
              </a:defRPr>
            </a:lvl5pPr>
            <a:lvl6pPr lvl="5" rtl="0" algn="ctr">
              <a:spcBef>
                <a:spcPts val="0"/>
              </a:spcBef>
              <a:spcAft>
                <a:spcPts val="0"/>
              </a:spcAft>
              <a:buClr>
                <a:schemeClr val="lt1"/>
              </a:buClr>
              <a:buSzPts val="4200"/>
              <a:buNone/>
              <a:defRPr sz="4200">
                <a:solidFill>
                  <a:schemeClr val="lt1"/>
                </a:solidFill>
              </a:defRPr>
            </a:lvl6pPr>
            <a:lvl7pPr lvl="6" rtl="0" algn="ctr">
              <a:spcBef>
                <a:spcPts val="0"/>
              </a:spcBef>
              <a:spcAft>
                <a:spcPts val="0"/>
              </a:spcAft>
              <a:buClr>
                <a:schemeClr val="lt1"/>
              </a:buClr>
              <a:buSzPts val="4200"/>
              <a:buNone/>
              <a:defRPr sz="4200">
                <a:solidFill>
                  <a:schemeClr val="lt1"/>
                </a:solidFill>
              </a:defRPr>
            </a:lvl7pPr>
            <a:lvl8pPr lvl="7" rtl="0" algn="ctr">
              <a:spcBef>
                <a:spcPts val="0"/>
              </a:spcBef>
              <a:spcAft>
                <a:spcPts val="0"/>
              </a:spcAft>
              <a:buClr>
                <a:schemeClr val="lt1"/>
              </a:buClr>
              <a:buSzPts val="4200"/>
              <a:buNone/>
              <a:defRPr sz="4200">
                <a:solidFill>
                  <a:schemeClr val="lt1"/>
                </a:solidFill>
              </a:defRPr>
            </a:lvl8pPr>
            <a:lvl9pPr lvl="8" rtl="0" algn="ctr">
              <a:spcBef>
                <a:spcPts val="0"/>
              </a:spcBef>
              <a:spcAft>
                <a:spcPts val="0"/>
              </a:spcAft>
              <a:buClr>
                <a:schemeClr val="lt1"/>
              </a:buClr>
              <a:buSzPts val="4200"/>
              <a:buNone/>
              <a:defRPr sz="4200">
                <a:solidFill>
                  <a:schemeClr val="lt1"/>
                </a:solidFill>
              </a:defRPr>
            </a:lvl9pPr>
          </a:lstStyle>
          <a:p/>
        </p:txBody>
      </p:sp>
      <p:sp>
        <p:nvSpPr>
          <p:cNvPr id="121" name="Google Shape;121;p27"/>
          <p:cNvSpPr txBox="1"/>
          <p:nvPr>
            <p:ph idx="15" type="subTitle"/>
          </p:nvPr>
        </p:nvSpPr>
        <p:spPr>
          <a:xfrm>
            <a:off x="1048450" y="3831259"/>
            <a:ext cx="2067000" cy="640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lt1"/>
              </a:buClr>
              <a:buSzPts val="1400"/>
              <a:buNone/>
              <a:defRPr sz="1400">
                <a:solidFill>
                  <a:schemeClr val="lt1"/>
                </a:solidFill>
              </a:defRPr>
            </a:lvl1pPr>
            <a:lvl2pPr lvl="1" rtl="0" algn="ctr">
              <a:lnSpc>
                <a:spcPct val="100000"/>
              </a:lnSpc>
              <a:spcBef>
                <a:spcPts val="0"/>
              </a:spcBef>
              <a:spcAft>
                <a:spcPts val="0"/>
              </a:spcAft>
              <a:buClr>
                <a:schemeClr val="lt1"/>
              </a:buClr>
              <a:buSzPts val="2100"/>
              <a:buNone/>
              <a:defRPr sz="2100">
                <a:solidFill>
                  <a:schemeClr val="lt1"/>
                </a:solidFill>
              </a:defRPr>
            </a:lvl2pPr>
            <a:lvl3pPr lvl="2" rtl="0" algn="ctr">
              <a:lnSpc>
                <a:spcPct val="100000"/>
              </a:lnSpc>
              <a:spcBef>
                <a:spcPts val="0"/>
              </a:spcBef>
              <a:spcAft>
                <a:spcPts val="0"/>
              </a:spcAft>
              <a:buClr>
                <a:schemeClr val="lt1"/>
              </a:buClr>
              <a:buSzPts val="2100"/>
              <a:buNone/>
              <a:defRPr sz="2100">
                <a:solidFill>
                  <a:schemeClr val="lt1"/>
                </a:solidFill>
              </a:defRPr>
            </a:lvl3pPr>
            <a:lvl4pPr lvl="3" rtl="0" algn="ctr">
              <a:lnSpc>
                <a:spcPct val="100000"/>
              </a:lnSpc>
              <a:spcBef>
                <a:spcPts val="0"/>
              </a:spcBef>
              <a:spcAft>
                <a:spcPts val="0"/>
              </a:spcAft>
              <a:buClr>
                <a:schemeClr val="lt1"/>
              </a:buClr>
              <a:buSzPts val="2100"/>
              <a:buNone/>
              <a:defRPr sz="2100">
                <a:solidFill>
                  <a:schemeClr val="lt1"/>
                </a:solidFill>
              </a:defRPr>
            </a:lvl4pPr>
            <a:lvl5pPr lvl="4" rtl="0" algn="ctr">
              <a:lnSpc>
                <a:spcPct val="100000"/>
              </a:lnSpc>
              <a:spcBef>
                <a:spcPts val="0"/>
              </a:spcBef>
              <a:spcAft>
                <a:spcPts val="0"/>
              </a:spcAft>
              <a:buClr>
                <a:schemeClr val="lt1"/>
              </a:buClr>
              <a:buSzPts val="2100"/>
              <a:buNone/>
              <a:defRPr sz="2100">
                <a:solidFill>
                  <a:schemeClr val="lt1"/>
                </a:solidFill>
              </a:defRPr>
            </a:lvl5pPr>
            <a:lvl6pPr lvl="5" rtl="0" algn="ctr">
              <a:lnSpc>
                <a:spcPct val="100000"/>
              </a:lnSpc>
              <a:spcBef>
                <a:spcPts val="0"/>
              </a:spcBef>
              <a:spcAft>
                <a:spcPts val="0"/>
              </a:spcAft>
              <a:buClr>
                <a:schemeClr val="lt1"/>
              </a:buClr>
              <a:buSzPts val="2100"/>
              <a:buNone/>
              <a:defRPr sz="2100">
                <a:solidFill>
                  <a:schemeClr val="lt1"/>
                </a:solidFill>
              </a:defRPr>
            </a:lvl6pPr>
            <a:lvl7pPr lvl="6" rtl="0" algn="ctr">
              <a:lnSpc>
                <a:spcPct val="100000"/>
              </a:lnSpc>
              <a:spcBef>
                <a:spcPts val="0"/>
              </a:spcBef>
              <a:spcAft>
                <a:spcPts val="0"/>
              </a:spcAft>
              <a:buClr>
                <a:schemeClr val="lt1"/>
              </a:buClr>
              <a:buSzPts val="2100"/>
              <a:buNone/>
              <a:defRPr sz="2100">
                <a:solidFill>
                  <a:schemeClr val="lt1"/>
                </a:solidFill>
              </a:defRPr>
            </a:lvl7pPr>
            <a:lvl8pPr lvl="7" rtl="0" algn="ctr">
              <a:lnSpc>
                <a:spcPct val="100000"/>
              </a:lnSpc>
              <a:spcBef>
                <a:spcPts val="0"/>
              </a:spcBef>
              <a:spcAft>
                <a:spcPts val="0"/>
              </a:spcAft>
              <a:buClr>
                <a:schemeClr val="lt1"/>
              </a:buClr>
              <a:buSzPts val="2100"/>
              <a:buNone/>
              <a:defRPr sz="2100">
                <a:solidFill>
                  <a:schemeClr val="lt1"/>
                </a:solidFill>
              </a:defRPr>
            </a:lvl8pPr>
            <a:lvl9pPr lvl="8" rtl="0" algn="ctr">
              <a:lnSpc>
                <a:spcPct val="100000"/>
              </a:lnSpc>
              <a:spcBef>
                <a:spcPts val="0"/>
              </a:spcBef>
              <a:spcAft>
                <a:spcPts val="0"/>
              </a:spcAft>
              <a:buClr>
                <a:schemeClr val="lt1"/>
              </a:buClr>
              <a:buSzPts val="2100"/>
              <a:buNone/>
              <a:defRPr sz="2100">
                <a:solidFill>
                  <a:schemeClr val="lt1"/>
                </a:solidFill>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Four Columns 1">
  <p:cSld name="TITLE_1_1_2_1">
    <p:bg>
      <p:bgPr>
        <a:blipFill>
          <a:blip r:embed="rId2">
            <a:alphaModFix/>
          </a:blip>
          <a:stretch>
            <a:fillRect/>
          </a:stretch>
        </a:blipFill>
      </p:bgPr>
    </p:bg>
    <p:spTree>
      <p:nvGrpSpPr>
        <p:cNvPr id="122" name="Shape 122"/>
        <p:cNvGrpSpPr/>
        <p:nvPr/>
      </p:nvGrpSpPr>
      <p:grpSpPr>
        <a:xfrm>
          <a:off x="0" y="0"/>
          <a:ext cx="0" cy="0"/>
          <a:chOff x="0" y="0"/>
          <a:chExt cx="0" cy="0"/>
        </a:xfrm>
      </p:grpSpPr>
      <p:sp>
        <p:nvSpPr>
          <p:cNvPr id="123" name="Google Shape;123;p28"/>
          <p:cNvSpPr txBox="1"/>
          <p:nvPr>
            <p:ph type="title"/>
          </p:nvPr>
        </p:nvSpPr>
        <p:spPr>
          <a:xfrm>
            <a:off x="938500" y="445025"/>
            <a:ext cx="5043600" cy="9414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accent1"/>
              </a:buClr>
              <a:buSzPts val="2400"/>
              <a:buNone/>
              <a:defRPr sz="24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124" name="Google Shape;124;p28"/>
          <p:cNvSpPr txBox="1"/>
          <p:nvPr>
            <p:ph idx="2" type="title"/>
          </p:nvPr>
        </p:nvSpPr>
        <p:spPr>
          <a:xfrm>
            <a:off x="1338238" y="2359825"/>
            <a:ext cx="2727600" cy="375600"/>
          </a:xfrm>
          <a:prstGeom prst="rect">
            <a:avLst/>
          </a:prstGeom>
        </p:spPr>
        <p:txBody>
          <a:bodyPr anchorCtr="0" anchor="t" bIns="91425" lIns="91425" spcFirstLastPara="1" rIns="91425" wrap="square" tIns="91425">
            <a:noAutofit/>
          </a:bodyPr>
          <a:lstStyle>
            <a:lvl1pPr lvl="0" rtl="0" algn="r">
              <a:spcBef>
                <a:spcPts val="0"/>
              </a:spcBef>
              <a:spcAft>
                <a:spcPts val="0"/>
              </a:spcAft>
              <a:buClr>
                <a:schemeClr val="lt1"/>
              </a:buClr>
              <a:buSzPts val="1400"/>
              <a:buNone/>
              <a:defRPr sz="1400">
                <a:solidFill>
                  <a:schemeClr val="lt1"/>
                </a:solidFill>
              </a:defRPr>
            </a:lvl1pPr>
            <a:lvl2pPr lvl="1" rtl="0" algn="r">
              <a:spcBef>
                <a:spcPts val="0"/>
              </a:spcBef>
              <a:spcAft>
                <a:spcPts val="0"/>
              </a:spcAft>
              <a:buClr>
                <a:schemeClr val="lt1"/>
              </a:buClr>
              <a:buSzPts val="4200"/>
              <a:buNone/>
              <a:defRPr sz="4200">
                <a:solidFill>
                  <a:schemeClr val="lt1"/>
                </a:solidFill>
              </a:defRPr>
            </a:lvl2pPr>
            <a:lvl3pPr lvl="2" rtl="0" algn="r">
              <a:spcBef>
                <a:spcPts val="0"/>
              </a:spcBef>
              <a:spcAft>
                <a:spcPts val="0"/>
              </a:spcAft>
              <a:buClr>
                <a:schemeClr val="lt1"/>
              </a:buClr>
              <a:buSzPts val="4200"/>
              <a:buNone/>
              <a:defRPr sz="4200">
                <a:solidFill>
                  <a:schemeClr val="lt1"/>
                </a:solidFill>
              </a:defRPr>
            </a:lvl3pPr>
            <a:lvl4pPr lvl="3" rtl="0" algn="r">
              <a:spcBef>
                <a:spcPts val="0"/>
              </a:spcBef>
              <a:spcAft>
                <a:spcPts val="0"/>
              </a:spcAft>
              <a:buClr>
                <a:schemeClr val="lt1"/>
              </a:buClr>
              <a:buSzPts val="4200"/>
              <a:buNone/>
              <a:defRPr sz="4200">
                <a:solidFill>
                  <a:schemeClr val="lt1"/>
                </a:solidFill>
              </a:defRPr>
            </a:lvl4pPr>
            <a:lvl5pPr lvl="4" rtl="0" algn="r">
              <a:spcBef>
                <a:spcPts val="0"/>
              </a:spcBef>
              <a:spcAft>
                <a:spcPts val="0"/>
              </a:spcAft>
              <a:buClr>
                <a:schemeClr val="lt1"/>
              </a:buClr>
              <a:buSzPts val="4200"/>
              <a:buNone/>
              <a:defRPr sz="4200">
                <a:solidFill>
                  <a:schemeClr val="lt1"/>
                </a:solidFill>
              </a:defRPr>
            </a:lvl5pPr>
            <a:lvl6pPr lvl="5" rtl="0" algn="r">
              <a:spcBef>
                <a:spcPts val="0"/>
              </a:spcBef>
              <a:spcAft>
                <a:spcPts val="0"/>
              </a:spcAft>
              <a:buClr>
                <a:schemeClr val="lt1"/>
              </a:buClr>
              <a:buSzPts val="4200"/>
              <a:buNone/>
              <a:defRPr sz="4200">
                <a:solidFill>
                  <a:schemeClr val="lt1"/>
                </a:solidFill>
              </a:defRPr>
            </a:lvl6pPr>
            <a:lvl7pPr lvl="6" rtl="0" algn="r">
              <a:spcBef>
                <a:spcPts val="0"/>
              </a:spcBef>
              <a:spcAft>
                <a:spcPts val="0"/>
              </a:spcAft>
              <a:buClr>
                <a:schemeClr val="lt1"/>
              </a:buClr>
              <a:buSzPts val="4200"/>
              <a:buNone/>
              <a:defRPr sz="4200">
                <a:solidFill>
                  <a:schemeClr val="lt1"/>
                </a:solidFill>
              </a:defRPr>
            </a:lvl7pPr>
            <a:lvl8pPr lvl="7" rtl="0" algn="r">
              <a:spcBef>
                <a:spcPts val="0"/>
              </a:spcBef>
              <a:spcAft>
                <a:spcPts val="0"/>
              </a:spcAft>
              <a:buClr>
                <a:schemeClr val="lt1"/>
              </a:buClr>
              <a:buSzPts val="4200"/>
              <a:buNone/>
              <a:defRPr sz="4200">
                <a:solidFill>
                  <a:schemeClr val="lt1"/>
                </a:solidFill>
              </a:defRPr>
            </a:lvl8pPr>
            <a:lvl9pPr lvl="8" rtl="0" algn="r">
              <a:spcBef>
                <a:spcPts val="0"/>
              </a:spcBef>
              <a:spcAft>
                <a:spcPts val="0"/>
              </a:spcAft>
              <a:buClr>
                <a:schemeClr val="lt1"/>
              </a:buClr>
              <a:buSzPts val="4200"/>
              <a:buNone/>
              <a:defRPr sz="4200">
                <a:solidFill>
                  <a:schemeClr val="lt1"/>
                </a:solidFill>
              </a:defRPr>
            </a:lvl9pPr>
          </a:lstStyle>
          <a:p/>
        </p:txBody>
      </p:sp>
      <p:sp>
        <p:nvSpPr>
          <p:cNvPr id="125" name="Google Shape;125;p28"/>
          <p:cNvSpPr txBox="1"/>
          <p:nvPr>
            <p:ph idx="1" type="subTitle"/>
          </p:nvPr>
        </p:nvSpPr>
        <p:spPr>
          <a:xfrm>
            <a:off x="1338238" y="1713051"/>
            <a:ext cx="2727600" cy="6054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chemeClr val="lt1"/>
              </a:buClr>
              <a:buSzPts val="1600"/>
              <a:buNone/>
              <a:defRPr sz="1600">
                <a:solidFill>
                  <a:schemeClr val="lt1"/>
                </a:solidFill>
              </a:defRPr>
            </a:lvl1pPr>
            <a:lvl2pPr lvl="1" rtl="0" algn="r">
              <a:lnSpc>
                <a:spcPct val="100000"/>
              </a:lnSpc>
              <a:spcBef>
                <a:spcPts val="0"/>
              </a:spcBef>
              <a:spcAft>
                <a:spcPts val="0"/>
              </a:spcAft>
              <a:buClr>
                <a:schemeClr val="lt1"/>
              </a:buClr>
              <a:buSzPts val="1600"/>
              <a:buNone/>
              <a:defRPr sz="1600">
                <a:solidFill>
                  <a:schemeClr val="lt1"/>
                </a:solidFill>
              </a:defRPr>
            </a:lvl2pPr>
            <a:lvl3pPr lvl="2" rtl="0" algn="r">
              <a:lnSpc>
                <a:spcPct val="100000"/>
              </a:lnSpc>
              <a:spcBef>
                <a:spcPts val="0"/>
              </a:spcBef>
              <a:spcAft>
                <a:spcPts val="0"/>
              </a:spcAft>
              <a:buClr>
                <a:schemeClr val="lt1"/>
              </a:buClr>
              <a:buSzPts val="1600"/>
              <a:buNone/>
              <a:defRPr sz="1600">
                <a:solidFill>
                  <a:schemeClr val="lt1"/>
                </a:solidFill>
              </a:defRPr>
            </a:lvl3pPr>
            <a:lvl4pPr lvl="3" rtl="0" algn="r">
              <a:lnSpc>
                <a:spcPct val="100000"/>
              </a:lnSpc>
              <a:spcBef>
                <a:spcPts val="0"/>
              </a:spcBef>
              <a:spcAft>
                <a:spcPts val="0"/>
              </a:spcAft>
              <a:buClr>
                <a:schemeClr val="lt1"/>
              </a:buClr>
              <a:buSzPts val="1600"/>
              <a:buNone/>
              <a:defRPr sz="1600">
                <a:solidFill>
                  <a:schemeClr val="lt1"/>
                </a:solidFill>
              </a:defRPr>
            </a:lvl4pPr>
            <a:lvl5pPr lvl="4" rtl="0" algn="r">
              <a:lnSpc>
                <a:spcPct val="100000"/>
              </a:lnSpc>
              <a:spcBef>
                <a:spcPts val="0"/>
              </a:spcBef>
              <a:spcAft>
                <a:spcPts val="0"/>
              </a:spcAft>
              <a:buClr>
                <a:schemeClr val="lt1"/>
              </a:buClr>
              <a:buSzPts val="1600"/>
              <a:buNone/>
              <a:defRPr sz="1600">
                <a:solidFill>
                  <a:schemeClr val="lt1"/>
                </a:solidFill>
              </a:defRPr>
            </a:lvl5pPr>
            <a:lvl6pPr lvl="5" rtl="0" algn="r">
              <a:lnSpc>
                <a:spcPct val="100000"/>
              </a:lnSpc>
              <a:spcBef>
                <a:spcPts val="0"/>
              </a:spcBef>
              <a:spcAft>
                <a:spcPts val="0"/>
              </a:spcAft>
              <a:buClr>
                <a:schemeClr val="lt1"/>
              </a:buClr>
              <a:buSzPts val="1600"/>
              <a:buNone/>
              <a:defRPr sz="1600">
                <a:solidFill>
                  <a:schemeClr val="lt1"/>
                </a:solidFill>
              </a:defRPr>
            </a:lvl6pPr>
            <a:lvl7pPr lvl="6" rtl="0" algn="r">
              <a:lnSpc>
                <a:spcPct val="100000"/>
              </a:lnSpc>
              <a:spcBef>
                <a:spcPts val="0"/>
              </a:spcBef>
              <a:spcAft>
                <a:spcPts val="0"/>
              </a:spcAft>
              <a:buClr>
                <a:schemeClr val="lt1"/>
              </a:buClr>
              <a:buSzPts val="1600"/>
              <a:buNone/>
              <a:defRPr sz="1600">
                <a:solidFill>
                  <a:schemeClr val="lt1"/>
                </a:solidFill>
              </a:defRPr>
            </a:lvl7pPr>
            <a:lvl8pPr lvl="7" rtl="0" algn="r">
              <a:lnSpc>
                <a:spcPct val="100000"/>
              </a:lnSpc>
              <a:spcBef>
                <a:spcPts val="0"/>
              </a:spcBef>
              <a:spcAft>
                <a:spcPts val="0"/>
              </a:spcAft>
              <a:buClr>
                <a:schemeClr val="lt1"/>
              </a:buClr>
              <a:buSzPts val="1600"/>
              <a:buNone/>
              <a:defRPr sz="1600">
                <a:solidFill>
                  <a:schemeClr val="lt1"/>
                </a:solidFill>
              </a:defRPr>
            </a:lvl8pPr>
            <a:lvl9pPr lvl="8" rtl="0" algn="r">
              <a:lnSpc>
                <a:spcPct val="100000"/>
              </a:lnSpc>
              <a:spcBef>
                <a:spcPts val="0"/>
              </a:spcBef>
              <a:spcAft>
                <a:spcPts val="0"/>
              </a:spcAft>
              <a:buClr>
                <a:schemeClr val="lt1"/>
              </a:buClr>
              <a:buSzPts val="1600"/>
              <a:buNone/>
              <a:defRPr sz="1600">
                <a:solidFill>
                  <a:schemeClr val="lt1"/>
                </a:solidFill>
              </a:defRPr>
            </a:lvl9pPr>
          </a:lstStyle>
          <a:p/>
        </p:txBody>
      </p:sp>
      <p:sp>
        <p:nvSpPr>
          <p:cNvPr id="126" name="Google Shape;126;p28"/>
          <p:cNvSpPr txBox="1"/>
          <p:nvPr>
            <p:ph idx="3" type="title"/>
          </p:nvPr>
        </p:nvSpPr>
        <p:spPr>
          <a:xfrm>
            <a:off x="1338238" y="3988950"/>
            <a:ext cx="2727600" cy="375600"/>
          </a:xfrm>
          <a:prstGeom prst="rect">
            <a:avLst/>
          </a:prstGeom>
        </p:spPr>
        <p:txBody>
          <a:bodyPr anchorCtr="0" anchor="t" bIns="91425" lIns="91425" spcFirstLastPara="1" rIns="91425" wrap="square" tIns="91425">
            <a:noAutofit/>
          </a:bodyPr>
          <a:lstStyle>
            <a:lvl1pPr lvl="0" rtl="0" algn="r">
              <a:spcBef>
                <a:spcPts val="0"/>
              </a:spcBef>
              <a:spcAft>
                <a:spcPts val="0"/>
              </a:spcAft>
              <a:buClr>
                <a:schemeClr val="lt1"/>
              </a:buClr>
              <a:buSzPts val="1400"/>
              <a:buNone/>
              <a:defRPr sz="1400">
                <a:solidFill>
                  <a:schemeClr val="lt1"/>
                </a:solidFill>
              </a:defRPr>
            </a:lvl1pPr>
            <a:lvl2pPr lvl="1" rtl="0" algn="r">
              <a:spcBef>
                <a:spcPts val="0"/>
              </a:spcBef>
              <a:spcAft>
                <a:spcPts val="0"/>
              </a:spcAft>
              <a:buClr>
                <a:schemeClr val="lt1"/>
              </a:buClr>
              <a:buSzPts val="4200"/>
              <a:buNone/>
              <a:defRPr sz="4200">
                <a:solidFill>
                  <a:schemeClr val="lt1"/>
                </a:solidFill>
              </a:defRPr>
            </a:lvl2pPr>
            <a:lvl3pPr lvl="2" rtl="0" algn="r">
              <a:spcBef>
                <a:spcPts val="0"/>
              </a:spcBef>
              <a:spcAft>
                <a:spcPts val="0"/>
              </a:spcAft>
              <a:buClr>
                <a:schemeClr val="lt1"/>
              </a:buClr>
              <a:buSzPts val="4200"/>
              <a:buNone/>
              <a:defRPr sz="4200">
                <a:solidFill>
                  <a:schemeClr val="lt1"/>
                </a:solidFill>
              </a:defRPr>
            </a:lvl3pPr>
            <a:lvl4pPr lvl="3" rtl="0" algn="r">
              <a:spcBef>
                <a:spcPts val="0"/>
              </a:spcBef>
              <a:spcAft>
                <a:spcPts val="0"/>
              </a:spcAft>
              <a:buClr>
                <a:schemeClr val="lt1"/>
              </a:buClr>
              <a:buSzPts val="4200"/>
              <a:buNone/>
              <a:defRPr sz="4200">
                <a:solidFill>
                  <a:schemeClr val="lt1"/>
                </a:solidFill>
              </a:defRPr>
            </a:lvl4pPr>
            <a:lvl5pPr lvl="4" rtl="0" algn="r">
              <a:spcBef>
                <a:spcPts val="0"/>
              </a:spcBef>
              <a:spcAft>
                <a:spcPts val="0"/>
              </a:spcAft>
              <a:buClr>
                <a:schemeClr val="lt1"/>
              </a:buClr>
              <a:buSzPts val="4200"/>
              <a:buNone/>
              <a:defRPr sz="4200">
                <a:solidFill>
                  <a:schemeClr val="lt1"/>
                </a:solidFill>
              </a:defRPr>
            </a:lvl5pPr>
            <a:lvl6pPr lvl="5" rtl="0" algn="r">
              <a:spcBef>
                <a:spcPts val="0"/>
              </a:spcBef>
              <a:spcAft>
                <a:spcPts val="0"/>
              </a:spcAft>
              <a:buClr>
                <a:schemeClr val="lt1"/>
              </a:buClr>
              <a:buSzPts val="4200"/>
              <a:buNone/>
              <a:defRPr sz="4200">
                <a:solidFill>
                  <a:schemeClr val="lt1"/>
                </a:solidFill>
              </a:defRPr>
            </a:lvl6pPr>
            <a:lvl7pPr lvl="6" rtl="0" algn="r">
              <a:spcBef>
                <a:spcPts val="0"/>
              </a:spcBef>
              <a:spcAft>
                <a:spcPts val="0"/>
              </a:spcAft>
              <a:buClr>
                <a:schemeClr val="lt1"/>
              </a:buClr>
              <a:buSzPts val="4200"/>
              <a:buNone/>
              <a:defRPr sz="4200">
                <a:solidFill>
                  <a:schemeClr val="lt1"/>
                </a:solidFill>
              </a:defRPr>
            </a:lvl7pPr>
            <a:lvl8pPr lvl="7" rtl="0" algn="r">
              <a:spcBef>
                <a:spcPts val="0"/>
              </a:spcBef>
              <a:spcAft>
                <a:spcPts val="0"/>
              </a:spcAft>
              <a:buClr>
                <a:schemeClr val="lt1"/>
              </a:buClr>
              <a:buSzPts val="4200"/>
              <a:buNone/>
              <a:defRPr sz="4200">
                <a:solidFill>
                  <a:schemeClr val="lt1"/>
                </a:solidFill>
              </a:defRPr>
            </a:lvl8pPr>
            <a:lvl9pPr lvl="8" rtl="0" algn="r">
              <a:spcBef>
                <a:spcPts val="0"/>
              </a:spcBef>
              <a:spcAft>
                <a:spcPts val="0"/>
              </a:spcAft>
              <a:buClr>
                <a:schemeClr val="lt1"/>
              </a:buClr>
              <a:buSzPts val="4200"/>
              <a:buNone/>
              <a:defRPr sz="4200">
                <a:solidFill>
                  <a:schemeClr val="lt1"/>
                </a:solidFill>
              </a:defRPr>
            </a:lvl9pPr>
          </a:lstStyle>
          <a:p/>
        </p:txBody>
      </p:sp>
      <p:sp>
        <p:nvSpPr>
          <p:cNvPr id="127" name="Google Shape;127;p28"/>
          <p:cNvSpPr txBox="1"/>
          <p:nvPr>
            <p:ph idx="4" type="subTitle"/>
          </p:nvPr>
        </p:nvSpPr>
        <p:spPr>
          <a:xfrm>
            <a:off x="1338238" y="3342176"/>
            <a:ext cx="2727600" cy="6054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chemeClr val="lt1"/>
              </a:buClr>
              <a:buSzPts val="1600"/>
              <a:buNone/>
              <a:defRPr sz="1600">
                <a:solidFill>
                  <a:schemeClr val="lt1"/>
                </a:solidFill>
              </a:defRPr>
            </a:lvl1pPr>
            <a:lvl2pPr lvl="1" rtl="0" algn="r">
              <a:lnSpc>
                <a:spcPct val="100000"/>
              </a:lnSpc>
              <a:spcBef>
                <a:spcPts val="0"/>
              </a:spcBef>
              <a:spcAft>
                <a:spcPts val="0"/>
              </a:spcAft>
              <a:buClr>
                <a:schemeClr val="lt1"/>
              </a:buClr>
              <a:buSzPts val="1600"/>
              <a:buNone/>
              <a:defRPr sz="1600">
                <a:solidFill>
                  <a:schemeClr val="lt1"/>
                </a:solidFill>
              </a:defRPr>
            </a:lvl2pPr>
            <a:lvl3pPr lvl="2" rtl="0" algn="r">
              <a:lnSpc>
                <a:spcPct val="100000"/>
              </a:lnSpc>
              <a:spcBef>
                <a:spcPts val="0"/>
              </a:spcBef>
              <a:spcAft>
                <a:spcPts val="0"/>
              </a:spcAft>
              <a:buClr>
                <a:schemeClr val="lt1"/>
              </a:buClr>
              <a:buSzPts val="1600"/>
              <a:buNone/>
              <a:defRPr sz="1600">
                <a:solidFill>
                  <a:schemeClr val="lt1"/>
                </a:solidFill>
              </a:defRPr>
            </a:lvl3pPr>
            <a:lvl4pPr lvl="3" rtl="0" algn="r">
              <a:lnSpc>
                <a:spcPct val="100000"/>
              </a:lnSpc>
              <a:spcBef>
                <a:spcPts val="0"/>
              </a:spcBef>
              <a:spcAft>
                <a:spcPts val="0"/>
              </a:spcAft>
              <a:buClr>
                <a:schemeClr val="lt1"/>
              </a:buClr>
              <a:buSzPts val="1600"/>
              <a:buNone/>
              <a:defRPr sz="1600">
                <a:solidFill>
                  <a:schemeClr val="lt1"/>
                </a:solidFill>
              </a:defRPr>
            </a:lvl4pPr>
            <a:lvl5pPr lvl="4" rtl="0" algn="r">
              <a:lnSpc>
                <a:spcPct val="100000"/>
              </a:lnSpc>
              <a:spcBef>
                <a:spcPts val="0"/>
              </a:spcBef>
              <a:spcAft>
                <a:spcPts val="0"/>
              </a:spcAft>
              <a:buClr>
                <a:schemeClr val="lt1"/>
              </a:buClr>
              <a:buSzPts val="1600"/>
              <a:buNone/>
              <a:defRPr sz="1600">
                <a:solidFill>
                  <a:schemeClr val="lt1"/>
                </a:solidFill>
              </a:defRPr>
            </a:lvl5pPr>
            <a:lvl6pPr lvl="5" rtl="0" algn="r">
              <a:lnSpc>
                <a:spcPct val="100000"/>
              </a:lnSpc>
              <a:spcBef>
                <a:spcPts val="0"/>
              </a:spcBef>
              <a:spcAft>
                <a:spcPts val="0"/>
              </a:spcAft>
              <a:buClr>
                <a:schemeClr val="lt1"/>
              </a:buClr>
              <a:buSzPts val="1600"/>
              <a:buNone/>
              <a:defRPr sz="1600">
                <a:solidFill>
                  <a:schemeClr val="lt1"/>
                </a:solidFill>
              </a:defRPr>
            </a:lvl6pPr>
            <a:lvl7pPr lvl="6" rtl="0" algn="r">
              <a:lnSpc>
                <a:spcPct val="100000"/>
              </a:lnSpc>
              <a:spcBef>
                <a:spcPts val="0"/>
              </a:spcBef>
              <a:spcAft>
                <a:spcPts val="0"/>
              </a:spcAft>
              <a:buClr>
                <a:schemeClr val="lt1"/>
              </a:buClr>
              <a:buSzPts val="1600"/>
              <a:buNone/>
              <a:defRPr sz="1600">
                <a:solidFill>
                  <a:schemeClr val="lt1"/>
                </a:solidFill>
              </a:defRPr>
            </a:lvl7pPr>
            <a:lvl8pPr lvl="7" rtl="0" algn="r">
              <a:lnSpc>
                <a:spcPct val="100000"/>
              </a:lnSpc>
              <a:spcBef>
                <a:spcPts val="0"/>
              </a:spcBef>
              <a:spcAft>
                <a:spcPts val="0"/>
              </a:spcAft>
              <a:buClr>
                <a:schemeClr val="lt1"/>
              </a:buClr>
              <a:buSzPts val="1600"/>
              <a:buNone/>
              <a:defRPr sz="1600">
                <a:solidFill>
                  <a:schemeClr val="lt1"/>
                </a:solidFill>
              </a:defRPr>
            </a:lvl8pPr>
            <a:lvl9pPr lvl="8" rtl="0" algn="r">
              <a:lnSpc>
                <a:spcPct val="100000"/>
              </a:lnSpc>
              <a:spcBef>
                <a:spcPts val="0"/>
              </a:spcBef>
              <a:spcAft>
                <a:spcPts val="0"/>
              </a:spcAft>
              <a:buClr>
                <a:schemeClr val="lt1"/>
              </a:buClr>
              <a:buSzPts val="1600"/>
              <a:buNone/>
              <a:defRPr sz="1600">
                <a:solidFill>
                  <a:schemeClr val="lt1"/>
                </a:solidFill>
              </a:defRPr>
            </a:lvl9pPr>
          </a:lstStyle>
          <a:p/>
        </p:txBody>
      </p:sp>
      <p:sp>
        <p:nvSpPr>
          <p:cNvPr id="128" name="Google Shape;128;p28"/>
          <p:cNvSpPr txBox="1"/>
          <p:nvPr>
            <p:ph idx="5" type="title"/>
          </p:nvPr>
        </p:nvSpPr>
        <p:spPr>
          <a:xfrm>
            <a:off x="5078163" y="2359825"/>
            <a:ext cx="2727600" cy="3756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1400"/>
              <a:buNone/>
              <a:defRPr sz="1400">
                <a:solidFill>
                  <a:schemeClr val="lt1"/>
                </a:solidFill>
              </a:defRPr>
            </a:lvl1pPr>
            <a:lvl2pPr lvl="1" rtl="0">
              <a:spcBef>
                <a:spcPts val="0"/>
              </a:spcBef>
              <a:spcAft>
                <a:spcPts val="0"/>
              </a:spcAft>
              <a:buClr>
                <a:schemeClr val="lt1"/>
              </a:buClr>
              <a:buSzPts val="4200"/>
              <a:buNone/>
              <a:defRPr sz="4200">
                <a:solidFill>
                  <a:schemeClr val="lt1"/>
                </a:solidFill>
              </a:defRPr>
            </a:lvl2pPr>
            <a:lvl3pPr lvl="2" rtl="0">
              <a:spcBef>
                <a:spcPts val="0"/>
              </a:spcBef>
              <a:spcAft>
                <a:spcPts val="0"/>
              </a:spcAft>
              <a:buClr>
                <a:schemeClr val="lt1"/>
              </a:buClr>
              <a:buSzPts val="4200"/>
              <a:buNone/>
              <a:defRPr sz="4200">
                <a:solidFill>
                  <a:schemeClr val="lt1"/>
                </a:solidFill>
              </a:defRPr>
            </a:lvl3pPr>
            <a:lvl4pPr lvl="3" rtl="0">
              <a:spcBef>
                <a:spcPts val="0"/>
              </a:spcBef>
              <a:spcAft>
                <a:spcPts val="0"/>
              </a:spcAft>
              <a:buClr>
                <a:schemeClr val="lt1"/>
              </a:buClr>
              <a:buSzPts val="4200"/>
              <a:buNone/>
              <a:defRPr sz="4200">
                <a:solidFill>
                  <a:schemeClr val="lt1"/>
                </a:solidFill>
              </a:defRPr>
            </a:lvl4pPr>
            <a:lvl5pPr lvl="4" rtl="0">
              <a:spcBef>
                <a:spcPts val="0"/>
              </a:spcBef>
              <a:spcAft>
                <a:spcPts val="0"/>
              </a:spcAft>
              <a:buClr>
                <a:schemeClr val="lt1"/>
              </a:buClr>
              <a:buSzPts val="4200"/>
              <a:buNone/>
              <a:defRPr sz="4200">
                <a:solidFill>
                  <a:schemeClr val="lt1"/>
                </a:solidFill>
              </a:defRPr>
            </a:lvl5pPr>
            <a:lvl6pPr lvl="5" rtl="0">
              <a:spcBef>
                <a:spcPts val="0"/>
              </a:spcBef>
              <a:spcAft>
                <a:spcPts val="0"/>
              </a:spcAft>
              <a:buClr>
                <a:schemeClr val="lt1"/>
              </a:buClr>
              <a:buSzPts val="4200"/>
              <a:buNone/>
              <a:defRPr sz="4200">
                <a:solidFill>
                  <a:schemeClr val="lt1"/>
                </a:solidFill>
              </a:defRPr>
            </a:lvl6pPr>
            <a:lvl7pPr lvl="6" rtl="0">
              <a:spcBef>
                <a:spcPts val="0"/>
              </a:spcBef>
              <a:spcAft>
                <a:spcPts val="0"/>
              </a:spcAft>
              <a:buClr>
                <a:schemeClr val="lt1"/>
              </a:buClr>
              <a:buSzPts val="4200"/>
              <a:buNone/>
              <a:defRPr sz="4200">
                <a:solidFill>
                  <a:schemeClr val="lt1"/>
                </a:solidFill>
              </a:defRPr>
            </a:lvl7pPr>
            <a:lvl8pPr lvl="7" rtl="0">
              <a:spcBef>
                <a:spcPts val="0"/>
              </a:spcBef>
              <a:spcAft>
                <a:spcPts val="0"/>
              </a:spcAft>
              <a:buClr>
                <a:schemeClr val="lt1"/>
              </a:buClr>
              <a:buSzPts val="4200"/>
              <a:buNone/>
              <a:defRPr sz="4200">
                <a:solidFill>
                  <a:schemeClr val="lt1"/>
                </a:solidFill>
              </a:defRPr>
            </a:lvl8pPr>
            <a:lvl9pPr lvl="8" rtl="0">
              <a:spcBef>
                <a:spcPts val="0"/>
              </a:spcBef>
              <a:spcAft>
                <a:spcPts val="0"/>
              </a:spcAft>
              <a:buClr>
                <a:schemeClr val="lt1"/>
              </a:buClr>
              <a:buSzPts val="4200"/>
              <a:buNone/>
              <a:defRPr sz="4200">
                <a:solidFill>
                  <a:schemeClr val="lt1"/>
                </a:solidFill>
              </a:defRPr>
            </a:lvl9pPr>
          </a:lstStyle>
          <a:p/>
        </p:txBody>
      </p:sp>
      <p:sp>
        <p:nvSpPr>
          <p:cNvPr id="129" name="Google Shape;129;p28"/>
          <p:cNvSpPr txBox="1"/>
          <p:nvPr>
            <p:ph idx="6" type="subTitle"/>
          </p:nvPr>
        </p:nvSpPr>
        <p:spPr>
          <a:xfrm>
            <a:off x="5078163" y="1713051"/>
            <a:ext cx="2727600" cy="605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lt1"/>
              </a:buClr>
              <a:buSzPts val="1600"/>
              <a:buNone/>
              <a:defRPr sz="1600">
                <a:solidFill>
                  <a:schemeClr val="lt1"/>
                </a:solidFill>
              </a:defRPr>
            </a:lvl1pPr>
            <a:lvl2pPr lvl="1" rtl="0">
              <a:lnSpc>
                <a:spcPct val="100000"/>
              </a:lnSpc>
              <a:spcBef>
                <a:spcPts val="0"/>
              </a:spcBef>
              <a:spcAft>
                <a:spcPts val="0"/>
              </a:spcAft>
              <a:buClr>
                <a:schemeClr val="lt1"/>
              </a:buClr>
              <a:buSzPts val="1600"/>
              <a:buNone/>
              <a:defRPr sz="1600">
                <a:solidFill>
                  <a:schemeClr val="lt1"/>
                </a:solidFill>
              </a:defRPr>
            </a:lvl2pPr>
            <a:lvl3pPr lvl="2" rtl="0">
              <a:lnSpc>
                <a:spcPct val="100000"/>
              </a:lnSpc>
              <a:spcBef>
                <a:spcPts val="0"/>
              </a:spcBef>
              <a:spcAft>
                <a:spcPts val="0"/>
              </a:spcAft>
              <a:buClr>
                <a:schemeClr val="lt1"/>
              </a:buClr>
              <a:buSzPts val="1600"/>
              <a:buNone/>
              <a:defRPr sz="1600">
                <a:solidFill>
                  <a:schemeClr val="lt1"/>
                </a:solidFill>
              </a:defRPr>
            </a:lvl3pPr>
            <a:lvl4pPr lvl="3" rtl="0">
              <a:lnSpc>
                <a:spcPct val="100000"/>
              </a:lnSpc>
              <a:spcBef>
                <a:spcPts val="0"/>
              </a:spcBef>
              <a:spcAft>
                <a:spcPts val="0"/>
              </a:spcAft>
              <a:buClr>
                <a:schemeClr val="lt1"/>
              </a:buClr>
              <a:buSzPts val="1600"/>
              <a:buNone/>
              <a:defRPr sz="1600">
                <a:solidFill>
                  <a:schemeClr val="lt1"/>
                </a:solidFill>
              </a:defRPr>
            </a:lvl4pPr>
            <a:lvl5pPr lvl="4" rtl="0">
              <a:lnSpc>
                <a:spcPct val="100000"/>
              </a:lnSpc>
              <a:spcBef>
                <a:spcPts val="0"/>
              </a:spcBef>
              <a:spcAft>
                <a:spcPts val="0"/>
              </a:spcAft>
              <a:buClr>
                <a:schemeClr val="lt1"/>
              </a:buClr>
              <a:buSzPts val="1600"/>
              <a:buNone/>
              <a:defRPr sz="1600">
                <a:solidFill>
                  <a:schemeClr val="lt1"/>
                </a:solidFill>
              </a:defRPr>
            </a:lvl5pPr>
            <a:lvl6pPr lvl="5" rtl="0">
              <a:lnSpc>
                <a:spcPct val="100000"/>
              </a:lnSpc>
              <a:spcBef>
                <a:spcPts val="0"/>
              </a:spcBef>
              <a:spcAft>
                <a:spcPts val="0"/>
              </a:spcAft>
              <a:buClr>
                <a:schemeClr val="lt1"/>
              </a:buClr>
              <a:buSzPts val="1600"/>
              <a:buNone/>
              <a:defRPr sz="1600">
                <a:solidFill>
                  <a:schemeClr val="lt1"/>
                </a:solidFill>
              </a:defRPr>
            </a:lvl6pPr>
            <a:lvl7pPr lvl="6" rtl="0">
              <a:lnSpc>
                <a:spcPct val="100000"/>
              </a:lnSpc>
              <a:spcBef>
                <a:spcPts val="0"/>
              </a:spcBef>
              <a:spcAft>
                <a:spcPts val="0"/>
              </a:spcAft>
              <a:buClr>
                <a:schemeClr val="lt1"/>
              </a:buClr>
              <a:buSzPts val="1600"/>
              <a:buNone/>
              <a:defRPr sz="1600">
                <a:solidFill>
                  <a:schemeClr val="lt1"/>
                </a:solidFill>
              </a:defRPr>
            </a:lvl7pPr>
            <a:lvl8pPr lvl="7" rtl="0">
              <a:lnSpc>
                <a:spcPct val="100000"/>
              </a:lnSpc>
              <a:spcBef>
                <a:spcPts val="0"/>
              </a:spcBef>
              <a:spcAft>
                <a:spcPts val="0"/>
              </a:spcAft>
              <a:buClr>
                <a:schemeClr val="lt1"/>
              </a:buClr>
              <a:buSzPts val="1600"/>
              <a:buNone/>
              <a:defRPr sz="1600">
                <a:solidFill>
                  <a:schemeClr val="lt1"/>
                </a:solidFill>
              </a:defRPr>
            </a:lvl8pPr>
            <a:lvl9pPr lvl="8" rtl="0">
              <a:lnSpc>
                <a:spcPct val="100000"/>
              </a:lnSpc>
              <a:spcBef>
                <a:spcPts val="0"/>
              </a:spcBef>
              <a:spcAft>
                <a:spcPts val="0"/>
              </a:spcAft>
              <a:buClr>
                <a:schemeClr val="lt1"/>
              </a:buClr>
              <a:buSzPts val="1600"/>
              <a:buNone/>
              <a:defRPr sz="1600">
                <a:solidFill>
                  <a:schemeClr val="lt1"/>
                </a:solidFill>
              </a:defRPr>
            </a:lvl9pPr>
          </a:lstStyle>
          <a:p/>
        </p:txBody>
      </p:sp>
      <p:sp>
        <p:nvSpPr>
          <p:cNvPr id="130" name="Google Shape;130;p28"/>
          <p:cNvSpPr txBox="1"/>
          <p:nvPr>
            <p:ph idx="7" type="title"/>
          </p:nvPr>
        </p:nvSpPr>
        <p:spPr>
          <a:xfrm>
            <a:off x="5078163" y="3988950"/>
            <a:ext cx="2727600" cy="3756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1400"/>
              <a:buNone/>
              <a:defRPr sz="1400">
                <a:solidFill>
                  <a:schemeClr val="lt1"/>
                </a:solidFill>
              </a:defRPr>
            </a:lvl1pPr>
            <a:lvl2pPr lvl="1" rtl="0">
              <a:spcBef>
                <a:spcPts val="0"/>
              </a:spcBef>
              <a:spcAft>
                <a:spcPts val="0"/>
              </a:spcAft>
              <a:buClr>
                <a:schemeClr val="lt1"/>
              </a:buClr>
              <a:buSzPts val="4200"/>
              <a:buNone/>
              <a:defRPr sz="4200">
                <a:solidFill>
                  <a:schemeClr val="lt1"/>
                </a:solidFill>
              </a:defRPr>
            </a:lvl2pPr>
            <a:lvl3pPr lvl="2" rtl="0">
              <a:spcBef>
                <a:spcPts val="0"/>
              </a:spcBef>
              <a:spcAft>
                <a:spcPts val="0"/>
              </a:spcAft>
              <a:buClr>
                <a:schemeClr val="lt1"/>
              </a:buClr>
              <a:buSzPts val="4200"/>
              <a:buNone/>
              <a:defRPr sz="4200">
                <a:solidFill>
                  <a:schemeClr val="lt1"/>
                </a:solidFill>
              </a:defRPr>
            </a:lvl3pPr>
            <a:lvl4pPr lvl="3" rtl="0">
              <a:spcBef>
                <a:spcPts val="0"/>
              </a:spcBef>
              <a:spcAft>
                <a:spcPts val="0"/>
              </a:spcAft>
              <a:buClr>
                <a:schemeClr val="lt1"/>
              </a:buClr>
              <a:buSzPts val="4200"/>
              <a:buNone/>
              <a:defRPr sz="4200">
                <a:solidFill>
                  <a:schemeClr val="lt1"/>
                </a:solidFill>
              </a:defRPr>
            </a:lvl4pPr>
            <a:lvl5pPr lvl="4" rtl="0">
              <a:spcBef>
                <a:spcPts val="0"/>
              </a:spcBef>
              <a:spcAft>
                <a:spcPts val="0"/>
              </a:spcAft>
              <a:buClr>
                <a:schemeClr val="lt1"/>
              </a:buClr>
              <a:buSzPts val="4200"/>
              <a:buNone/>
              <a:defRPr sz="4200">
                <a:solidFill>
                  <a:schemeClr val="lt1"/>
                </a:solidFill>
              </a:defRPr>
            </a:lvl5pPr>
            <a:lvl6pPr lvl="5" rtl="0">
              <a:spcBef>
                <a:spcPts val="0"/>
              </a:spcBef>
              <a:spcAft>
                <a:spcPts val="0"/>
              </a:spcAft>
              <a:buClr>
                <a:schemeClr val="lt1"/>
              </a:buClr>
              <a:buSzPts val="4200"/>
              <a:buNone/>
              <a:defRPr sz="4200">
                <a:solidFill>
                  <a:schemeClr val="lt1"/>
                </a:solidFill>
              </a:defRPr>
            </a:lvl6pPr>
            <a:lvl7pPr lvl="6" rtl="0">
              <a:spcBef>
                <a:spcPts val="0"/>
              </a:spcBef>
              <a:spcAft>
                <a:spcPts val="0"/>
              </a:spcAft>
              <a:buClr>
                <a:schemeClr val="lt1"/>
              </a:buClr>
              <a:buSzPts val="4200"/>
              <a:buNone/>
              <a:defRPr sz="4200">
                <a:solidFill>
                  <a:schemeClr val="lt1"/>
                </a:solidFill>
              </a:defRPr>
            </a:lvl7pPr>
            <a:lvl8pPr lvl="7" rtl="0">
              <a:spcBef>
                <a:spcPts val="0"/>
              </a:spcBef>
              <a:spcAft>
                <a:spcPts val="0"/>
              </a:spcAft>
              <a:buClr>
                <a:schemeClr val="lt1"/>
              </a:buClr>
              <a:buSzPts val="4200"/>
              <a:buNone/>
              <a:defRPr sz="4200">
                <a:solidFill>
                  <a:schemeClr val="lt1"/>
                </a:solidFill>
              </a:defRPr>
            </a:lvl8pPr>
            <a:lvl9pPr lvl="8" rtl="0">
              <a:spcBef>
                <a:spcPts val="0"/>
              </a:spcBef>
              <a:spcAft>
                <a:spcPts val="0"/>
              </a:spcAft>
              <a:buClr>
                <a:schemeClr val="lt1"/>
              </a:buClr>
              <a:buSzPts val="4200"/>
              <a:buNone/>
              <a:defRPr sz="4200">
                <a:solidFill>
                  <a:schemeClr val="lt1"/>
                </a:solidFill>
              </a:defRPr>
            </a:lvl9pPr>
          </a:lstStyle>
          <a:p/>
        </p:txBody>
      </p:sp>
      <p:sp>
        <p:nvSpPr>
          <p:cNvPr id="131" name="Google Shape;131;p28"/>
          <p:cNvSpPr txBox="1"/>
          <p:nvPr>
            <p:ph idx="8" type="subTitle"/>
          </p:nvPr>
        </p:nvSpPr>
        <p:spPr>
          <a:xfrm>
            <a:off x="5078163" y="3342176"/>
            <a:ext cx="2727600" cy="605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lt1"/>
              </a:buClr>
              <a:buSzPts val="1600"/>
              <a:buNone/>
              <a:defRPr sz="1600">
                <a:solidFill>
                  <a:schemeClr val="lt1"/>
                </a:solidFill>
              </a:defRPr>
            </a:lvl1pPr>
            <a:lvl2pPr lvl="1" rtl="0">
              <a:lnSpc>
                <a:spcPct val="100000"/>
              </a:lnSpc>
              <a:spcBef>
                <a:spcPts val="0"/>
              </a:spcBef>
              <a:spcAft>
                <a:spcPts val="0"/>
              </a:spcAft>
              <a:buClr>
                <a:schemeClr val="lt1"/>
              </a:buClr>
              <a:buSzPts val="1600"/>
              <a:buNone/>
              <a:defRPr sz="1600">
                <a:solidFill>
                  <a:schemeClr val="lt1"/>
                </a:solidFill>
              </a:defRPr>
            </a:lvl2pPr>
            <a:lvl3pPr lvl="2" rtl="0">
              <a:lnSpc>
                <a:spcPct val="100000"/>
              </a:lnSpc>
              <a:spcBef>
                <a:spcPts val="0"/>
              </a:spcBef>
              <a:spcAft>
                <a:spcPts val="0"/>
              </a:spcAft>
              <a:buClr>
                <a:schemeClr val="lt1"/>
              </a:buClr>
              <a:buSzPts val="1600"/>
              <a:buNone/>
              <a:defRPr sz="1600">
                <a:solidFill>
                  <a:schemeClr val="lt1"/>
                </a:solidFill>
              </a:defRPr>
            </a:lvl3pPr>
            <a:lvl4pPr lvl="3" rtl="0">
              <a:lnSpc>
                <a:spcPct val="100000"/>
              </a:lnSpc>
              <a:spcBef>
                <a:spcPts val="0"/>
              </a:spcBef>
              <a:spcAft>
                <a:spcPts val="0"/>
              </a:spcAft>
              <a:buClr>
                <a:schemeClr val="lt1"/>
              </a:buClr>
              <a:buSzPts val="1600"/>
              <a:buNone/>
              <a:defRPr sz="1600">
                <a:solidFill>
                  <a:schemeClr val="lt1"/>
                </a:solidFill>
              </a:defRPr>
            </a:lvl4pPr>
            <a:lvl5pPr lvl="4" rtl="0">
              <a:lnSpc>
                <a:spcPct val="100000"/>
              </a:lnSpc>
              <a:spcBef>
                <a:spcPts val="0"/>
              </a:spcBef>
              <a:spcAft>
                <a:spcPts val="0"/>
              </a:spcAft>
              <a:buClr>
                <a:schemeClr val="lt1"/>
              </a:buClr>
              <a:buSzPts val="1600"/>
              <a:buNone/>
              <a:defRPr sz="1600">
                <a:solidFill>
                  <a:schemeClr val="lt1"/>
                </a:solidFill>
              </a:defRPr>
            </a:lvl5pPr>
            <a:lvl6pPr lvl="5" rtl="0">
              <a:lnSpc>
                <a:spcPct val="100000"/>
              </a:lnSpc>
              <a:spcBef>
                <a:spcPts val="0"/>
              </a:spcBef>
              <a:spcAft>
                <a:spcPts val="0"/>
              </a:spcAft>
              <a:buClr>
                <a:schemeClr val="lt1"/>
              </a:buClr>
              <a:buSzPts val="1600"/>
              <a:buNone/>
              <a:defRPr sz="1600">
                <a:solidFill>
                  <a:schemeClr val="lt1"/>
                </a:solidFill>
              </a:defRPr>
            </a:lvl6pPr>
            <a:lvl7pPr lvl="6" rtl="0">
              <a:lnSpc>
                <a:spcPct val="100000"/>
              </a:lnSpc>
              <a:spcBef>
                <a:spcPts val="0"/>
              </a:spcBef>
              <a:spcAft>
                <a:spcPts val="0"/>
              </a:spcAft>
              <a:buClr>
                <a:schemeClr val="lt1"/>
              </a:buClr>
              <a:buSzPts val="1600"/>
              <a:buNone/>
              <a:defRPr sz="1600">
                <a:solidFill>
                  <a:schemeClr val="lt1"/>
                </a:solidFill>
              </a:defRPr>
            </a:lvl7pPr>
            <a:lvl8pPr lvl="7" rtl="0">
              <a:lnSpc>
                <a:spcPct val="100000"/>
              </a:lnSpc>
              <a:spcBef>
                <a:spcPts val="0"/>
              </a:spcBef>
              <a:spcAft>
                <a:spcPts val="0"/>
              </a:spcAft>
              <a:buClr>
                <a:schemeClr val="lt1"/>
              </a:buClr>
              <a:buSzPts val="1600"/>
              <a:buNone/>
              <a:defRPr sz="1600">
                <a:solidFill>
                  <a:schemeClr val="lt1"/>
                </a:solidFill>
              </a:defRPr>
            </a:lvl8pPr>
            <a:lvl9pPr lvl="8" rtl="0">
              <a:lnSpc>
                <a:spcPct val="100000"/>
              </a:lnSpc>
              <a:spcBef>
                <a:spcPts val="0"/>
              </a:spcBef>
              <a:spcAft>
                <a:spcPts val="0"/>
              </a:spcAft>
              <a:buClr>
                <a:schemeClr val="lt1"/>
              </a:buClr>
              <a:buSzPts val="1600"/>
              <a:buNone/>
              <a:defRPr sz="1600">
                <a:solidFill>
                  <a:schemeClr val="lt1"/>
                </a:solidFill>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ext">
  <p:cSld name="SECTION_TITLE_AND_DESCRIPTION_1_2">
    <p:bg>
      <p:bgPr>
        <a:blipFill>
          <a:blip r:embed="rId2">
            <a:alphaModFix/>
          </a:blip>
          <a:stretch>
            <a:fillRect/>
          </a:stretch>
        </a:blipFill>
      </p:bgPr>
    </p:bg>
    <p:spTree>
      <p:nvGrpSpPr>
        <p:cNvPr id="132" name="Shape 132"/>
        <p:cNvGrpSpPr/>
        <p:nvPr/>
      </p:nvGrpSpPr>
      <p:grpSpPr>
        <a:xfrm>
          <a:off x="0" y="0"/>
          <a:ext cx="0" cy="0"/>
          <a:chOff x="0" y="0"/>
          <a:chExt cx="0" cy="0"/>
        </a:xfrm>
      </p:grpSpPr>
      <p:sp>
        <p:nvSpPr>
          <p:cNvPr id="133" name="Google Shape;133;p29"/>
          <p:cNvSpPr txBox="1"/>
          <p:nvPr>
            <p:ph idx="1" type="subTitle"/>
          </p:nvPr>
        </p:nvSpPr>
        <p:spPr>
          <a:xfrm>
            <a:off x="5817050" y="2435925"/>
            <a:ext cx="2556300" cy="2048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lt1"/>
              </a:buClr>
              <a:buSzPts val="1800"/>
              <a:buNone/>
              <a:defRPr>
                <a:solidFill>
                  <a:schemeClr val="lt1"/>
                </a:solidFill>
              </a:defRPr>
            </a:lvl1pPr>
            <a:lvl2pPr lvl="1" rtl="0" algn="ctr">
              <a:lnSpc>
                <a:spcPct val="100000"/>
              </a:lnSpc>
              <a:spcBef>
                <a:spcPts val="0"/>
              </a:spcBef>
              <a:spcAft>
                <a:spcPts val="0"/>
              </a:spcAft>
              <a:buClr>
                <a:schemeClr val="lt1"/>
              </a:buClr>
              <a:buSzPts val="1800"/>
              <a:buNone/>
              <a:defRPr sz="1800">
                <a:solidFill>
                  <a:schemeClr val="lt1"/>
                </a:solidFill>
              </a:defRPr>
            </a:lvl2pPr>
            <a:lvl3pPr lvl="2" rtl="0" algn="ctr">
              <a:lnSpc>
                <a:spcPct val="100000"/>
              </a:lnSpc>
              <a:spcBef>
                <a:spcPts val="0"/>
              </a:spcBef>
              <a:spcAft>
                <a:spcPts val="0"/>
              </a:spcAft>
              <a:buClr>
                <a:schemeClr val="lt1"/>
              </a:buClr>
              <a:buSzPts val="1800"/>
              <a:buNone/>
              <a:defRPr sz="1800">
                <a:solidFill>
                  <a:schemeClr val="lt1"/>
                </a:solidFill>
              </a:defRPr>
            </a:lvl3pPr>
            <a:lvl4pPr lvl="3" rtl="0" algn="ctr">
              <a:lnSpc>
                <a:spcPct val="100000"/>
              </a:lnSpc>
              <a:spcBef>
                <a:spcPts val="0"/>
              </a:spcBef>
              <a:spcAft>
                <a:spcPts val="0"/>
              </a:spcAft>
              <a:buClr>
                <a:schemeClr val="lt1"/>
              </a:buClr>
              <a:buSzPts val="1800"/>
              <a:buNone/>
              <a:defRPr sz="1800">
                <a:solidFill>
                  <a:schemeClr val="lt1"/>
                </a:solidFill>
              </a:defRPr>
            </a:lvl4pPr>
            <a:lvl5pPr lvl="4" rtl="0" algn="ctr">
              <a:lnSpc>
                <a:spcPct val="100000"/>
              </a:lnSpc>
              <a:spcBef>
                <a:spcPts val="0"/>
              </a:spcBef>
              <a:spcAft>
                <a:spcPts val="0"/>
              </a:spcAft>
              <a:buClr>
                <a:schemeClr val="lt1"/>
              </a:buClr>
              <a:buSzPts val="1800"/>
              <a:buNone/>
              <a:defRPr sz="1800">
                <a:solidFill>
                  <a:schemeClr val="lt1"/>
                </a:solidFill>
              </a:defRPr>
            </a:lvl5pPr>
            <a:lvl6pPr lvl="5" rtl="0" algn="ctr">
              <a:lnSpc>
                <a:spcPct val="100000"/>
              </a:lnSpc>
              <a:spcBef>
                <a:spcPts val="0"/>
              </a:spcBef>
              <a:spcAft>
                <a:spcPts val="0"/>
              </a:spcAft>
              <a:buClr>
                <a:schemeClr val="lt1"/>
              </a:buClr>
              <a:buSzPts val="1800"/>
              <a:buNone/>
              <a:defRPr sz="1800">
                <a:solidFill>
                  <a:schemeClr val="lt1"/>
                </a:solidFill>
              </a:defRPr>
            </a:lvl6pPr>
            <a:lvl7pPr lvl="6" rtl="0" algn="ctr">
              <a:lnSpc>
                <a:spcPct val="100000"/>
              </a:lnSpc>
              <a:spcBef>
                <a:spcPts val="0"/>
              </a:spcBef>
              <a:spcAft>
                <a:spcPts val="0"/>
              </a:spcAft>
              <a:buClr>
                <a:schemeClr val="lt1"/>
              </a:buClr>
              <a:buSzPts val="1800"/>
              <a:buNone/>
              <a:defRPr sz="1800">
                <a:solidFill>
                  <a:schemeClr val="lt1"/>
                </a:solidFill>
              </a:defRPr>
            </a:lvl7pPr>
            <a:lvl8pPr lvl="7" rtl="0" algn="ctr">
              <a:lnSpc>
                <a:spcPct val="100000"/>
              </a:lnSpc>
              <a:spcBef>
                <a:spcPts val="0"/>
              </a:spcBef>
              <a:spcAft>
                <a:spcPts val="0"/>
              </a:spcAft>
              <a:buClr>
                <a:schemeClr val="lt1"/>
              </a:buClr>
              <a:buSzPts val="1800"/>
              <a:buNone/>
              <a:defRPr sz="1800">
                <a:solidFill>
                  <a:schemeClr val="lt1"/>
                </a:solidFill>
              </a:defRPr>
            </a:lvl8pPr>
            <a:lvl9pPr lvl="8" rtl="0" algn="ctr">
              <a:lnSpc>
                <a:spcPct val="100000"/>
              </a:lnSpc>
              <a:spcBef>
                <a:spcPts val="0"/>
              </a:spcBef>
              <a:spcAft>
                <a:spcPts val="0"/>
              </a:spcAft>
              <a:buClr>
                <a:schemeClr val="lt1"/>
              </a:buClr>
              <a:buSzPts val="1800"/>
              <a:buNone/>
              <a:defRPr sz="1800">
                <a:solidFill>
                  <a:schemeClr val="lt1"/>
                </a:solidFill>
              </a:defRPr>
            </a:lvl9pPr>
          </a:lstStyle>
          <a:p/>
        </p:txBody>
      </p:sp>
      <p:sp>
        <p:nvSpPr>
          <p:cNvPr id="134" name="Google Shape;134;p29"/>
          <p:cNvSpPr txBox="1"/>
          <p:nvPr>
            <p:ph type="title"/>
          </p:nvPr>
        </p:nvSpPr>
        <p:spPr>
          <a:xfrm>
            <a:off x="938500" y="445025"/>
            <a:ext cx="4629300" cy="9414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accent1"/>
              </a:buClr>
              <a:buSzPts val="2400"/>
              <a:buNone/>
              <a:defRPr sz="24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ext 1">
  <p:cSld name="TITLE_ONLY_1">
    <p:bg>
      <p:bgPr>
        <a:blipFill>
          <a:blip r:embed="rId2">
            <a:alphaModFix/>
          </a:blip>
          <a:stretch>
            <a:fillRect/>
          </a:stretch>
        </a:blipFill>
      </p:bgPr>
    </p:bg>
    <p:spTree>
      <p:nvGrpSpPr>
        <p:cNvPr id="135" name="Shape 135"/>
        <p:cNvGrpSpPr/>
        <p:nvPr/>
      </p:nvGrpSpPr>
      <p:grpSpPr>
        <a:xfrm>
          <a:off x="0" y="0"/>
          <a:ext cx="0" cy="0"/>
          <a:chOff x="0" y="0"/>
          <a:chExt cx="0" cy="0"/>
        </a:xfrm>
      </p:grpSpPr>
      <p:sp>
        <p:nvSpPr>
          <p:cNvPr id="136" name="Google Shape;136;p30"/>
          <p:cNvSpPr txBox="1"/>
          <p:nvPr>
            <p:ph type="title"/>
          </p:nvPr>
        </p:nvSpPr>
        <p:spPr>
          <a:xfrm>
            <a:off x="938500" y="445025"/>
            <a:ext cx="4629300" cy="9414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accent1"/>
              </a:buClr>
              <a:buSzPts val="2400"/>
              <a:buNone/>
              <a:defRPr sz="24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137" name="Google Shape;137;p30"/>
          <p:cNvSpPr txBox="1"/>
          <p:nvPr>
            <p:ph idx="1" type="subTitle"/>
          </p:nvPr>
        </p:nvSpPr>
        <p:spPr>
          <a:xfrm>
            <a:off x="938500" y="2435925"/>
            <a:ext cx="2556300" cy="2048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lt1"/>
              </a:buClr>
              <a:buSzPts val="1800"/>
              <a:buNone/>
              <a:defRPr>
                <a:solidFill>
                  <a:schemeClr val="lt1"/>
                </a:solidFill>
              </a:defRPr>
            </a:lvl1pPr>
            <a:lvl2pPr lvl="1" rtl="0" algn="ctr">
              <a:lnSpc>
                <a:spcPct val="100000"/>
              </a:lnSpc>
              <a:spcBef>
                <a:spcPts val="0"/>
              </a:spcBef>
              <a:spcAft>
                <a:spcPts val="0"/>
              </a:spcAft>
              <a:buClr>
                <a:schemeClr val="lt1"/>
              </a:buClr>
              <a:buSzPts val="1800"/>
              <a:buNone/>
              <a:defRPr sz="1800">
                <a:solidFill>
                  <a:schemeClr val="lt1"/>
                </a:solidFill>
              </a:defRPr>
            </a:lvl2pPr>
            <a:lvl3pPr lvl="2" rtl="0" algn="ctr">
              <a:lnSpc>
                <a:spcPct val="100000"/>
              </a:lnSpc>
              <a:spcBef>
                <a:spcPts val="0"/>
              </a:spcBef>
              <a:spcAft>
                <a:spcPts val="0"/>
              </a:spcAft>
              <a:buClr>
                <a:schemeClr val="lt1"/>
              </a:buClr>
              <a:buSzPts val="1800"/>
              <a:buNone/>
              <a:defRPr sz="1800">
                <a:solidFill>
                  <a:schemeClr val="lt1"/>
                </a:solidFill>
              </a:defRPr>
            </a:lvl3pPr>
            <a:lvl4pPr lvl="3" rtl="0" algn="ctr">
              <a:lnSpc>
                <a:spcPct val="100000"/>
              </a:lnSpc>
              <a:spcBef>
                <a:spcPts val="0"/>
              </a:spcBef>
              <a:spcAft>
                <a:spcPts val="0"/>
              </a:spcAft>
              <a:buClr>
                <a:schemeClr val="lt1"/>
              </a:buClr>
              <a:buSzPts val="1800"/>
              <a:buNone/>
              <a:defRPr sz="1800">
                <a:solidFill>
                  <a:schemeClr val="lt1"/>
                </a:solidFill>
              </a:defRPr>
            </a:lvl4pPr>
            <a:lvl5pPr lvl="4" rtl="0" algn="ctr">
              <a:lnSpc>
                <a:spcPct val="100000"/>
              </a:lnSpc>
              <a:spcBef>
                <a:spcPts val="0"/>
              </a:spcBef>
              <a:spcAft>
                <a:spcPts val="0"/>
              </a:spcAft>
              <a:buClr>
                <a:schemeClr val="lt1"/>
              </a:buClr>
              <a:buSzPts val="1800"/>
              <a:buNone/>
              <a:defRPr sz="1800">
                <a:solidFill>
                  <a:schemeClr val="lt1"/>
                </a:solidFill>
              </a:defRPr>
            </a:lvl5pPr>
            <a:lvl6pPr lvl="5" rtl="0" algn="ctr">
              <a:lnSpc>
                <a:spcPct val="100000"/>
              </a:lnSpc>
              <a:spcBef>
                <a:spcPts val="0"/>
              </a:spcBef>
              <a:spcAft>
                <a:spcPts val="0"/>
              </a:spcAft>
              <a:buClr>
                <a:schemeClr val="lt1"/>
              </a:buClr>
              <a:buSzPts val="1800"/>
              <a:buNone/>
              <a:defRPr sz="1800">
                <a:solidFill>
                  <a:schemeClr val="lt1"/>
                </a:solidFill>
              </a:defRPr>
            </a:lvl6pPr>
            <a:lvl7pPr lvl="6" rtl="0" algn="ctr">
              <a:lnSpc>
                <a:spcPct val="100000"/>
              </a:lnSpc>
              <a:spcBef>
                <a:spcPts val="0"/>
              </a:spcBef>
              <a:spcAft>
                <a:spcPts val="0"/>
              </a:spcAft>
              <a:buClr>
                <a:schemeClr val="lt1"/>
              </a:buClr>
              <a:buSzPts val="1800"/>
              <a:buNone/>
              <a:defRPr sz="1800">
                <a:solidFill>
                  <a:schemeClr val="lt1"/>
                </a:solidFill>
              </a:defRPr>
            </a:lvl7pPr>
            <a:lvl8pPr lvl="7" rtl="0" algn="ctr">
              <a:lnSpc>
                <a:spcPct val="100000"/>
              </a:lnSpc>
              <a:spcBef>
                <a:spcPts val="0"/>
              </a:spcBef>
              <a:spcAft>
                <a:spcPts val="0"/>
              </a:spcAft>
              <a:buClr>
                <a:schemeClr val="lt1"/>
              </a:buClr>
              <a:buSzPts val="1800"/>
              <a:buNone/>
              <a:defRPr sz="1800">
                <a:solidFill>
                  <a:schemeClr val="lt1"/>
                </a:solidFill>
              </a:defRPr>
            </a:lvl8pPr>
            <a:lvl9pPr lvl="8" rtl="0" algn="ctr">
              <a:lnSpc>
                <a:spcPct val="100000"/>
              </a:lnSpc>
              <a:spcBef>
                <a:spcPts val="0"/>
              </a:spcBef>
              <a:spcAft>
                <a:spcPts val="0"/>
              </a:spcAft>
              <a:buClr>
                <a:schemeClr val="lt1"/>
              </a:buClr>
              <a:buSzPts val="1800"/>
              <a:buNone/>
              <a:defRPr sz="1800">
                <a:solidFill>
                  <a:schemeClr val="lt1"/>
                </a:solidFill>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ext 2">
  <p:cSld name="CAPTION_ONLY_2">
    <p:bg>
      <p:bgPr>
        <a:blipFill>
          <a:blip r:embed="rId2">
            <a:alphaModFix/>
          </a:blip>
          <a:stretch>
            <a:fillRect/>
          </a:stretch>
        </a:blipFill>
      </p:bgPr>
    </p:bg>
    <p:spTree>
      <p:nvGrpSpPr>
        <p:cNvPr id="138" name="Shape 138"/>
        <p:cNvGrpSpPr/>
        <p:nvPr/>
      </p:nvGrpSpPr>
      <p:grpSpPr>
        <a:xfrm>
          <a:off x="0" y="0"/>
          <a:ext cx="0" cy="0"/>
          <a:chOff x="0" y="0"/>
          <a:chExt cx="0" cy="0"/>
        </a:xfrm>
      </p:grpSpPr>
      <p:sp>
        <p:nvSpPr>
          <p:cNvPr id="139" name="Google Shape;139;p31"/>
          <p:cNvSpPr txBox="1"/>
          <p:nvPr>
            <p:ph type="title"/>
          </p:nvPr>
        </p:nvSpPr>
        <p:spPr>
          <a:xfrm>
            <a:off x="938500" y="445025"/>
            <a:ext cx="5735700" cy="9414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accent1"/>
              </a:buClr>
              <a:buSzPts val="2400"/>
              <a:buNone/>
              <a:defRPr sz="24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140" name="Google Shape;140;p31"/>
          <p:cNvSpPr txBox="1"/>
          <p:nvPr>
            <p:ph idx="1" type="subTitle"/>
          </p:nvPr>
        </p:nvSpPr>
        <p:spPr>
          <a:xfrm>
            <a:off x="5817050" y="2435925"/>
            <a:ext cx="2556300" cy="2048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lt1"/>
              </a:buClr>
              <a:buSzPts val="1800"/>
              <a:buNone/>
              <a:defRPr>
                <a:solidFill>
                  <a:schemeClr val="lt1"/>
                </a:solidFill>
              </a:defRPr>
            </a:lvl1pPr>
            <a:lvl2pPr lvl="1" rtl="0" algn="ctr">
              <a:lnSpc>
                <a:spcPct val="100000"/>
              </a:lnSpc>
              <a:spcBef>
                <a:spcPts val="0"/>
              </a:spcBef>
              <a:spcAft>
                <a:spcPts val="0"/>
              </a:spcAft>
              <a:buClr>
                <a:schemeClr val="lt1"/>
              </a:buClr>
              <a:buSzPts val="1800"/>
              <a:buNone/>
              <a:defRPr sz="1800">
                <a:solidFill>
                  <a:schemeClr val="lt1"/>
                </a:solidFill>
              </a:defRPr>
            </a:lvl2pPr>
            <a:lvl3pPr lvl="2" rtl="0" algn="ctr">
              <a:lnSpc>
                <a:spcPct val="100000"/>
              </a:lnSpc>
              <a:spcBef>
                <a:spcPts val="0"/>
              </a:spcBef>
              <a:spcAft>
                <a:spcPts val="0"/>
              </a:spcAft>
              <a:buClr>
                <a:schemeClr val="lt1"/>
              </a:buClr>
              <a:buSzPts val="1800"/>
              <a:buNone/>
              <a:defRPr sz="1800">
                <a:solidFill>
                  <a:schemeClr val="lt1"/>
                </a:solidFill>
              </a:defRPr>
            </a:lvl3pPr>
            <a:lvl4pPr lvl="3" rtl="0" algn="ctr">
              <a:lnSpc>
                <a:spcPct val="100000"/>
              </a:lnSpc>
              <a:spcBef>
                <a:spcPts val="0"/>
              </a:spcBef>
              <a:spcAft>
                <a:spcPts val="0"/>
              </a:spcAft>
              <a:buClr>
                <a:schemeClr val="lt1"/>
              </a:buClr>
              <a:buSzPts val="1800"/>
              <a:buNone/>
              <a:defRPr sz="1800">
                <a:solidFill>
                  <a:schemeClr val="lt1"/>
                </a:solidFill>
              </a:defRPr>
            </a:lvl4pPr>
            <a:lvl5pPr lvl="4" rtl="0" algn="ctr">
              <a:lnSpc>
                <a:spcPct val="100000"/>
              </a:lnSpc>
              <a:spcBef>
                <a:spcPts val="0"/>
              </a:spcBef>
              <a:spcAft>
                <a:spcPts val="0"/>
              </a:spcAft>
              <a:buClr>
                <a:schemeClr val="lt1"/>
              </a:buClr>
              <a:buSzPts val="1800"/>
              <a:buNone/>
              <a:defRPr sz="1800">
                <a:solidFill>
                  <a:schemeClr val="lt1"/>
                </a:solidFill>
              </a:defRPr>
            </a:lvl5pPr>
            <a:lvl6pPr lvl="5" rtl="0" algn="ctr">
              <a:lnSpc>
                <a:spcPct val="100000"/>
              </a:lnSpc>
              <a:spcBef>
                <a:spcPts val="0"/>
              </a:spcBef>
              <a:spcAft>
                <a:spcPts val="0"/>
              </a:spcAft>
              <a:buClr>
                <a:schemeClr val="lt1"/>
              </a:buClr>
              <a:buSzPts val="1800"/>
              <a:buNone/>
              <a:defRPr sz="1800">
                <a:solidFill>
                  <a:schemeClr val="lt1"/>
                </a:solidFill>
              </a:defRPr>
            </a:lvl6pPr>
            <a:lvl7pPr lvl="6" rtl="0" algn="ctr">
              <a:lnSpc>
                <a:spcPct val="100000"/>
              </a:lnSpc>
              <a:spcBef>
                <a:spcPts val="0"/>
              </a:spcBef>
              <a:spcAft>
                <a:spcPts val="0"/>
              </a:spcAft>
              <a:buClr>
                <a:schemeClr val="lt1"/>
              </a:buClr>
              <a:buSzPts val="1800"/>
              <a:buNone/>
              <a:defRPr sz="1800">
                <a:solidFill>
                  <a:schemeClr val="lt1"/>
                </a:solidFill>
              </a:defRPr>
            </a:lvl7pPr>
            <a:lvl8pPr lvl="7" rtl="0" algn="ctr">
              <a:lnSpc>
                <a:spcPct val="100000"/>
              </a:lnSpc>
              <a:spcBef>
                <a:spcPts val="0"/>
              </a:spcBef>
              <a:spcAft>
                <a:spcPts val="0"/>
              </a:spcAft>
              <a:buClr>
                <a:schemeClr val="lt1"/>
              </a:buClr>
              <a:buSzPts val="1800"/>
              <a:buNone/>
              <a:defRPr sz="1800">
                <a:solidFill>
                  <a:schemeClr val="lt1"/>
                </a:solidFill>
              </a:defRPr>
            </a:lvl8pPr>
            <a:lvl9pPr lvl="8" rtl="0" algn="ctr">
              <a:lnSpc>
                <a:spcPct val="100000"/>
              </a:lnSpc>
              <a:spcBef>
                <a:spcPts val="0"/>
              </a:spcBef>
              <a:spcAft>
                <a:spcPts val="0"/>
              </a:spcAft>
              <a:buClr>
                <a:schemeClr val="lt1"/>
              </a:buClr>
              <a:buSzPts val="1800"/>
              <a:buNone/>
              <a:defRPr sz="1800">
                <a:solidFill>
                  <a:schemeClr val="lt1"/>
                </a:solidFill>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p:cSld name="SECTION_HEADER_2">
    <p:bg>
      <p:bgPr>
        <a:blipFill>
          <a:blip r:embed="rId2">
            <a:alphaModFix/>
          </a:blip>
          <a:stretch>
            <a:fillRect/>
          </a:stretch>
        </a:blipFill>
      </p:bgPr>
    </p:bg>
    <p:spTree>
      <p:nvGrpSpPr>
        <p:cNvPr id="141" name="Shape 141"/>
        <p:cNvGrpSpPr/>
        <p:nvPr/>
      </p:nvGrpSpPr>
      <p:grpSpPr>
        <a:xfrm>
          <a:off x="0" y="0"/>
          <a:ext cx="0" cy="0"/>
          <a:chOff x="0" y="0"/>
          <a:chExt cx="0" cy="0"/>
        </a:xfrm>
      </p:grpSpPr>
      <p:sp>
        <p:nvSpPr>
          <p:cNvPr id="142" name="Google Shape;142;p32"/>
          <p:cNvSpPr txBox="1"/>
          <p:nvPr>
            <p:ph type="title"/>
          </p:nvPr>
        </p:nvSpPr>
        <p:spPr>
          <a:xfrm>
            <a:off x="2062800" y="2442050"/>
            <a:ext cx="5018400" cy="5988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accent1"/>
              </a:buClr>
              <a:buSzPts val="2400"/>
              <a:buNone/>
              <a:defRPr sz="2400">
                <a:solidFill>
                  <a:schemeClr val="accen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p:txBody>
      </p:sp>
      <p:sp>
        <p:nvSpPr>
          <p:cNvPr id="143" name="Google Shape;143;p32"/>
          <p:cNvSpPr txBox="1"/>
          <p:nvPr>
            <p:ph idx="1" type="subTitle"/>
          </p:nvPr>
        </p:nvSpPr>
        <p:spPr>
          <a:xfrm>
            <a:off x="2896500" y="3391325"/>
            <a:ext cx="3351000" cy="1197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lt1"/>
              </a:buClr>
              <a:buSzPts val="1400"/>
              <a:buNone/>
              <a:defRPr sz="1400">
                <a:solidFill>
                  <a:schemeClr val="lt1"/>
                </a:solidFill>
              </a:defRPr>
            </a:lvl1pPr>
            <a:lvl2pPr lvl="1" rtl="0" algn="ctr">
              <a:lnSpc>
                <a:spcPct val="100000"/>
              </a:lnSpc>
              <a:spcBef>
                <a:spcPts val="0"/>
              </a:spcBef>
              <a:spcAft>
                <a:spcPts val="0"/>
              </a:spcAft>
              <a:buClr>
                <a:schemeClr val="lt1"/>
              </a:buClr>
              <a:buSzPts val="1400"/>
              <a:buNone/>
              <a:defRPr>
                <a:solidFill>
                  <a:schemeClr val="lt1"/>
                </a:solidFill>
              </a:defRPr>
            </a:lvl2pPr>
            <a:lvl3pPr lvl="2" rtl="0" algn="ctr">
              <a:lnSpc>
                <a:spcPct val="100000"/>
              </a:lnSpc>
              <a:spcBef>
                <a:spcPts val="0"/>
              </a:spcBef>
              <a:spcAft>
                <a:spcPts val="0"/>
              </a:spcAft>
              <a:buClr>
                <a:schemeClr val="lt1"/>
              </a:buClr>
              <a:buSzPts val="1400"/>
              <a:buNone/>
              <a:defRPr>
                <a:solidFill>
                  <a:schemeClr val="lt1"/>
                </a:solidFill>
              </a:defRPr>
            </a:lvl3pPr>
            <a:lvl4pPr lvl="3" rtl="0" algn="ctr">
              <a:lnSpc>
                <a:spcPct val="100000"/>
              </a:lnSpc>
              <a:spcBef>
                <a:spcPts val="0"/>
              </a:spcBef>
              <a:spcAft>
                <a:spcPts val="0"/>
              </a:spcAft>
              <a:buClr>
                <a:schemeClr val="lt1"/>
              </a:buClr>
              <a:buSzPts val="1400"/>
              <a:buNone/>
              <a:defRPr>
                <a:solidFill>
                  <a:schemeClr val="lt1"/>
                </a:solidFill>
              </a:defRPr>
            </a:lvl4pPr>
            <a:lvl5pPr lvl="4" rtl="0" algn="ctr">
              <a:lnSpc>
                <a:spcPct val="100000"/>
              </a:lnSpc>
              <a:spcBef>
                <a:spcPts val="0"/>
              </a:spcBef>
              <a:spcAft>
                <a:spcPts val="0"/>
              </a:spcAft>
              <a:buClr>
                <a:schemeClr val="lt1"/>
              </a:buClr>
              <a:buSzPts val="1400"/>
              <a:buNone/>
              <a:defRPr>
                <a:solidFill>
                  <a:schemeClr val="lt1"/>
                </a:solidFill>
              </a:defRPr>
            </a:lvl5pPr>
            <a:lvl6pPr lvl="5" rtl="0" algn="ctr">
              <a:lnSpc>
                <a:spcPct val="100000"/>
              </a:lnSpc>
              <a:spcBef>
                <a:spcPts val="0"/>
              </a:spcBef>
              <a:spcAft>
                <a:spcPts val="0"/>
              </a:spcAft>
              <a:buClr>
                <a:schemeClr val="lt1"/>
              </a:buClr>
              <a:buSzPts val="1400"/>
              <a:buNone/>
              <a:defRPr>
                <a:solidFill>
                  <a:schemeClr val="lt1"/>
                </a:solidFill>
              </a:defRPr>
            </a:lvl6pPr>
            <a:lvl7pPr lvl="6" rtl="0" algn="ctr">
              <a:lnSpc>
                <a:spcPct val="100000"/>
              </a:lnSpc>
              <a:spcBef>
                <a:spcPts val="0"/>
              </a:spcBef>
              <a:spcAft>
                <a:spcPts val="0"/>
              </a:spcAft>
              <a:buClr>
                <a:schemeClr val="lt1"/>
              </a:buClr>
              <a:buSzPts val="1400"/>
              <a:buNone/>
              <a:defRPr>
                <a:solidFill>
                  <a:schemeClr val="lt1"/>
                </a:solidFill>
              </a:defRPr>
            </a:lvl7pPr>
            <a:lvl8pPr lvl="7" rtl="0" algn="ctr">
              <a:lnSpc>
                <a:spcPct val="100000"/>
              </a:lnSpc>
              <a:spcBef>
                <a:spcPts val="0"/>
              </a:spcBef>
              <a:spcAft>
                <a:spcPts val="0"/>
              </a:spcAft>
              <a:buClr>
                <a:schemeClr val="lt1"/>
              </a:buClr>
              <a:buSzPts val="1400"/>
              <a:buNone/>
              <a:defRPr>
                <a:solidFill>
                  <a:schemeClr val="lt1"/>
                </a:solidFill>
              </a:defRPr>
            </a:lvl8pPr>
            <a:lvl9pPr lvl="8" rtl="0" algn="ctr">
              <a:lnSpc>
                <a:spcPct val="100000"/>
              </a:lnSpc>
              <a:spcBef>
                <a:spcPts val="0"/>
              </a:spcBef>
              <a:spcAft>
                <a:spcPts val="0"/>
              </a:spcAft>
              <a:buClr>
                <a:schemeClr val="lt1"/>
              </a:buClr>
              <a:buSzPts val="1400"/>
              <a:buNone/>
              <a:defRPr>
                <a:solidFill>
                  <a:schemeClr val="lt1"/>
                </a:solidFill>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 Credits">
  <p:cSld name="SECTION_HEADER_1">
    <p:bg>
      <p:bgPr>
        <a:blipFill>
          <a:blip r:embed="rId2">
            <a:alphaModFix/>
          </a:blip>
          <a:stretch>
            <a:fillRect/>
          </a:stretch>
        </a:blipFill>
      </p:bgPr>
    </p:bg>
    <p:spTree>
      <p:nvGrpSpPr>
        <p:cNvPr id="144" name="Shape 144"/>
        <p:cNvGrpSpPr/>
        <p:nvPr/>
      </p:nvGrpSpPr>
      <p:grpSpPr>
        <a:xfrm>
          <a:off x="0" y="0"/>
          <a:ext cx="0" cy="0"/>
          <a:chOff x="0" y="0"/>
          <a:chExt cx="0" cy="0"/>
        </a:xfrm>
      </p:grpSpPr>
      <p:sp>
        <p:nvSpPr>
          <p:cNvPr id="145" name="Google Shape;145;p33"/>
          <p:cNvSpPr txBox="1"/>
          <p:nvPr>
            <p:ph type="title"/>
          </p:nvPr>
        </p:nvSpPr>
        <p:spPr>
          <a:xfrm>
            <a:off x="924870" y="760375"/>
            <a:ext cx="3068700" cy="5988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p:txBody>
      </p:sp>
      <p:sp>
        <p:nvSpPr>
          <p:cNvPr id="146" name="Google Shape;146;p33"/>
          <p:cNvSpPr txBox="1"/>
          <p:nvPr>
            <p:ph idx="1" type="subTitle"/>
          </p:nvPr>
        </p:nvSpPr>
        <p:spPr>
          <a:xfrm>
            <a:off x="924875" y="1684275"/>
            <a:ext cx="3305400" cy="1092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accent1"/>
              </a:buClr>
              <a:buSzPts val="1400"/>
              <a:buNone/>
              <a:defRPr sz="1400">
                <a:solidFill>
                  <a:schemeClr val="accent1"/>
                </a:solidFill>
              </a:defRPr>
            </a:lvl1pPr>
            <a:lvl2pPr lvl="1" rtl="0">
              <a:lnSpc>
                <a:spcPct val="100000"/>
              </a:lnSpc>
              <a:spcBef>
                <a:spcPts val="0"/>
              </a:spcBef>
              <a:spcAft>
                <a:spcPts val="0"/>
              </a:spcAft>
              <a:buClr>
                <a:schemeClr val="accent1"/>
              </a:buClr>
              <a:buSzPts val="1400"/>
              <a:buNone/>
              <a:defRPr>
                <a:solidFill>
                  <a:schemeClr val="accent1"/>
                </a:solidFill>
              </a:defRPr>
            </a:lvl2pPr>
            <a:lvl3pPr lvl="2" rtl="0">
              <a:lnSpc>
                <a:spcPct val="100000"/>
              </a:lnSpc>
              <a:spcBef>
                <a:spcPts val="0"/>
              </a:spcBef>
              <a:spcAft>
                <a:spcPts val="0"/>
              </a:spcAft>
              <a:buClr>
                <a:schemeClr val="accent1"/>
              </a:buClr>
              <a:buSzPts val="1400"/>
              <a:buNone/>
              <a:defRPr>
                <a:solidFill>
                  <a:schemeClr val="accent1"/>
                </a:solidFill>
              </a:defRPr>
            </a:lvl3pPr>
            <a:lvl4pPr lvl="3" rtl="0">
              <a:lnSpc>
                <a:spcPct val="100000"/>
              </a:lnSpc>
              <a:spcBef>
                <a:spcPts val="0"/>
              </a:spcBef>
              <a:spcAft>
                <a:spcPts val="0"/>
              </a:spcAft>
              <a:buClr>
                <a:schemeClr val="accent1"/>
              </a:buClr>
              <a:buSzPts val="1400"/>
              <a:buNone/>
              <a:defRPr>
                <a:solidFill>
                  <a:schemeClr val="accent1"/>
                </a:solidFill>
              </a:defRPr>
            </a:lvl4pPr>
            <a:lvl5pPr lvl="4" rtl="0">
              <a:lnSpc>
                <a:spcPct val="100000"/>
              </a:lnSpc>
              <a:spcBef>
                <a:spcPts val="0"/>
              </a:spcBef>
              <a:spcAft>
                <a:spcPts val="0"/>
              </a:spcAft>
              <a:buClr>
                <a:schemeClr val="accent1"/>
              </a:buClr>
              <a:buSzPts val="1400"/>
              <a:buNone/>
              <a:defRPr>
                <a:solidFill>
                  <a:schemeClr val="accent1"/>
                </a:solidFill>
              </a:defRPr>
            </a:lvl5pPr>
            <a:lvl6pPr lvl="5" rtl="0">
              <a:lnSpc>
                <a:spcPct val="100000"/>
              </a:lnSpc>
              <a:spcBef>
                <a:spcPts val="0"/>
              </a:spcBef>
              <a:spcAft>
                <a:spcPts val="0"/>
              </a:spcAft>
              <a:buClr>
                <a:schemeClr val="accent1"/>
              </a:buClr>
              <a:buSzPts val="1400"/>
              <a:buNone/>
              <a:defRPr>
                <a:solidFill>
                  <a:schemeClr val="accent1"/>
                </a:solidFill>
              </a:defRPr>
            </a:lvl6pPr>
            <a:lvl7pPr lvl="6" rtl="0">
              <a:lnSpc>
                <a:spcPct val="100000"/>
              </a:lnSpc>
              <a:spcBef>
                <a:spcPts val="0"/>
              </a:spcBef>
              <a:spcAft>
                <a:spcPts val="0"/>
              </a:spcAft>
              <a:buClr>
                <a:schemeClr val="accent1"/>
              </a:buClr>
              <a:buSzPts val="1400"/>
              <a:buNone/>
              <a:defRPr>
                <a:solidFill>
                  <a:schemeClr val="accent1"/>
                </a:solidFill>
              </a:defRPr>
            </a:lvl7pPr>
            <a:lvl8pPr lvl="7" rtl="0">
              <a:lnSpc>
                <a:spcPct val="100000"/>
              </a:lnSpc>
              <a:spcBef>
                <a:spcPts val="0"/>
              </a:spcBef>
              <a:spcAft>
                <a:spcPts val="0"/>
              </a:spcAft>
              <a:buClr>
                <a:schemeClr val="accent1"/>
              </a:buClr>
              <a:buSzPts val="1400"/>
              <a:buNone/>
              <a:defRPr>
                <a:solidFill>
                  <a:schemeClr val="accent1"/>
                </a:solidFill>
              </a:defRPr>
            </a:lvl8pPr>
            <a:lvl9pPr lvl="8" rtl="0">
              <a:lnSpc>
                <a:spcPct val="100000"/>
              </a:lnSpc>
              <a:spcBef>
                <a:spcPts val="0"/>
              </a:spcBef>
              <a:spcAft>
                <a:spcPts val="0"/>
              </a:spcAft>
              <a:buClr>
                <a:schemeClr val="accent1"/>
              </a:buClr>
              <a:buSzPts val="1400"/>
              <a:buNone/>
              <a:defRPr>
                <a:solidFill>
                  <a:schemeClr val="accent1"/>
                </a:solidFill>
              </a:defRPr>
            </a:lvl9pPr>
          </a:lstStyle>
          <a:p/>
        </p:txBody>
      </p:sp>
      <p:sp>
        <p:nvSpPr>
          <p:cNvPr id="147" name="Google Shape;147;p33"/>
          <p:cNvSpPr txBox="1"/>
          <p:nvPr/>
        </p:nvSpPr>
        <p:spPr>
          <a:xfrm>
            <a:off x="924875" y="3570000"/>
            <a:ext cx="3305400" cy="666900"/>
          </a:xfrm>
          <a:prstGeom prst="rect">
            <a:avLst/>
          </a:prstGeom>
          <a:noFill/>
          <a:ln>
            <a:noFill/>
          </a:ln>
        </p:spPr>
        <p:txBody>
          <a:bodyPr anchorCtr="0" anchor="t" bIns="91425" lIns="91425" spcFirstLastPara="1" rIns="91425" wrap="square" tIns="91425">
            <a:noAutofit/>
          </a:bodyPr>
          <a:lstStyle/>
          <a:p>
            <a:pPr indent="0" lvl="0" marL="0" rtl="0" algn="l">
              <a:spcBef>
                <a:spcPts val="300"/>
              </a:spcBef>
              <a:spcAft>
                <a:spcPts val="0"/>
              </a:spcAft>
              <a:buNone/>
            </a:pPr>
            <a:r>
              <a:rPr lang="en" sz="1000">
                <a:solidFill>
                  <a:schemeClr val="accent1"/>
                </a:solidFill>
                <a:latin typeface="Montserrat Medium"/>
                <a:ea typeface="Montserrat Medium"/>
                <a:cs typeface="Montserrat Medium"/>
                <a:sym typeface="Montserrat Medium"/>
              </a:rPr>
              <a:t>CREDITS: This presentation template was created by </a:t>
            </a:r>
            <a:r>
              <a:rPr lang="en" sz="1000">
                <a:solidFill>
                  <a:schemeClr val="accent1"/>
                </a:solidFill>
                <a:uFill>
                  <a:noFill/>
                </a:uFill>
                <a:latin typeface="Montserrat Medium"/>
                <a:ea typeface="Montserrat Medium"/>
                <a:cs typeface="Montserrat Medium"/>
                <a:sym typeface="Montserrat Medium"/>
                <a:hlinkClick r:id="rId3">
                  <a:extLst>
                    <a:ext uri="{A12FA001-AC4F-418D-AE19-62706E023703}">
                      <ahyp:hlinkClr val="tx"/>
                    </a:ext>
                  </a:extLst>
                </a:hlinkClick>
              </a:rPr>
              <a:t>Slidesgo</a:t>
            </a:r>
            <a:r>
              <a:rPr lang="en" sz="1000">
                <a:solidFill>
                  <a:schemeClr val="accent1"/>
                </a:solidFill>
                <a:latin typeface="Montserrat Medium"/>
                <a:ea typeface="Montserrat Medium"/>
                <a:cs typeface="Montserrat Medium"/>
                <a:sym typeface="Montserrat Medium"/>
              </a:rPr>
              <a:t>, including icons by </a:t>
            </a:r>
            <a:r>
              <a:rPr lang="en" sz="1000">
                <a:solidFill>
                  <a:schemeClr val="accent1"/>
                </a:solidFill>
                <a:uFill>
                  <a:noFill/>
                </a:uFill>
                <a:latin typeface="Montserrat Medium"/>
                <a:ea typeface="Montserrat Medium"/>
                <a:cs typeface="Montserrat Medium"/>
                <a:sym typeface="Montserrat Medium"/>
                <a:hlinkClick r:id="rId4">
                  <a:extLst>
                    <a:ext uri="{A12FA001-AC4F-418D-AE19-62706E023703}">
                      <ahyp:hlinkClr val="tx"/>
                    </a:ext>
                  </a:extLst>
                </a:hlinkClick>
              </a:rPr>
              <a:t>Flaticon</a:t>
            </a:r>
            <a:r>
              <a:rPr lang="en" sz="1000">
                <a:solidFill>
                  <a:schemeClr val="accent1"/>
                </a:solidFill>
                <a:latin typeface="Montserrat Medium"/>
                <a:ea typeface="Montserrat Medium"/>
                <a:cs typeface="Montserrat Medium"/>
                <a:sym typeface="Montserrat Medium"/>
              </a:rPr>
              <a:t>, and infographics &amp; images by </a:t>
            </a:r>
            <a:r>
              <a:rPr lang="en" sz="1000">
                <a:solidFill>
                  <a:schemeClr val="accent1"/>
                </a:solidFill>
                <a:uFill>
                  <a:noFill/>
                </a:uFill>
                <a:latin typeface="Montserrat Medium"/>
                <a:ea typeface="Montserrat Medium"/>
                <a:cs typeface="Montserrat Medium"/>
                <a:sym typeface="Montserrat Medium"/>
                <a:hlinkClick r:id="rId5">
                  <a:extLst>
                    <a:ext uri="{A12FA001-AC4F-418D-AE19-62706E023703}">
                      <ahyp:hlinkClr val="tx"/>
                    </a:ext>
                  </a:extLst>
                </a:hlinkClick>
              </a:rPr>
              <a:t>Freepik</a:t>
            </a:r>
            <a:r>
              <a:rPr lang="en" sz="1000">
                <a:solidFill>
                  <a:schemeClr val="accent1"/>
                </a:solidFill>
                <a:latin typeface="Montserrat Medium"/>
                <a:ea typeface="Montserrat Medium"/>
                <a:cs typeface="Montserrat Medium"/>
                <a:sym typeface="Montserrat Medium"/>
              </a:rPr>
              <a:t>. </a:t>
            </a:r>
            <a:endParaRPr sz="1000">
              <a:solidFill>
                <a:schemeClr val="accent1"/>
              </a:solidFill>
              <a:latin typeface="Montserrat Medium"/>
              <a:ea typeface="Montserrat Medium"/>
              <a:cs typeface="Montserrat Medium"/>
              <a:sym typeface="Montserrat Medium"/>
            </a:endParaRPr>
          </a:p>
          <a:p>
            <a:pPr indent="0" lvl="0" marL="0" rtl="0" algn="l">
              <a:spcBef>
                <a:spcPts val="300"/>
              </a:spcBef>
              <a:spcAft>
                <a:spcPts val="0"/>
              </a:spcAft>
              <a:buNone/>
            </a:pPr>
            <a:r>
              <a:t/>
            </a:r>
            <a:endParaRPr sz="1000">
              <a:solidFill>
                <a:schemeClr val="accent1"/>
              </a:solidFill>
              <a:latin typeface="Montserrat Medium"/>
              <a:ea typeface="Montserrat Medium"/>
              <a:cs typeface="Montserrat Medium"/>
              <a:sym typeface="Montserrat Medium"/>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Bullet points 1">
  <p:cSld name="SECTION_TITLE_AND_DESCRIPTION_1_1_2">
    <p:bg>
      <p:bgPr>
        <a:blipFill>
          <a:blip r:embed="rId2">
            <a:alphaModFix/>
          </a:blip>
          <a:stretch>
            <a:fillRect/>
          </a:stretch>
        </a:blipFill>
      </p:bgPr>
    </p:bg>
    <p:spTree>
      <p:nvGrpSpPr>
        <p:cNvPr id="148" name="Shape 148"/>
        <p:cNvGrpSpPr/>
        <p:nvPr/>
      </p:nvGrpSpPr>
      <p:grpSpPr>
        <a:xfrm>
          <a:off x="0" y="0"/>
          <a:ext cx="0" cy="0"/>
          <a:chOff x="0" y="0"/>
          <a:chExt cx="0" cy="0"/>
        </a:xfrm>
      </p:grpSpPr>
      <p:sp>
        <p:nvSpPr>
          <p:cNvPr id="149" name="Google Shape;149;p34"/>
          <p:cNvSpPr txBox="1"/>
          <p:nvPr>
            <p:ph type="title"/>
          </p:nvPr>
        </p:nvSpPr>
        <p:spPr>
          <a:xfrm>
            <a:off x="938500" y="445025"/>
            <a:ext cx="4629300" cy="9414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accent1"/>
              </a:buClr>
              <a:buSzPts val="2400"/>
              <a:buNone/>
              <a:defRPr sz="24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150" name="Google Shape;150;p34"/>
          <p:cNvSpPr txBox="1"/>
          <p:nvPr>
            <p:ph idx="1" type="body"/>
          </p:nvPr>
        </p:nvSpPr>
        <p:spPr>
          <a:xfrm>
            <a:off x="938500" y="1659275"/>
            <a:ext cx="4946400" cy="27609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lt1"/>
              </a:buClr>
              <a:buSzPts val="1400"/>
              <a:buChar char="●"/>
              <a:defRPr sz="1400">
                <a:solidFill>
                  <a:schemeClr val="lt1"/>
                </a:solidFill>
              </a:defRPr>
            </a:lvl1pPr>
            <a:lvl2pPr indent="-317500" lvl="1" marL="914400" rtl="0">
              <a:spcBef>
                <a:spcPts val="1600"/>
              </a:spcBef>
              <a:spcAft>
                <a:spcPts val="0"/>
              </a:spcAft>
              <a:buClr>
                <a:schemeClr val="lt1"/>
              </a:buClr>
              <a:buSzPts val="1400"/>
              <a:buChar char="○"/>
              <a:defRPr>
                <a:solidFill>
                  <a:schemeClr val="lt1"/>
                </a:solidFill>
              </a:defRPr>
            </a:lvl2pPr>
            <a:lvl3pPr indent="-317500" lvl="2" marL="1371600" rtl="0">
              <a:spcBef>
                <a:spcPts val="1600"/>
              </a:spcBef>
              <a:spcAft>
                <a:spcPts val="0"/>
              </a:spcAft>
              <a:buClr>
                <a:schemeClr val="lt1"/>
              </a:buClr>
              <a:buSzPts val="1400"/>
              <a:buChar char="■"/>
              <a:defRPr>
                <a:solidFill>
                  <a:schemeClr val="lt1"/>
                </a:solidFill>
              </a:defRPr>
            </a:lvl3pPr>
            <a:lvl4pPr indent="-317500" lvl="3" marL="1828800" rtl="0">
              <a:spcBef>
                <a:spcPts val="1600"/>
              </a:spcBef>
              <a:spcAft>
                <a:spcPts val="0"/>
              </a:spcAft>
              <a:buClr>
                <a:schemeClr val="lt1"/>
              </a:buClr>
              <a:buSzPts val="1400"/>
              <a:buChar char="●"/>
              <a:defRPr>
                <a:solidFill>
                  <a:schemeClr val="lt1"/>
                </a:solidFill>
              </a:defRPr>
            </a:lvl4pPr>
            <a:lvl5pPr indent="-317500" lvl="4" marL="2286000" rtl="0">
              <a:spcBef>
                <a:spcPts val="1600"/>
              </a:spcBef>
              <a:spcAft>
                <a:spcPts val="0"/>
              </a:spcAft>
              <a:buClr>
                <a:schemeClr val="lt1"/>
              </a:buClr>
              <a:buSzPts val="1400"/>
              <a:buChar char="○"/>
              <a:defRPr>
                <a:solidFill>
                  <a:schemeClr val="lt1"/>
                </a:solidFill>
              </a:defRPr>
            </a:lvl5pPr>
            <a:lvl6pPr indent="-317500" lvl="5" marL="2743200" rtl="0">
              <a:spcBef>
                <a:spcPts val="1600"/>
              </a:spcBef>
              <a:spcAft>
                <a:spcPts val="0"/>
              </a:spcAft>
              <a:buClr>
                <a:schemeClr val="lt1"/>
              </a:buClr>
              <a:buSzPts val="1400"/>
              <a:buChar char="■"/>
              <a:defRPr>
                <a:solidFill>
                  <a:schemeClr val="lt1"/>
                </a:solidFill>
              </a:defRPr>
            </a:lvl6pPr>
            <a:lvl7pPr indent="-317500" lvl="6" marL="3200400" rtl="0">
              <a:spcBef>
                <a:spcPts val="1600"/>
              </a:spcBef>
              <a:spcAft>
                <a:spcPts val="0"/>
              </a:spcAft>
              <a:buClr>
                <a:schemeClr val="lt1"/>
              </a:buClr>
              <a:buSzPts val="1400"/>
              <a:buChar char="●"/>
              <a:defRPr>
                <a:solidFill>
                  <a:schemeClr val="lt1"/>
                </a:solidFill>
              </a:defRPr>
            </a:lvl7pPr>
            <a:lvl8pPr indent="-317500" lvl="7" marL="3657600" rtl="0">
              <a:spcBef>
                <a:spcPts val="1600"/>
              </a:spcBef>
              <a:spcAft>
                <a:spcPts val="0"/>
              </a:spcAft>
              <a:buClr>
                <a:schemeClr val="lt1"/>
              </a:buClr>
              <a:buSzPts val="1400"/>
              <a:buChar char="○"/>
              <a:defRPr>
                <a:solidFill>
                  <a:schemeClr val="lt1"/>
                </a:solidFill>
              </a:defRPr>
            </a:lvl8pPr>
            <a:lvl9pPr indent="-317500" lvl="8" marL="4114800" rtl="0">
              <a:spcBef>
                <a:spcPts val="1600"/>
              </a:spcBef>
              <a:spcAft>
                <a:spcPts val="1600"/>
              </a:spcAft>
              <a:buClr>
                <a:schemeClr val="lt1"/>
              </a:buClr>
              <a:buSzPts val="1400"/>
              <a:buChar char="■"/>
              <a:defRPr>
                <a:solidFill>
                  <a:schemeClr val="lt1"/>
                </a:solidFill>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list">
  <p:cSld name="TITLE_AND_TWO_COLUMNS_1">
    <p:bg>
      <p:bgPr>
        <a:blipFill>
          <a:blip r:embed="rId2">
            <a:alphaModFix/>
          </a:blip>
          <a:stretch>
            <a:fillRect/>
          </a:stretch>
        </a:blipFill>
      </p:bgPr>
    </p:bg>
    <p:spTree>
      <p:nvGrpSpPr>
        <p:cNvPr id="151" name="Shape 151"/>
        <p:cNvGrpSpPr/>
        <p:nvPr/>
      </p:nvGrpSpPr>
      <p:grpSpPr>
        <a:xfrm>
          <a:off x="0" y="0"/>
          <a:ext cx="0" cy="0"/>
          <a:chOff x="0" y="0"/>
          <a:chExt cx="0" cy="0"/>
        </a:xfrm>
      </p:grpSpPr>
      <p:sp>
        <p:nvSpPr>
          <p:cNvPr id="152" name="Google Shape;152;p35"/>
          <p:cNvSpPr txBox="1"/>
          <p:nvPr>
            <p:ph type="title"/>
          </p:nvPr>
        </p:nvSpPr>
        <p:spPr>
          <a:xfrm>
            <a:off x="938500" y="445025"/>
            <a:ext cx="4629300" cy="9414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accent1"/>
              </a:buClr>
              <a:buSzPts val="2400"/>
              <a:buNone/>
              <a:defRPr sz="24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153" name="Google Shape;153;p35"/>
          <p:cNvSpPr txBox="1"/>
          <p:nvPr>
            <p:ph idx="1" type="body"/>
          </p:nvPr>
        </p:nvSpPr>
        <p:spPr>
          <a:xfrm>
            <a:off x="5037525" y="1659275"/>
            <a:ext cx="3186900" cy="27609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lt1"/>
              </a:buClr>
              <a:buSzPts val="1400"/>
              <a:buChar char="●"/>
              <a:defRPr sz="1400">
                <a:solidFill>
                  <a:schemeClr val="lt1"/>
                </a:solidFill>
              </a:defRPr>
            </a:lvl1pPr>
            <a:lvl2pPr indent="-317500" lvl="1" marL="914400" rtl="0">
              <a:spcBef>
                <a:spcPts val="1600"/>
              </a:spcBef>
              <a:spcAft>
                <a:spcPts val="0"/>
              </a:spcAft>
              <a:buClr>
                <a:schemeClr val="lt1"/>
              </a:buClr>
              <a:buSzPts val="1400"/>
              <a:buChar char="○"/>
              <a:defRPr>
                <a:solidFill>
                  <a:schemeClr val="lt1"/>
                </a:solidFill>
              </a:defRPr>
            </a:lvl2pPr>
            <a:lvl3pPr indent="-317500" lvl="2" marL="1371600" rtl="0">
              <a:spcBef>
                <a:spcPts val="1600"/>
              </a:spcBef>
              <a:spcAft>
                <a:spcPts val="0"/>
              </a:spcAft>
              <a:buClr>
                <a:schemeClr val="lt1"/>
              </a:buClr>
              <a:buSzPts val="1400"/>
              <a:buChar char="■"/>
              <a:defRPr>
                <a:solidFill>
                  <a:schemeClr val="lt1"/>
                </a:solidFill>
              </a:defRPr>
            </a:lvl3pPr>
            <a:lvl4pPr indent="-317500" lvl="3" marL="1828800" rtl="0">
              <a:spcBef>
                <a:spcPts val="1600"/>
              </a:spcBef>
              <a:spcAft>
                <a:spcPts val="0"/>
              </a:spcAft>
              <a:buClr>
                <a:schemeClr val="lt1"/>
              </a:buClr>
              <a:buSzPts val="1400"/>
              <a:buChar char="●"/>
              <a:defRPr>
                <a:solidFill>
                  <a:schemeClr val="lt1"/>
                </a:solidFill>
              </a:defRPr>
            </a:lvl4pPr>
            <a:lvl5pPr indent="-317500" lvl="4" marL="2286000" rtl="0">
              <a:spcBef>
                <a:spcPts val="1600"/>
              </a:spcBef>
              <a:spcAft>
                <a:spcPts val="0"/>
              </a:spcAft>
              <a:buClr>
                <a:schemeClr val="lt1"/>
              </a:buClr>
              <a:buSzPts val="1400"/>
              <a:buChar char="○"/>
              <a:defRPr>
                <a:solidFill>
                  <a:schemeClr val="lt1"/>
                </a:solidFill>
              </a:defRPr>
            </a:lvl5pPr>
            <a:lvl6pPr indent="-317500" lvl="5" marL="2743200" rtl="0">
              <a:spcBef>
                <a:spcPts val="1600"/>
              </a:spcBef>
              <a:spcAft>
                <a:spcPts val="0"/>
              </a:spcAft>
              <a:buClr>
                <a:schemeClr val="lt1"/>
              </a:buClr>
              <a:buSzPts val="1400"/>
              <a:buChar char="■"/>
              <a:defRPr>
                <a:solidFill>
                  <a:schemeClr val="lt1"/>
                </a:solidFill>
              </a:defRPr>
            </a:lvl6pPr>
            <a:lvl7pPr indent="-317500" lvl="6" marL="3200400" rtl="0">
              <a:spcBef>
                <a:spcPts val="1600"/>
              </a:spcBef>
              <a:spcAft>
                <a:spcPts val="0"/>
              </a:spcAft>
              <a:buClr>
                <a:schemeClr val="lt1"/>
              </a:buClr>
              <a:buSzPts val="1400"/>
              <a:buChar char="●"/>
              <a:defRPr>
                <a:solidFill>
                  <a:schemeClr val="lt1"/>
                </a:solidFill>
              </a:defRPr>
            </a:lvl7pPr>
            <a:lvl8pPr indent="-317500" lvl="7" marL="3657600" rtl="0">
              <a:spcBef>
                <a:spcPts val="1600"/>
              </a:spcBef>
              <a:spcAft>
                <a:spcPts val="0"/>
              </a:spcAft>
              <a:buClr>
                <a:schemeClr val="lt1"/>
              </a:buClr>
              <a:buSzPts val="1400"/>
              <a:buChar char="○"/>
              <a:defRPr>
                <a:solidFill>
                  <a:schemeClr val="lt1"/>
                </a:solidFill>
              </a:defRPr>
            </a:lvl8pPr>
            <a:lvl9pPr indent="-317500" lvl="8" marL="4114800" rtl="0">
              <a:spcBef>
                <a:spcPts val="1600"/>
              </a:spcBef>
              <a:spcAft>
                <a:spcPts val="1600"/>
              </a:spcAft>
              <a:buClr>
                <a:schemeClr val="lt1"/>
              </a:buClr>
              <a:buSzPts val="1400"/>
              <a:buChar char="■"/>
              <a:defRPr>
                <a:solidFill>
                  <a:schemeClr val="lt1"/>
                </a:solidFil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theme" Target="../theme/theme1.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2800"/>
              <a:buFont typeface="Montserrat ExtraBold"/>
              <a:buNone/>
              <a:defRPr sz="2800">
                <a:solidFill>
                  <a:schemeClr val="lt1"/>
                </a:solidFill>
                <a:latin typeface="Montserrat ExtraBold"/>
                <a:ea typeface="Montserrat ExtraBold"/>
                <a:cs typeface="Montserrat ExtraBold"/>
                <a:sym typeface="Montserrat ExtraBold"/>
              </a:defRPr>
            </a:lvl1pPr>
            <a:lvl2pPr lvl="1">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2pPr>
            <a:lvl3pPr lvl="2">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3pPr>
            <a:lvl4pPr lvl="3">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4pPr>
            <a:lvl5pPr lvl="4">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5pPr>
            <a:lvl6pPr lvl="5">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6pPr>
            <a:lvl7pPr lvl="6">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7pPr>
            <a:lvl8pPr lvl="7">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8pPr>
            <a:lvl9pPr lvl="8">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00000"/>
              </a:lnSpc>
              <a:spcBef>
                <a:spcPts val="0"/>
              </a:spcBef>
              <a:spcAft>
                <a:spcPts val="0"/>
              </a:spcAft>
              <a:buClr>
                <a:schemeClr val="dk2"/>
              </a:buClr>
              <a:buSzPts val="1800"/>
              <a:buFont typeface="Montserrat"/>
              <a:buChar char="●"/>
              <a:defRPr sz="1800">
                <a:solidFill>
                  <a:schemeClr val="dk2"/>
                </a:solidFill>
                <a:latin typeface="Montserrat"/>
                <a:ea typeface="Montserrat"/>
                <a:cs typeface="Montserrat"/>
                <a:sym typeface="Montserrat"/>
              </a:defRPr>
            </a:lvl1pPr>
            <a:lvl2pPr indent="-317500" lvl="1" marL="9144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2pPr>
            <a:lvl3pPr indent="-317500" lvl="2" marL="13716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3pPr>
            <a:lvl4pPr indent="-317500" lvl="3" marL="18288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4pPr>
            <a:lvl5pPr indent="-317500" lvl="4" marL="22860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5pPr>
            <a:lvl6pPr indent="-317500" lvl="5" marL="27432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6pPr>
            <a:lvl7pPr indent="-317500" lvl="6" marL="32004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7pPr>
            <a:lvl8pPr indent="-317500" lvl="7" marL="36576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8pPr>
            <a:lvl9pPr indent="-317500" lvl="8" marL="4114800">
              <a:lnSpc>
                <a:spcPct val="100000"/>
              </a:lnSpc>
              <a:spcBef>
                <a:spcPts val="1600"/>
              </a:spcBef>
              <a:spcAft>
                <a:spcPts val="1600"/>
              </a:spcAft>
              <a:buClr>
                <a:schemeClr val="dk2"/>
              </a:buClr>
              <a:buSzPts val="1400"/>
              <a:buFont typeface="Montserrat"/>
              <a:buChar char="■"/>
              <a:defRPr>
                <a:solidFill>
                  <a:schemeClr val="dk2"/>
                </a:solidFill>
                <a:latin typeface="Montserrat"/>
                <a:ea typeface="Montserrat"/>
                <a:cs typeface="Montserrat"/>
                <a:sym typeface="Montserrat"/>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1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17.png"/><Relationship Id="rId4" Type="http://schemas.openxmlformats.org/officeDocument/2006/relationships/image" Target="../media/image1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6.xml"/><Relationship Id="rId3" Type="http://schemas.openxmlformats.org/officeDocument/2006/relationships/image" Target="../media/image29.png"/><Relationship Id="rId4" Type="http://schemas.openxmlformats.org/officeDocument/2006/relationships/image" Target="../media/image20.png"/><Relationship Id="rId5" Type="http://schemas.openxmlformats.org/officeDocument/2006/relationships/image" Target="../media/image22.png"/><Relationship Id="rId6" Type="http://schemas.openxmlformats.org/officeDocument/2006/relationships/image" Target="../media/image3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7.xml"/><Relationship Id="rId3" Type="http://schemas.openxmlformats.org/officeDocument/2006/relationships/image" Target="../media/image30.png"/><Relationship Id="rId4" Type="http://schemas.openxmlformats.org/officeDocument/2006/relationships/image" Target="../media/image25.png"/><Relationship Id="rId5" Type="http://schemas.openxmlformats.org/officeDocument/2006/relationships/image" Target="../media/image34.png"/><Relationship Id="rId6" Type="http://schemas.openxmlformats.org/officeDocument/2006/relationships/image" Target="../media/image31.png"/><Relationship Id="rId7" Type="http://schemas.openxmlformats.org/officeDocument/2006/relationships/image" Target="../media/image2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8.xml"/><Relationship Id="rId3" Type="http://schemas.openxmlformats.org/officeDocument/2006/relationships/image" Target="../media/image29.png"/><Relationship Id="rId4" Type="http://schemas.openxmlformats.org/officeDocument/2006/relationships/image" Target="../media/image20.png"/><Relationship Id="rId9" Type="http://schemas.openxmlformats.org/officeDocument/2006/relationships/image" Target="../media/image32.png"/><Relationship Id="rId5" Type="http://schemas.openxmlformats.org/officeDocument/2006/relationships/image" Target="../media/image30.png"/><Relationship Id="rId6" Type="http://schemas.openxmlformats.org/officeDocument/2006/relationships/image" Target="../media/image41.png"/><Relationship Id="rId7" Type="http://schemas.openxmlformats.org/officeDocument/2006/relationships/image" Target="../media/image37.png"/><Relationship Id="rId8" Type="http://schemas.openxmlformats.org/officeDocument/2006/relationships/image" Target="../media/image3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46.png"/><Relationship Id="rId4" Type="http://schemas.openxmlformats.org/officeDocument/2006/relationships/image" Target="../media/image35.png"/><Relationship Id="rId5" Type="http://schemas.openxmlformats.org/officeDocument/2006/relationships/image" Target="../media/image4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 Id="rId3" Type="http://schemas.openxmlformats.org/officeDocument/2006/relationships/hyperlink" Target="https://will-78.github.io/Market-Regime-Detection" TargetMode="External"/><Relationship Id="rId4" Type="http://schemas.openxmlformats.org/officeDocument/2006/relationships/hyperlink" Target="https://github.com/Will-78/Market-Regime-Detection"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36"/>
          <p:cNvSpPr txBox="1"/>
          <p:nvPr>
            <p:ph type="ctrTitle"/>
          </p:nvPr>
        </p:nvSpPr>
        <p:spPr>
          <a:xfrm>
            <a:off x="792000" y="1920475"/>
            <a:ext cx="7560000" cy="644700"/>
          </a:xfrm>
          <a:prstGeom prst="rect">
            <a:avLst/>
          </a:prstGeom>
          <a:effectLst>
            <a:outerShdw blurRad="142875" rotWithShape="0" algn="bl" dir="8760000" dist="19050">
              <a:srgbClr val="76A5AF">
                <a:alpha val="50000"/>
              </a:srgbClr>
            </a:outerShdw>
          </a:effectLst>
        </p:spPr>
        <p:txBody>
          <a:bodyPr anchorCtr="0" anchor="b" bIns="91425" lIns="91425" spcFirstLastPara="1" rIns="91425" wrap="square" tIns="91425">
            <a:noAutofit/>
          </a:bodyPr>
          <a:lstStyle/>
          <a:p>
            <a:pPr indent="0" lvl="0" marL="0" rtl="0" algn="ctr">
              <a:spcBef>
                <a:spcPts val="0"/>
              </a:spcBef>
              <a:spcAft>
                <a:spcPts val="0"/>
              </a:spcAft>
              <a:buNone/>
            </a:pPr>
            <a:r>
              <a:rPr lang="en"/>
              <a:t>Clustering Market </a:t>
            </a:r>
            <a:r>
              <a:rPr lang="en"/>
              <a:t>Regimes</a:t>
            </a:r>
            <a:endParaRPr/>
          </a:p>
        </p:txBody>
      </p:sp>
      <p:sp>
        <p:nvSpPr>
          <p:cNvPr id="159" name="Google Shape;159;p36"/>
          <p:cNvSpPr txBox="1"/>
          <p:nvPr>
            <p:ph idx="1" type="subTitle"/>
          </p:nvPr>
        </p:nvSpPr>
        <p:spPr>
          <a:xfrm>
            <a:off x="2044200" y="3704650"/>
            <a:ext cx="5055600" cy="464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William Barnett, Preston Smith</a:t>
            </a:r>
            <a:endParaRPr/>
          </a:p>
        </p:txBody>
      </p:sp>
      <p:sp>
        <p:nvSpPr>
          <p:cNvPr id="160" name="Google Shape;160;p36"/>
          <p:cNvSpPr txBox="1"/>
          <p:nvPr>
            <p:ph type="ctrTitle"/>
          </p:nvPr>
        </p:nvSpPr>
        <p:spPr>
          <a:xfrm>
            <a:off x="2941650" y="2624375"/>
            <a:ext cx="3260700" cy="464700"/>
          </a:xfrm>
          <a:prstGeom prst="rect">
            <a:avLst/>
          </a:prstGeom>
          <a:effectLst>
            <a:outerShdw blurRad="100013" rotWithShape="0" algn="bl" dir="8460000" dist="19050">
              <a:srgbClr val="76A5AF">
                <a:alpha val="50000"/>
              </a:srgbClr>
            </a:outerShdw>
          </a:effectLst>
        </p:spPr>
        <p:txBody>
          <a:bodyPr anchorCtr="0" anchor="b" bIns="91425" lIns="91425" spcFirstLastPara="1" rIns="91425" wrap="square" tIns="91425">
            <a:noAutofit/>
          </a:bodyPr>
          <a:lstStyle/>
          <a:p>
            <a:pPr indent="0" lvl="0" marL="0" rtl="0" algn="ctr">
              <a:spcBef>
                <a:spcPts val="0"/>
              </a:spcBef>
              <a:spcAft>
                <a:spcPts val="0"/>
              </a:spcAft>
              <a:buNone/>
            </a:pPr>
            <a:r>
              <a:rPr b="0" lang="en" sz="2200">
                <a:latin typeface="Montserrat ExtraLight"/>
                <a:ea typeface="Montserrat ExtraLight"/>
                <a:cs typeface="Montserrat ExtraLight"/>
                <a:sym typeface="Montserrat ExtraLight"/>
              </a:rPr>
              <a:t>Final Project</a:t>
            </a:r>
            <a:endParaRPr b="0" sz="2200">
              <a:latin typeface="Montserrat ExtraLight"/>
              <a:ea typeface="Montserrat ExtraLight"/>
              <a:cs typeface="Montserrat ExtraLight"/>
              <a:sym typeface="Montserrat ExtraLight"/>
            </a:endParaRPr>
          </a:p>
        </p:txBody>
      </p:sp>
      <p:cxnSp>
        <p:nvCxnSpPr>
          <p:cNvPr id="161" name="Google Shape;161;p36"/>
          <p:cNvCxnSpPr/>
          <p:nvPr/>
        </p:nvCxnSpPr>
        <p:spPr>
          <a:xfrm>
            <a:off x="3190500" y="2565172"/>
            <a:ext cx="2763000" cy="0"/>
          </a:xfrm>
          <a:prstGeom prst="straightConnector1">
            <a:avLst/>
          </a:prstGeom>
          <a:noFill/>
          <a:ln cap="flat" cmpd="sng" w="9525">
            <a:solidFill>
              <a:schemeClr val="accent1"/>
            </a:solidFill>
            <a:prstDash val="solid"/>
            <a:round/>
            <a:headEnd len="med" w="med" type="none"/>
            <a:tailEnd len="med" w="med" type="none"/>
          </a:ln>
          <a:effectLst>
            <a:outerShdw blurRad="57150" rotWithShape="0" algn="bl" dir="5400000" dist="19050">
              <a:srgbClr val="FFFFFF">
                <a:alpha val="50000"/>
              </a:srgbClr>
            </a:outerShdw>
          </a:effectLst>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37"/>
          <p:cNvSpPr txBox="1"/>
          <p:nvPr>
            <p:ph type="title"/>
          </p:nvPr>
        </p:nvSpPr>
        <p:spPr>
          <a:xfrm>
            <a:off x="399025" y="289625"/>
            <a:ext cx="5735700" cy="94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Project Review</a:t>
            </a:r>
            <a:endParaRPr/>
          </a:p>
        </p:txBody>
      </p:sp>
      <p:cxnSp>
        <p:nvCxnSpPr>
          <p:cNvPr id="167" name="Google Shape;167;p37"/>
          <p:cNvCxnSpPr/>
          <p:nvPr/>
        </p:nvCxnSpPr>
        <p:spPr>
          <a:xfrm>
            <a:off x="486725" y="258622"/>
            <a:ext cx="2763000" cy="0"/>
          </a:xfrm>
          <a:prstGeom prst="straightConnector1">
            <a:avLst/>
          </a:prstGeom>
          <a:noFill/>
          <a:ln cap="flat" cmpd="sng" w="9525">
            <a:solidFill>
              <a:schemeClr val="accent1"/>
            </a:solidFill>
            <a:prstDash val="solid"/>
            <a:round/>
            <a:headEnd len="med" w="med" type="none"/>
            <a:tailEnd len="med" w="med" type="none"/>
          </a:ln>
          <a:effectLst>
            <a:outerShdw blurRad="57150" rotWithShape="0" algn="bl" dir="5400000" dist="19050">
              <a:srgbClr val="FFFFFF">
                <a:alpha val="50000"/>
              </a:srgbClr>
            </a:outerShdw>
          </a:effectLst>
        </p:spPr>
      </p:cxnSp>
      <p:sp>
        <p:nvSpPr>
          <p:cNvPr id="168" name="Google Shape;168;p37"/>
          <p:cNvSpPr txBox="1"/>
          <p:nvPr/>
        </p:nvSpPr>
        <p:spPr>
          <a:xfrm>
            <a:off x="399025" y="1072100"/>
            <a:ext cx="4454400" cy="3527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800">
                <a:solidFill>
                  <a:schemeClr val="lt2"/>
                </a:solidFill>
                <a:latin typeface="Montserrat"/>
                <a:ea typeface="Montserrat"/>
                <a:cs typeface="Montserrat"/>
                <a:sym typeface="Montserrat"/>
              </a:rPr>
              <a:t>Idea Recap</a:t>
            </a:r>
            <a:endParaRPr b="1" sz="1800">
              <a:solidFill>
                <a:schemeClr val="lt2"/>
              </a:solidFill>
              <a:latin typeface="Montserrat"/>
              <a:ea typeface="Montserrat"/>
              <a:cs typeface="Montserrat"/>
              <a:sym typeface="Montserrat"/>
            </a:endParaRPr>
          </a:p>
          <a:p>
            <a:pPr indent="0" lvl="0" marL="0" rtl="0" algn="l">
              <a:lnSpc>
                <a:spcPct val="115000"/>
              </a:lnSpc>
              <a:spcBef>
                <a:spcPts val="0"/>
              </a:spcBef>
              <a:spcAft>
                <a:spcPts val="0"/>
              </a:spcAft>
              <a:buNone/>
            </a:pPr>
            <a:r>
              <a:rPr lang="en" sz="1800">
                <a:solidFill>
                  <a:srgbClr val="FFFFFF"/>
                </a:solidFill>
                <a:latin typeface="Montserrat"/>
                <a:ea typeface="Montserrat"/>
                <a:cs typeface="Montserrat"/>
                <a:sym typeface="Montserrat"/>
              </a:rPr>
              <a:t>Investigate distinct market regimes distinguishing market behaviors with clustering</a:t>
            </a:r>
            <a:endParaRPr sz="1800">
              <a:solidFill>
                <a:srgbClr val="FFFFFF"/>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800">
              <a:solidFill>
                <a:srgbClr val="FFFFFF"/>
              </a:solidFill>
              <a:latin typeface="Montserrat"/>
              <a:ea typeface="Montserrat"/>
              <a:cs typeface="Montserrat"/>
              <a:sym typeface="Montserrat"/>
            </a:endParaRPr>
          </a:p>
          <a:p>
            <a:pPr indent="0" lvl="0" marL="0" rtl="0" algn="l">
              <a:lnSpc>
                <a:spcPct val="115000"/>
              </a:lnSpc>
              <a:spcBef>
                <a:spcPts val="0"/>
              </a:spcBef>
              <a:spcAft>
                <a:spcPts val="0"/>
              </a:spcAft>
              <a:buNone/>
            </a:pPr>
            <a:r>
              <a:rPr b="1" lang="en" sz="1800">
                <a:solidFill>
                  <a:schemeClr val="lt2"/>
                </a:solidFill>
                <a:latin typeface="Montserrat"/>
                <a:ea typeface="Montserrat"/>
                <a:cs typeface="Montserrat"/>
                <a:sym typeface="Montserrat"/>
              </a:rPr>
              <a:t>Datasets</a:t>
            </a:r>
            <a:endParaRPr b="1" sz="1800">
              <a:solidFill>
                <a:schemeClr val="lt2"/>
              </a:solidFill>
              <a:latin typeface="Montserrat"/>
              <a:ea typeface="Montserrat"/>
              <a:cs typeface="Montserrat"/>
              <a:sym typeface="Montserrat"/>
            </a:endParaRPr>
          </a:p>
          <a:p>
            <a:pPr indent="-342900" lvl="0" marL="457200" rtl="0" algn="l">
              <a:lnSpc>
                <a:spcPct val="115000"/>
              </a:lnSpc>
              <a:spcBef>
                <a:spcPts val="0"/>
              </a:spcBef>
              <a:spcAft>
                <a:spcPts val="0"/>
              </a:spcAft>
              <a:buClr>
                <a:srgbClr val="FFFFFF"/>
              </a:buClr>
              <a:buSzPts val="1800"/>
              <a:buFont typeface="Montserrat"/>
              <a:buChar char="●"/>
            </a:pPr>
            <a:r>
              <a:rPr lang="en" sz="1800">
                <a:solidFill>
                  <a:srgbClr val="FFFFFF"/>
                </a:solidFill>
                <a:latin typeface="Montserrat"/>
                <a:ea typeface="Montserrat"/>
                <a:cs typeface="Montserrat"/>
                <a:sym typeface="Montserrat"/>
              </a:rPr>
              <a:t>SPY - Large Stocks (S&amp;P 500)</a:t>
            </a:r>
            <a:endParaRPr sz="1800">
              <a:solidFill>
                <a:srgbClr val="FFFFFF"/>
              </a:solidFill>
              <a:latin typeface="Montserrat"/>
              <a:ea typeface="Montserrat"/>
              <a:cs typeface="Montserrat"/>
              <a:sym typeface="Montserrat"/>
            </a:endParaRPr>
          </a:p>
          <a:p>
            <a:pPr indent="-342900" lvl="0" marL="457200" rtl="0" algn="l">
              <a:lnSpc>
                <a:spcPct val="115000"/>
              </a:lnSpc>
              <a:spcBef>
                <a:spcPts val="0"/>
              </a:spcBef>
              <a:spcAft>
                <a:spcPts val="0"/>
              </a:spcAft>
              <a:buClr>
                <a:srgbClr val="FFFFFF"/>
              </a:buClr>
              <a:buSzPts val="1800"/>
              <a:buFont typeface="Montserrat"/>
              <a:buChar char="●"/>
            </a:pPr>
            <a:r>
              <a:rPr lang="en" sz="1800">
                <a:solidFill>
                  <a:srgbClr val="FFFFFF"/>
                </a:solidFill>
                <a:latin typeface="Montserrat"/>
                <a:ea typeface="Montserrat"/>
                <a:cs typeface="Montserrat"/>
                <a:sym typeface="Montserrat"/>
              </a:rPr>
              <a:t>IWM - Small Stocks (Russell 2000)</a:t>
            </a:r>
            <a:endParaRPr sz="1800">
              <a:solidFill>
                <a:srgbClr val="FFFFFF"/>
              </a:solidFill>
              <a:latin typeface="Montserrat"/>
              <a:ea typeface="Montserrat"/>
              <a:cs typeface="Montserrat"/>
              <a:sym typeface="Montserrat"/>
            </a:endParaRPr>
          </a:p>
          <a:p>
            <a:pPr indent="-342900" lvl="0" marL="457200" rtl="0" algn="l">
              <a:lnSpc>
                <a:spcPct val="115000"/>
              </a:lnSpc>
              <a:spcBef>
                <a:spcPts val="0"/>
              </a:spcBef>
              <a:spcAft>
                <a:spcPts val="0"/>
              </a:spcAft>
              <a:buClr>
                <a:srgbClr val="FFFFFF"/>
              </a:buClr>
              <a:buSzPts val="1800"/>
              <a:buFont typeface="Montserrat"/>
              <a:buChar char="●"/>
            </a:pPr>
            <a:r>
              <a:rPr lang="en" sz="1800">
                <a:solidFill>
                  <a:srgbClr val="FFFFFF"/>
                </a:solidFill>
                <a:latin typeface="Montserrat"/>
                <a:ea typeface="Montserrat"/>
                <a:cs typeface="Montserrat"/>
                <a:sym typeface="Montserrat"/>
              </a:rPr>
              <a:t>QQQ - Tech Stocks</a:t>
            </a:r>
            <a:endParaRPr sz="1800">
              <a:solidFill>
                <a:srgbClr val="FFFFFF"/>
              </a:solidFill>
              <a:latin typeface="Montserrat"/>
              <a:ea typeface="Montserrat"/>
              <a:cs typeface="Montserrat"/>
              <a:sym typeface="Montserrat"/>
            </a:endParaRPr>
          </a:p>
          <a:p>
            <a:pPr indent="-342900" lvl="0" marL="457200" rtl="0" algn="l">
              <a:lnSpc>
                <a:spcPct val="115000"/>
              </a:lnSpc>
              <a:spcBef>
                <a:spcPts val="0"/>
              </a:spcBef>
              <a:spcAft>
                <a:spcPts val="0"/>
              </a:spcAft>
              <a:buClr>
                <a:srgbClr val="FFFFFF"/>
              </a:buClr>
              <a:buSzPts val="1800"/>
              <a:buFont typeface="Montserrat"/>
              <a:buChar char="●"/>
            </a:pPr>
            <a:r>
              <a:rPr lang="en" sz="1800">
                <a:solidFill>
                  <a:srgbClr val="FFFFFF"/>
                </a:solidFill>
                <a:latin typeface="Montserrat"/>
                <a:ea typeface="Montserrat"/>
                <a:cs typeface="Montserrat"/>
                <a:sym typeface="Montserrat"/>
              </a:rPr>
              <a:t>TLT - Treasury Bonds</a:t>
            </a:r>
            <a:endParaRPr sz="1800">
              <a:solidFill>
                <a:srgbClr val="FFFFFF"/>
              </a:solidFill>
              <a:latin typeface="Montserrat"/>
              <a:ea typeface="Montserrat"/>
              <a:cs typeface="Montserrat"/>
              <a:sym typeface="Montserrat"/>
            </a:endParaRPr>
          </a:p>
        </p:txBody>
      </p:sp>
      <p:sp>
        <p:nvSpPr>
          <p:cNvPr id="169" name="Google Shape;169;p37"/>
          <p:cNvSpPr txBox="1"/>
          <p:nvPr/>
        </p:nvSpPr>
        <p:spPr>
          <a:xfrm>
            <a:off x="4853375" y="1072100"/>
            <a:ext cx="3891600" cy="3527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800">
                <a:solidFill>
                  <a:schemeClr val="lt2"/>
                </a:solidFill>
                <a:latin typeface="Montserrat"/>
                <a:ea typeface="Montserrat"/>
                <a:cs typeface="Montserrat"/>
                <a:sym typeface="Montserrat"/>
              </a:rPr>
              <a:t>Scope</a:t>
            </a:r>
            <a:endParaRPr b="1" sz="1800">
              <a:solidFill>
                <a:schemeClr val="lt2"/>
              </a:solidFill>
              <a:latin typeface="Montserrat"/>
              <a:ea typeface="Montserrat"/>
              <a:cs typeface="Montserrat"/>
              <a:sym typeface="Montserrat"/>
            </a:endParaRPr>
          </a:p>
          <a:p>
            <a:pPr indent="0" lvl="0" marL="0" rtl="0" algn="l">
              <a:lnSpc>
                <a:spcPct val="115000"/>
              </a:lnSpc>
              <a:spcBef>
                <a:spcPts val="0"/>
              </a:spcBef>
              <a:spcAft>
                <a:spcPts val="0"/>
              </a:spcAft>
              <a:buNone/>
            </a:pPr>
            <a:r>
              <a:rPr lang="en" sz="1800">
                <a:solidFill>
                  <a:srgbClr val="FFFFFF"/>
                </a:solidFill>
                <a:latin typeface="Montserrat"/>
                <a:ea typeface="Montserrat"/>
                <a:cs typeface="Montserrat"/>
                <a:sym typeface="Montserrat"/>
              </a:rPr>
              <a:t>Capture and compare each model’s output against known regimes. </a:t>
            </a:r>
            <a:endParaRPr sz="1800">
              <a:solidFill>
                <a:srgbClr val="FFFFFF"/>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800">
              <a:solidFill>
                <a:srgbClr val="FFFFFF"/>
              </a:solidFill>
              <a:latin typeface="Montserrat"/>
              <a:ea typeface="Montserrat"/>
              <a:cs typeface="Montserrat"/>
              <a:sym typeface="Montserrat"/>
            </a:endParaRPr>
          </a:p>
          <a:p>
            <a:pPr indent="0" lvl="0" marL="0" rtl="0" algn="l">
              <a:lnSpc>
                <a:spcPct val="115000"/>
              </a:lnSpc>
              <a:spcBef>
                <a:spcPts val="0"/>
              </a:spcBef>
              <a:spcAft>
                <a:spcPts val="0"/>
              </a:spcAft>
              <a:buNone/>
            </a:pPr>
            <a:r>
              <a:rPr b="1" lang="en" sz="1800">
                <a:solidFill>
                  <a:schemeClr val="lt2"/>
                </a:solidFill>
                <a:latin typeface="Montserrat"/>
                <a:ea typeface="Montserrat"/>
                <a:cs typeface="Montserrat"/>
                <a:sym typeface="Montserrat"/>
              </a:rPr>
              <a:t>Models</a:t>
            </a:r>
            <a:endParaRPr b="1" sz="1800">
              <a:solidFill>
                <a:schemeClr val="lt2"/>
              </a:solidFill>
              <a:latin typeface="Montserrat"/>
              <a:ea typeface="Montserrat"/>
              <a:cs typeface="Montserrat"/>
              <a:sym typeface="Montserrat"/>
            </a:endParaRPr>
          </a:p>
          <a:p>
            <a:pPr indent="-342900" lvl="0" marL="457200" rtl="0" algn="l">
              <a:lnSpc>
                <a:spcPct val="115000"/>
              </a:lnSpc>
              <a:spcBef>
                <a:spcPts val="0"/>
              </a:spcBef>
              <a:spcAft>
                <a:spcPts val="0"/>
              </a:spcAft>
              <a:buClr>
                <a:srgbClr val="FFFFFF"/>
              </a:buClr>
              <a:buSzPts val="1800"/>
              <a:buFont typeface="Montserrat"/>
              <a:buChar char="●"/>
            </a:pPr>
            <a:r>
              <a:rPr lang="en" sz="1800">
                <a:solidFill>
                  <a:srgbClr val="FFFFFF"/>
                </a:solidFill>
                <a:latin typeface="Montserrat"/>
                <a:ea typeface="Montserrat"/>
                <a:cs typeface="Montserrat"/>
                <a:sym typeface="Montserrat"/>
              </a:rPr>
              <a:t>KMeans</a:t>
            </a:r>
            <a:endParaRPr sz="1800">
              <a:solidFill>
                <a:srgbClr val="FFFFFF"/>
              </a:solidFill>
              <a:latin typeface="Montserrat"/>
              <a:ea typeface="Montserrat"/>
              <a:cs typeface="Montserrat"/>
              <a:sym typeface="Montserrat"/>
            </a:endParaRPr>
          </a:p>
          <a:p>
            <a:pPr indent="-342900" lvl="0" marL="457200" rtl="0" algn="l">
              <a:lnSpc>
                <a:spcPct val="115000"/>
              </a:lnSpc>
              <a:spcBef>
                <a:spcPts val="0"/>
              </a:spcBef>
              <a:spcAft>
                <a:spcPts val="0"/>
              </a:spcAft>
              <a:buClr>
                <a:srgbClr val="FFFFFF"/>
              </a:buClr>
              <a:buSzPts val="1800"/>
              <a:buFont typeface="Montserrat"/>
              <a:buChar char="●"/>
            </a:pPr>
            <a:r>
              <a:rPr lang="en" sz="1800">
                <a:solidFill>
                  <a:srgbClr val="FFFFFF"/>
                </a:solidFill>
                <a:latin typeface="Montserrat"/>
                <a:ea typeface="Montserrat"/>
                <a:cs typeface="Montserrat"/>
                <a:sym typeface="Montserrat"/>
              </a:rPr>
              <a:t>GMM</a:t>
            </a:r>
            <a:endParaRPr sz="1800">
              <a:solidFill>
                <a:srgbClr val="FFFFFF"/>
              </a:solidFill>
              <a:latin typeface="Montserrat"/>
              <a:ea typeface="Montserrat"/>
              <a:cs typeface="Montserrat"/>
              <a:sym typeface="Montserrat"/>
            </a:endParaRPr>
          </a:p>
          <a:p>
            <a:pPr indent="-342900" lvl="0" marL="457200" rtl="0" algn="l">
              <a:lnSpc>
                <a:spcPct val="115000"/>
              </a:lnSpc>
              <a:spcBef>
                <a:spcPts val="0"/>
              </a:spcBef>
              <a:spcAft>
                <a:spcPts val="0"/>
              </a:spcAft>
              <a:buClr>
                <a:srgbClr val="FFFFFF"/>
              </a:buClr>
              <a:buSzPts val="1800"/>
              <a:buFont typeface="Montserrat"/>
              <a:buChar char="●"/>
            </a:pPr>
            <a:r>
              <a:rPr lang="en" sz="1800">
                <a:solidFill>
                  <a:srgbClr val="FFFFFF"/>
                </a:solidFill>
                <a:latin typeface="Montserrat"/>
                <a:ea typeface="Montserrat"/>
                <a:cs typeface="Montserrat"/>
                <a:sym typeface="Montserrat"/>
              </a:rPr>
              <a:t>HDBSCAN</a:t>
            </a:r>
            <a:endParaRPr sz="1800">
              <a:solidFill>
                <a:srgbClr val="FFFFFF"/>
              </a:solidFill>
              <a:latin typeface="Montserrat"/>
              <a:ea typeface="Montserrat"/>
              <a:cs typeface="Montserrat"/>
              <a:sym typeface="Montserra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38"/>
          <p:cNvSpPr txBox="1"/>
          <p:nvPr>
            <p:ph type="title"/>
          </p:nvPr>
        </p:nvSpPr>
        <p:spPr>
          <a:xfrm>
            <a:off x="938500" y="445025"/>
            <a:ext cx="4629300" cy="94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Implementation Update</a:t>
            </a:r>
            <a:endParaRPr>
              <a:solidFill>
                <a:schemeClr val="accent1"/>
              </a:solidFill>
            </a:endParaRPr>
          </a:p>
        </p:txBody>
      </p:sp>
      <p:sp>
        <p:nvSpPr>
          <p:cNvPr id="175" name="Google Shape;175;p38"/>
          <p:cNvSpPr txBox="1"/>
          <p:nvPr>
            <p:ph idx="1" type="body"/>
          </p:nvPr>
        </p:nvSpPr>
        <p:spPr>
          <a:xfrm>
            <a:off x="3596100" y="1562675"/>
            <a:ext cx="4946400" cy="276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What was already implemented</a:t>
            </a:r>
            <a:endParaRPr b="1"/>
          </a:p>
          <a:p>
            <a:pPr indent="-317500" lvl="0" marL="457200" rtl="0" algn="l">
              <a:spcBef>
                <a:spcPts val="1600"/>
              </a:spcBef>
              <a:spcAft>
                <a:spcPts val="0"/>
              </a:spcAft>
              <a:buSzPts val="1400"/>
              <a:buChar char="●"/>
            </a:pPr>
            <a:r>
              <a:rPr lang="en"/>
              <a:t>Preprocessing for each model</a:t>
            </a:r>
            <a:endParaRPr/>
          </a:p>
          <a:p>
            <a:pPr indent="-317500" lvl="0" marL="457200" rtl="0" algn="l">
              <a:spcBef>
                <a:spcPts val="0"/>
              </a:spcBef>
              <a:spcAft>
                <a:spcPts val="0"/>
              </a:spcAft>
              <a:buSzPts val="1400"/>
              <a:buChar char="●"/>
            </a:pPr>
            <a:r>
              <a:rPr lang="en"/>
              <a:t>Basic KMeans, GMM, and HDBSCAN models</a:t>
            </a:r>
            <a:endParaRPr/>
          </a:p>
          <a:p>
            <a:pPr indent="-317500" lvl="0" marL="457200" rtl="0" algn="l">
              <a:spcBef>
                <a:spcPts val="0"/>
              </a:spcBef>
              <a:spcAft>
                <a:spcPts val="0"/>
              </a:spcAft>
              <a:buSzPts val="1400"/>
              <a:buChar char="●"/>
            </a:pPr>
            <a:r>
              <a:rPr lang="en"/>
              <a:t>Some </a:t>
            </a:r>
            <a:r>
              <a:rPr lang="en"/>
              <a:t>visualization</a:t>
            </a:r>
            <a:endParaRPr/>
          </a:p>
          <a:p>
            <a:pPr indent="-317500" lvl="1" marL="914400" rtl="0" algn="l">
              <a:spcBef>
                <a:spcPts val="0"/>
              </a:spcBef>
              <a:spcAft>
                <a:spcPts val="0"/>
              </a:spcAft>
              <a:buSzPts val="1400"/>
              <a:buChar char="○"/>
            </a:pPr>
            <a:r>
              <a:rPr lang="en"/>
              <a:t>Not </a:t>
            </a:r>
            <a:r>
              <a:rPr lang="en"/>
              <a:t>intuitively insightful</a:t>
            </a:r>
            <a:endParaRPr/>
          </a:p>
          <a:p>
            <a:pPr indent="0" lvl="0" marL="0" rtl="0" algn="l">
              <a:spcBef>
                <a:spcPts val="1600"/>
              </a:spcBef>
              <a:spcAft>
                <a:spcPts val="0"/>
              </a:spcAft>
              <a:buNone/>
            </a:pPr>
            <a:r>
              <a:rPr b="1" lang="en"/>
              <a:t>What's new</a:t>
            </a:r>
            <a:endParaRPr b="1"/>
          </a:p>
          <a:p>
            <a:pPr indent="-317500" lvl="0" marL="457200" rtl="0" algn="l">
              <a:spcBef>
                <a:spcPts val="1600"/>
              </a:spcBef>
              <a:spcAft>
                <a:spcPts val="0"/>
              </a:spcAft>
              <a:buSzPts val="1400"/>
              <a:buChar char="●"/>
            </a:pPr>
            <a:r>
              <a:rPr lang="en"/>
              <a:t>Refined, standardized Pipeline</a:t>
            </a:r>
            <a:endParaRPr/>
          </a:p>
          <a:p>
            <a:pPr indent="-317500" lvl="0" marL="457200" rtl="0" algn="l">
              <a:spcBef>
                <a:spcPts val="0"/>
              </a:spcBef>
              <a:spcAft>
                <a:spcPts val="0"/>
              </a:spcAft>
              <a:buSzPts val="1400"/>
              <a:buChar char="●"/>
            </a:pPr>
            <a:r>
              <a:rPr lang="en"/>
              <a:t>More insightful visualizations</a:t>
            </a:r>
            <a:endParaRPr/>
          </a:p>
          <a:p>
            <a:pPr indent="-317500" lvl="0" marL="457200" rtl="0" algn="l">
              <a:spcBef>
                <a:spcPts val="0"/>
              </a:spcBef>
              <a:spcAft>
                <a:spcPts val="0"/>
              </a:spcAft>
              <a:buSzPts val="1400"/>
              <a:buChar char="●"/>
            </a:pPr>
            <a:r>
              <a:rPr lang="en"/>
              <a:t>Bonus: Isolation Forest</a:t>
            </a:r>
            <a:endParaRPr/>
          </a:p>
        </p:txBody>
      </p:sp>
      <p:cxnSp>
        <p:nvCxnSpPr>
          <p:cNvPr id="176" name="Google Shape;176;p38"/>
          <p:cNvCxnSpPr/>
          <p:nvPr/>
        </p:nvCxnSpPr>
        <p:spPr>
          <a:xfrm>
            <a:off x="1026200" y="414022"/>
            <a:ext cx="2763000" cy="0"/>
          </a:xfrm>
          <a:prstGeom prst="straightConnector1">
            <a:avLst/>
          </a:prstGeom>
          <a:noFill/>
          <a:ln cap="flat" cmpd="sng" w="9525">
            <a:solidFill>
              <a:schemeClr val="accent1"/>
            </a:solidFill>
            <a:prstDash val="solid"/>
            <a:round/>
            <a:headEnd len="med" w="med" type="none"/>
            <a:tailEnd len="med" w="med" type="none"/>
          </a:ln>
          <a:effectLst>
            <a:outerShdw blurRad="57150" rotWithShape="0" algn="bl" dir="5400000" dist="19050">
              <a:srgbClr val="FFFFFF">
                <a:alpha val="50000"/>
              </a:srgbClr>
            </a:outerShdw>
          </a:effectLst>
        </p:spPr>
      </p:cxnSp>
      <p:pic>
        <p:nvPicPr>
          <p:cNvPr id="177" name="Google Shape;177;p38"/>
          <p:cNvPicPr preferRelativeResize="0"/>
          <p:nvPr/>
        </p:nvPicPr>
        <p:blipFill>
          <a:blip r:embed="rId3">
            <a:alphaModFix/>
          </a:blip>
          <a:stretch>
            <a:fillRect/>
          </a:stretch>
        </p:blipFill>
        <p:spPr>
          <a:xfrm>
            <a:off x="408375" y="963524"/>
            <a:ext cx="2291025" cy="3959198"/>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9"/>
          <p:cNvSpPr txBox="1"/>
          <p:nvPr>
            <p:ph idx="5" type="subTitle"/>
          </p:nvPr>
        </p:nvSpPr>
        <p:spPr>
          <a:xfrm>
            <a:off x="915200" y="1567150"/>
            <a:ext cx="3186300" cy="19440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
              <a:t>Ticker Return Prices</a:t>
            </a:r>
            <a:endParaRPr b="1"/>
          </a:p>
          <a:p>
            <a:pPr indent="-304800" lvl="0" marL="457200" rtl="0" algn="l">
              <a:lnSpc>
                <a:spcPct val="150000"/>
              </a:lnSpc>
              <a:spcBef>
                <a:spcPts val="0"/>
              </a:spcBef>
              <a:spcAft>
                <a:spcPts val="0"/>
              </a:spcAft>
              <a:buSzPts val="1200"/>
              <a:buChar char="●"/>
            </a:pPr>
            <a:r>
              <a:rPr lang="en" sz="1200"/>
              <a:t>Gathered from daily stock prices</a:t>
            </a:r>
            <a:endParaRPr sz="1200"/>
          </a:p>
          <a:p>
            <a:pPr indent="-304800" lvl="0" marL="457200" rtl="0" algn="l">
              <a:lnSpc>
                <a:spcPct val="150000"/>
              </a:lnSpc>
              <a:spcBef>
                <a:spcPts val="0"/>
              </a:spcBef>
              <a:spcAft>
                <a:spcPts val="0"/>
              </a:spcAft>
              <a:buSzPts val="1200"/>
              <a:buChar char="●"/>
            </a:pPr>
            <a:r>
              <a:rPr lang="en" sz="1200"/>
              <a:t>Transformed to represent movement</a:t>
            </a:r>
            <a:endParaRPr sz="1200"/>
          </a:p>
          <a:p>
            <a:pPr indent="-304800" lvl="0" marL="457200" rtl="0" algn="l">
              <a:lnSpc>
                <a:spcPct val="150000"/>
              </a:lnSpc>
              <a:spcBef>
                <a:spcPts val="0"/>
              </a:spcBef>
              <a:spcAft>
                <a:spcPts val="0"/>
              </a:spcAft>
              <a:buSzPts val="1200"/>
              <a:buChar char="●"/>
            </a:pPr>
            <a:r>
              <a:rPr lang="en" sz="1200"/>
              <a:t>Dropped na</a:t>
            </a:r>
            <a:endParaRPr sz="1200"/>
          </a:p>
        </p:txBody>
      </p:sp>
      <p:sp>
        <p:nvSpPr>
          <p:cNvPr id="183" name="Google Shape;183;p39"/>
          <p:cNvSpPr txBox="1"/>
          <p:nvPr>
            <p:ph type="title"/>
          </p:nvPr>
        </p:nvSpPr>
        <p:spPr>
          <a:xfrm>
            <a:off x="915200" y="460575"/>
            <a:ext cx="3925200" cy="548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400">
                <a:solidFill>
                  <a:schemeClr val="lt2"/>
                </a:solidFill>
              </a:rPr>
              <a:t>Data &amp; Preprocessing</a:t>
            </a:r>
            <a:endParaRPr sz="2400">
              <a:solidFill>
                <a:schemeClr val="lt2"/>
              </a:solidFill>
            </a:endParaRPr>
          </a:p>
        </p:txBody>
      </p:sp>
      <p:cxnSp>
        <p:nvCxnSpPr>
          <p:cNvPr id="184" name="Google Shape;184;p39"/>
          <p:cNvCxnSpPr/>
          <p:nvPr/>
        </p:nvCxnSpPr>
        <p:spPr>
          <a:xfrm>
            <a:off x="1002900" y="429572"/>
            <a:ext cx="2763000" cy="0"/>
          </a:xfrm>
          <a:prstGeom prst="straightConnector1">
            <a:avLst/>
          </a:prstGeom>
          <a:noFill/>
          <a:ln cap="flat" cmpd="sng" w="9525">
            <a:solidFill>
              <a:schemeClr val="accent1"/>
            </a:solidFill>
            <a:prstDash val="solid"/>
            <a:round/>
            <a:headEnd len="med" w="med" type="none"/>
            <a:tailEnd len="med" w="med" type="none"/>
          </a:ln>
          <a:effectLst>
            <a:outerShdw blurRad="57150" rotWithShape="0" algn="bl" dir="5400000" dist="19050">
              <a:srgbClr val="FFFFFF">
                <a:alpha val="50000"/>
              </a:srgbClr>
            </a:outerShdw>
          </a:effectLst>
        </p:spPr>
      </p:cxnSp>
      <p:pic>
        <p:nvPicPr>
          <p:cNvPr id="185" name="Google Shape;185;p39"/>
          <p:cNvPicPr preferRelativeResize="0"/>
          <p:nvPr/>
        </p:nvPicPr>
        <p:blipFill rotWithShape="1">
          <a:blip r:embed="rId3">
            <a:alphaModFix/>
          </a:blip>
          <a:srcRect b="0" l="931" r="0" t="0"/>
          <a:stretch/>
        </p:blipFill>
        <p:spPr>
          <a:xfrm>
            <a:off x="4292975" y="1278000"/>
            <a:ext cx="4406325" cy="22331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40"/>
          <p:cNvSpPr txBox="1"/>
          <p:nvPr>
            <p:ph idx="5" type="subTitle"/>
          </p:nvPr>
        </p:nvSpPr>
        <p:spPr>
          <a:xfrm>
            <a:off x="915200" y="1567150"/>
            <a:ext cx="3186300" cy="19440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
              <a:t>Desired Features</a:t>
            </a:r>
            <a:endParaRPr b="1"/>
          </a:p>
          <a:p>
            <a:pPr indent="-304800" lvl="0" marL="457200" rtl="0" algn="l">
              <a:lnSpc>
                <a:spcPct val="150000"/>
              </a:lnSpc>
              <a:spcBef>
                <a:spcPts val="0"/>
              </a:spcBef>
              <a:spcAft>
                <a:spcPts val="0"/>
              </a:spcAft>
              <a:buSzPts val="1200"/>
              <a:buChar char="●"/>
            </a:pPr>
            <a:r>
              <a:rPr lang="en" sz="1200"/>
              <a:t>Volatility</a:t>
            </a:r>
            <a:endParaRPr sz="1200"/>
          </a:p>
          <a:p>
            <a:pPr indent="-304800" lvl="0" marL="457200" rtl="0" algn="l">
              <a:lnSpc>
                <a:spcPct val="150000"/>
              </a:lnSpc>
              <a:spcBef>
                <a:spcPts val="0"/>
              </a:spcBef>
              <a:spcAft>
                <a:spcPts val="0"/>
              </a:spcAft>
              <a:buSzPts val="1200"/>
              <a:buChar char="●"/>
            </a:pPr>
            <a:r>
              <a:rPr lang="en" sz="1200"/>
              <a:t>Average Return</a:t>
            </a:r>
            <a:endParaRPr sz="1200"/>
          </a:p>
          <a:p>
            <a:pPr indent="-304800" lvl="0" marL="457200" rtl="0" algn="l">
              <a:lnSpc>
                <a:spcPct val="150000"/>
              </a:lnSpc>
              <a:spcBef>
                <a:spcPts val="0"/>
              </a:spcBef>
              <a:spcAft>
                <a:spcPts val="0"/>
              </a:spcAft>
              <a:buSzPts val="1200"/>
              <a:buChar char="●"/>
            </a:pPr>
            <a:r>
              <a:rPr lang="en" sz="1200"/>
              <a:t>Dispersion</a:t>
            </a:r>
            <a:endParaRPr sz="1200"/>
          </a:p>
          <a:p>
            <a:pPr indent="-304800" lvl="0" marL="457200" rtl="0" algn="l">
              <a:lnSpc>
                <a:spcPct val="150000"/>
              </a:lnSpc>
              <a:spcBef>
                <a:spcPts val="0"/>
              </a:spcBef>
              <a:spcAft>
                <a:spcPts val="0"/>
              </a:spcAft>
              <a:buSzPts val="1200"/>
              <a:buChar char="●"/>
            </a:pPr>
            <a:r>
              <a:rPr lang="en" sz="1200"/>
              <a:t>Correlation</a:t>
            </a:r>
            <a:endParaRPr sz="1200"/>
          </a:p>
          <a:p>
            <a:pPr indent="-304800" lvl="0" marL="457200" rtl="0" algn="l">
              <a:lnSpc>
                <a:spcPct val="150000"/>
              </a:lnSpc>
              <a:spcBef>
                <a:spcPts val="0"/>
              </a:spcBef>
              <a:spcAft>
                <a:spcPts val="0"/>
              </a:spcAft>
              <a:buSzPts val="1200"/>
              <a:buChar char="●"/>
            </a:pPr>
            <a:r>
              <a:rPr lang="en" sz="1200"/>
              <a:t>Equity Bond Spread</a:t>
            </a:r>
            <a:endParaRPr sz="1200"/>
          </a:p>
          <a:p>
            <a:pPr indent="-304800" lvl="0" marL="457200" rtl="0" algn="l">
              <a:lnSpc>
                <a:spcPct val="150000"/>
              </a:lnSpc>
              <a:spcBef>
                <a:spcPts val="0"/>
              </a:spcBef>
              <a:spcAft>
                <a:spcPts val="0"/>
              </a:spcAft>
              <a:buSzPts val="1200"/>
              <a:buChar char="●"/>
            </a:pPr>
            <a:r>
              <a:rPr lang="en" sz="1200"/>
              <a:t>Drawdown</a:t>
            </a:r>
            <a:endParaRPr sz="1200"/>
          </a:p>
          <a:p>
            <a:pPr indent="-304800" lvl="0" marL="457200" rtl="0" algn="l">
              <a:lnSpc>
                <a:spcPct val="150000"/>
              </a:lnSpc>
              <a:spcBef>
                <a:spcPts val="0"/>
              </a:spcBef>
              <a:spcAft>
                <a:spcPts val="0"/>
              </a:spcAft>
              <a:buSzPts val="1200"/>
              <a:buChar char="●"/>
            </a:pPr>
            <a:r>
              <a:rPr lang="en" sz="1200"/>
              <a:t>Volume Change</a:t>
            </a:r>
            <a:endParaRPr sz="1200"/>
          </a:p>
        </p:txBody>
      </p:sp>
      <p:sp>
        <p:nvSpPr>
          <p:cNvPr id="191" name="Google Shape;191;p40"/>
          <p:cNvSpPr txBox="1"/>
          <p:nvPr>
            <p:ph type="title"/>
          </p:nvPr>
        </p:nvSpPr>
        <p:spPr>
          <a:xfrm>
            <a:off x="915200" y="460575"/>
            <a:ext cx="3925200" cy="548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400">
                <a:solidFill>
                  <a:schemeClr val="lt2"/>
                </a:solidFill>
              </a:rPr>
              <a:t>Data &amp; Preprocessing</a:t>
            </a:r>
            <a:endParaRPr sz="2400">
              <a:solidFill>
                <a:schemeClr val="lt2"/>
              </a:solidFill>
            </a:endParaRPr>
          </a:p>
        </p:txBody>
      </p:sp>
      <p:cxnSp>
        <p:nvCxnSpPr>
          <p:cNvPr id="192" name="Google Shape;192;p40"/>
          <p:cNvCxnSpPr/>
          <p:nvPr/>
        </p:nvCxnSpPr>
        <p:spPr>
          <a:xfrm>
            <a:off x="1002900" y="429572"/>
            <a:ext cx="2763000" cy="0"/>
          </a:xfrm>
          <a:prstGeom prst="straightConnector1">
            <a:avLst/>
          </a:prstGeom>
          <a:noFill/>
          <a:ln cap="flat" cmpd="sng" w="9525">
            <a:solidFill>
              <a:schemeClr val="accent1"/>
            </a:solidFill>
            <a:prstDash val="solid"/>
            <a:round/>
            <a:headEnd len="med" w="med" type="none"/>
            <a:tailEnd len="med" w="med" type="none"/>
          </a:ln>
          <a:effectLst>
            <a:outerShdw blurRad="57150" rotWithShape="0" algn="bl" dir="5400000" dist="19050">
              <a:srgbClr val="FFFFFF">
                <a:alpha val="50000"/>
              </a:srgbClr>
            </a:outerShdw>
          </a:effectLst>
        </p:spPr>
      </p:cxnSp>
      <p:pic>
        <p:nvPicPr>
          <p:cNvPr id="193" name="Google Shape;193;p40"/>
          <p:cNvPicPr preferRelativeResize="0"/>
          <p:nvPr/>
        </p:nvPicPr>
        <p:blipFill rotWithShape="1">
          <a:blip r:embed="rId3">
            <a:alphaModFix/>
          </a:blip>
          <a:srcRect b="0" l="2334" r="0" t="0"/>
          <a:stretch/>
        </p:blipFill>
        <p:spPr>
          <a:xfrm>
            <a:off x="3765900" y="2174624"/>
            <a:ext cx="5163676" cy="2530316"/>
          </a:xfrm>
          <a:prstGeom prst="rect">
            <a:avLst/>
          </a:prstGeom>
          <a:noFill/>
          <a:ln>
            <a:noFill/>
          </a:ln>
        </p:spPr>
      </p:pic>
      <p:pic>
        <p:nvPicPr>
          <p:cNvPr id="194" name="Google Shape;194;p40"/>
          <p:cNvPicPr preferRelativeResize="0"/>
          <p:nvPr/>
        </p:nvPicPr>
        <p:blipFill>
          <a:blip r:embed="rId4">
            <a:alphaModFix/>
          </a:blip>
          <a:stretch>
            <a:fillRect/>
          </a:stretch>
        </p:blipFill>
        <p:spPr>
          <a:xfrm>
            <a:off x="3765900" y="1229925"/>
            <a:ext cx="5163676" cy="94469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41"/>
          <p:cNvSpPr txBox="1"/>
          <p:nvPr>
            <p:ph type="title"/>
          </p:nvPr>
        </p:nvSpPr>
        <p:spPr>
          <a:xfrm>
            <a:off x="938500" y="445025"/>
            <a:ext cx="4702200" cy="94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Experimental Results</a:t>
            </a:r>
            <a:endParaRPr/>
          </a:p>
        </p:txBody>
      </p:sp>
      <p:cxnSp>
        <p:nvCxnSpPr>
          <p:cNvPr id="200" name="Google Shape;200;p41"/>
          <p:cNvCxnSpPr/>
          <p:nvPr/>
        </p:nvCxnSpPr>
        <p:spPr>
          <a:xfrm>
            <a:off x="1026200" y="414022"/>
            <a:ext cx="2763000" cy="0"/>
          </a:xfrm>
          <a:prstGeom prst="straightConnector1">
            <a:avLst/>
          </a:prstGeom>
          <a:noFill/>
          <a:ln cap="flat" cmpd="sng" w="9525">
            <a:solidFill>
              <a:schemeClr val="accent1"/>
            </a:solidFill>
            <a:prstDash val="solid"/>
            <a:round/>
            <a:headEnd len="med" w="med" type="none"/>
            <a:tailEnd len="med" w="med" type="none"/>
          </a:ln>
          <a:effectLst>
            <a:outerShdw blurRad="57150" rotWithShape="0" algn="bl" dir="5400000" dist="19050">
              <a:srgbClr val="FFFFFF">
                <a:alpha val="50000"/>
              </a:srgbClr>
            </a:outerShdw>
          </a:effectLst>
        </p:spPr>
      </p:cxnSp>
      <p:pic>
        <p:nvPicPr>
          <p:cNvPr id="201" name="Google Shape;201;p41"/>
          <p:cNvPicPr preferRelativeResize="0"/>
          <p:nvPr/>
        </p:nvPicPr>
        <p:blipFill>
          <a:blip r:embed="rId3">
            <a:alphaModFix/>
          </a:blip>
          <a:stretch>
            <a:fillRect/>
          </a:stretch>
        </p:blipFill>
        <p:spPr>
          <a:xfrm>
            <a:off x="5091975" y="174600"/>
            <a:ext cx="3689676" cy="2191350"/>
          </a:xfrm>
          <a:prstGeom prst="rect">
            <a:avLst/>
          </a:prstGeom>
          <a:noFill/>
          <a:ln>
            <a:noFill/>
          </a:ln>
        </p:spPr>
      </p:pic>
      <p:pic>
        <p:nvPicPr>
          <p:cNvPr id="202" name="Google Shape;202;p41"/>
          <p:cNvPicPr preferRelativeResize="0"/>
          <p:nvPr/>
        </p:nvPicPr>
        <p:blipFill>
          <a:blip r:embed="rId4">
            <a:alphaModFix/>
          </a:blip>
          <a:stretch>
            <a:fillRect/>
          </a:stretch>
        </p:blipFill>
        <p:spPr>
          <a:xfrm>
            <a:off x="5091975" y="2429200"/>
            <a:ext cx="3689676" cy="2191350"/>
          </a:xfrm>
          <a:prstGeom prst="rect">
            <a:avLst/>
          </a:prstGeom>
          <a:noFill/>
          <a:ln>
            <a:noFill/>
          </a:ln>
        </p:spPr>
      </p:pic>
      <p:pic>
        <p:nvPicPr>
          <p:cNvPr id="203" name="Google Shape;203;p41"/>
          <p:cNvPicPr preferRelativeResize="0"/>
          <p:nvPr/>
        </p:nvPicPr>
        <p:blipFill>
          <a:blip r:embed="rId5">
            <a:alphaModFix/>
          </a:blip>
          <a:stretch>
            <a:fillRect/>
          </a:stretch>
        </p:blipFill>
        <p:spPr>
          <a:xfrm>
            <a:off x="177250" y="2213850"/>
            <a:ext cx="4864856" cy="1208125"/>
          </a:xfrm>
          <a:prstGeom prst="rect">
            <a:avLst/>
          </a:prstGeom>
          <a:noFill/>
          <a:ln>
            <a:noFill/>
          </a:ln>
        </p:spPr>
      </p:pic>
      <p:pic>
        <p:nvPicPr>
          <p:cNvPr id="204" name="Google Shape;204;p41"/>
          <p:cNvPicPr preferRelativeResize="0"/>
          <p:nvPr/>
        </p:nvPicPr>
        <p:blipFill>
          <a:blip r:embed="rId6">
            <a:alphaModFix/>
          </a:blip>
          <a:stretch>
            <a:fillRect/>
          </a:stretch>
        </p:blipFill>
        <p:spPr>
          <a:xfrm>
            <a:off x="895738" y="3421975"/>
            <a:ext cx="3271825" cy="1349625"/>
          </a:xfrm>
          <a:prstGeom prst="rect">
            <a:avLst/>
          </a:prstGeom>
          <a:noFill/>
          <a:ln>
            <a:noFill/>
          </a:ln>
        </p:spPr>
      </p:pic>
      <p:sp>
        <p:nvSpPr>
          <p:cNvPr id="205" name="Google Shape;205;p41"/>
          <p:cNvSpPr txBox="1"/>
          <p:nvPr>
            <p:ph idx="4294967295" type="subTitle"/>
          </p:nvPr>
        </p:nvSpPr>
        <p:spPr>
          <a:xfrm>
            <a:off x="938500" y="1090900"/>
            <a:ext cx="3186300" cy="19440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1600"/>
              </a:spcAft>
              <a:buNone/>
            </a:pPr>
            <a:r>
              <a:rPr b="1" lang="en">
                <a:solidFill>
                  <a:schemeClr val="lt1"/>
                </a:solidFill>
              </a:rPr>
              <a:t>K Means</a:t>
            </a:r>
            <a:endParaRPr b="1" sz="1200">
              <a:solidFill>
                <a:schemeClr val="lt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42"/>
          <p:cNvSpPr txBox="1"/>
          <p:nvPr>
            <p:ph type="title"/>
          </p:nvPr>
        </p:nvSpPr>
        <p:spPr>
          <a:xfrm>
            <a:off x="938500" y="445025"/>
            <a:ext cx="4702200" cy="94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Experimental Results</a:t>
            </a:r>
            <a:endParaRPr/>
          </a:p>
        </p:txBody>
      </p:sp>
      <p:cxnSp>
        <p:nvCxnSpPr>
          <p:cNvPr id="211" name="Google Shape;211;p42"/>
          <p:cNvCxnSpPr/>
          <p:nvPr/>
        </p:nvCxnSpPr>
        <p:spPr>
          <a:xfrm>
            <a:off x="1026200" y="414022"/>
            <a:ext cx="2763000" cy="0"/>
          </a:xfrm>
          <a:prstGeom prst="straightConnector1">
            <a:avLst/>
          </a:prstGeom>
          <a:noFill/>
          <a:ln cap="flat" cmpd="sng" w="9525">
            <a:solidFill>
              <a:schemeClr val="accent1"/>
            </a:solidFill>
            <a:prstDash val="solid"/>
            <a:round/>
            <a:headEnd len="med" w="med" type="none"/>
            <a:tailEnd len="med" w="med" type="none"/>
          </a:ln>
          <a:effectLst>
            <a:outerShdw blurRad="57150" rotWithShape="0" algn="bl" dir="5400000" dist="19050">
              <a:srgbClr val="FFFFFF">
                <a:alpha val="50000"/>
              </a:srgbClr>
            </a:outerShdw>
          </a:effectLst>
        </p:spPr>
      </p:cxnSp>
      <p:pic>
        <p:nvPicPr>
          <p:cNvPr id="212" name="Google Shape;212;p42"/>
          <p:cNvPicPr preferRelativeResize="0"/>
          <p:nvPr/>
        </p:nvPicPr>
        <p:blipFill>
          <a:blip r:embed="rId3">
            <a:alphaModFix/>
          </a:blip>
          <a:stretch>
            <a:fillRect/>
          </a:stretch>
        </p:blipFill>
        <p:spPr>
          <a:xfrm>
            <a:off x="895738" y="3421975"/>
            <a:ext cx="3271825" cy="1349625"/>
          </a:xfrm>
          <a:prstGeom prst="rect">
            <a:avLst/>
          </a:prstGeom>
          <a:noFill/>
          <a:ln>
            <a:noFill/>
          </a:ln>
        </p:spPr>
      </p:pic>
      <p:sp>
        <p:nvSpPr>
          <p:cNvPr id="213" name="Google Shape;213;p42"/>
          <p:cNvSpPr txBox="1"/>
          <p:nvPr>
            <p:ph idx="4294967295" type="subTitle"/>
          </p:nvPr>
        </p:nvSpPr>
        <p:spPr>
          <a:xfrm>
            <a:off x="938500" y="1090900"/>
            <a:ext cx="3186300" cy="19440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1600"/>
              </a:spcAft>
              <a:buNone/>
            </a:pPr>
            <a:r>
              <a:rPr b="1" lang="en">
                <a:solidFill>
                  <a:schemeClr val="lt1"/>
                </a:solidFill>
              </a:rPr>
              <a:t>GMM</a:t>
            </a:r>
            <a:endParaRPr b="1" sz="1200">
              <a:solidFill>
                <a:schemeClr val="lt1"/>
              </a:solidFill>
            </a:endParaRPr>
          </a:p>
        </p:txBody>
      </p:sp>
      <p:pic>
        <p:nvPicPr>
          <p:cNvPr id="214" name="Google Shape;214;p42"/>
          <p:cNvPicPr preferRelativeResize="0"/>
          <p:nvPr/>
        </p:nvPicPr>
        <p:blipFill>
          <a:blip r:embed="rId4">
            <a:alphaModFix/>
          </a:blip>
          <a:stretch>
            <a:fillRect/>
          </a:stretch>
        </p:blipFill>
        <p:spPr>
          <a:xfrm>
            <a:off x="5143751" y="123725"/>
            <a:ext cx="3810149" cy="2262920"/>
          </a:xfrm>
          <a:prstGeom prst="rect">
            <a:avLst/>
          </a:prstGeom>
          <a:noFill/>
          <a:ln>
            <a:noFill/>
          </a:ln>
        </p:spPr>
      </p:pic>
      <p:pic>
        <p:nvPicPr>
          <p:cNvPr id="215" name="Google Shape;215;p42"/>
          <p:cNvPicPr preferRelativeResize="0"/>
          <p:nvPr/>
        </p:nvPicPr>
        <p:blipFill>
          <a:blip r:embed="rId5">
            <a:alphaModFix/>
          </a:blip>
          <a:stretch>
            <a:fillRect/>
          </a:stretch>
        </p:blipFill>
        <p:spPr>
          <a:xfrm>
            <a:off x="5150281" y="2466570"/>
            <a:ext cx="3797093" cy="2223779"/>
          </a:xfrm>
          <a:prstGeom prst="rect">
            <a:avLst/>
          </a:prstGeom>
          <a:noFill/>
          <a:ln>
            <a:noFill/>
          </a:ln>
        </p:spPr>
      </p:pic>
      <p:pic>
        <p:nvPicPr>
          <p:cNvPr id="216" name="Google Shape;216;p42"/>
          <p:cNvPicPr preferRelativeResize="0"/>
          <p:nvPr/>
        </p:nvPicPr>
        <p:blipFill>
          <a:blip r:embed="rId6">
            <a:alphaModFix/>
          </a:blip>
          <a:stretch>
            <a:fillRect/>
          </a:stretch>
        </p:blipFill>
        <p:spPr>
          <a:xfrm>
            <a:off x="116147" y="2082250"/>
            <a:ext cx="4913875" cy="1089550"/>
          </a:xfrm>
          <a:prstGeom prst="rect">
            <a:avLst/>
          </a:prstGeom>
          <a:noFill/>
          <a:ln>
            <a:noFill/>
          </a:ln>
        </p:spPr>
      </p:pic>
      <p:pic>
        <p:nvPicPr>
          <p:cNvPr id="217" name="Google Shape;217;p42"/>
          <p:cNvPicPr preferRelativeResize="0"/>
          <p:nvPr/>
        </p:nvPicPr>
        <p:blipFill>
          <a:blip r:embed="rId7">
            <a:alphaModFix/>
          </a:blip>
          <a:stretch>
            <a:fillRect/>
          </a:stretch>
        </p:blipFill>
        <p:spPr>
          <a:xfrm>
            <a:off x="938500" y="3434788"/>
            <a:ext cx="3371850" cy="13239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43"/>
          <p:cNvSpPr txBox="1"/>
          <p:nvPr>
            <p:ph type="title"/>
          </p:nvPr>
        </p:nvSpPr>
        <p:spPr>
          <a:xfrm>
            <a:off x="938500" y="445025"/>
            <a:ext cx="4702200" cy="94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Experimental Results</a:t>
            </a:r>
            <a:endParaRPr/>
          </a:p>
        </p:txBody>
      </p:sp>
      <p:cxnSp>
        <p:nvCxnSpPr>
          <p:cNvPr id="223" name="Google Shape;223;p43"/>
          <p:cNvCxnSpPr/>
          <p:nvPr/>
        </p:nvCxnSpPr>
        <p:spPr>
          <a:xfrm>
            <a:off x="1026200" y="414022"/>
            <a:ext cx="2763000" cy="0"/>
          </a:xfrm>
          <a:prstGeom prst="straightConnector1">
            <a:avLst/>
          </a:prstGeom>
          <a:noFill/>
          <a:ln cap="flat" cmpd="sng" w="9525">
            <a:solidFill>
              <a:schemeClr val="accent1"/>
            </a:solidFill>
            <a:prstDash val="solid"/>
            <a:round/>
            <a:headEnd len="med" w="med" type="none"/>
            <a:tailEnd len="med" w="med" type="none"/>
          </a:ln>
          <a:effectLst>
            <a:outerShdw blurRad="57150" rotWithShape="0" algn="bl" dir="5400000" dist="19050">
              <a:srgbClr val="FFFFFF">
                <a:alpha val="50000"/>
              </a:srgbClr>
            </a:outerShdw>
          </a:effectLst>
        </p:spPr>
      </p:cxnSp>
      <p:pic>
        <p:nvPicPr>
          <p:cNvPr id="224" name="Google Shape;224;p43"/>
          <p:cNvPicPr preferRelativeResize="0"/>
          <p:nvPr/>
        </p:nvPicPr>
        <p:blipFill>
          <a:blip r:embed="rId3">
            <a:alphaModFix/>
          </a:blip>
          <a:stretch>
            <a:fillRect/>
          </a:stretch>
        </p:blipFill>
        <p:spPr>
          <a:xfrm>
            <a:off x="5091975" y="174600"/>
            <a:ext cx="3689676" cy="2191350"/>
          </a:xfrm>
          <a:prstGeom prst="rect">
            <a:avLst/>
          </a:prstGeom>
          <a:noFill/>
          <a:ln>
            <a:noFill/>
          </a:ln>
        </p:spPr>
      </p:pic>
      <p:pic>
        <p:nvPicPr>
          <p:cNvPr id="225" name="Google Shape;225;p43"/>
          <p:cNvPicPr preferRelativeResize="0"/>
          <p:nvPr/>
        </p:nvPicPr>
        <p:blipFill>
          <a:blip r:embed="rId4">
            <a:alphaModFix/>
          </a:blip>
          <a:stretch>
            <a:fillRect/>
          </a:stretch>
        </p:blipFill>
        <p:spPr>
          <a:xfrm>
            <a:off x="5091975" y="2429200"/>
            <a:ext cx="3689676" cy="2191350"/>
          </a:xfrm>
          <a:prstGeom prst="rect">
            <a:avLst/>
          </a:prstGeom>
          <a:noFill/>
          <a:ln>
            <a:noFill/>
          </a:ln>
        </p:spPr>
      </p:pic>
      <p:pic>
        <p:nvPicPr>
          <p:cNvPr id="226" name="Google Shape;226;p43"/>
          <p:cNvPicPr preferRelativeResize="0"/>
          <p:nvPr/>
        </p:nvPicPr>
        <p:blipFill>
          <a:blip r:embed="rId5">
            <a:alphaModFix/>
          </a:blip>
          <a:stretch>
            <a:fillRect/>
          </a:stretch>
        </p:blipFill>
        <p:spPr>
          <a:xfrm>
            <a:off x="895738" y="3421975"/>
            <a:ext cx="3271825" cy="1349625"/>
          </a:xfrm>
          <a:prstGeom prst="rect">
            <a:avLst/>
          </a:prstGeom>
          <a:noFill/>
          <a:ln>
            <a:noFill/>
          </a:ln>
        </p:spPr>
      </p:pic>
      <p:sp>
        <p:nvSpPr>
          <p:cNvPr id="227" name="Google Shape;227;p43"/>
          <p:cNvSpPr txBox="1"/>
          <p:nvPr>
            <p:ph idx="4294967295" type="subTitle"/>
          </p:nvPr>
        </p:nvSpPr>
        <p:spPr>
          <a:xfrm>
            <a:off x="938500" y="1090900"/>
            <a:ext cx="3186300" cy="19440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1600"/>
              </a:spcAft>
              <a:buNone/>
            </a:pPr>
            <a:r>
              <a:rPr b="1" lang="en">
                <a:solidFill>
                  <a:schemeClr val="lt1"/>
                </a:solidFill>
              </a:rPr>
              <a:t>HDBSCAN</a:t>
            </a:r>
            <a:endParaRPr b="1" sz="1200">
              <a:solidFill>
                <a:schemeClr val="lt1"/>
              </a:solidFill>
            </a:endParaRPr>
          </a:p>
        </p:txBody>
      </p:sp>
      <p:pic>
        <p:nvPicPr>
          <p:cNvPr id="228" name="Google Shape;228;p43"/>
          <p:cNvPicPr preferRelativeResize="0"/>
          <p:nvPr/>
        </p:nvPicPr>
        <p:blipFill>
          <a:blip r:embed="rId6">
            <a:alphaModFix/>
          </a:blip>
          <a:stretch>
            <a:fillRect/>
          </a:stretch>
        </p:blipFill>
        <p:spPr>
          <a:xfrm>
            <a:off x="5091975" y="2429200"/>
            <a:ext cx="3857901" cy="2191350"/>
          </a:xfrm>
          <a:prstGeom prst="rect">
            <a:avLst/>
          </a:prstGeom>
          <a:noFill/>
          <a:ln>
            <a:noFill/>
          </a:ln>
        </p:spPr>
      </p:pic>
      <p:pic>
        <p:nvPicPr>
          <p:cNvPr id="229" name="Google Shape;229;p43"/>
          <p:cNvPicPr preferRelativeResize="0"/>
          <p:nvPr/>
        </p:nvPicPr>
        <p:blipFill>
          <a:blip r:embed="rId7">
            <a:alphaModFix/>
          </a:blip>
          <a:stretch>
            <a:fillRect/>
          </a:stretch>
        </p:blipFill>
        <p:spPr>
          <a:xfrm>
            <a:off x="5091976" y="219494"/>
            <a:ext cx="3857899" cy="2209706"/>
          </a:xfrm>
          <a:prstGeom prst="rect">
            <a:avLst/>
          </a:prstGeom>
          <a:noFill/>
          <a:ln>
            <a:noFill/>
          </a:ln>
        </p:spPr>
      </p:pic>
      <p:pic>
        <p:nvPicPr>
          <p:cNvPr id="230" name="Google Shape;230;p43"/>
          <p:cNvPicPr preferRelativeResize="0"/>
          <p:nvPr/>
        </p:nvPicPr>
        <p:blipFill>
          <a:blip r:embed="rId8">
            <a:alphaModFix/>
          </a:blip>
          <a:stretch>
            <a:fillRect/>
          </a:stretch>
        </p:blipFill>
        <p:spPr>
          <a:xfrm>
            <a:off x="77500" y="2180401"/>
            <a:ext cx="4908325" cy="1062150"/>
          </a:xfrm>
          <a:prstGeom prst="rect">
            <a:avLst/>
          </a:prstGeom>
          <a:noFill/>
          <a:ln>
            <a:noFill/>
          </a:ln>
        </p:spPr>
      </p:pic>
      <p:pic>
        <p:nvPicPr>
          <p:cNvPr id="231" name="Google Shape;231;p43"/>
          <p:cNvPicPr preferRelativeResize="0"/>
          <p:nvPr/>
        </p:nvPicPr>
        <p:blipFill>
          <a:blip r:embed="rId9">
            <a:alphaModFix/>
          </a:blip>
          <a:stretch>
            <a:fillRect/>
          </a:stretch>
        </p:blipFill>
        <p:spPr>
          <a:xfrm>
            <a:off x="895750" y="3421975"/>
            <a:ext cx="3271825" cy="158732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44"/>
          <p:cNvSpPr txBox="1"/>
          <p:nvPr>
            <p:ph type="title"/>
          </p:nvPr>
        </p:nvSpPr>
        <p:spPr>
          <a:xfrm>
            <a:off x="938500" y="445025"/>
            <a:ext cx="4702200" cy="94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Experimental Results</a:t>
            </a:r>
            <a:endParaRPr/>
          </a:p>
        </p:txBody>
      </p:sp>
      <p:cxnSp>
        <p:nvCxnSpPr>
          <p:cNvPr id="237" name="Google Shape;237;p44"/>
          <p:cNvCxnSpPr/>
          <p:nvPr/>
        </p:nvCxnSpPr>
        <p:spPr>
          <a:xfrm>
            <a:off x="1026200" y="414022"/>
            <a:ext cx="2763000" cy="0"/>
          </a:xfrm>
          <a:prstGeom prst="straightConnector1">
            <a:avLst/>
          </a:prstGeom>
          <a:noFill/>
          <a:ln cap="flat" cmpd="sng" w="9525">
            <a:solidFill>
              <a:schemeClr val="accent1"/>
            </a:solidFill>
            <a:prstDash val="solid"/>
            <a:round/>
            <a:headEnd len="med" w="med" type="none"/>
            <a:tailEnd len="med" w="med" type="none"/>
          </a:ln>
          <a:effectLst>
            <a:outerShdw blurRad="57150" rotWithShape="0" algn="bl" dir="5400000" dist="19050">
              <a:srgbClr val="FFFFFF">
                <a:alpha val="50000"/>
              </a:srgbClr>
            </a:outerShdw>
          </a:effectLst>
        </p:spPr>
      </p:cxnSp>
      <p:sp>
        <p:nvSpPr>
          <p:cNvPr id="238" name="Google Shape;238;p44"/>
          <p:cNvSpPr txBox="1"/>
          <p:nvPr>
            <p:ph idx="4294967295" type="subTitle"/>
          </p:nvPr>
        </p:nvSpPr>
        <p:spPr>
          <a:xfrm>
            <a:off x="938500" y="1090900"/>
            <a:ext cx="6393600" cy="32721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 sz="1600">
                <a:solidFill>
                  <a:schemeClr val="lt1"/>
                </a:solidFill>
              </a:rPr>
              <a:t>Takeaways</a:t>
            </a:r>
            <a:endParaRPr sz="1600">
              <a:solidFill>
                <a:schemeClr val="lt1"/>
              </a:solidFill>
            </a:endParaRPr>
          </a:p>
          <a:p>
            <a:pPr indent="-317500" lvl="0" marL="457200" rtl="0" algn="l">
              <a:lnSpc>
                <a:spcPct val="150000"/>
              </a:lnSpc>
              <a:spcBef>
                <a:spcPts val="1600"/>
              </a:spcBef>
              <a:spcAft>
                <a:spcPts val="0"/>
              </a:spcAft>
              <a:buClr>
                <a:schemeClr val="lt1"/>
              </a:buClr>
              <a:buSzPts val="1400"/>
              <a:buChar char="●"/>
            </a:pPr>
            <a:r>
              <a:rPr lang="en" sz="1400">
                <a:solidFill>
                  <a:schemeClr val="lt1"/>
                </a:solidFill>
              </a:rPr>
              <a:t>All </a:t>
            </a:r>
            <a:r>
              <a:rPr lang="en" sz="1400">
                <a:solidFill>
                  <a:schemeClr val="lt1"/>
                </a:solidFill>
              </a:rPr>
              <a:t>identified</a:t>
            </a:r>
            <a:r>
              <a:rPr lang="en" sz="1400">
                <a:solidFill>
                  <a:schemeClr val="lt1"/>
                </a:solidFill>
              </a:rPr>
              <a:t> </a:t>
            </a:r>
            <a:endParaRPr sz="1400">
              <a:solidFill>
                <a:schemeClr val="lt1"/>
              </a:solidFill>
            </a:endParaRPr>
          </a:p>
          <a:p>
            <a:pPr indent="-317500" lvl="1" marL="914400" rtl="0" algn="l">
              <a:lnSpc>
                <a:spcPct val="150000"/>
              </a:lnSpc>
              <a:spcBef>
                <a:spcPts val="0"/>
              </a:spcBef>
              <a:spcAft>
                <a:spcPts val="0"/>
              </a:spcAft>
              <a:buClr>
                <a:schemeClr val="lt1"/>
              </a:buClr>
              <a:buSzPts val="1400"/>
              <a:buChar char="○"/>
            </a:pPr>
            <a:r>
              <a:rPr lang="en">
                <a:solidFill>
                  <a:schemeClr val="lt1"/>
                </a:solidFill>
              </a:rPr>
              <a:t>A normal regime</a:t>
            </a:r>
            <a:endParaRPr>
              <a:solidFill>
                <a:schemeClr val="lt1"/>
              </a:solidFill>
            </a:endParaRPr>
          </a:p>
          <a:p>
            <a:pPr indent="-317500" lvl="1" marL="914400" rtl="0" algn="l">
              <a:lnSpc>
                <a:spcPct val="150000"/>
              </a:lnSpc>
              <a:spcBef>
                <a:spcPts val="0"/>
              </a:spcBef>
              <a:spcAft>
                <a:spcPts val="0"/>
              </a:spcAft>
              <a:buClr>
                <a:schemeClr val="lt1"/>
              </a:buClr>
              <a:buSzPts val="1400"/>
              <a:buChar char="○"/>
            </a:pPr>
            <a:r>
              <a:rPr lang="en">
                <a:solidFill>
                  <a:schemeClr val="lt1"/>
                </a:solidFill>
              </a:rPr>
              <a:t>A negative/risk-off regime</a:t>
            </a:r>
            <a:endParaRPr>
              <a:solidFill>
                <a:schemeClr val="lt1"/>
              </a:solidFill>
            </a:endParaRPr>
          </a:p>
          <a:p>
            <a:pPr indent="-317500" lvl="1" marL="914400" rtl="0" algn="l">
              <a:lnSpc>
                <a:spcPct val="150000"/>
              </a:lnSpc>
              <a:spcBef>
                <a:spcPts val="0"/>
              </a:spcBef>
              <a:spcAft>
                <a:spcPts val="0"/>
              </a:spcAft>
              <a:buClr>
                <a:schemeClr val="lt1"/>
              </a:buClr>
              <a:buSzPts val="1400"/>
              <a:buChar char="○"/>
            </a:pPr>
            <a:r>
              <a:rPr lang="en">
                <a:solidFill>
                  <a:schemeClr val="lt1"/>
                </a:solidFill>
              </a:rPr>
              <a:t>An extreme crisis regime</a:t>
            </a:r>
            <a:endParaRPr>
              <a:solidFill>
                <a:schemeClr val="lt1"/>
              </a:solidFill>
            </a:endParaRPr>
          </a:p>
          <a:p>
            <a:pPr indent="-317500" lvl="0" marL="457200" rtl="0" algn="l">
              <a:lnSpc>
                <a:spcPct val="150000"/>
              </a:lnSpc>
              <a:spcBef>
                <a:spcPts val="0"/>
              </a:spcBef>
              <a:spcAft>
                <a:spcPts val="0"/>
              </a:spcAft>
              <a:buClr>
                <a:schemeClr val="lt1"/>
              </a:buClr>
              <a:buSzPts val="1400"/>
              <a:buChar char="●"/>
            </a:pPr>
            <a:r>
              <a:rPr lang="en" sz="1400">
                <a:solidFill>
                  <a:schemeClr val="lt1"/>
                </a:solidFill>
              </a:rPr>
              <a:t>Regimes are tangible and not tied to models</a:t>
            </a:r>
            <a:endParaRPr sz="1400">
              <a:solidFill>
                <a:schemeClr val="lt1"/>
              </a:solidFill>
            </a:endParaRPr>
          </a:p>
          <a:p>
            <a:pPr indent="-317500" lvl="0" marL="457200" rtl="0" algn="l">
              <a:lnSpc>
                <a:spcPct val="150000"/>
              </a:lnSpc>
              <a:spcBef>
                <a:spcPts val="0"/>
              </a:spcBef>
              <a:spcAft>
                <a:spcPts val="0"/>
              </a:spcAft>
              <a:buClr>
                <a:schemeClr val="lt1"/>
              </a:buClr>
              <a:buSzPts val="1400"/>
              <a:buChar char="●"/>
            </a:pPr>
            <a:r>
              <a:rPr lang="en" sz="1400">
                <a:solidFill>
                  <a:schemeClr val="lt1"/>
                </a:solidFill>
              </a:rPr>
              <a:t>GMM most effective model </a:t>
            </a:r>
            <a:endParaRPr sz="1400">
              <a:solidFill>
                <a:schemeClr val="lt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45"/>
          <p:cNvSpPr txBox="1"/>
          <p:nvPr>
            <p:ph type="title"/>
          </p:nvPr>
        </p:nvSpPr>
        <p:spPr>
          <a:xfrm>
            <a:off x="938500" y="445025"/>
            <a:ext cx="4629300" cy="94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Bonus: Isolation Forest</a:t>
            </a:r>
            <a:endParaRPr>
              <a:solidFill>
                <a:schemeClr val="accent1"/>
              </a:solidFill>
            </a:endParaRPr>
          </a:p>
        </p:txBody>
      </p:sp>
      <p:sp>
        <p:nvSpPr>
          <p:cNvPr id="244" name="Google Shape;244;p45"/>
          <p:cNvSpPr txBox="1"/>
          <p:nvPr>
            <p:ph idx="1" type="body"/>
          </p:nvPr>
        </p:nvSpPr>
        <p:spPr>
          <a:xfrm>
            <a:off x="166450" y="1191300"/>
            <a:ext cx="4946400" cy="276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Original Scope</a:t>
            </a:r>
            <a:endParaRPr b="1"/>
          </a:p>
          <a:p>
            <a:pPr indent="-317500" lvl="0" marL="457200" rtl="0" algn="l">
              <a:spcBef>
                <a:spcPts val="1600"/>
              </a:spcBef>
              <a:spcAft>
                <a:spcPts val="0"/>
              </a:spcAft>
              <a:buSzPts val="1400"/>
              <a:buChar char="●"/>
            </a:pPr>
            <a:r>
              <a:rPr lang="en"/>
              <a:t>Find and compare market </a:t>
            </a:r>
            <a:r>
              <a:rPr lang="en"/>
              <a:t>regimes</a:t>
            </a:r>
            <a:r>
              <a:rPr lang="en"/>
              <a:t> using unsupervised machine learning</a:t>
            </a:r>
            <a:endParaRPr/>
          </a:p>
          <a:p>
            <a:pPr indent="-317500" lvl="1" marL="914400" rtl="0" algn="l">
              <a:spcBef>
                <a:spcPts val="0"/>
              </a:spcBef>
              <a:spcAft>
                <a:spcPts val="0"/>
              </a:spcAft>
              <a:buSzPts val="1400"/>
              <a:buChar char="○"/>
            </a:pPr>
            <a:r>
              <a:rPr lang="en"/>
              <a:t>Originally</a:t>
            </a:r>
            <a:r>
              <a:rPr lang="en"/>
              <a:t> just planned for </a:t>
            </a:r>
            <a:r>
              <a:rPr lang="en"/>
              <a:t>k means</a:t>
            </a:r>
            <a:endParaRPr b="1"/>
          </a:p>
          <a:p>
            <a:pPr indent="0" lvl="0" marL="0" rtl="0" algn="l">
              <a:spcBef>
                <a:spcPts val="1600"/>
              </a:spcBef>
              <a:spcAft>
                <a:spcPts val="0"/>
              </a:spcAft>
              <a:buNone/>
            </a:pPr>
            <a:r>
              <a:rPr b="1" lang="en"/>
              <a:t>Isolation Forest</a:t>
            </a:r>
            <a:endParaRPr b="1"/>
          </a:p>
          <a:p>
            <a:pPr indent="-317500" lvl="0" marL="457200" rtl="0" algn="l">
              <a:spcBef>
                <a:spcPts val="1600"/>
              </a:spcBef>
              <a:spcAft>
                <a:spcPts val="0"/>
              </a:spcAft>
              <a:buSzPts val="1400"/>
              <a:buChar char="●"/>
            </a:pPr>
            <a:r>
              <a:rPr lang="en"/>
              <a:t>Find outliers in the data overall</a:t>
            </a:r>
            <a:endParaRPr/>
          </a:p>
          <a:p>
            <a:pPr indent="-317500" lvl="1" marL="914400" rtl="0" algn="l">
              <a:spcBef>
                <a:spcPts val="0"/>
              </a:spcBef>
              <a:spcAft>
                <a:spcPts val="0"/>
              </a:spcAft>
              <a:buSzPts val="1400"/>
              <a:buChar char="○"/>
            </a:pPr>
            <a:r>
              <a:rPr lang="en"/>
              <a:t>Overall data, not in clusters</a:t>
            </a:r>
            <a:endParaRPr/>
          </a:p>
          <a:p>
            <a:pPr indent="-317500" lvl="0" marL="457200" rtl="0" algn="l">
              <a:spcBef>
                <a:spcPts val="0"/>
              </a:spcBef>
              <a:spcAft>
                <a:spcPts val="0"/>
              </a:spcAft>
              <a:buSzPts val="1400"/>
              <a:buChar char="●"/>
            </a:pPr>
            <a:r>
              <a:rPr lang="en"/>
              <a:t>Validates clustering results</a:t>
            </a:r>
            <a:endParaRPr/>
          </a:p>
          <a:p>
            <a:pPr indent="-317500" lvl="1" marL="914400" rtl="0" algn="l">
              <a:spcBef>
                <a:spcPts val="0"/>
              </a:spcBef>
              <a:spcAft>
                <a:spcPts val="0"/>
              </a:spcAft>
              <a:buSzPts val="1400"/>
              <a:buChar char="○"/>
            </a:pPr>
            <a:r>
              <a:rPr lang="en"/>
              <a:t>In this example 2020 COVID crash</a:t>
            </a:r>
            <a:endParaRPr/>
          </a:p>
        </p:txBody>
      </p:sp>
      <p:cxnSp>
        <p:nvCxnSpPr>
          <p:cNvPr id="245" name="Google Shape;245;p45"/>
          <p:cNvCxnSpPr/>
          <p:nvPr/>
        </p:nvCxnSpPr>
        <p:spPr>
          <a:xfrm>
            <a:off x="1026200" y="414022"/>
            <a:ext cx="2763000" cy="0"/>
          </a:xfrm>
          <a:prstGeom prst="straightConnector1">
            <a:avLst/>
          </a:prstGeom>
          <a:noFill/>
          <a:ln cap="flat" cmpd="sng" w="9525">
            <a:solidFill>
              <a:schemeClr val="accent1"/>
            </a:solidFill>
            <a:prstDash val="solid"/>
            <a:round/>
            <a:headEnd len="med" w="med" type="none"/>
            <a:tailEnd len="med" w="med" type="none"/>
          </a:ln>
          <a:effectLst>
            <a:outerShdw blurRad="57150" rotWithShape="0" algn="bl" dir="5400000" dist="19050">
              <a:srgbClr val="FFFFFF">
                <a:alpha val="50000"/>
              </a:srgbClr>
            </a:outerShdw>
          </a:effectLst>
        </p:spPr>
      </p:cxnSp>
      <p:pic>
        <p:nvPicPr>
          <p:cNvPr id="246" name="Google Shape;246;p45"/>
          <p:cNvPicPr preferRelativeResize="0"/>
          <p:nvPr/>
        </p:nvPicPr>
        <p:blipFill>
          <a:blip r:embed="rId3">
            <a:alphaModFix/>
          </a:blip>
          <a:stretch>
            <a:fillRect/>
          </a:stretch>
        </p:blipFill>
        <p:spPr>
          <a:xfrm>
            <a:off x="4986875" y="1281221"/>
            <a:ext cx="3987324" cy="1560626"/>
          </a:xfrm>
          <a:prstGeom prst="rect">
            <a:avLst/>
          </a:prstGeom>
          <a:noFill/>
          <a:ln>
            <a:noFill/>
          </a:ln>
        </p:spPr>
      </p:pic>
      <p:pic>
        <p:nvPicPr>
          <p:cNvPr id="247" name="Google Shape;247;p45"/>
          <p:cNvPicPr preferRelativeResize="0"/>
          <p:nvPr/>
        </p:nvPicPr>
        <p:blipFill>
          <a:blip r:embed="rId4">
            <a:alphaModFix/>
          </a:blip>
          <a:stretch>
            <a:fillRect/>
          </a:stretch>
        </p:blipFill>
        <p:spPr>
          <a:xfrm>
            <a:off x="4226000" y="3045050"/>
            <a:ext cx="2218125" cy="1759425"/>
          </a:xfrm>
          <a:prstGeom prst="rect">
            <a:avLst/>
          </a:prstGeom>
          <a:noFill/>
          <a:ln>
            <a:noFill/>
          </a:ln>
        </p:spPr>
      </p:pic>
      <p:pic>
        <p:nvPicPr>
          <p:cNvPr id="248" name="Google Shape;248;p45"/>
          <p:cNvPicPr preferRelativeResize="0"/>
          <p:nvPr/>
        </p:nvPicPr>
        <p:blipFill>
          <a:blip r:embed="rId5">
            <a:alphaModFix/>
          </a:blip>
          <a:stretch>
            <a:fillRect/>
          </a:stretch>
        </p:blipFill>
        <p:spPr>
          <a:xfrm>
            <a:off x="6596525" y="2994246"/>
            <a:ext cx="2395075" cy="1903417"/>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46"/>
          <p:cNvSpPr txBox="1"/>
          <p:nvPr>
            <p:ph idx="1" type="subTitle"/>
          </p:nvPr>
        </p:nvSpPr>
        <p:spPr>
          <a:xfrm>
            <a:off x="3776175" y="1509425"/>
            <a:ext cx="5202900" cy="2238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Github page: </a:t>
            </a:r>
            <a:r>
              <a:rPr lang="en" u="sng">
                <a:solidFill>
                  <a:schemeClr val="accent2"/>
                </a:solidFill>
                <a:hlinkClick r:id="rId3">
                  <a:extLst>
                    <a:ext uri="{A12FA001-AC4F-418D-AE19-62706E023703}">
                      <ahyp:hlinkClr val="tx"/>
                    </a:ext>
                  </a:extLst>
                </a:hlinkClick>
              </a:rPr>
              <a:t>https://will-78.github.io/Market-Regime-Detection</a:t>
            </a:r>
            <a:br>
              <a:rPr lang="en">
                <a:solidFill>
                  <a:schemeClr val="accent2"/>
                </a:solidFill>
              </a:rPr>
            </a:br>
            <a:br>
              <a:rPr lang="en">
                <a:solidFill>
                  <a:schemeClr val="accent2"/>
                </a:solidFill>
              </a:rPr>
            </a:br>
            <a:r>
              <a:rPr lang="en"/>
              <a:t>Github Repository:</a:t>
            </a:r>
            <a:endParaRPr/>
          </a:p>
          <a:p>
            <a:pPr indent="0" lvl="0" marL="0" rtl="0" algn="ctr">
              <a:spcBef>
                <a:spcPts val="0"/>
              </a:spcBef>
              <a:spcAft>
                <a:spcPts val="0"/>
              </a:spcAft>
              <a:buNone/>
            </a:pPr>
            <a:r>
              <a:rPr lang="en" u="sng">
                <a:solidFill>
                  <a:schemeClr val="accent2"/>
                </a:solidFill>
                <a:hlinkClick r:id="rId4">
                  <a:extLst>
                    <a:ext uri="{A12FA001-AC4F-418D-AE19-62706E023703}">
                      <ahyp:hlinkClr val="tx"/>
                    </a:ext>
                  </a:extLst>
                </a:hlinkClick>
              </a:rPr>
              <a:t>https://github.com/Will-78/Market-Regime-Detection</a:t>
            </a:r>
            <a:endParaRPr>
              <a:solidFill>
                <a:schemeClr val="accent2"/>
              </a:solidFill>
            </a:endParaRPr>
          </a:p>
        </p:txBody>
      </p:sp>
      <p:sp>
        <p:nvSpPr>
          <p:cNvPr id="254" name="Google Shape;254;p46"/>
          <p:cNvSpPr txBox="1"/>
          <p:nvPr>
            <p:ph idx="4294967295" type="title"/>
          </p:nvPr>
        </p:nvSpPr>
        <p:spPr>
          <a:xfrm>
            <a:off x="4151550" y="398400"/>
            <a:ext cx="3925200" cy="548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chemeClr val="lt2"/>
                </a:solidFill>
              </a:rPr>
              <a:t>Github</a:t>
            </a:r>
            <a:endParaRPr sz="2400">
              <a:solidFill>
                <a:schemeClr val="lt2"/>
              </a:solidFill>
            </a:endParaRPr>
          </a:p>
        </p:txBody>
      </p:sp>
      <p:cxnSp>
        <p:nvCxnSpPr>
          <p:cNvPr id="255" name="Google Shape;255;p46"/>
          <p:cNvCxnSpPr/>
          <p:nvPr/>
        </p:nvCxnSpPr>
        <p:spPr>
          <a:xfrm>
            <a:off x="4239250" y="367397"/>
            <a:ext cx="2763000" cy="0"/>
          </a:xfrm>
          <a:prstGeom prst="straightConnector1">
            <a:avLst/>
          </a:prstGeom>
          <a:noFill/>
          <a:ln cap="flat" cmpd="sng" w="9525">
            <a:solidFill>
              <a:schemeClr val="accent1"/>
            </a:solidFill>
            <a:prstDash val="solid"/>
            <a:round/>
            <a:headEnd len="med" w="med" type="none"/>
            <a:tailEnd len="med" w="med" type="none"/>
          </a:ln>
          <a:effectLst>
            <a:outerShdw blurRad="57150" rotWithShape="0" algn="bl" dir="5400000" dist="19050">
              <a:srgbClr val="FFFFFF">
                <a:alpha val="50000"/>
              </a:srgbClr>
            </a:outerShdw>
          </a:effectLst>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47"/>
          <p:cNvSpPr txBox="1"/>
          <p:nvPr>
            <p:ph type="ctrTitle"/>
          </p:nvPr>
        </p:nvSpPr>
        <p:spPr>
          <a:xfrm>
            <a:off x="1524750" y="1116900"/>
            <a:ext cx="6094500" cy="2909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7900"/>
              <a:t>THANK YOU!</a:t>
            </a:r>
            <a:endParaRPr sz="7900"/>
          </a:p>
        </p:txBody>
      </p:sp>
    </p:spTree>
  </p:cSld>
  <p:clrMapOvr>
    <a:masterClrMapping/>
  </p:clrMapOvr>
</p:sld>
</file>

<file path=ppt/theme/theme1.xml><?xml version="1.0" encoding="utf-8"?>
<a:theme xmlns:a="http://schemas.openxmlformats.org/drawingml/2006/main" xmlns:r="http://schemas.openxmlformats.org/officeDocument/2006/relationships" name="Futuristic Background by Slidesgo">
  <a:themeElements>
    <a:clrScheme name="Simple Light">
      <a:dk1>
        <a:srgbClr val="001633"/>
      </a:dk1>
      <a:lt1>
        <a:srgbClr val="FFFFFF"/>
      </a:lt1>
      <a:dk2>
        <a:srgbClr val="85D5E6"/>
      </a:dk2>
      <a:lt2>
        <a:srgbClr val="FFAB40"/>
      </a:lt2>
      <a:accent1>
        <a:srgbClr val="FFAB40"/>
      </a:accent1>
      <a:accent2>
        <a:srgbClr val="85D5E6"/>
      </a:accent2>
      <a:accent3>
        <a:srgbClr val="78909C"/>
      </a:accent3>
      <a:accent4>
        <a:srgbClr val="FFAB40"/>
      </a:accent4>
      <a:accent5>
        <a:srgbClr val="0097A7"/>
      </a:accent5>
      <a:accent6>
        <a:srgbClr val="001633"/>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